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2" r:id="rId27"/>
    <p:sldId id="284" r:id="rId28"/>
    <p:sldId id="285" r:id="rId29"/>
    <p:sldId id="319" r:id="rId30"/>
    <p:sldId id="286" r:id="rId31"/>
    <p:sldId id="320" r:id="rId32"/>
    <p:sldId id="321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3" d="100"/>
          <a:sy n="93" d="100"/>
        </p:scale>
        <p:origin x="3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19FA3A8-D1B3-41D5-A8D2-2DA6E782F06E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89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9ACD-A83F-4330-841C-8F57A1D815E4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870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4323-AB61-4C9C-89A1-3446CCCA273A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99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1CD5-A4F3-461A-B661-68F8558B5406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5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C05-F0A5-4E7D-BBF9-CEC962FE8498}" type="datetime1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72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E31B-C69A-42FD-BBB3-47935776A9BF}" type="datetime1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7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7492-0605-4DB8-8C4A-635DDEA75183}" type="datetime1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5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7762E-77BB-44CC-A2D2-EC0FA5CF096B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2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B4C7C-98AA-4983-8ED7-732DF8CB8BFD}" type="datetime1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22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227A-E0A0-41D2-8192-1640ABD6DE7C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8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0586-70BE-4823-8B2B-709EAA954935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25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744B751-1CA6-409F-8B0F-94C00B1FE05C}" type="datetime1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62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CSE455 - Software Testing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Chapter 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29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work products (documentation and code) contributes measurably to increased product quality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Static testing can be performed in a tool-based environment or manually and it is often neglected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close examination by one or more persons or can be performed using appropriate analysis tools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safety-critical industries like aviation and medicine, static testing is an extremely important factor in ensuring the required product quality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9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Static testing is all about prevention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 from plan are identified before they can have a negative effect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relevant work products are quality assured before anyone does any further work on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2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can we analyze and test?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each individual document contributes to the overall quality of the results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 errors need to be found before they are converted into code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Static testing reveals include inconsistencies, ambiguities, contradictions, gaps, inaccuracies, redundancies.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 can be checked for consistency with the project’s programming guidelines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recommended to also test and verify documents created during testing like test plan, test cases, test procedures and scripts, acceptance criteria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Hence, static testing can improve the overall development process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Static testing techniques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Human mental and analytical skills can be used to analyze and evaluate complex situations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success of analysis process, people involved must understand the documents they are reading and comprehend the statements and definitions they contain</a:t>
            </a:r>
          </a:p>
          <a:p>
            <a:pPr algn="just"/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important static testing technique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can be formal (adhere to pre-defined process and participants document a planned set of results) or informal (no clear definition of intended results or what is logged)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 of review process you choose depends on development model, its maturity, complexity of documents to be tested, and regulatory requirements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6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process Activities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232" y="1784194"/>
            <a:ext cx="4914790" cy="496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2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decides which type of review is required for a specific document, its associated estimated time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 selects skilled participants and assign them their roles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Formal review requires predefined entry and exit criteria. If plan includes entry criteria, you need to check (checklist) that these have been fulfilled before review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viewpoints of participants increased effectiveness of review process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entire document is not required to be reviewed but only the part which contains high risk defects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and where review meeting will be conducted is also decided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characteristics under investigation are defined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Initiate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the resources are allocated; participants are provided with all necessary physical and electronic materials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Along work products that are to be reviewed, review participants require other material known as baseline document(s); These include any documents that help to decide whether what they are looking at is a deviation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6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review preparation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review can only be successful if all participants are well prepared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potential defects, recommendations, questions or comments are noted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94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Issue communication and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are collated and discussed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take place at a review meeting or a company-internal online forum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 is responsible for the correction of which defect, how to monitor correction process and determine whether a follow-up review of fixed document is required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quality characteristic is evaluated and the results of the analysis are documented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team has to provide a recommendation regarding acceptance of the review object: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Accepted without changes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necessary due to extensive changes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accepted (rejected)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00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Fixing and reporting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Defects found are communicated to responsible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Correction of defects or inconsistencies the review has revealed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 rectifies (corrects) the revealed defects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Formal review requires more work; you need to record the current status of a defect or its report, check whether exit criteria met or not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a review process vary considerably depending upon the type of review and degree of formality involved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75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review techniques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review process requires each participant to prepare for the team review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different individual review techniques, their effectiveness depends on the type of review you are conducting: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 hoc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Checklist based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scenarios and dry runs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and viewpoint based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62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 hoc – no rules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predefined rules regarding individual preparation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Reviewer reads the work products sequentially and notes any issues, findings or defects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review object is reviewed by more than one person, some issues are sure to be flagged multiple times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3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Checklist-Based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 list of questions based on potential defects that have been discovered in the course of earlier projects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questions can be based on formal guidelines or standards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be updated regularly according to newly organized issues and remove questions related to outdated or resolved issues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kept short and only include key questions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specific class of questions ignoring other possibilities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Always try to keep an open mind when using this technique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68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scenarios and dry runs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Scenario-based review is based on predefined, structured guidelines that dictate how to run through the review process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specific use cases simplifies this process as all you have to do is perform dry runs of all use cases; also check whether each use case is implemented or not in code review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case of code review, scenarios can be based on classes of defects like one reviewer focusing on error handling while other concentrates on checking boundaries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Exclusive use of scenarios makes it difficult to identify other types of defects and should be avoided if possible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66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and viewpoint-based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reviewer is tasked with checking the review object from a specialist’s point of view; utilize skills each role provides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end-users or the system’s operator cannot take part in review sessions, these roles have to be played by others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system is to be used within the organization, a reviewer can play the role of system or user administrator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review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each reviewer pretends to be someone with a specific job and checks the document from that role’s point of view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viewpoint-based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(perspective-based) review, each person looks at the document from their own stakeholder’s point of view; understand the needs and concerns of different groups and how they affect decision like priority, effort or risk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20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Roles and responsibilities within the review process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every role has to be filled by one person, and there are overlaps between roles that justify having one person fill multiple roles (for example, moderator and review leader)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role can be combined depends on the nature of the project and quality criteria you need to achieve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individual activities associated with individual roles also vary according to the type of review you are conducting: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Leader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Facilitator/Moderator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Reviewer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Scribe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20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planning and allocating the required resources (people, time, money)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keep an eye on cost effectiveness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Selects which work products and supporting materials are to be included in review process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68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leader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who participates in a review, as well as when and where it takes place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Holds the overall responsibility and needs to make sure planning, preparation, execution, revision, and any follow-up work all contribute to achieving the review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35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Facilitator/moderator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smooth running of review process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have good degree of assertiveness and ability to detect undertones within the conversation, good at bringing opposing viewpoints and keeping discussion brief without hurting anyone’s feelings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the participants and their roles, and also provide brief summary of the subject due for inspection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Asks all the reviewers if they are sufficiently well prepared (for instance, by making sure that all checklist questions have been answered)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03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Writer of the review object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entry and exit criteria are fulfilled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rectifying any defects found during the review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never take criticism personally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Hence, review process serves solely to improve the quality of the review object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Reviewer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Participates in the review meeting following preparation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describe problematic places in the review object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Having different perspectives (tester, developer, end-user, system operator) aids the effectiveness of a review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reviewer concentrates on specific aspect of the review increases the efficiency of the review process like one reviewer concentrates on adherence to a particular standard while another checks the program syntax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be able to clearly differentiate between parts of the review object that pass the review and those that require improvement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69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Scribe (recorder)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the unresolved issues, open questions, any other related  tasks generated by the review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has to be brief and to include undistorted summaries of all the discussion that took place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practical reasons, author is often also the scribe because he knows exactly what needs documenting in order to perform changes requested by the reviewer</a:t>
            </a:r>
          </a:p>
          <a:p>
            <a:pPr algn="just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dedicated tools become more common, the job of the review scribe is slowly becoming obsolete</a:t>
            </a:r>
          </a:p>
          <a:p>
            <a:pPr algn="just"/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83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review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of review can be identified when looking at review objects: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documents that are created as work products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development process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that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project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development process itself (management review)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 is to identify defects by investigating documents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informal review, a walkthrough, a technical review or an inspection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of these can be conducted as a peer review in which participation of colleagues on the same an identical or similar level within the company hierarchy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review object can be reviewed using more than one type of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20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review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object is the entire project; checking whether project is on schedule and how management is doing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conducted when project reaches a particular planning milestone (i.e., a development phase is completed)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agile projects, it takes the form of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retrospective meeting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where it is held following every sprint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8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Informal review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Kind of soft review that nevertheless follows the standard review process without a strict formal structure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Minor issues can be resolved using this type of review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Usually initiated by the author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 of informal review is highly dependent on the skills and motivation of reviewer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techniques can be used in informal review:</a:t>
            </a:r>
          </a:p>
          <a:p>
            <a:pPr lvl="1" algn="just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Buddy testing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 teammate tries out your work</a:t>
            </a:r>
          </a:p>
          <a:p>
            <a:pPr lvl="1" algn="just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Pair programming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Two people code together and review in real-time</a:t>
            </a:r>
          </a:p>
          <a:p>
            <a:pPr lvl="1" algn="just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 swapping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Developers swap code to review each other’s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76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walkthrough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check for conformity with required standards and project specifications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forum for discussing alternative implementations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of walkthrough should be a consensus opinion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of a walkthrough is a meeting that is usually led by the author; results need to be recorded but there is no need to prepare formal transcript or summary report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of checklists is also optional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Little individual preparation is required as compared to technical review or inspection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57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Reviewers use the comments and questions raised by the participants as a basis for identifying defects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useful for small teams (up to five people) and little or no preparation and follow-up is required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for checking non-critical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00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focus is forming a consensus, evaluating product quality and building confidence in the review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ideas and suggestions for alternative implementations are welcome in a technical review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Colleagues of the author who work in the same or closely related domain should participate as reviewers; experts from other fields can help prevent from becoming blind to their own habits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need to be recorded, but not by the author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discussion is not reaching any consensus, voting can be used and log the results in the review report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25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inspection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 a strict predefined flow having entry and exit criteria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too, reaching a consensus is an important part of the process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of the inspection should help the author to avoid similar mistakes in the future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objective is the improvement of software development process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Fulfillment of entry criteria is verified before the inspection begins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1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Reviewer’s individual preparation takes place according to predefined rules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data collected during an inspection can also be used to identify the causes of weakness in the development process and thus to improve its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often referred to as design, code, or software inspection based on the type of documents that are being inspected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formal review criteria exist, all type of documents can be inspected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36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type of review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the objectives you are pursuing, the required quality, and effort this will cost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to decide from project to project which type of review is best suited to the situation at hand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questions can help answering which type of review is suitable: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review requires experts from different disciplines?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scheduling easy or difficult?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specific knowledge of the review object do the reviewers need?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formal is the review object?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management support do you have?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415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review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Reviews are an efficient tool for assuring the quality of the work products under investigation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and correction of defects through reviews is usually cheaper than resolving defects later when application has reached an executable stage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Static tests are generally cheaper than dynamic tests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Reviews often saves significant amount of development time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Effort involved in making correction depends on the nature of the issue that requires attention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test can involve less effort if a code review has already removed faults in the test object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Reviews can reveal inaccuracies in customer requirements that can be resolved in advance of implementation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reviews takes place in group environment, they encourage exchange of knowledge among the participants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082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People related success factors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participants to reach your planned review objectives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to involve testers in the review, so they become familiar with project documents from the start of the development process and begin specifying right test cases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should given enough time to concentrate on details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necessary, offer participants additional training in advance of the review especially for a formal review such as an inspection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review fails because of insufficient preparation, this is usually due to poor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reviewers don’t understand the significance of the review or the effectiveness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process in quality improvement, you can use figures from the current project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earlier projects) to underscore the importance of the review process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29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static and dynamic testing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Static tests identify faults directly in documents and other work products while dynamic tests usually identify failures in the source code in executable form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testing verifies the visible, external behavior of the test object, whereas static tests focus on improving the internal quality of the object under investigation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22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defects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defects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Inconsistencies, ambiguities, contradictions, gaps, inaccuracies, or redundancies in requirements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defects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Defects found in architecture documents that specifies the system’s internal interfaces. Coupling and cohesion, algorithm and database structures are ineffectively designed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Coding defects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Defects occur due to inexperienced programmers. Detect redundant variables never invoked, unreachable duplicate code. It can be detected by a compiler or by using an automated static analysis tool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Deviations from standards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Insufficient adherence to programming guidelines leads to the poor quality; stick to them from start is crucial.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926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defects cont..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Faulty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specification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The names of the interfaces between components and their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(number, data type, and sequence) must be checked individually, as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discrepancies will be found during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vulnerabilities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Static tests can also uncover these kinds of vulnerabilities like buffer overflow because constraints weren’t explicitly checked or when input data or SQL queries are deliberately manipulated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Gaps or inaccuracies in test basis traceability or coverage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Connection between requirement and test case must be checked. A review report can point out missing tests for fulfilled exit criteria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139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work product (document) can be reviewed, provided that all the participants in the review are aware of how to read and understand the document in question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Reviews are static tests – can be applied at any stage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are inspected by more than one person, and the results are discussed and recorded in a dedicated meeting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activities involved in the review process are planning, initiation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preparation (i.e., individual review), discussion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(issue communication and analysis, usually in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meeting), fixing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better identify defects at the individual review stage, there are different review techniques you can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81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roles that need to be assigned for a review are manager,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leader, facilitator (moderator), author, reviewer (expert),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scribe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informal review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doesn’t follow any formal rules, and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resulting documents is not regulated. Because it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relatively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little effort, the informal review process has become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accepted and well-used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walkthrough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informal technique that sees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a document to reviewers in a meeting. Here too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 is minimal. Walkthroughs are ideal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teams who need to discuss alternatives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 know-how within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review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follows a more strictly regulated flow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individual reviewer preparation is essential.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professional colleagues of the author so that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realizations can be discussed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785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9813205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formal of these types of review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 is based on checklists, and each review steps has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entry and exit criteria. The review session is led by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facilitator. Alongside checking the quality of the work product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an inspection is to improve the development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keep appropriate organizational and people-related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 mind, and as long as you take care to avoid known pitfalls,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can be a seriously effective tool for increasing quality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identify different defects than dynamic testing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240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3155</Words>
  <Application>Microsoft Office PowerPoint</Application>
  <PresentationFormat>Widescreen</PresentationFormat>
  <Paragraphs>261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Times New Roman</vt:lpstr>
      <vt:lpstr>Tw Cen MT</vt:lpstr>
      <vt:lpstr>Tw Cen MT Condensed</vt:lpstr>
      <vt:lpstr>Wingdings 3</vt:lpstr>
      <vt:lpstr>Integral</vt:lpstr>
      <vt:lpstr>CSE455 - Software Testing</vt:lpstr>
      <vt:lpstr>Introduction</vt:lpstr>
      <vt:lpstr>Static testing is all about prevention</vt:lpstr>
      <vt:lpstr>What can we analyze and test?</vt:lpstr>
      <vt:lpstr>Static testing techniques</vt:lpstr>
      <vt:lpstr>Review process Activities</vt:lpstr>
      <vt:lpstr>planning</vt:lpstr>
      <vt:lpstr>Initiate review</vt:lpstr>
      <vt:lpstr>Individual review preparation</vt:lpstr>
      <vt:lpstr>Issue communication and analysis</vt:lpstr>
      <vt:lpstr>Fixing and reporting</vt:lpstr>
      <vt:lpstr>Individual review techniques</vt:lpstr>
      <vt:lpstr>Ad hoc – no rules</vt:lpstr>
      <vt:lpstr>Checklist-Based</vt:lpstr>
      <vt:lpstr>Using scenarios and dry runs</vt:lpstr>
      <vt:lpstr>Role and viewpoint-based</vt:lpstr>
      <vt:lpstr>Roles and responsibilities within the review process</vt:lpstr>
      <vt:lpstr>Management</vt:lpstr>
      <vt:lpstr>Review leader</vt:lpstr>
      <vt:lpstr>Facilitator/moderator</vt:lpstr>
      <vt:lpstr>Author</vt:lpstr>
      <vt:lpstr>Reviewer</vt:lpstr>
      <vt:lpstr>Scribe (recorder)</vt:lpstr>
      <vt:lpstr>Types of review</vt:lpstr>
      <vt:lpstr>Management review</vt:lpstr>
      <vt:lpstr>Informal review</vt:lpstr>
      <vt:lpstr>walkthrough</vt:lpstr>
      <vt:lpstr>Cont..</vt:lpstr>
      <vt:lpstr>Technical review</vt:lpstr>
      <vt:lpstr>inspection</vt:lpstr>
      <vt:lpstr>Cont..</vt:lpstr>
      <vt:lpstr>Selecting type of review</vt:lpstr>
      <vt:lpstr>Benefits of review</vt:lpstr>
      <vt:lpstr>People related success factors</vt:lpstr>
      <vt:lpstr>Difference between static and dynamic testing</vt:lpstr>
      <vt:lpstr>Types of defects</vt:lpstr>
      <vt:lpstr>Types of defects cont..</vt:lpstr>
      <vt:lpstr>conclusion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CSE455 - Software Testing</dc:title>
  <dc:creator>aounhaidersandhu@gmail.com</dc:creator>
  <cp:lastModifiedBy>aounhaidersandhu@gmail.com</cp:lastModifiedBy>
  <cp:revision>215</cp:revision>
  <dcterms:created xsi:type="dcterms:W3CDTF">2025-02-15T17:37:41Z</dcterms:created>
  <dcterms:modified xsi:type="dcterms:W3CDTF">2025-05-14T18:05:36Z</dcterms:modified>
</cp:coreProperties>
</file>