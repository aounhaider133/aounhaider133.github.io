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handoutMasterIdLst>
    <p:handoutMasterId r:id="rId35"/>
  </p:handoutMasterIdLst>
  <p:sldIdLst>
    <p:sldId id="301" r:id="rId5"/>
    <p:sldId id="294" r:id="rId6"/>
    <p:sldId id="302" r:id="rId7"/>
    <p:sldId id="269" r:id="rId8"/>
    <p:sldId id="293" r:id="rId9"/>
    <p:sldId id="272" r:id="rId10"/>
    <p:sldId id="273" r:id="rId11"/>
    <p:sldId id="274" r:id="rId12"/>
    <p:sldId id="275" r:id="rId13"/>
    <p:sldId id="276" r:id="rId14"/>
    <p:sldId id="277" r:id="rId15"/>
    <p:sldId id="278" r:id="rId16"/>
    <p:sldId id="295" r:id="rId17"/>
    <p:sldId id="280" r:id="rId18"/>
    <p:sldId id="281" r:id="rId19"/>
    <p:sldId id="298" r:id="rId20"/>
    <p:sldId id="300" r:id="rId21"/>
    <p:sldId id="296" r:id="rId22"/>
    <p:sldId id="284" r:id="rId23"/>
    <p:sldId id="297" r:id="rId24"/>
    <p:sldId id="285" r:id="rId25"/>
    <p:sldId id="286" r:id="rId26"/>
    <p:sldId id="287" r:id="rId27"/>
    <p:sldId id="288" r:id="rId28"/>
    <p:sldId id="289" r:id="rId29"/>
    <p:sldId id="290" r:id="rId30"/>
    <p:sldId id="291" r:id="rId31"/>
    <p:sldId id="292" r:id="rId32"/>
    <p:sldId id="29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82930" autoAdjust="0"/>
  </p:normalViewPr>
  <p:slideViewPr>
    <p:cSldViewPr snapToGrid="0" showGuides="1">
      <p:cViewPr>
        <p:scale>
          <a:sx n="75" d="100"/>
          <a:sy n="75" d="100"/>
        </p:scale>
        <p:origin x="931" y="-96"/>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4811D3-A5E9-40E0-A11E-8B03A25AEBEF}"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
        </a:p>
      </dgm:t>
    </dgm:pt>
    <dgm:pt modelId="{859C0BEE-9A7C-4CB4-955B-6CC745BC18EF}">
      <dgm:prSet custT="1"/>
      <dgm:spPr/>
      <dgm:t>
        <a:bodyPr/>
        <a:lstStyle/>
        <a:p>
          <a:pPr rtl="0"/>
          <a:r>
            <a:rPr lang="en-US" sz="2000" dirty="0"/>
            <a:t>Motives for a Hacker</a:t>
          </a:r>
          <a:endParaRPr lang="x-none" sz="2000" dirty="0"/>
        </a:p>
      </dgm:t>
    </dgm:pt>
    <dgm:pt modelId="{8A9648E8-4A94-4D7E-9A03-E55C1AC937E7}" type="parTrans" cxnId="{45FEBF1F-8F65-4734-B319-AC32B6B84CBD}">
      <dgm:prSet/>
      <dgm:spPr/>
      <dgm:t>
        <a:bodyPr/>
        <a:lstStyle/>
        <a:p>
          <a:endParaRPr lang=""/>
        </a:p>
      </dgm:t>
    </dgm:pt>
    <dgm:pt modelId="{33E82DE0-2099-4246-ABF2-79FAC3EEC9FB}" type="sibTrans" cxnId="{45FEBF1F-8F65-4734-B319-AC32B6B84CBD}">
      <dgm:prSet/>
      <dgm:spPr/>
      <dgm:t>
        <a:bodyPr/>
        <a:lstStyle/>
        <a:p>
          <a:endParaRPr lang=""/>
        </a:p>
      </dgm:t>
    </dgm:pt>
    <dgm:pt modelId="{AB367FCC-91EE-49E1-BFCC-B05ACB10414C}">
      <dgm:prSet custT="1"/>
      <dgm:spPr/>
      <dgm:t>
        <a:bodyPr/>
        <a:lstStyle/>
        <a:p>
          <a:pPr rtl="0"/>
          <a:r>
            <a:rPr lang="en-US" sz="2000" dirty="0"/>
            <a:t>Challenge/Prestige</a:t>
          </a:r>
          <a:endParaRPr lang="x-none" sz="2000" dirty="0"/>
        </a:p>
      </dgm:t>
    </dgm:pt>
    <dgm:pt modelId="{455E91C5-EF8C-4881-90DE-93DD60071EDA}" type="parTrans" cxnId="{8F6E71D3-F3D2-404C-9DEB-AB76386DA9DB}">
      <dgm:prSet/>
      <dgm:spPr/>
      <dgm:t>
        <a:bodyPr/>
        <a:lstStyle/>
        <a:p>
          <a:endParaRPr lang=""/>
        </a:p>
      </dgm:t>
    </dgm:pt>
    <dgm:pt modelId="{4F26F6AA-550F-40D8-B5AD-6D753A5BD648}" type="sibTrans" cxnId="{8F6E71D3-F3D2-404C-9DEB-AB76386DA9DB}">
      <dgm:prSet/>
      <dgm:spPr/>
      <dgm:t>
        <a:bodyPr/>
        <a:lstStyle/>
        <a:p>
          <a:endParaRPr lang=""/>
        </a:p>
      </dgm:t>
    </dgm:pt>
    <dgm:pt modelId="{F410548E-5E22-4B2D-8402-538ED7DA0E7B}">
      <dgm:prSet custT="1"/>
      <dgm:spPr/>
      <dgm:t>
        <a:bodyPr/>
        <a:lstStyle/>
        <a:p>
          <a:pPr rtl="0"/>
          <a:r>
            <a:rPr lang="en-US" sz="2000" dirty="0"/>
            <a:t>Curiosity</a:t>
          </a:r>
          <a:endParaRPr lang="x-none" sz="2000" dirty="0"/>
        </a:p>
      </dgm:t>
    </dgm:pt>
    <dgm:pt modelId="{61884345-7DA0-4D7E-962B-5E5B9C8E0225}" type="parTrans" cxnId="{0EEDAA55-5550-4C37-AA52-0F91B4330B13}">
      <dgm:prSet/>
      <dgm:spPr/>
      <dgm:t>
        <a:bodyPr/>
        <a:lstStyle/>
        <a:p>
          <a:endParaRPr lang=""/>
        </a:p>
      </dgm:t>
    </dgm:pt>
    <dgm:pt modelId="{3060BF96-D0A4-4B8D-89C0-AF08631CC45B}" type="sibTrans" cxnId="{0EEDAA55-5550-4C37-AA52-0F91B4330B13}">
      <dgm:prSet/>
      <dgm:spPr/>
      <dgm:t>
        <a:bodyPr/>
        <a:lstStyle/>
        <a:p>
          <a:endParaRPr lang=""/>
        </a:p>
      </dgm:t>
    </dgm:pt>
    <dgm:pt modelId="{CC8FF563-8D2D-4DCD-B153-22AC18DB433C}">
      <dgm:prSet custT="1"/>
      <dgm:spPr/>
      <dgm:t>
        <a:bodyPr/>
        <a:lstStyle/>
        <a:p>
          <a:pPr rtl="0"/>
          <a:r>
            <a:rPr lang="en-US" sz="2000" dirty="0"/>
            <a:t>Use/Leverage</a:t>
          </a:r>
          <a:endParaRPr lang="x-none" sz="2000" dirty="0"/>
        </a:p>
      </dgm:t>
    </dgm:pt>
    <dgm:pt modelId="{8FBBF313-1E7F-4A50-9FF5-0263AF0F54AE}" type="parTrans" cxnId="{A320BCC8-5365-4076-AC4D-36545CEA5DCA}">
      <dgm:prSet/>
      <dgm:spPr/>
      <dgm:t>
        <a:bodyPr/>
        <a:lstStyle/>
        <a:p>
          <a:endParaRPr lang=""/>
        </a:p>
      </dgm:t>
    </dgm:pt>
    <dgm:pt modelId="{673BCD0A-904D-40AD-A869-2FB6FDFB0F0F}" type="sibTrans" cxnId="{A320BCC8-5365-4076-AC4D-36545CEA5DCA}">
      <dgm:prSet/>
      <dgm:spPr/>
      <dgm:t>
        <a:bodyPr/>
        <a:lstStyle/>
        <a:p>
          <a:endParaRPr lang=""/>
        </a:p>
      </dgm:t>
    </dgm:pt>
    <dgm:pt modelId="{8E875EA2-D1E4-406E-BADC-55A2CCCF1437}">
      <dgm:prSet custT="1"/>
      <dgm:spPr/>
      <dgm:t>
        <a:bodyPr/>
        <a:lstStyle/>
        <a:p>
          <a:pPr rtl="0"/>
          <a:r>
            <a:rPr lang="en-US" sz="2000"/>
            <a:t>Vandalize</a:t>
          </a:r>
          <a:endParaRPr lang="x-none" sz="2000"/>
        </a:p>
      </dgm:t>
    </dgm:pt>
    <dgm:pt modelId="{86D57CC2-E3E0-4686-8140-A7A2F0025E9F}" type="parTrans" cxnId="{F6ADFA63-21E4-4C3D-825A-03ED87B32F40}">
      <dgm:prSet/>
      <dgm:spPr/>
      <dgm:t>
        <a:bodyPr/>
        <a:lstStyle/>
        <a:p>
          <a:endParaRPr lang=""/>
        </a:p>
      </dgm:t>
    </dgm:pt>
    <dgm:pt modelId="{9E54E9B8-3847-4ED9-BA81-F005E0C0720B}" type="sibTrans" cxnId="{F6ADFA63-21E4-4C3D-825A-03ED87B32F40}">
      <dgm:prSet/>
      <dgm:spPr/>
      <dgm:t>
        <a:bodyPr/>
        <a:lstStyle/>
        <a:p>
          <a:endParaRPr lang=""/>
        </a:p>
      </dgm:t>
    </dgm:pt>
    <dgm:pt modelId="{A9C576B5-9AE9-483A-B295-01D22FB911CA}">
      <dgm:prSet custT="1"/>
      <dgm:spPr/>
      <dgm:t>
        <a:bodyPr/>
        <a:lstStyle/>
        <a:p>
          <a:pPr rtl="0"/>
          <a:r>
            <a:rPr lang="en-US" sz="2000"/>
            <a:t>Defacing</a:t>
          </a:r>
          <a:endParaRPr lang="x-none" sz="2000"/>
        </a:p>
      </dgm:t>
    </dgm:pt>
    <dgm:pt modelId="{A2EC94D1-E5C4-4878-89BD-941AEEEFF65D}" type="parTrans" cxnId="{EEB67EB5-DAEB-402C-B8C1-A4242A7D4533}">
      <dgm:prSet/>
      <dgm:spPr/>
      <dgm:t>
        <a:bodyPr/>
        <a:lstStyle/>
        <a:p>
          <a:endParaRPr lang=""/>
        </a:p>
      </dgm:t>
    </dgm:pt>
    <dgm:pt modelId="{804F91E0-A978-4398-AFF6-6CB155215CFF}" type="sibTrans" cxnId="{EEB67EB5-DAEB-402C-B8C1-A4242A7D4533}">
      <dgm:prSet/>
      <dgm:spPr/>
      <dgm:t>
        <a:bodyPr/>
        <a:lstStyle/>
        <a:p>
          <a:endParaRPr lang=""/>
        </a:p>
      </dgm:t>
    </dgm:pt>
    <dgm:pt modelId="{0A93FDEF-B4BA-4198-AE05-79549C96D669}">
      <dgm:prSet custT="1"/>
      <dgm:spPr/>
      <dgm:t>
        <a:bodyPr/>
        <a:lstStyle/>
        <a:p>
          <a:pPr rtl="0"/>
          <a:r>
            <a:rPr lang="en-US" sz="2000"/>
            <a:t>Destruction</a:t>
          </a:r>
          <a:endParaRPr lang="x-none" sz="2000"/>
        </a:p>
      </dgm:t>
    </dgm:pt>
    <dgm:pt modelId="{A9022124-5278-4628-85E6-9E286D03C531}" type="parTrans" cxnId="{1484B64B-F8A0-4FAF-9CE7-99EE3F700080}">
      <dgm:prSet/>
      <dgm:spPr/>
      <dgm:t>
        <a:bodyPr/>
        <a:lstStyle/>
        <a:p>
          <a:endParaRPr lang=""/>
        </a:p>
      </dgm:t>
    </dgm:pt>
    <dgm:pt modelId="{8FC39867-C635-4D7C-9483-1304723B17E3}" type="sibTrans" cxnId="{1484B64B-F8A0-4FAF-9CE7-99EE3F700080}">
      <dgm:prSet/>
      <dgm:spPr/>
      <dgm:t>
        <a:bodyPr/>
        <a:lstStyle/>
        <a:p>
          <a:endParaRPr lang=""/>
        </a:p>
      </dgm:t>
    </dgm:pt>
    <dgm:pt modelId="{98079027-1299-49FC-BE75-E789A4EC6860}">
      <dgm:prSet custT="1"/>
      <dgm:spPr/>
      <dgm:t>
        <a:bodyPr/>
        <a:lstStyle/>
        <a:p>
          <a:pPr rtl="0"/>
          <a:r>
            <a:rPr lang="en-US" sz="2000" dirty="0"/>
            <a:t>Denial of Service</a:t>
          </a:r>
          <a:endParaRPr lang="x-none" sz="2000" dirty="0"/>
        </a:p>
      </dgm:t>
    </dgm:pt>
    <dgm:pt modelId="{9AD876D8-8AD1-473A-B802-D2BBDD7AEE9A}" type="parTrans" cxnId="{EC860AA6-89F7-43B1-AFCD-17ACBF93F418}">
      <dgm:prSet/>
      <dgm:spPr/>
      <dgm:t>
        <a:bodyPr/>
        <a:lstStyle/>
        <a:p>
          <a:endParaRPr lang=""/>
        </a:p>
      </dgm:t>
    </dgm:pt>
    <dgm:pt modelId="{4480B1CF-F0E2-4BA9-AA9B-062EF203796D}" type="sibTrans" cxnId="{EC860AA6-89F7-43B1-AFCD-17ACBF93F418}">
      <dgm:prSet/>
      <dgm:spPr/>
      <dgm:t>
        <a:bodyPr/>
        <a:lstStyle/>
        <a:p>
          <a:endParaRPr lang=""/>
        </a:p>
      </dgm:t>
    </dgm:pt>
    <dgm:pt modelId="{41B42CC2-D9F1-41C6-BEEC-9B1C11CE612A}">
      <dgm:prSet custT="1"/>
      <dgm:spPr/>
      <dgm:t>
        <a:bodyPr/>
        <a:lstStyle/>
        <a:p>
          <a:pPr rtl="0"/>
          <a:r>
            <a:rPr lang="en-US" sz="2000" dirty="0"/>
            <a:t>Steal</a:t>
          </a:r>
          <a:endParaRPr lang="x-none" sz="2000" dirty="0"/>
        </a:p>
      </dgm:t>
    </dgm:pt>
    <dgm:pt modelId="{640CFE5B-F8E5-4F57-997E-8AFE220BB348}" type="parTrans" cxnId="{1BD0CA6F-BB50-41BA-BE73-255F3DFAC6B7}">
      <dgm:prSet/>
      <dgm:spPr/>
      <dgm:t>
        <a:bodyPr/>
        <a:lstStyle/>
        <a:p>
          <a:endParaRPr lang=""/>
        </a:p>
      </dgm:t>
    </dgm:pt>
    <dgm:pt modelId="{C16AB79A-0FAC-4A17-A811-470C36A9E433}" type="sibTrans" cxnId="{1BD0CA6F-BB50-41BA-BE73-255F3DFAC6B7}">
      <dgm:prSet/>
      <dgm:spPr/>
      <dgm:t>
        <a:bodyPr/>
        <a:lstStyle/>
        <a:p>
          <a:endParaRPr lang=""/>
        </a:p>
      </dgm:t>
    </dgm:pt>
    <dgm:pt modelId="{F7DE2B8B-7623-43CF-8D1C-BF35A7AD5D3E}" type="pres">
      <dgm:prSet presAssocID="{AD4811D3-A5E9-40E0-A11E-8B03A25AEBEF}" presName="hierChild1" presStyleCnt="0">
        <dgm:presLayoutVars>
          <dgm:orgChart val="1"/>
          <dgm:chPref val="1"/>
          <dgm:dir/>
          <dgm:animOne val="branch"/>
          <dgm:animLvl val="lvl"/>
          <dgm:resizeHandles/>
        </dgm:presLayoutVars>
      </dgm:prSet>
      <dgm:spPr/>
    </dgm:pt>
    <dgm:pt modelId="{C6CE570B-2730-4E4A-8FED-91ACC83CBE35}" type="pres">
      <dgm:prSet presAssocID="{859C0BEE-9A7C-4CB4-955B-6CC745BC18EF}" presName="hierRoot1" presStyleCnt="0">
        <dgm:presLayoutVars>
          <dgm:hierBranch val="init"/>
        </dgm:presLayoutVars>
      </dgm:prSet>
      <dgm:spPr/>
    </dgm:pt>
    <dgm:pt modelId="{D379451B-057C-47BD-9C8C-94BA2BB0A597}" type="pres">
      <dgm:prSet presAssocID="{859C0BEE-9A7C-4CB4-955B-6CC745BC18EF}" presName="rootComposite1" presStyleCnt="0"/>
      <dgm:spPr/>
    </dgm:pt>
    <dgm:pt modelId="{F396BAB6-3549-4DC7-A1B7-28A10EF12C51}" type="pres">
      <dgm:prSet presAssocID="{859C0BEE-9A7C-4CB4-955B-6CC745BC18EF}" presName="rootText1" presStyleLbl="node0" presStyleIdx="0" presStyleCnt="1" custScaleX="185371">
        <dgm:presLayoutVars>
          <dgm:chPref val="3"/>
        </dgm:presLayoutVars>
      </dgm:prSet>
      <dgm:spPr/>
    </dgm:pt>
    <dgm:pt modelId="{31D42D24-D090-4A20-ACFD-DE183AC0F69B}" type="pres">
      <dgm:prSet presAssocID="{859C0BEE-9A7C-4CB4-955B-6CC745BC18EF}" presName="rootConnector1" presStyleLbl="node1" presStyleIdx="0" presStyleCnt="0"/>
      <dgm:spPr/>
    </dgm:pt>
    <dgm:pt modelId="{65485070-E03C-4F62-A786-3222F3332BC4}" type="pres">
      <dgm:prSet presAssocID="{859C0BEE-9A7C-4CB4-955B-6CC745BC18EF}" presName="hierChild2" presStyleCnt="0"/>
      <dgm:spPr/>
    </dgm:pt>
    <dgm:pt modelId="{5CA0CA78-6C75-47E5-8D29-4AB28E32E0E8}" type="pres">
      <dgm:prSet presAssocID="{455E91C5-EF8C-4881-90DE-93DD60071EDA}" presName="Name37" presStyleLbl="parChTrans1D2" presStyleIdx="0" presStyleCnt="5"/>
      <dgm:spPr/>
    </dgm:pt>
    <dgm:pt modelId="{2FBC9738-E2F1-47CE-B1A6-D53F730683BB}" type="pres">
      <dgm:prSet presAssocID="{AB367FCC-91EE-49E1-BFCC-B05ACB10414C}" presName="hierRoot2" presStyleCnt="0">
        <dgm:presLayoutVars>
          <dgm:hierBranch val="init"/>
        </dgm:presLayoutVars>
      </dgm:prSet>
      <dgm:spPr/>
    </dgm:pt>
    <dgm:pt modelId="{E31414C7-B2EA-4460-853E-2895AABB11A4}" type="pres">
      <dgm:prSet presAssocID="{AB367FCC-91EE-49E1-BFCC-B05ACB10414C}" presName="rootComposite" presStyleCnt="0"/>
      <dgm:spPr/>
    </dgm:pt>
    <dgm:pt modelId="{940B0157-19F8-4135-B1C4-D734E92AC146}" type="pres">
      <dgm:prSet presAssocID="{AB367FCC-91EE-49E1-BFCC-B05ACB10414C}" presName="rootText" presStyleLbl="node2" presStyleIdx="0" presStyleCnt="5" custScaleX="169356">
        <dgm:presLayoutVars>
          <dgm:chPref val="3"/>
        </dgm:presLayoutVars>
      </dgm:prSet>
      <dgm:spPr/>
    </dgm:pt>
    <dgm:pt modelId="{73861BC7-8F71-43F8-BF6F-3A2900359D48}" type="pres">
      <dgm:prSet presAssocID="{AB367FCC-91EE-49E1-BFCC-B05ACB10414C}" presName="rootConnector" presStyleLbl="node2" presStyleIdx="0" presStyleCnt="5"/>
      <dgm:spPr/>
    </dgm:pt>
    <dgm:pt modelId="{33FE7422-7175-46F9-AF18-983483743F9A}" type="pres">
      <dgm:prSet presAssocID="{AB367FCC-91EE-49E1-BFCC-B05ACB10414C}" presName="hierChild4" presStyleCnt="0"/>
      <dgm:spPr/>
    </dgm:pt>
    <dgm:pt modelId="{3AE3CC83-765A-4F17-9ABC-FFAC094FF22B}" type="pres">
      <dgm:prSet presAssocID="{AB367FCC-91EE-49E1-BFCC-B05ACB10414C}" presName="hierChild5" presStyleCnt="0"/>
      <dgm:spPr/>
    </dgm:pt>
    <dgm:pt modelId="{D4C529D8-7D43-4AEA-9939-3CB23742EB6D}" type="pres">
      <dgm:prSet presAssocID="{61884345-7DA0-4D7E-962B-5E5B9C8E0225}" presName="Name37" presStyleLbl="parChTrans1D2" presStyleIdx="1" presStyleCnt="5"/>
      <dgm:spPr/>
    </dgm:pt>
    <dgm:pt modelId="{92262F94-268A-4E8D-9EF0-8B33AA3BD742}" type="pres">
      <dgm:prSet presAssocID="{F410548E-5E22-4B2D-8402-538ED7DA0E7B}" presName="hierRoot2" presStyleCnt="0">
        <dgm:presLayoutVars>
          <dgm:hierBranch val="init"/>
        </dgm:presLayoutVars>
      </dgm:prSet>
      <dgm:spPr/>
    </dgm:pt>
    <dgm:pt modelId="{D2CB22FD-D657-40CB-9AA6-4BF4C2A3F03F}" type="pres">
      <dgm:prSet presAssocID="{F410548E-5E22-4B2D-8402-538ED7DA0E7B}" presName="rootComposite" presStyleCnt="0"/>
      <dgm:spPr/>
    </dgm:pt>
    <dgm:pt modelId="{CC849605-DA54-4C6E-BF76-554FDA9016D1}" type="pres">
      <dgm:prSet presAssocID="{F410548E-5E22-4B2D-8402-538ED7DA0E7B}" presName="rootText" presStyleLbl="node2" presStyleIdx="1" presStyleCnt="5">
        <dgm:presLayoutVars>
          <dgm:chPref val="3"/>
        </dgm:presLayoutVars>
      </dgm:prSet>
      <dgm:spPr/>
    </dgm:pt>
    <dgm:pt modelId="{F6A691AA-C3BB-4411-88EC-B525E0E8DE35}" type="pres">
      <dgm:prSet presAssocID="{F410548E-5E22-4B2D-8402-538ED7DA0E7B}" presName="rootConnector" presStyleLbl="node2" presStyleIdx="1" presStyleCnt="5"/>
      <dgm:spPr/>
    </dgm:pt>
    <dgm:pt modelId="{316DE4DA-EAD1-400C-9FC0-1BC019370CA5}" type="pres">
      <dgm:prSet presAssocID="{F410548E-5E22-4B2D-8402-538ED7DA0E7B}" presName="hierChild4" presStyleCnt="0"/>
      <dgm:spPr/>
    </dgm:pt>
    <dgm:pt modelId="{12959656-C1E5-4592-BB4F-633501483291}" type="pres">
      <dgm:prSet presAssocID="{F410548E-5E22-4B2D-8402-538ED7DA0E7B}" presName="hierChild5" presStyleCnt="0"/>
      <dgm:spPr/>
    </dgm:pt>
    <dgm:pt modelId="{747D4713-958D-4D3B-BD47-99DF73DF237B}" type="pres">
      <dgm:prSet presAssocID="{8FBBF313-1E7F-4A50-9FF5-0263AF0F54AE}" presName="Name37" presStyleLbl="parChTrans1D2" presStyleIdx="2" presStyleCnt="5"/>
      <dgm:spPr/>
    </dgm:pt>
    <dgm:pt modelId="{07D7E8A6-1678-4BD4-AC91-82403CFF2415}" type="pres">
      <dgm:prSet presAssocID="{CC8FF563-8D2D-4DCD-B153-22AC18DB433C}" presName="hierRoot2" presStyleCnt="0">
        <dgm:presLayoutVars>
          <dgm:hierBranch val="init"/>
        </dgm:presLayoutVars>
      </dgm:prSet>
      <dgm:spPr/>
    </dgm:pt>
    <dgm:pt modelId="{7260167B-A10B-484F-BCB5-7BEE6D93B516}" type="pres">
      <dgm:prSet presAssocID="{CC8FF563-8D2D-4DCD-B153-22AC18DB433C}" presName="rootComposite" presStyleCnt="0"/>
      <dgm:spPr/>
    </dgm:pt>
    <dgm:pt modelId="{D19E272D-1210-4B9E-B081-3EEC1561D2C0}" type="pres">
      <dgm:prSet presAssocID="{CC8FF563-8D2D-4DCD-B153-22AC18DB433C}" presName="rootText" presStyleLbl="node2" presStyleIdx="2" presStyleCnt="5" custScaleX="142289">
        <dgm:presLayoutVars>
          <dgm:chPref val="3"/>
        </dgm:presLayoutVars>
      </dgm:prSet>
      <dgm:spPr/>
    </dgm:pt>
    <dgm:pt modelId="{C0EA19C2-23E8-446E-8C00-3991BC5742EC}" type="pres">
      <dgm:prSet presAssocID="{CC8FF563-8D2D-4DCD-B153-22AC18DB433C}" presName="rootConnector" presStyleLbl="node2" presStyleIdx="2" presStyleCnt="5"/>
      <dgm:spPr/>
    </dgm:pt>
    <dgm:pt modelId="{5C5494F4-BF39-43A2-9B24-8BE0201160E2}" type="pres">
      <dgm:prSet presAssocID="{CC8FF563-8D2D-4DCD-B153-22AC18DB433C}" presName="hierChild4" presStyleCnt="0"/>
      <dgm:spPr/>
    </dgm:pt>
    <dgm:pt modelId="{6E7BC728-7087-4891-9A23-D1EF47F482FF}" type="pres">
      <dgm:prSet presAssocID="{CC8FF563-8D2D-4DCD-B153-22AC18DB433C}" presName="hierChild5" presStyleCnt="0"/>
      <dgm:spPr/>
    </dgm:pt>
    <dgm:pt modelId="{350D4D3F-A880-4678-BA82-AEC37F327A75}" type="pres">
      <dgm:prSet presAssocID="{86D57CC2-E3E0-4686-8140-A7A2F0025E9F}" presName="Name37" presStyleLbl="parChTrans1D2" presStyleIdx="3" presStyleCnt="5"/>
      <dgm:spPr/>
    </dgm:pt>
    <dgm:pt modelId="{B3FF00C0-19FA-40B7-9235-C09916A6771A}" type="pres">
      <dgm:prSet presAssocID="{8E875EA2-D1E4-406E-BADC-55A2CCCF1437}" presName="hierRoot2" presStyleCnt="0">
        <dgm:presLayoutVars>
          <dgm:hierBranch val="init"/>
        </dgm:presLayoutVars>
      </dgm:prSet>
      <dgm:spPr/>
    </dgm:pt>
    <dgm:pt modelId="{E2F61603-5902-450B-A4B9-4CC042D93F62}" type="pres">
      <dgm:prSet presAssocID="{8E875EA2-D1E4-406E-BADC-55A2CCCF1437}" presName="rootComposite" presStyleCnt="0"/>
      <dgm:spPr/>
    </dgm:pt>
    <dgm:pt modelId="{2E3EB9E6-3767-4EA7-B79F-15337B527C60}" type="pres">
      <dgm:prSet presAssocID="{8E875EA2-D1E4-406E-BADC-55A2CCCF1437}" presName="rootText" presStyleLbl="node2" presStyleIdx="3" presStyleCnt="5">
        <dgm:presLayoutVars>
          <dgm:chPref val="3"/>
        </dgm:presLayoutVars>
      </dgm:prSet>
      <dgm:spPr/>
    </dgm:pt>
    <dgm:pt modelId="{DE13B286-403D-4F49-844A-118D715516F6}" type="pres">
      <dgm:prSet presAssocID="{8E875EA2-D1E4-406E-BADC-55A2CCCF1437}" presName="rootConnector" presStyleLbl="node2" presStyleIdx="3" presStyleCnt="5"/>
      <dgm:spPr/>
    </dgm:pt>
    <dgm:pt modelId="{E59AA1EB-ED45-4F73-93CB-6120FCEDBDB3}" type="pres">
      <dgm:prSet presAssocID="{8E875EA2-D1E4-406E-BADC-55A2CCCF1437}" presName="hierChild4" presStyleCnt="0"/>
      <dgm:spPr/>
    </dgm:pt>
    <dgm:pt modelId="{71EACE1A-1CC1-4507-8DB7-3C8C6A6B44CA}" type="pres">
      <dgm:prSet presAssocID="{A2EC94D1-E5C4-4878-89BD-941AEEEFF65D}" presName="Name37" presStyleLbl="parChTrans1D3" presStyleIdx="0" presStyleCnt="3"/>
      <dgm:spPr/>
    </dgm:pt>
    <dgm:pt modelId="{8127D3C0-B5F7-4702-A0AF-8DC27CADADFA}" type="pres">
      <dgm:prSet presAssocID="{A9C576B5-9AE9-483A-B295-01D22FB911CA}" presName="hierRoot2" presStyleCnt="0">
        <dgm:presLayoutVars>
          <dgm:hierBranch val="init"/>
        </dgm:presLayoutVars>
      </dgm:prSet>
      <dgm:spPr/>
    </dgm:pt>
    <dgm:pt modelId="{70191E13-B092-48B4-94E5-92A3C0B192E7}" type="pres">
      <dgm:prSet presAssocID="{A9C576B5-9AE9-483A-B295-01D22FB911CA}" presName="rootComposite" presStyleCnt="0"/>
      <dgm:spPr/>
    </dgm:pt>
    <dgm:pt modelId="{E71C0ECA-EF17-42A4-BF52-CF6F056EDA84}" type="pres">
      <dgm:prSet presAssocID="{A9C576B5-9AE9-483A-B295-01D22FB911CA}" presName="rootText" presStyleLbl="node3" presStyleIdx="0" presStyleCnt="3">
        <dgm:presLayoutVars>
          <dgm:chPref val="3"/>
        </dgm:presLayoutVars>
      </dgm:prSet>
      <dgm:spPr/>
    </dgm:pt>
    <dgm:pt modelId="{2BB6EC3A-2F8D-4D8F-B78E-989F9E4E90C2}" type="pres">
      <dgm:prSet presAssocID="{A9C576B5-9AE9-483A-B295-01D22FB911CA}" presName="rootConnector" presStyleLbl="node3" presStyleIdx="0" presStyleCnt="3"/>
      <dgm:spPr/>
    </dgm:pt>
    <dgm:pt modelId="{9B9328E1-7EB5-4CDD-9353-304764CE52B0}" type="pres">
      <dgm:prSet presAssocID="{A9C576B5-9AE9-483A-B295-01D22FB911CA}" presName="hierChild4" presStyleCnt="0"/>
      <dgm:spPr/>
    </dgm:pt>
    <dgm:pt modelId="{8C462034-64FA-49AA-A7AD-2974883D2734}" type="pres">
      <dgm:prSet presAssocID="{A9C576B5-9AE9-483A-B295-01D22FB911CA}" presName="hierChild5" presStyleCnt="0"/>
      <dgm:spPr/>
    </dgm:pt>
    <dgm:pt modelId="{BBAFEB10-AD30-456D-B75E-CA4BE2987C98}" type="pres">
      <dgm:prSet presAssocID="{A9022124-5278-4628-85E6-9E286D03C531}" presName="Name37" presStyleLbl="parChTrans1D3" presStyleIdx="1" presStyleCnt="3"/>
      <dgm:spPr/>
    </dgm:pt>
    <dgm:pt modelId="{6C7310D9-1783-446E-9B0D-207E12135AD8}" type="pres">
      <dgm:prSet presAssocID="{0A93FDEF-B4BA-4198-AE05-79549C96D669}" presName="hierRoot2" presStyleCnt="0">
        <dgm:presLayoutVars>
          <dgm:hierBranch val="init"/>
        </dgm:presLayoutVars>
      </dgm:prSet>
      <dgm:spPr/>
    </dgm:pt>
    <dgm:pt modelId="{4AC4E814-7277-4428-83DC-B55C7251150E}" type="pres">
      <dgm:prSet presAssocID="{0A93FDEF-B4BA-4198-AE05-79549C96D669}" presName="rootComposite" presStyleCnt="0"/>
      <dgm:spPr/>
    </dgm:pt>
    <dgm:pt modelId="{6E6000F2-8A07-4244-B7A9-0C96D0F5F97C}" type="pres">
      <dgm:prSet presAssocID="{0A93FDEF-B4BA-4198-AE05-79549C96D669}" presName="rootText" presStyleLbl="node3" presStyleIdx="1" presStyleCnt="3">
        <dgm:presLayoutVars>
          <dgm:chPref val="3"/>
        </dgm:presLayoutVars>
      </dgm:prSet>
      <dgm:spPr/>
    </dgm:pt>
    <dgm:pt modelId="{DC76FF84-EA19-4742-ADE7-DA351A039020}" type="pres">
      <dgm:prSet presAssocID="{0A93FDEF-B4BA-4198-AE05-79549C96D669}" presName="rootConnector" presStyleLbl="node3" presStyleIdx="1" presStyleCnt="3"/>
      <dgm:spPr/>
    </dgm:pt>
    <dgm:pt modelId="{4E1D8C00-BB76-4CC4-9928-EC79FAFB2C51}" type="pres">
      <dgm:prSet presAssocID="{0A93FDEF-B4BA-4198-AE05-79549C96D669}" presName="hierChild4" presStyleCnt="0"/>
      <dgm:spPr/>
    </dgm:pt>
    <dgm:pt modelId="{C9095BE0-322E-48ED-9376-6425C0804972}" type="pres">
      <dgm:prSet presAssocID="{0A93FDEF-B4BA-4198-AE05-79549C96D669}" presName="hierChild5" presStyleCnt="0"/>
      <dgm:spPr/>
    </dgm:pt>
    <dgm:pt modelId="{2225202D-20E6-4FAD-9768-B9C9FDF07384}" type="pres">
      <dgm:prSet presAssocID="{9AD876D8-8AD1-473A-B802-D2BBDD7AEE9A}" presName="Name37" presStyleLbl="parChTrans1D3" presStyleIdx="2" presStyleCnt="3"/>
      <dgm:spPr/>
    </dgm:pt>
    <dgm:pt modelId="{D4EDC958-21D4-43C3-AD0F-BCB1256602A1}" type="pres">
      <dgm:prSet presAssocID="{98079027-1299-49FC-BE75-E789A4EC6860}" presName="hierRoot2" presStyleCnt="0">
        <dgm:presLayoutVars>
          <dgm:hierBranch val="init"/>
        </dgm:presLayoutVars>
      </dgm:prSet>
      <dgm:spPr/>
    </dgm:pt>
    <dgm:pt modelId="{1E53A33F-E6EB-406A-B14F-57AC737F0873}" type="pres">
      <dgm:prSet presAssocID="{98079027-1299-49FC-BE75-E789A4EC6860}" presName="rootComposite" presStyleCnt="0"/>
      <dgm:spPr/>
    </dgm:pt>
    <dgm:pt modelId="{6DFC9E49-C584-4005-AA1B-E966E44A0DAE}" type="pres">
      <dgm:prSet presAssocID="{98079027-1299-49FC-BE75-E789A4EC6860}" presName="rootText" presStyleLbl="node3" presStyleIdx="2" presStyleCnt="3">
        <dgm:presLayoutVars>
          <dgm:chPref val="3"/>
        </dgm:presLayoutVars>
      </dgm:prSet>
      <dgm:spPr/>
    </dgm:pt>
    <dgm:pt modelId="{B2629AD9-37D9-4700-9C3F-F2B1B1BBD3BC}" type="pres">
      <dgm:prSet presAssocID="{98079027-1299-49FC-BE75-E789A4EC6860}" presName="rootConnector" presStyleLbl="node3" presStyleIdx="2" presStyleCnt="3"/>
      <dgm:spPr/>
    </dgm:pt>
    <dgm:pt modelId="{C7C3F49C-FE4C-4A43-8B02-7E72E5B7C841}" type="pres">
      <dgm:prSet presAssocID="{98079027-1299-49FC-BE75-E789A4EC6860}" presName="hierChild4" presStyleCnt="0"/>
      <dgm:spPr/>
    </dgm:pt>
    <dgm:pt modelId="{FAEAC85A-5B25-4C7E-A45D-A7C90484F289}" type="pres">
      <dgm:prSet presAssocID="{98079027-1299-49FC-BE75-E789A4EC6860}" presName="hierChild5" presStyleCnt="0"/>
      <dgm:spPr/>
    </dgm:pt>
    <dgm:pt modelId="{5E920E6F-95C7-4564-8D37-7CC5F5E67AA1}" type="pres">
      <dgm:prSet presAssocID="{8E875EA2-D1E4-406E-BADC-55A2CCCF1437}" presName="hierChild5" presStyleCnt="0"/>
      <dgm:spPr/>
    </dgm:pt>
    <dgm:pt modelId="{05EEC536-93AD-4235-B889-C28DDDEF1B54}" type="pres">
      <dgm:prSet presAssocID="{640CFE5B-F8E5-4F57-997E-8AFE220BB348}" presName="Name37" presStyleLbl="parChTrans1D2" presStyleIdx="4" presStyleCnt="5"/>
      <dgm:spPr/>
    </dgm:pt>
    <dgm:pt modelId="{1A11622D-87BC-41FF-990E-068C7CD616A3}" type="pres">
      <dgm:prSet presAssocID="{41B42CC2-D9F1-41C6-BEEC-9B1C11CE612A}" presName="hierRoot2" presStyleCnt="0">
        <dgm:presLayoutVars>
          <dgm:hierBranch val="init"/>
        </dgm:presLayoutVars>
      </dgm:prSet>
      <dgm:spPr/>
    </dgm:pt>
    <dgm:pt modelId="{1B782F00-D835-4D91-9A72-3DE38E0D0894}" type="pres">
      <dgm:prSet presAssocID="{41B42CC2-D9F1-41C6-BEEC-9B1C11CE612A}" presName="rootComposite" presStyleCnt="0"/>
      <dgm:spPr/>
    </dgm:pt>
    <dgm:pt modelId="{8EE0564A-E050-4A56-B716-BD838F9FAEB2}" type="pres">
      <dgm:prSet presAssocID="{41B42CC2-D9F1-41C6-BEEC-9B1C11CE612A}" presName="rootText" presStyleLbl="node2" presStyleIdx="4" presStyleCnt="5">
        <dgm:presLayoutVars>
          <dgm:chPref val="3"/>
        </dgm:presLayoutVars>
      </dgm:prSet>
      <dgm:spPr/>
    </dgm:pt>
    <dgm:pt modelId="{C33C357E-451D-4B68-AC92-CE48220C7C59}" type="pres">
      <dgm:prSet presAssocID="{41B42CC2-D9F1-41C6-BEEC-9B1C11CE612A}" presName="rootConnector" presStyleLbl="node2" presStyleIdx="4" presStyleCnt="5"/>
      <dgm:spPr/>
    </dgm:pt>
    <dgm:pt modelId="{A593A1AB-2D71-4C71-B145-90E9D562D320}" type="pres">
      <dgm:prSet presAssocID="{41B42CC2-D9F1-41C6-BEEC-9B1C11CE612A}" presName="hierChild4" presStyleCnt="0"/>
      <dgm:spPr/>
    </dgm:pt>
    <dgm:pt modelId="{489F42BD-9DB8-47A0-8096-6A388DD1B5B4}" type="pres">
      <dgm:prSet presAssocID="{41B42CC2-D9F1-41C6-BEEC-9B1C11CE612A}" presName="hierChild5" presStyleCnt="0"/>
      <dgm:spPr/>
    </dgm:pt>
    <dgm:pt modelId="{C8FF0DB3-F4CE-4EFB-A2D1-C7F737A90ABC}" type="pres">
      <dgm:prSet presAssocID="{859C0BEE-9A7C-4CB4-955B-6CC745BC18EF}" presName="hierChild3" presStyleCnt="0"/>
      <dgm:spPr/>
    </dgm:pt>
  </dgm:ptLst>
  <dgm:cxnLst>
    <dgm:cxn modelId="{B1EA8E08-ADAA-40C7-94C5-75429EFAADD9}" type="presOf" srcId="{8E875EA2-D1E4-406E-BADC-55A2CCCF1437}" destId="{2E3EB9E6-3767-4EA7-B79F-15337B527C60}" srcOrd="0" destOrd="0" presId="urn:microsoft.com/office/officeart/2005/8/layout/orgChart1"/>
    <dgm:cxn modelId="{92C2EE0E-2EA6-4148-A903-D0D684783BD4}" type="presOf" srcId="{AB367FCC-91EE-49E1-BFCC-B05ACB10414C}" destId="{73861BC7-8F71-43F8-BF6F-3A2900359D48}" srcOrd="1" destOrd="0" presId="urn:microsoft.com/office/officeart/2005/8/layout/orgChart1"/>
    <dgm:cxn modelId="{F1B1CE12-D635-47DA-AF76-BC0D37846741}" type="presOf" srcId="{AD4811D3-A5E9-40E0-A11E-8B03A25AEBEF}" destId="{F7DE2B8B-7623-43CF-8D1C-BF35A7AD5D3E}" srcOrd="0" destOrd="0" presId="urn:microsoft.com/office/officeart/2005/8/layout/orgChart1"/>
    <dgm:cxn modelId="{F14AFA15-48E6-443E-AB72-51C5160D48EB}" type="presOf" srcId="{640CFE5B-F8E5-4F57-997E-8AFE220BB348}" destId="{05EEC536-93AD-4235-B889-C28DDDEF1B54}" srcOrd="0" destOrd="0" presId="urn:microsoft.com/office/officeart/2005/8/layout/orgChart1"/>
    <dgm:cxn modelId="{45FEBF1F-8F65-4734-B319-AC32B6B84CBD}" srcId="{AD4811D3-A5E9-40E0-A11E-8B03A25AEBEF}" destId="{859C0BEE-9A7C-4CB4-955B-6CC745BC18EF}" srcOrd="0" destOrd="0" parTransId="{8A9648E8-4A94-4D7E-9A03-E55C1AC937E7}" sibTransId="{33E82DE0-2099-4246-ABF2-79FAC3EEC9FB}"/>
    <dgm:cxn modelId="{EDF7AA2F-4863-444D-A6D1-E2E2814EECF9}" type="presOf" srcId="{61884345-7DA0-4D7E-962B-5E5B9C8E0225}" destId="{D4C529D8-7D43-4AEA-9939-3CB23742EB6D}" srcOrd="0" destOrd="0" presId="urn:microsoft.com/office/officeart/2005/8/layout/orgChart1"/>
    <dgm:cxn modelId="{D7D4AE38-35BC-49D3-838E-A86CC29DEFEB}" type="presOf" srcId="{41B42CC2-D9F1-41C6-BEEC-9B1C11CE612A}" destId="{8EE0564A-E050-4A56-B716-BD838F9FAEB2}" srcOrd="0" destOrd="0" presId="urn:microsoft.com/office/officeart/2005/8/layout/orgChart1"/>
    <dgm:cxn modelId="{4F60303E-8173-4FFB-9C75-134450415806}" type="presOf" srcId="{859C0BEE-9A7C-4CB4-955B-6CC745BC18EF}" destId="{F396BAB6-3549-4DC7-A1B7-28A10EF12C51}" srcOrd="0" destOrd="0" presId="urn:microsoft.com/office/officeart/2005/8/layout/orgChart1"/>
    <dgm:cxn modelId="{03DFB240-971E-4074-9927-D1F0456DF142}" type="presOf" srcId="{A9C576B5-9AE9-483A-B295-01D22FB911CA}" destId="{E71C0ECA-EF17-42A4-BF52-CF6F056EDA84}" srcOrd="0" destOrd="0" presId="urn:microsoft.com/office/officeart/2005/8/layout/orgChart1"/>
    <dgm:cxn modelId="{F6ADFA63-21E4-4C3D-825A-03ED87B32F40}" srcId="{859C0BEE-9A7C-4CB4-955B-6CC745BC18EF}" destId="{8E875EA2-D1E4-406E-BADC-55A2CCCF1437}" srcOrd="3" destOrd="0" parTransId="{86D57CC2-E3E0-4686-8140-A7A2F0025E9F}" sibTransId="{9E54E9B8-3847-4ED9-BA81-F005E0C0720B}"/>
    <dgm:cxn modelId="{91770949-836C-4664-B7D5-62D01F927C71}" type="presOf" srcId="{86D57CC2-E3E0-4686-8140-A7A2F0025E9F}" destId="{350D4D3F-A880-4678-BA82-AEC37F327A75}" srcOrd="0" destOrd="0" presId="urn:microsoft.com/office/officeart/2005/8/layout/orgChart1"/>
    <dgm:cxn modelId="{8C3E044A-95F5-4F2B-B10A-2CE67F58907E}" type="presOf" srcId="{41B42CC2-D9F1-41C6-BEEC-9B1C11CE612A}" destId="{C33C357E-451D-4B68-AC92-CE48220C7C59}" srcOrd="1" destOrd="0" presId="urn:microsoft.com/office/officeart/2005/8/layout/orgChart1"/>
    <dgm:cxn modelId="{15AE646A-2FBF-43B7-99AF-9F9EC163EDE1}" type="presOf" srcId="{0A93FDEF-B4BA-4198-AE05-79549C96D669}" destId="{6E6000F2-8A07-4244-B7A9-0C96D0F5F97C}" srcOrd="0" destOrd="0" presId="urn:microsoft.com/office/officeart/2005/8/layout/orgChart1"/>
    <dgm:cxn modelId="{1484B64B-F8A0-4FAF-9CE7-99EE3F700080}" srcId="{8E875EA2-D1E4-406E-BADC-55A2CCCF1437}" destId="{0A93FDEF-B4BA-4198-AE05-79549C96D669}" srcOrd="1" destOrd="0" parTransId="{A9022124-5278-4628-85E6-9E286D03C531}" sibTransId="{8FC39867-C635-4D7C-9483-1304723B17E3}"/>
    <dgm:cxn modelId="{51CC706F-96F1-40DD-AA0C-0B15876FF6F4}" type="presOf" srcId="{9AD876D8-8AD1-473A-B802-D2BBDD7AEE9A}" destId="{2225202D-20E6-4FAD-9768-B9C9FDF07384}" srcOrd="0" destOrd="0" presId="urn:microsoft.com/office/officeart/2005/8/layout/orgChart1"/>
    <dgm:cxn modelId="{1BD0CA6F-BB50-41BA-BE73-255F3DFAC6B7}" srcId="{859C0BEE-9A7C-4CB4-955B-6CC745BC18EF}" destId="{41B42CC2-D9F1-41C6-BEEC-9B1C11CE612A}" srcOrd="4" destOrd="0" parTransId="{640CFE5B-F8E5-4F57-997E-8AFE220BB348}" sibTransId="{C16AB79A-0FAC-4A17-A811-470C36A9E433}"/>
    <dgm:cxn modelId="{94312770-21A6-482A-9960-58E3A7F5644B}" type="presOf" srcId="{859C0BEE-9A7C-4CB4-955B-6CC745BC18EF}" destId="{31D42D24-D090-4A20-ACFD-DE183AC0F69B}" srcOrd="1" destOrd="0" presId="urn:microsoft.com/office/officeart/2005/8/layout/orgChart1"/>
    <dgm:cxn modelId="{458C5574-66FA-4E8A-9327-347768B3B48E}" type="presOf" srcId="{F410548E-5E22-4B2D-8402-538ED7DA0E7B}" destId="{CC849605-DA54-4C6E-BF76-554FDA9016D1}" srcOrd="0" destOrd="0" presId="urn:microsoft.com/office/officeart/2005/8/layout/orgChart1"/>
    <dgm:cxn modelId="{0EEDAA55-5550-4C37-AA52-0F91B4330B13}" srcId="{859C0BEE-9A7C-4CB4-955B-6CC745BC18EF}" destId="{F410548E-5E22-4B2D-8402-538ED7DA0E7B}" srcOrd="1" destOrd="0" parTransId="{61884345-7DA0-4D7E-962B-5E5B9C8E0225}" sibTransId="{3060BF96-D0A4-4B8D-89C0-AF08631CC45B}"/>
    <dgm:cxn modelId="{04114582-9954-4610-A2AC-43420E4AB65B}" type="presOf" srcId="{8FBBF313-1E7F-4A50-9FF5-0263AF0F54AE}" destId="{747D4713-958D-4D3B-BD47-99DF73DF237B}" srcOrd="0" destOrd="0" presId="urn:microsoft.com/office/officeart/2005/8/layout/orgChart1"/>
    <dgm:cxn modelId="{73BEA385-96A5-46A7-88EE-E5AEE5C10324}" type="presOf" srcId="{455E91C5-EF8C-4881-90DE-93DD60071EDA}" destId="{5CA0CA78-6C75-47E5-8D29-4AB28E32E0E8}" srcOrd="0" destOrd="0" presId="urn:microsoft.com/office/officeart/2005/8/layout/orgChart1"/>
    <dgm:cxn modelId="{2F321D87-EAAD-489D-9EB9-023B99E11640}" type="presOf" srcId="{F410548E-5E22-4B2D-8402-538ED7DA0E7B}" destId="{F6A691AA-C3BB-4411-88EC-B525E0E8DE35}" srcOrd="1" destOrd="0" presId="urn:microsoft.com/office/officeart/2005/8/layout/orgChart1"/>
    <dgm:cxn modelId="{B1631A8B-69A0-46FE-9B7B-7D67E784AFCA}" type="presOf" srcId="{98079027-1299-49FC-BE75-E789A4EC6860}" destId="{6DFC9E49-C584-4005-AA1B-E966E44A0DAE}" srcOrd="0" destOrd="0" presId="urn:microsoft.com/office/officeart/2005/8/layout/orgChart1"/>
    <dgm:cxn modelId="{E4A06892-4002-4067-99E1-2D137F2D3E2F}" type="presOf" srcId="{AB367FCC-91EE-49E1-BFCC-B05ACB10414C}" destId="{940B0157-19F8-4135-B1C4-D734E92AC146}" srcOrd="0" destOrd="0" presId="urn:microsoft.com/office/officeart/2005/8/layout/orgChart1"/>
    <dgm:cxn modelId="{DD0FF696-E729-4B52-B6E2-073E9DEB35BD}" type="presOf" srcId="{0A93FDEF-B4BA-4198-AE05-79549C96D669}" destId="{DC76FF84-EA19-4742-ADE7-DA351A039020}" srcOrd="1" destOrd="0" presId="urn:microsoft.com/office/officeart/2005/8/layout/orgChart1"/>
    <dgm:cxn modelId="{E07EEBA0-1AF7-4DF2-8E88-2FCCE147A47C}" type="presOf" srcId="{CC8FF563-8D2D-4DCD-B153-22AC18DB433C}" destId="{D19E272D-1210-4B9E-B081-3EEC1561D2C0}" srcOrd="0" destOrd="0" presId="urn:microsoft.com/office/officeart/2005/8/layout/orgChart1"/>
    <dgm:cxn modelId="{94674BA4-4523-44EE-AE45-5D149E8E8D9C}" type="presOf" srcId="{A9022124-5278-4628-85E6-9E286D03C531}" destId="{BBAFEB10-AD30-456D-B75E-CA4BE2987C98}" srcOrd="0" destOrd="0" presId="urn:microsoft.com/office/officeart/2005/8/layout/orgChart1"/>
    <dgm:cxn modelId="{EC860AA6-89F7-43B1-AFCD-17ACBF93F418}" srcId="{8E875EA2-D1E4-406E-BADC-55A2CCCF1437}" destId="{98079027-1299-49FC-BE75-E789A4EC6860}" srcOrd="2" destOrd="0" parTransId="{9AD876D8-8AD1-473A-B802-D2BBDD7AEE9A}" sibTransId="{4480B1CF-F0E2-4BA9-AA9B-062EF203796D}"/>
    <dgm:cxn modelId="{EEB67EB5-DAEB-402C-B8C1-A4242A7D4533}" srcId="{8E875EA2-D1E4-406E-BADC-55A2CCCF1437}" destId="{A9C576B5-9AE9-483A-B295-01D22FB911CA}" srcOrd="0" destOrd="0" parTransId="{A2EC94D1-E5C4-4878-89BD-941AEEEFF65D}" sibTransId="{804F91E0-A978-4398-AFF6-6CB155215CFF}"/>
    <dgm:cxn modelId="{96514BB7-A50D-450D-9C1F-B79F4C7A525F}" type="presOf" srcId="{CC8FF563-8D2D-4DCD-B153-22AC18DB433C}" destId="{C0EA19C2-23E8-446E-8C00-3991BC5742EC}" srcOrd="1" destOrd="0" presId="urn:microsoft.com/office/officeart/2005/8/layout/orgChart1"/>
    <dgm:cxn modelId="{A320BCC8-5365-4076-AC4D-36545CEA5DCA}" srcId="{859C0BEE-9A7C-4CB4-955B-6CC745BC18EF}" destId="{CC8FF563-8D2D-4DCD-B153-22AC18DB433C}" srcOrd="2" destOrd="0" parTransId="{8FBBF313-1E7F-4A50-9FF5-0263AF0F54AE}" sibTransId="{673BCD0A-904D-40AD-A869-2FB6FDFB0F0F}"/>
    <dgm:cxn modelId="{9A0C54C9-907F-4EE9-B7F5-7DD606287D6E}" type="presOf" srcId="{A9C576B5-9AE9-483A-B295-01D22FB911CA}" destId="{2BB6EC3A-2F8D-4D8F-B78E-989F9E4E90C2}" srcOrd="1" destOrd="0" presId="urn:microsoft.com/office/officeart/2005/8/layout/orgChart1"/>
    <dgm:cxn modelId="{8F6E71D3-F3D2-404C-9DEB-AB76386DA9DB}" srcId="{859C0BEE-9A7C-4CB4-955B-6CC745BC18EF}" destId="{AB367FCC-91EE-49E1-BFCC-B05ACB10414C}" srcOrd="0" destOrd="0" parTransId="{455E91C5-EF8C-4881-90DE-93DD60071EDA}" sibTransId="{4F26F6AA-550F-40D8-B5AD-6D753A5BD648}"/>
    <dgm:cxn modelId="{16126DD6-F3DB-4BBE-A41F-77AA62C4CA09}" type="presOf" srcId="{98079027-1299-49FC-BE75-E789A4EC6860}" destId="{B2629AD9-37D9-4700-9C3F-F2B1B1BBD3BC}" srcOrd="1" destOrd="0" presId="urn:microsoft.com/office/officeart/2005/8/layout/orgChart1"/>
    <dgm:cxn modelId="{338B92F2-2D63-4342-B2F0-15BBA72E533F}" type="presOf" srcId="{A2EC94D1-E5C4-4878-89BD-941AEEEFF65D}" destId="{71EACE1A-1CC1-4507-8DB7-3C8C6A6B44CA}" srcOrd="0" destOrd="0" presId="urn:microsoft.com/office/officeart/2005/8/layout/orgChart1"/>
    <dgm:cxn modelId="{945FF9FF-197A-4DF0-B308-8C8094F3EF38}" type="presOf" srcId="{8E875EA2-D1E4-406E-BADC-55A2CCCF1437}" destId="{DE13B286-403D-4F49-844A-118D715516F6}" srcOrd="1" destOrd="0" presId="urn:microsoft.com/office/officeart/2005/8/layout/orgChart1"/>
    <dgm:cxn modelId="{945C003A-F029-4BDE-94AE-4DB3FFEE5AD4}" type="presParOf" srcId="{F7DE2B8B-7623-43CF-8D1C-BF35A7AD5D3E}" destId="{C6CE570B-2730-4E4A-8FED-91ACC83CBE35}" srcOrd="0" destOrd="0" presId="urn:microsoft.com/office/officeart/2005/8/layout/orgChart1"/>
    <dgm:cxn modelId="{68CDBB0D-19A5-4997-B57D-CD2AC23AD91A}" type="presParOf" srcId="{C6CE570B-2730-4E4A-8FED-91ACC83CBE35}" destId="{D379451B-057C-47BD-9C8C-94BA2BB0A597}" srcOrd="0" destOrd="0" presId="urn:microsoft.com/office/officeart/2005/8/layout/orgChart1"/>
    <dgm:cxn modelId="{F33E83FD-8B8B-4D9B-BC63-236C8A3A6412}" type="presParOf" srcId="{D379451B-057C-47BD-9C8C-94BA2BB0A597}" destId="{F396BAB6-3549-4DC7-A1B7-28A10EF12C51}" srcOrd="0" destOrd="0" presId="urn:microsoft.com/office/officeart/2005/8/layout/orgChart1"/>
    <dgm:cxn modelId="{F94B9651-B0B9-4929-A1B5-CB3260D26D1D}" type="presParOf" srcId="{D379451B-057C-47BD-9C8C-94BA2BB0A597}" destId="{31D42D24-D090-4A20-ACFD-DE183AC0F69B}" srcOrd="1" destOrd="0" presId="urn:microsoft.com/office/officeart/2005/8/layout/orgChart1"/>
    <dgm:cxn modelId="{B1EA0438-8581-42FE-9680-29EBDCE54AC3}" type="presParOf" srcId="{C6CE570B-2730-4E4A-8FED-91ACC83CBE35}" destId="{65485070-E03C-4F62-A786-3222F3332BC4}" srcOrd="1" destOrd="0" presId="urn:microsoft.com/office/officeart/2005/8/layout/orgChart1"/>
    <dgm:cxn modelId="{92F02F87-44C6-40E9-B620-52F55BDE7CC8}" type="presParOf" srcId="{65485070-E03C-4F62-A786-3222F3332BC4}" destId="{5CA0CA78-6C75-47E5-8D29-4AB28E32E0E8}" srcOrd="0" destOrd="0" presId="urn:microsoft.com/office/officeart/2005/8/layout/orgChart1"/>
    <dgm:cxn modelId="{8E906327-A977-4515-9B0B-B4D1AE9CF1F2}" type="presParOf" srcId="{65485070-E03C-4F62-A786-3222F3332BC4}" destId="{2FBC9738-E2F1-47CE-B1A6-D53F730683BB}" srcOrd="1" destOrd="0" presId="urn:microsoft.com/office/officeart/2005/8/layout/orgChart1"/>
    <dgm:cxn modelId="{1F02FC72-F709-4A4F-A393-6C3020A2E71B}" type="presParOf" srcId="{2FBC9738-E2F1-47CE-B1A6-D53F730683BB}" destId="{E31414C7-B2EA-4460-853E-2895AABB11A4}" srcOrd="0" destOrd="0" presId="urn:microsoft.com/office/officeart/2005/8/layout/orgChart1"/>
    <dgm:cxn modelId="{73D6DDAB-0152-490F-85A6-847814D36559}" type="presParOf" srcId="{E31414C7-B2EA-4460-853E-2895AABB11A4}" destId="{940B0157-19F8-4135-B1C4-D734E92AC146}" srcOrd="0" destOrd="0" presId="urn:microsoft.com/office/officeart/2005/8/layout/orgChart1"/>
    <dgm:cxn modelId="{358EF317-268B-4761-A308-356B15C96141}" type="presParOf" srcId="{E31414C7-B2EA-4460-853E-2895AABB11A4}" destId="{73861BC7-8F71-43F8-BF6F-3A2900359D48}" srcOrd="1" destOrd="0" presId="urn:microsoft.com/office/officeart/2005/8/layout/orgChart1"/>
    <dgm:cxn modelId="{D19E6BDA-6089-4262-86EC-0CAF98C0929B}" type="presParOf" srcId="{2FBC9738-E2F1-47CE-B1A6-D53F730683BB}" destId="{33FE7422-7175-46F9-AF18-983483743F9A}" srcOrd="1" destOrd="0" presId="urn:microsoft.com/office/officeart/2005/8/layout/orgChart1"/>
    <dgm:cxn modelId="{63F8124F-2C1C-40CF-8D43-EF0CF22DD942}" type="presParOf" srcId="{2FBC9738-E2F1-47CE-B1A6-D53F730683BB}" destId="{3AE3CC83-765A-4F17-9ABC-FFAC094FF22B}" srcOrd="2" destOrd="0" presId="urn:microsoft.com/office/officeart/2005/8/layout/orgChart1"/>
    <dgm:cxn modelId="{06358AB9-4BBB-4FAA-9C3A-CA071EDA1E01}" type="presParOf" srcId="{65485070-E03C-4F62-A786-3222F3332BC4}" destId="{D4C529D8-7D43-4AEA-9939-3CB23742EB6D}" srcOrd="2" destOrd="0" presId="urn:microsoft.com/office/officeart/2005/8/layout/orgChart1"/>
    <dgm:cxn modelId="{706687D2-331B-4F7B-89E8-D10F0A3ACE29}" type="presParOf" srcId="{65485070-E03C-4F62-A786-3222F3332BC4}" destId="{92262F94-268A-4E8D-9EF0-8B33AA3BD742}" srcOrd="3" destOrd="0" presId="urn:microsoft.com/office/officeart/2005/8/layout/orgChart1"/>
    <dgm:cxn modelId="{08C63669-CA24-4DB9-B0DC-92F006B072AE}" type="presParOf" srcId="{92262F94-268A-4E8D-9EF0-8B33AA3BD742}" destId="{D2CB22FD-D657-40CB-9AA6-4BF4C2A3F03F}" srcOrd="0" destOrd="0" presId="urn:microsoft.com/office/officeart/2005/8/layout/orgChart1"/>
    <dgm:cxn modelId="{38794095-FB0C-46D5-BE0F-25CC8FB6F94C}" type="presParOf" srcId="{D2CB22FD-D657-40CB-9AA6-4BF4C2A3F03F}" destId="{CC849605-DA54-4C6E-BF76-554FDA9016D1}" srcOrd="0" destOrd="0" presId="urn:microsoft.com/office/officeart/2005/8/layout/orgChart1"/>
    <dgm:cxn modelId="{ACB4772D-4593-400D-9049-440DA9E0AB89}" type="presParOf" srcId="{D2CB22FD-D657-40CB-9AA6-4BF4C2A3F03F}" destId="{F6A691AA-C3BB-4411-88EC-B525E0E8DE35}" srcOrd="1" destOrd="0" presId="urn:microsoft.com/office/officeart/2005/8/layout/orgChart1"/>
    <dgm:cxn modelId="{96BAA61C-F9BF-4785-9BCF-C49E94AC7ECF}" type="presParOf" srcId="{92262F94-268A-4E8D-9EF0-8B33AA3BD742}" destId="{316DE4DA-EAD1-400C-9FC0-1BC019370CA5}" srcOrd="1" destOrd="0" presId="urn:microsoft.com/office/officeart/2005/8/layout/orgChart1"/>
    <dgm:cxn modelId="{E3235132-B2C2-4718-B0E8-321E42E5C2FF}" type="presParOf" srcId="{92262F94-268A-4E8D-9EF0-8B33AA3BD742}" destId="{12959656-C1E5-4592-BB4F-633501483291}" srcOrd="2" destOrd="0" presId="urn:microsoft.com/office/officeart/2005/8/layout/orgChart1"/>
    <dgm:cxn modelId="{0D9D2467-85B6-4EF7-B0BC-4252C84BD782}" type="presParOf" srcId="{65485070-E03C-4F62-A786-3222F3332BC4}" destId="{747D4713-958D-4D3B-BD47-99DF73DF237B}" srcOrd="4" destOrd="0" presId="urn:microsoft.com/office/officeart/2005/8/layout/orgChart1"/>
    <dgm:cxn modelId="{56CB5141-1F29-4CA2-8447-4095C1957AA2}" type="presParOf" srcId="{65485070-E03C-4F62-A786-3222F3332BC4}" destId="{07D7E8A6-1678-4BD4-AC91-82403CFF2415}" srcOrd="5" destOrd="0" presId="urn:microsoft.com/office/officeart/2005/8/layout/orgChart1"/>
    <dgm:cxn modelId="{70DCAE68-29E2-4934-8326-98C4C6A4BFBA}" type="presParOf" srcId="{07D7E8A6-1678-4BD4-AC91-82403CFF2415}" destId="{7260167B-A10B-484F-BCB5-7BEE6D93B516}" srcOrd="0" destOrd="0" presId="urn:microsoft.com/office/officeart/2005/8/layout/orgChart1"/>
    <dgm:cxn modelId="{2CE04E32-5D76-4784-9863-CB05D13D51B4}" type="presParOf" srcId="{7260167B-A10B-484F-BCB5-7BEE6D93B516}" destId="{D19E272D-1210-4B9E-B081-3EEC1561D2C0}" srcOrd="0" destOrd="0" presId="urn:microsoft.com/office/officeart/2005/8/layout/orgChart1"/>
    <dgm:cxn modelId="{B6B131D0-F832-41F9-A866-672013B3A3D1}" type="presParOf" srcId="{7260167B-A10B-484F-BCB5-7BEE6D93B516}" destId="{C0EA19C2-23E8-446E-8C00-3991BC5742EC}" srcOrd="1" destOrd="0" presId="urn:microsoft.com/office/officeart/2005/8/layout/orgChart1"/>
    <dgm:cxn modelId="{A957B694-66DE-468C-9A51-C992780DF927}" type="presParOf" srcId="{07D7E8A6-1678-4BD4-AC91-82403CFF2415}" destId="{5C5494F4-BF39-43A2-9B24-8BE0201160E2}" srcOrd="1" destOrd="0" presId="urn:microsoft.com/office/officeart/2005/8/layout/orgChart1"/>
    <dgm:cxn modelId="{C0335F31-72BA-4D3F-B073-781D794A6FDE}" type="presParOf" srcId="{07D7E8A6-1678-4BD4-AC91-82403CFF2415}" destId="{6E7BC728-7087-4891-9A23-D1EF47F482FF}" srcOrd="2" destOrd="0" presId="urn:microsoft.com/office/officeart/2005/8/layout/orgChart1"/>
    <dgm:cxn modelId="{2C2D557E-98D5-4FB1-812A-30731B2432D4}" type="presParOf" srcId="{65485070-E03C-4F62-A786-3222F3332BC4}" destId="{350D4D3F-A880-4678-BA82-AEC37F327A75}" srcOrd="6" destOrd="0" presId="urn:microsoft.com/office/officeart/2005/8/layout/orgChart1"/>
    <dgm:cxn modelId="{26EC07FE-A0EE-4109-A8E2-C4CD66399E76}" type="presParOf" srcId="{65485070-E03C-4F62-A786-3222F3332BC4}" destId="{B3FF00C0-19FA-40B7-9235-C09916A6771A}" srcOrd="7" destOrd="0" presId="urn:microsoft.com/office/officeart/2005/8/layout/orgChart1"/>
    <dgm:cxn modelId="{B30FF7AB-42A2-4FF9-ABA4-2446B3EDF215}" type="presParOf" srcId="{B3FF00C0-19FA-40B7-9235-C09916A6771A}" destId="{E2F61603-5902-450B-A4B9-4CC042D93F62}" srcOrd="0" destOrd="0" presId="urn:microsoft.com/office/officeart/2005/8/layout/orgChart1"/>
    <dgm:cxn modelId="{99D79772-47B8-417A-A3AF-6C413427A11F}" type="presParOf" srcId="{E2F61603-5902-450B-A4B9-4CC042D93F62}" destId="{2E3EB9E6-3767-4EA7-B79F-15337B527C60}" srcOrd="0" destOrd="0" presId="urn:microsoft.com/office/officeart/2005/8/layout/orgChart1"/>
    <dgm:cxn modelId="{8D23F691-B6C3-4925-8C70-2BF207BD9A89}" type="presParOf" srcId="{E2F61603-5902-450B-A4B9-4CC042D93F62}" destId="{DE13B286-403D-4F49-844A-118D715516F6}" srcOrd="1" destOrd="0" presId="urn:microsoft.com/office/officeart/2005/8/layout/orgChart1"/>
    <dgm:cxn modelId="{77EACCBF-9BF3-44EE-B002-7593527AC5D8}" type="presParOf" srcId="{B3FF00C0-19FA-40B7-9235-C09916A6771A}" destId="{E59AA1EB-ED45-4F73-93CB-6120FCEDBDB3}" srcOrd="1" destOrd="0" presId="urn:microsoft.com/office/officeart/2005/8/layout/orgChart1"/>
    <dgm:cxn modelId="{EF3316FF-7B11-44D6-BF4F-5A3498C0BBF3}" type="presParOf" srcId="{E59AA1EB-ED45-4F73-93CB-6120FCEDBDB3}" destId="{71EACE1A-1CC1-4507-8DB7-3C8C6A6B44CA}" srcOrd="0" destOrd="0" presId="urn:microsoft.com/office/officeart/2005/8/layout/orgChart1"/>
    <dgm:cxn modelId="{6EBC61CD-2DA2-4D87-8B51-85489B897570}" type="presParOf" srcId="{E59AA1EB-ED45-4F73-93CB-6120FCEDBDB3}" destId="{8127D3C0-B5F7-4702-A0AF-8DC27CADADFA}" srcOrd="1" destOrd="0" presId="urn:microsoft.com/office/officeart/2005/8/layout/orgChart1"/>
    <dgm:cxn modelId="{7FCC9340-75AE-401B-994D-BBAB4EE4568C}" type="presParOf" srcId="{8127D3C0-B5F7-4702-A0AF-8DC27CADADFA}" destId="{70191E13-B092-48B4-94E5-92A3C0B192E7}" srcOrd="0" destOrd="0" presId="urn:microsoft.com/office/officeart/2005/8/layout/orgChart1"/>
    <dgm:cxn modelId="{D869BE1B-1C31-43C1-AAE2-A15159A333A1}" type="presParOf" srcId="{70191E13-B092-48B4-94E5-92A3C0B192E7}" destId="{E71C0ECA-EF17-42A4-BF52-CF6F056EDA84}" srcOrd="0" destOrd="0" presId="urn:microsoft.com/office/officeart/2005/8/layout/orgChart1"/>
    <dgm:cxn modelId="{1DC38713-4C63-4495-BD07-60B8DC1A1CE2}" type="presParOf" srcId="{70191E13-B092-48B4-94E5-92A3C0B192E7}" destId="{2BB6EC3A-2F8D-4D8F-B78E-989F9E4E90C2}" srcOrd="1" destOrd="0" presId="urn:microsoft.com/office/officeart/2005/8/layout/orgChart1"/>
    <dgm:cxn modelId="{F99CA30B-64A9-4DC5-8015-5EBD49C8D351}" type="presParOf" srcId="{8127D3C0-B5F7-4702-A0AF-8DC27CADADFA}" destId="{9B9328E1-7EB5-4CDD-9353-304764CE52B0}" srcOrd="1" destOrd="0" presId="urn:microsoft.com/office/officeart/2005/8/layout/orgChart1"/>
    <dgm:cxn modelId="{8C8B6B62-8C7E-4F47-AB9F-8ECE286D20E0}" type="presParOf" srcId="{8127D3C0-B5F7-4702-A0AF-8DC27CADADFA}" destId="{8C462034-64FA-49AA-A7AD-2974883D2734}" srcOrd="2" destOrd="0" presId="urn:microsoft.com/office/officeart/2005/8/layout/orgChart1"/>
    <dgm:cxn modelId="{EB9C4924-017E-4C16-8E58-C5F8D42365B1}" type="presParOf" srcId="{E59AA1EB-ED45-4F73-93CB-6120FCEDBDB3}" destId="{BBAFEB10-AD30-456D-B75E-CA4BE2987C98}" srcOrd="2" destOrd="0" presId="urn:microsoft.com/office/officeart/2005/8/layout/orgChart1"/>
    <dgm:cxn modelId="{92601109-F7E6-4E8C-948B-FFAEC946AEE3}" type="presParOf" srcId="{E59AA1EB-ED45-4F73-93CB-6120FCEDBDB3}" destId="{6C7310D9-1783-446E-9B0D-207E12135AD8}" srcOrd="3" destOrd="0" presId="urn:microsoft.com/office/officeart/2005/8/layout/orgChart1"/>
    <dgm:cxn modelId="{070D06D2-4543-4EC4-BC3B-F1C946449DC7}" type="presParOf" srcId="{6C7310D9-1783-446E-9B0D-207E12135AD8}" destId="{4AC4E814-7277-4428-83DC-B55C7251150E}" srcOrd="0" destOrd="0" presId="urn:microsoft.com/office/officeart/2005/8/layout/orgChart1"/>
    <dgm:cxn modelId="{9889A1F4-932E-4273-9033-95CC2D20EA4B}" type="presParOf" srcId="{4AC4E814-7277-4428-83DC-B55C7251150E}" destId="{6E6000F2-8A07-4244-B7A9-0C96D0F5F97C}" srcOrd="0" destOrd="0" presId="urn:microsoft.com/office/officeart/2005/8/layout/orgChart1"/>
    <dgm:cxn modelId="{B6F4651E-803C-4E8E-AB78-074B466E0ED2}" type="presParOf" srcId="{4AC4E814-7277-4428-83DC-B55C7251150E}" destId="{DC76FF84-EA19-4742-ADE7-DA351A039020}" srcOrd="1" destOrd="0" presId="urn:microsoft.com/office/officeart/2005/8/layout/orgChart1"/>
    <dgm:cxn modelId="{FF26F8B0-B7BB-4B5D-A258-FD637E7F4D8A}" type="presParOf" srcId="{6C7310D9-1783-446E-9B0D-207E12135AD8}" destId="{4E1D8C00-BB76-4CC4-9928-EC79FAFB2C51}" srcOrd="1" destOrd="0" presId="urn:microsoft.com/office/officeart/2005/8/layout/orgChart1"/>
    <dgm:cxn modelId="{79DB0704-2259-4323-B97F-6A623CE463D5}" type="presParOf" srcId="{6C7310D9-1783-446E-9B0D-207E12135AD8}" destId="{C9095BE0-322E-48ED-9376-6425C0804972}" srcOrd="2" destOrd="0" presId="urn:microsoft.com/office/officeart/2005/8/layout/orgChart1"/>
    <dgm:cxn modelId="{AF90A072-6A34-4555-8E5C-ED571BFB0BBF}" type="presParOf" srcId="{E59AA1EB-ED45-4F73-93CB-6120FCEDBDB3}" destId="{2225202D-20E6-4FAD-9768-B9C9FDF07384}" srcOrd="4" destOrd="0" presId="urn:microsoft.com/office/officeart/2005/8/layout/orgChart1"/>
    <dgm:cxn modelId="{C72CE2AA-4055-4937-AE0C-FA71655FE061}" type="presParOf" srcId="{E59AA1EB-ED45-4F73-93CB-6120FCEDBDB3}" destId="{D4EDC958-21D4-43C3-AD0F-BCB1256602A1}" srcOrd="5" destOrd="0" presId="urn:microsoft.com/office/officeart/2005/8/layout/orgChart1"/>
    <dgm:cxn modelId="{28266559-EA91-4503-B25F-126588937B30}" type="presParOf" srcId="{D4EDC958-21D4-43C3-AD0F-BCB1256602A1}" destId="{1E53A33F-E6EB-406A-B14F-57AC737F0873}" srcOrd="0" destOrd="0" presId="urn:microsoft.com/office/officeart/2005/8/layout/orgChart1"/>
    <dgm:cxn modelId="{3E8266E2-87FA-48F2-9405-9A8E26C2A8C0}" type="presParOf" srcId="{1E53A33F-E6EB-406A-B14F-57AC737F0873}" destId="{6DFC9E49-C584-4005-AA1B-E966E44A0DAE}" srcOrd="0" destOrd="0" presId="urn:microsoft.com/office/officeart/2005/8/layout/orgChart1"/>
    <dgm:cxn modelId="{29C27307-A94B-4BE1-8F40-AC08841A2B4F}" type="presParOf" srcId="{1E53A33F-E6EB-406A-B14F-57AC737F0873}" destId="{B2629AD9-37D9-4700-9C3F-F2B1B1BBD3BC}" srcOrd="1" destOrd="0" presId="urn:microsoft.com/office/officeart/2005/8/layout/orgChart1"/>
    <dgm:cxn modelId="{1AF9A673-4305-48C5-925B-19036B4EDCFC}" type="presParOf" srcId="{D4EDC958-21D4-43C3-AD0F-BCB1256602A1}" destId="{C7C3F49C-FE4C-4A43-8B02-7E72E5B7C841}" srcOrd="1" destOrd="0" presId="urn:microsoft.com/office/officeart/2005/8/layout/orgChart1"/>
    <dgm:cxn modelId="{D11EA968-7033-4587-8AAA-437E07B725D5}" type="presParOf" srcId="{D4EDC958-21D4-43C3-AD0F-BCB1256602A1}" destId="{FAEAC85A-5B25-4C7E-A45D-A7C90484F289}" srcOrd="2" destOrd="0" presId="urn:microsoft.com/office/officeart/2005/8/layout/orgChart1"/>
    <dgm:cxn modelId="{1E473B57-90CA-4487-8A0E-F91E941126F4}" type="presParOf" srcId="{B3FF00C0-19FA-40B7-9235-C09916A6771A}" destId="{5E920E6F-95C7-4564-8D37-7CC5F5E67AA1}" srcOrd="2" destOrd="0" presId="urn:microsoft.com/office/officeart/2005/8/layout/orgChart1"/>
    <dgm:cxn modelId="{552A10D7-CD23-4BCF-9C95-BD6C15C5CAF5}" type="presParOf" srcId="{65485070-E03C-4F62-A786-3222F3332BC4}" destId="{05EEC536-93AD-4235-B889-C28DDDEF1B54}" srcOrd="8" destOrd="0" presId="urn:microsoft.com/office/officeart/2005/8/layout/orgChart1"/>
    <dgm:cxn modelId="{AD44BCDF-C979-4E36-B6B5-53E0FC8617D7}" type="presParOf" srcId="{65485070-E03C-4F62-A786-3222F3332BC4}" destId="{1A11622D-87BC-41FF-990E-068C7CD616A3}" srcOrd="9" destOrd="0" presId="urn:microsoft.com/office/officeart/2005/8/layout/orgChart1"/>
    <dgm:cxn modelId="{19F01FE2-4EEF-434C-AC03-7229D2FFC226}" type="presParOf" srcId="{1A11622D-87BC-41FF-990E-068C7CD616A3}" destId="{1B782F00-D835-4D91-9A72-3DE38E0D0894}" srcOrd="0" destOrd="0" presId="urn:microsoft.com/office/officeart/2005/8/layout/orgChart1"/>
    <dgm:cxn modelId="{B888114F-9E2C-412B-A100-70110016075F}" type="presParOf" srcId="{1B782F00-D835-4D91-9A72-3DE38E0D0894}" destId="{8EE0564A-E050-4A56-B716-BD838F9FAEB2}" srcOrd="0" destOrd="0" presId="urn:microsoft.com/office/officeart/2005/8/layout/orgChart1"/>
    <dgm:cxn modelId="{A8A24E80-3812-4FE7-884D-1154D88ADF1D}" type="presParOf" srcId="{1B782F00-D835-4D91-9A72-3DE38E0D0894}" destId="{C33C357E-451D-4B68-AC92-CE48220C7C59}" srcOrd="1" destOrd="0" presId="urn:microsoft.com/office/officeart/2005/8/layout/orgChart1"/>
    <dgm:cxn modelId="{D39AE581-7D5E-46B0-8EC5-7A2366BB4CEF}" type="presParOf" srcId="{1A11622D-87BC-41FF-990E-068C7CD616A3}" destId="{A593A1AB-2D71-4C71-B145-90E9D562D320}" srcOrd="1" destOrd="0" presId="urn:microsoft.com/office/officeart/2005/8/layout/orgChart1"/>
    <dgm:cxn modelId="{89311A06-DB62-46C3-AF39-B7A1EBB3383A}" type="presParOf" srcId="{1A11622D-87BC-41FF-990E-068C7CD616A3}" destId="{489F42BD-9DB8-47A0-8096-6A388DD1B5B4}" srcOrd="2" destOrd="0" presId="urn:microsoft.com/office/officeart/2005/8/layout/orgChart1"/>
    <dgm:cxn modelId="{B6E9D81F-3730-408C-B0EA-52E52AAAC48C}" type="presParOf" srcId="{C6CE570B-2730-4E4A-8FED-91ACC83CBE35}" destId="{C8FF0DB3-F4CE-4EFB-A2D1-C7F737A90ABC}"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82CD26-090C-4E59-BC48-ADE28CB94748}"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
        </a:p>
      </dgm:t>
    </dgm:pt>
    <dgm:pt modelId="{D260B728-0ADA-4CBF-9311-EA9BAFFFCA67}">
      <dgm:prSet/>
      <dgm:spPr/>
      <dgm:t>
        <a:bodyPr/>
        <a:lstStyle/>
        <a:p>
          <a:pPr rtl="0"/>
          <a:r>
            <a:rPr lang="en-GB"/>
            <a:t>Assemble </a:t>
          </a:r>
          <a:r>
            <a:rPr lang="en-GB" dirty="0"/>
            <a:t>the Threat Modeling Team</a:t>
          </a:r>
          <a:endParaRPr lang="x-none" dirty="0"/>
        </a:p>
      </dgm:t>
    </dgm:pt>
    <dgm:pt modelId="{F743BFC8-7057-4251-A573-7EC2F741A943}" type="parTrans" cxnId="{9CE72C5B-2DBF-4271-8DBB-98D5C3087F9B}">
      <dgm:prSet/>
      <dgm:spPr/>
      <dgm:t>
        <a:bodyPr/>
        <a:lstStyle/>
        <a:p>
          <a:endParaRPr lang=""/>
        </a:p>
      </dgm:t>
    </dgm:pt>
    <dgm:pt modelId="{1AF885A5-0C7C-4EFE-9CF0-24675C24175A}" type="sibTrans" cxnId="{9CE72C5B-2DBF-4271-8DBB-98D5C3087F9B}">
      <dgm:prSet/>
      <dgm:spPr/>
      <dgm:t>
        <a:bodyPr/>
        <a:lstStyle/>
        <a:p>
          <a:endParaRPr lang=""/>
        </a:p>
      </dgm:t>
    </dgm:pt>
    <dgm:pt modelId="{96980B0E-B60C-46AA-998F-C8B8F941BFF8}">
      <dgm:prSet/>
      <dgm:spPr/>
      <dgm:t>
        <a:bodyPr/>
        <a:lstStyle/>
        <a:p>
          <a:pPr rtl="0"/>
          <a:r>
            <a:rPr lang="en-GB" dirty="0"/>
            <a:t>Identify the Assets</a:t>
          </a:r>
          <a:endParaRPr lang="x-none" dirty="0"/>
        </a:p>
      </dgm:t>
    </dgm:pt>
    <dgm:pt modelId="{AE28CA0E-CB69-4A50-AC0C-64893E66F946}" type="parTrans" cxnId="{CFF6A020-A4B1-434F-B4C8-8EED11A03FEF}">
      <dgm:prSet/>
      <dgm:spPr/>
      <dgm:t>
        <a:bodyPr/>
        <a:lstStyle/>
        <a:p>
          <a:endParaRPr lang=""/>
        </a:p>
      </dgm:t>
    </dgm:pt>
    <dgm:pt modelId="{9A942E59-7C5D-40BC-9831-F2917463639F}" type="sibTrans" cxnId="{CFF6A020-A4B1-434F-B4C8-8EED11A03FEF}">
      <dgm:prSet/>
      <dgm:spPr/>
      <dgm:t>
        <a:bodyPr/>
        <a:lstStyle/>
        <a:p>
          <a:endParaRPr lang=""/>
        </a:p>
      </dgm:t>
    </dgm:pt>
    <dgm:pt modelId="{7D220A14-5E62-4CA6-90F9-85C00C860C41}">
      <dgm:prSet/>
      <dgm:spPr/>
      <dgm:t>
        <a:bodyPr/>
        <a:lstStyle/>
        <a:p>
          <a:pPr rtl="0"/>
          <a:r>
            <a:rPr lang="en-GB" dirty="0"/>
            <a:t>Create an Architecture Overview</a:t>
          </a:r>
          <a:endParaRPr lang="x-none" dirty="0"/>
        </a:p>
      </dgm:t>
    </dgm:pt>
    <dgm:pt modelId="{A4C8F1E3-7898-473C-B548-A7172F27ED29}" type="parTrans" cxnId="{26AA766B-A13C-4E6F-84B2-9C33E78EABCF}">
      <dgm:prSet/>
      <dgm:spPr/>
      <dgm:t>
        <a:bodyPr/>
        <a:lstStyle/>
        <a:p>
          <a:endParaRPr lang=""/>
        </a:p>
      </dgm:t>
    </dgm:pt>
    <dgm:pt modelId="{6942F3A7-6D36-4B1B-BB20-BE5865BF8B97}" type="sibTrans" cxnId="{26AA766B-A13C-4E6F-84B2-9C33E78EABCF}">
      <dgm:prSet/>
      <dgm:spPr/>
      <dgm:t>
        <a:bodyPr/>
        <a:lstStyle/>
        <a:p>
          <a:endParaRPr lang=""/>
        </a:p>
      </dgm:t>
    </dgm:pt>
    <dgm:pt modelId="{308CA900-29E5-49D9-873E-0043603FE316}">
      <dgm:prSet/>
      <dgm:spPr/>
      <dgm:t>
        <a:bodyPr/>
        <a:lstStyle/>
        <a:p>
          <a:pPr rtl="0"/>
          <a:r>
            <a:rPr lang="en-GB" dirty="0"/>
            <a:t>Decompose the Application</a:t>
          </a:r>
          <a:endParaRPr lang="x-none" dirty="0"/>
        </a:p>
      </dgm:t>
    </dgm:pt>
    <dgm:pt modelId="{9EA6DCB7-D5D6-4EBC-8045-C984BD28B82F}" type="parTrans" cxnId="{0B2D9228-8942-47D4-88B6-29D382C68BAD}">
      <dgm:prSet/>
      <dgm:spPr/>
      <dgm:t>
        <a:bodyPr/>
        <a:lstStyle/>
        <a:p>
          <a:endParaRPr lang=""/>
        </a:p>
      </dgm:t>
    </dgm:pt>
    <dgm:pt modelId="{187BDE44-2286-4EFD-846F-283ABC555AAF}" type="sibTrans" cxnId="{0B2D9228-8942-47D4-88B6-29D382C68BAD}">
      <dgm:prSet/>
      <dgm:spPr/>
      <dgm:t>
        <a:bodyPr/>
        <a:lstStyle/>
        <a:p>
          <a:endParaRPr lang=""/>
        </a:p>
      </dgm:t>
    </dgm:pt>
    <dgm:pt modelId="{8B088E6F-8964-443F-9B8B-878E31DC9CA5}">
      <dgm:prSet/>
      <dgm:spPr/>
      <dgm:t>
        <a:bodyPr/>
        <a:lstStyle/>
        <a:p>
          <a:pPr rtl="0"/>
          <a:r>
            <a:rPr lang="en-GB"/>
            <a:t>Identify the Threats</a:t>
          </a:r>
          <a:endParaRPr lang="x-none"/>
        </a:p>
      </dgm:t>
    </dgm:pt>
    <dgm:pt modelId="{51CB789B-CBFB-497F-ABCB-A2E718C73A28}" type="parTrans" cxnId="{E35BD33E-F00B-4BB1-8D45-34AEB7DF2D85}">
      <dgm:prSet/>
      <dgm:spPr/>
      <dgm:t>
        <a:bodyPr/>
        <a:lstStyle/>
        <a:p>
          <a:endParaRPr lang=""/>
        </a:p>
      </dgm:t>
    </dgm:pt>
    <dgm:pt modelId="{16AE9035-CFE3-40A6-994B-23BDB8DCDEA1}" type="sibTrans" cxnId="{E35BD33E-F00B-4BB1-8D45-34AEB7DF2D85}">
      <dgm:prSet/>
      <dgm:spPr/>
      <dgm:t>
        <a:bodyPr/>
        <a:lstStyle/>
        <a:p>
          <a:endParaRPr lang=""/>
        </a:p>
      </dgm:t>
    </dgm:pt>
    <dgm:pt modelId="{DB370003-FCBB-4D4F-8770-9BA15885E75A}">
      <dgm:prSet/>
      <dgm:spPr/>
      <dgm:t>
        <a:bodyPr/>
        <a:lstStyle/>
        <a:p>
          <a:pPr rtl="0"/>
          <a:r>
            <a:rPr lang="en-GB"/>
            <a:t>Document the Threats</a:t>
          </a:r>
          <a:endParaRPr lang="x-none"/>
        </a:p>
      </dgm:t>
    </dgm:pt>
    <dgm:pt modelId="{6B007197-5F18-41F2-8271-4865E9E0A3AA}" type="parTrans" cxnId="{EA1C8AA1-3B22-4BFC-88BD-DC9CB1AFA361}">
      <dgm:prSet/>
      <dgm:spPr/>
      <dgm:t>
        <a:bodyPr/>
        <a:lstStyle/>
        <a:p>
          <a:endParaRPr lang=""/>
        </a:p>
      </dgm:t>
    </dgm:pt>
    <dgm:pt modelId="{EAE80E03-1D72-49CC-BF92-765FFD578AB3}" type="sibTrans" cxnId="{EA1C8AA1-3B22-4BFC-88BD-DC9CB1AFA361}">
      <dgm:prSet/>
      <dgm:spPr/>
      <dgm:t>
        <a:bodyPr/>
        <a:lstStyle/>
        <a:p>
          <a:endParaRPr lang=""/>
        </a:p>
      </dgm:t>
    </dgm:pt>
    <dgm:pt modelId="{6C6903AB-014C-46E6-911E-56E52B11D173}">
      <dgm:prSet/>
      <dgm:spPr/>
      <dgm:t>
        <a:bodyPr/>
        <a:lstStyle/>
        <a:p>
          <a:pPr rtl="0"/>
          <a:r>
            <a:rPr lang="en-GB"/>
            <a:t>Rank the Threats</a:t>
          </a:r>
          <a:endParaRPr lang="x-none"/>
        </a:p>
      </dgm:t>
    </dgm:pt>
    <dgm:pt modelId="{3FC6871D-8C19-458F-85B1-3ECE80FEC739}" type="parTrans" cxnId="{D8D5803C-813F-44BB-9C51-689AE15B4F07}">
      <dgm:prSet/>
      <dgm:spPr/>
      <dgm:t>
        <a:bodyPr/>
        <a:lstStyle/>
        <a:p>
          <a:endParaRPr lang=""/>
        </a:p>
      </dgm:t>
    </dgm:pt>
    <dgm:pt modelId="{B6489132-43FB-4E42-B378-F6B3A9119B54}" type="sibTrans" cxnId="{D8D5803C-813F-44BB-9C51-689AE15B4F07}">
      <dgm:prSet/>
      <dgm:spPr/>
      <dgm:t>
        <a:bodyPr/>
        <a:lstStyle/>
        <a:p>
          <a:endParaRPr lang=""/>
        </a:p>
      </dgm:t>
    </dgm:pt>
    <dgm:pt modelId="{E743EC92-6407-4FA2-9D2F-C9D84F6F4F80}" type="pres">
      <dgm:prSet presAssocID="{6682CD26-090C-4E59-BC48-ADE28CB94748}" presName="Name0" presStyleCnt="0">
        <dgm:presLayoutVars>
          <dgm:dir/>
          <dgm:resizeHandles val="exact"/>
        </dgm:presLayoutVars>
      </dgm:prSet>
      <dgm:spPr/>
    </dgm:pt>
    <dgm:pt modelId="{5B14895A-D07B-4E58-8289-97DC3311FA96}" type="pres">
      <dgm:prSet presAssocID="{6682CD26-090C-4E59-BC48-ADE28CB94748}" presName="arrow" presStyleLbl="bgShp" presStyleIdx="0" presStyleCnt="1"/>
      <dgm:spPr/>
    </dgm:pt>
    <dgm:pt modelId="{D33E594D-2C6C-46CD-A3F2-22D142CE7D35}" type="pres">
      <dgm:prSet presAssocID="{6682CD26-090C-4E59-BC48-ADE28CB94748}" presName="points" presStyleCnt="0"/>
      <dgm:spPr/>
    </dgm:pt>
    <dgm:pt modelId="{8935541F-D278-4E3A-A460-BDA53F2D200B}" type="pres">
      <dgm:prSet presAssocID="{D260B728-0ADA-4CBF-9311-EA9BAFFFCA67}" presName="compositeA" presStyleCnt="0"/>
      <dgm:spPr/>
    </dgm:pt>
    <dgm:pt modelId="{D7E8B50E-7B1D-475A-A9CD-D30FCFBC9427}" type="pres">
      <dgm:prSet presAssocID="{D260B728-0ADA-4CBF-9311-EA9BAFFFCA67}" presName="textA" presStyleLbl="revTx" presStyleIdx="0" presStyleCnt="7" custScaleX="164447">
        <dgm:presLayoutVars>
          <dgm:bulletEnabled val="1"/>
        </dgm:presLayoutVars>
      </dgm:prSet>
      <dgm:spPr/>
    </dgm:pt>
    <dgm:pt modelId="{8E8ECF98-43BF-484E-835A-BF27EE5C67D8}" type="pres">
      <dgm:prSet presAssocID="{D260B728-0ADA-4CBF-9311-EA9BAFFFCA67}" presName="circleA" presStyleLbl="node1" presStyleIdx="0" presStyleCnt="7"/>
      <dgm:spPr/>
    </dgm:pt>
    <dgm:pt modelId="{FBD01B47-BB03-411D-853A-C1CECC0AFB16}" type="pres">
      <dgm:prSet presAssocID="{D260B728-0ADA-4CBF-9311-EA9BAFFFCA67}" presName="spaceA" presStyleCnt="0"/>
      <dgm:spPr/>
    </dgm:pt>
    <dgm:pt modelId="{D066D874-2A9C-46D7-B5F7-E803634FCFA8}" type="pres">
      <dgm:prSet presAssocID="{1AF885A5-0C7C-4EFE-9CF0-24675C24175A}" presName="space" presStyleCnt="0"/>
      <dgm:spPr/>
    </dgm:pt>
    <dgm:pt modelId="{DF3AEAD9-40FD-4F06-8B64-7A13B27FB5EA}" type="pres">
      <dgm:prSet presAssocID="{96980B0E-B60C-46AA-998F-C8B8F941BFF8}" presName="compositeB" presStyleCnt="0"/>
      <dgm:spPr/>
    </dgm:pt>
    <dgm:pt modelId="{492187A0-DF22-49CC-B7E3-69B55FBA1C88}" type="pres">
      <dgm:prSet presAssocID="{96980B0E-B60C-46AA-998F-C8B8F941BFF8}" presName="textB" presStyleLbl="revTx" presStyleIdx="1" presStyleCnt="7">
        <dgm:presLayoutVars>
          <dgm:bulletEnabled val="1"/>
        </dgm:presLayoutVars>
      </dgm:prSet>
      <dgm:spPr/>
    </dgm:pt>
    <dgm:pt modelId="{2E9CE50D-BD9C-4647-900A-B21A81D4335F}" type="pres">
      <dgm:prSet presAssocID="{96980B0E-B60C-46AA-998F-C8B8F941BFF8}" presName="circleB" presStyleLbl="node1" presStyleIdx="1" presStyleCnt="7"/>
      <dgm:spPr/>
    </dgm:pt>
    <dgm:pt modelId="{ED467005-A23B-4745-88A0-910C4249C148}" type="pres">
      <dgm:prSet presAssocID="{96980B0E-B60C-46AA-998F-C8B8F941BFF8}" presName="spaceB" presStyleCnt="0"/>
      <dgm:spPr/>
    </dgm:pt>
    <dgm:pt modelId="{E8492EF4-8500-4991-B0DF-891BD9E54DD2}" type="pres">
      <dgm:prSet presAssocID="{9A942E59-7C5D-40BC-9831-F2917463639F}" presName="space" presStyleCnt="0"/>
      <dgm:spPr/>
    </dgm:pt>
    <dgm:pt modelId="{3CE14410-BF8F-4E17-B1DF-934C2ADFEF4B}" type="pres">
      <dgm:prSet presAssocID="{7D220A14-5E62-4CA6-90F9-85C00C860C41}" presName="compositeA" presStyleCnt="0"/>
      <dgm:spPr/>
    </dgm:pt>
    <dgm:pt modelId="{2BAA6AE5-A308-453B-A6B2-D84956E63205}" type="pres">
      <dgm:prSet presAssocID="{7D220A14-5E62-4CA6-90F9-85C00C860C41}" presName="textA" presStyleLbl="revTx" presStyleIdx="2" presStyleCnt="7" custScaleX="175120">
        <dgm:presLayoutVars>
          <dgm:bulletEnabled val="1"/>
        </dgm:presLayoutVars>
      </dgm:prSet>
      <dgm:spPr/>
    </dgm:pt>
    <dgm:pt modelId="{0E65FDAE-E10E-49C3-A1E0-3A8F252B441C}" type="pres">
      <dgm:prSet presAssocID="{7D220A14-5E62-4CA6-90F9-85C00C860C41}" presName="circleA" presStyleLbl="node1" presStyleIdx="2" presStyleCnt="7"/>
      <dgm:spPr/>
    </dgm:pt>
    <dgm:pt modelId="{F85B16A3-6B6E-41CA-A0F0-FB9B741336E9}" type="pres">
      <dgm:prSet presAssocID="{7D220A14-5E62-4CA6-90F9-85C00C860C41}" presName="spaceA" presStyleCnt="0"/>
      <dgm:spPr/>
    </dgm:pt>
    <dgm:pt modelId="{6478169A-319E-4B8A-9F8E-48612C99CE05}" type="pres">
      <dgm:prSet presAssocID="{6942F3A7-6D36-4B1B-BB20-BE5865BF8B97}" presName="space" presStyleCnt="0"/>
      <dgm:spPr/>
    </dgm:pt>
    <dgm:pt modelId="{7691470A-1B1D-4512-8E4D-5A03DAEA270B}" type="pres">
      <dgm:prSet presAssocID="{308CA900-29E5-49D9-873E-0043603FE316}" presName="compositeB" presStyleCnt="0"/>
      <dgm:spPr/>
    </dgm:pt>
    <dgm:pt modelId="{494312DD-354D-4572-BE23-A4D8A0CEB5F6}" type="pres">
      <dgm:prSet presAssocID="{308CA900-29E5-49D9-873E-0043603FE316}" presName="textB" presStyleLbl="revTx" presStyleIdx="3" presStyleCnt="7" custScaleX="143629">
        <dgm:presLayoutVars>
          <dgm:bulletEnabled val="1"/>
        </dgm:presLayoutVars>
      </dgm:prSet>
      <dgm:spPr/>
    </dgm:pt>
    <dgm:pt modelId="{5D6CB356-2301-4570-8102-32C98CA2177B}" type="pres">
      <dgm:prSet presAssocID="{308CA900-29E5-49D9-873E-0043603FE316}" presName="circleB" presStyleLbl="node1" presStyleIdx="3" presStyleCnt="7"/>
      <dgm:spPr/>
    </dgm:pt>
    <dgm:pt modelId="{E4E85149-7F96-4AF1-B5AF-DEA377A05ACB}" type="pres">
      <dgm:prSet presAssocID="{308CA900-29E5-49D9-873E-0043603FE316}" presName="spaceB" presStyleCnt="0"/>
      <dgm:spPr/>
    </dgm:pt>
    <dgm:pt modelId="{DD347254-9E98-40E0-88F3-72AB007041EF}" type="pres">
      <dgm:prSet presAssocID="{187BDE44-2286-4EFD-846F-283ABC555AAF}" presName="space" presStyleCnt="0"/>
      <dgm:spPr/>
    </dgm:pt>
    <dgm:pt modelId="{F0F8C38B-9854-4689-8133-C6EB0C458947}" type="pres">
      <dgm:prSet presAssocID="{8B088E6F-8964-443F-9B8B-878E31DC9CA5}" presName="compositeA" presStyleCnt="0"/>
      <dgm:spPr/>
    </dgm:pt>
    <dgm:pt modelId="{17877E6E-481A-4504-B3D4-DA03A6D8E0A0}" type="pres">
      <dgm:prSet presAssocID="{8B088E6F-8964-443F-9B8B-878E31DC9CA5}" presName="textA" presStyleLbl="revTx" presStyleIdx="4" presStyleCnt="7">
        <dgm:presLayoutVars>
          <dgm:bulletEnabled val="1"/>
        </dgm:presLayoutVars>
      </dgm:prSet>
      <dgm:spPr/>
    </dgm:pt>
    <dgm:pt modelId="{895C7EDB-14A9-4A11-9F4C-928DD931FEB8}" type="pres">
      <dgm:prSet presAssocID="{8B088E6F-8964-443F-9B8B-878E31DC9CA5}" presName="circleA" presStyleLbl="node1" presStyleIdx="4" presStyleCnt="7"/>
      <dgm:spPr/>
    </dgm:pt>
    <dgm:pt modelId="{5C8F0B80-3F85-469A-AF79-E212E9CE9BA8}" type="pres">
      <dgm:prSet presAssocID="{8B088E6F-8964-443F-9B8B-878E31DC9CA5}" presName="spaceA" presStyleCnt="0"/>
      <dgm:spPr/>
    </dgm:pt>
    <dgm:pt modelId="{BF642FB0-ACC7-4712-AF29-1A5BD0D402CD}" type="pres">
      <dgm:prSet presAssocID="{16AE9035-CFE3-40A6-994B-23BDB8DCDEA1}" presName="space" presStyleCnt="0"/>
      <dgm:spPr/>
    </dgm:pt>
    <dgm:pt modelId="{46156617-4E14-4B4F-A19B-5B579E09A35A}" type="pres">
      <dgm:prSet presAssocID="{DB370003-FCBB-4D4F-8770-9BA15885E75A}" presName="compositeB" presStyleCnt="0"/>
      <dgm:spPr/>
    </dgm:pt>
    <dgm:pt modelId="{C0B469F4-6690-49D3-BDDF-195DEE3570CD}" type="pres">
      <dgm:prSet presAssocID="{DB370003-FCBB-4D4F-8770-9BA15885E75A}" presName="textB" presStyleLbl="revTx" presStyleIdx="5" presStyleCnt="7">
        <dgm:presLayoutVars>
          <dgm:bulletEnabled val="1"/>
        </dgm:presLayoutVars>
      </dgm:prSet>
      <dgm:spPr/>
    </dgm:pt>
    <dgm:pt modelId="{BF2D86D7-FC1A-4933-B4C8-0E2F9B96FC7C}" type="pres">
      <dgm:prSet presAssocID="{DB370003-FCBB-4D4F-8770-9BA15885E75A}" presName="circleB" presStyleLbl="node1" presStyleIdx="5" presStyleCnt="7"/>
      <dgm:spPr/>
    </dgm:pt>
    <dgm:pt modelId="{3A7A3F51-6C11-4055-8AAC-BB8F18D6B4D5}" type="pres">
      <dgm:prSet presAssocID="{DB370003-FCBB-4D4F-8770-9BA15885E75A}" presName="spaceB" presStyleCnt="0"/>
      <dgm:spPr/>
    </dgm:pt>
    <dgm:pt modelId="{5791715D-205E-414D-A25E-C7D78CFB8FD2}" type="pres">
      <dgm:prSet presAssocID="{EAE80E03-1D72-49CC-BF92-765FFD578AB3}" presName="space" presStyleCnt="0"/>
      <dgm:spPr/>
    </dgm:pt>
    <dgm:pt modelId="{F6817F5C-5A26-4D27-BF66-BEB2059B2266}" type="pres">
      <dgm:prSet presAssocID="{6C6903AB-014C-46E6-911E-56E52B11D173}" presName="compositeA" presStyleCnt="0"/>
      <dgm:spPr/>
    </dgm:pt>
    <dgm:pt modelId="{26D19B86-81B6-434A-B9B8-069A6FA8811F}" type="pres">
      <dgm:prSet presAssocID="{6C6903AB-014C-46E6-911E-56E52B11D173}" presName="textA" presStyleLbl="revTx" presStyleIdx="6" presStyleCnt="7">
        <dgm:presLayoutVars>
          <dgm:bulletEnabled val="1"/>
        </dgm:presLayoutVars>
      </dgm:prSet>
      <dgm:spPr/>
    </dgm:pt>
    <dgm:pt modelId="{F89CAB94-3D5F-4F3C-8982-E9C1FCA6D84A}" type="pres">
      <dgm:prSet presAssocID="{6C6903AB-014C-46E6-911E-56E52B11D173}" presName="circleA" presStyleLbl="node1" presStyleIdx="6" presStyleCnt="7"/>
      <dgm:spPr/>
    </dgm:pt>
    <dgm:pt modelId="{DE344151-A798-426B-804B-9C08D21FAF6C}" type="pres">
      <dgm:prSet presAssocID="{6C6903AB-014C-46E6-911E-56E52B11D173}" presName="spaceA" presStyleCnt="0"/>
      <dgm:spPr/>
    </dgm:pt>
  </dgm:ptLst>
  <dgm:cxnLst>
    <dgm:cxn modelId="{16D1CA03-3A86-49A0-8637-084EC2BDD800}" type="presOf" srcId="{96980B0E-B60C-46AA-998F-C8B8F941BFF8}" destId="{492187A0-DF22-49CC-B7E3-69B55FBA1C88}" srcOrd="0" destOrd="0" presId="urn:microsoft.com/office/officeart/2005/8/layout/hProcess11"/>
    <dgm:cxn modelId="{CFF6A020-A4B1-434F-B4C8-8EED11A03FEF}" srcId="{6682CD26-090C-4E59-BC48-ADE28CB94748}" destId="{96980B0E-B60C-46AA-998F-C8B8F941BFF8}" srcOrd="1" destOrd="0" parTransId="{AE28CA0E-CB69-4A50-AC0C-64893E66F946}" sibTransId="{9A942E59-7C5D-40BC-9831-F2917463639F}"/>
    <dgm:cxn modelId="{0B2D9228-8942-47D4-88B6-29D382C68BAD}" srcId="{6682CD26-090C-4E59-BC48-ADE28CB94748}" destId="{308CA900-29E5-49D9-873E-0043603FE316}" srcOrd="3" destOrd="0" parTransId="{9EA6DCB7-D5D6-4EBC-8045-C984BD28B82F}" sibTransId="{187BDE44-2286-4EFD-846F-283ABC555AAF}"/>
    <dgm:cxn modelId="{D8D5803C-813F-44BB-9C51-689AE15B4F07}" srcId="{6682CD26-090C-4E59-BC48-ADE28CB94748}" destId="{6C6903AB-014C-46E6-911E-56E52B11D173}" srcOrd="6" destOrd="0" parTransId="{3FC6871D-8C19-458F-85B1-3ECE80FEC739}" sibTransId="{B6489132-43FB-4E42-B378-F6B3A9119B54}"/>
    <dgm:cxn modelId="{E35BD33E-F00B-4BB1-8D45-34AEB7DF2D85}" srcId="{6682CD26-090C-4E59-BC48-ADE28CB94748}" destId="{8B088E6F-8964-443F-9B8B-878E31DC9CA5}" srcOrd="4" destOrd="0" parTransId="{51CB789B-CBFB-497F-ABCB-A2E718C73A28}" sibTransId="{16AE9035-CFE3-40A6-994B-23BDB8DCDEA1}"/>
    <dgm:cxn modelId="{9CE72C5B-2DBF-4271-8DBB-98D5C3087F9B}" srcId="{6682CD26-090C-4E59-BC48-ADE28CB94748}" destId="{D260B728-0ADA-4CBF-9311-EA9BAFFFCA67}" srcOrd="0" destOrd="0" parTransId="{F743BFC8-7057-4251-A573-7EC2F741A943}" sibTransId="{1AF885A5-0C7C-4EFE-9CF0-24675C24175A}"/>
    <dgm:cxn modelId="{26AA766B-A13C-4E6F-84B2-9C33E78EABCF}" srcId="{6682CD26-090C-4E59-BC48-ADE28CB94748}" destId="{7D220A14-5E62-4CA6-90F9-85C00C860C41}" srcOrd="2" destOrd="0" parTransId="{A4C8F1E3-7898-473C-B548-A7172F27ED29}" sibTransId="{6942F3A7-6D36-4B1B-BB20-BE5865BF8B97}"/>
    <dgm:cxn modelId="{C741AD8A-96FC-470C-A352-107C3B733C64}" type="presOf" srcId="{6682CD26-090C-4E59-BC48-ADE28CB94748}" destId="{E743EC92-6407-4FA2-9D2F-C9D84F6F4F80}" srcOrd="0" destOrd="0" presId="urn:microsoft.com/office/officeart/2005/8/layout/hProcess11"/>
    <dgm:cxn modelId="{EA1C8AA1-3B22-4BFC-88BD-DC9CB1AFA361}" srcId="{6682CD26-090C-4E59-BC48-ADE28CB94748}" destId="{DB370003-FCBB-4D4F-8770-9BA15885E75A}" srcOrd="5" destOrd="0" parTransId="{6B007197-5F18-41F2-8271-4865E9E0A3AA}" sibTransId="{EAE80E03-1D72-49CC-BF92-765FFD578AB3}"/>
    <dgm:cxn modelId="{34C22EA6-7996-4258-B439-EE25B60D9C73}" type="presOf" srcId="{308CA900-29E5-49D9-873E-0043603FE316}" destId="{494312DD-354D-4572-BE23-A4D8A0CEB5F6}" srcOrd="0" destOrd="0" presId="urn:microsoft.com/office/officeart/2005/8/layout/hProcess11"/>
    <dgm:cxn modelId="{281775AA-E7FC-431E-948F-C569CD05678E}" type="presOf" srcId="{D260B728-0ADA-4CBF-9311-EA9BAFFFCA67}" destId="{D7E8B50E-7B1D-475A-A9CD-D30FCFBC9427}" srcOrd="0" destOrd="0" presId="urn:microsoft.com/office/officeart/2005/8/layout/hProcess11"/>
    <dgm:cxn modelId="{B523C1AA-5049-4AAC-AE7F-223B27B4BB6F}" type="presOf" srcId="{DB370003-FCBB-4D4F-8770-9BA15885E75A}" destId="{C0B469F4-6690-49D3-BDDF-195DEE3570CD}" srcOrd="0" destOrd="0" presId="urn:microsoft.com/office/officeart/2005/8/layout/hProcess11"/>
    <dgm:cxn modelId="{CB4EEEC2-FB1B-4D5D-84C7-F4F3FC67C796}" type="presOf" srcId="{6C6903AB-014C-46E6-911E-56E52B11D173}" destId="{26D19B86-81B6-434A-B9B8-069A6FA8811F}" srcOrd="0" destOrd="0" presId="urn:microsoft.com/office/officeart/2005/8/layout/hProcess11"/>
    <dgm:cxn modelId="{BA7A54CC-259D-41D4-8FE3-DE7ADBFD2C07}" type="presOf" srcId="{7D220A14-5E62-4CA6-90F9-85C00C860C41}" destId="{2BAA6AE5-A308-453B-A6B2-D84956E63205}" srcOrd="0" destOrd="0" presId="urn:microsoft.com/office/officeart/2005/8/layout/hProcess11"/>
    <dgm:cxn modelId="{7BEACDF8-77C8-4E19-9354-27E6A85FF267}" type="presOf" srcId="{8B088E6F-8964-443F-9B8B-878E31DC9CA5}" destId="{17877E6E-481A-4504-B3D4-DA03A6D8E0A0}" srcOrd="0" destOrd="0" presId="urn:microsoft.com/office/officeart/2005/8/layout/hProcess11"/>
    <dgm:cxn modelId="{ABE88B72-5590-4F65-8EFC-904AB55C2E68}" type="presParOf" srcId="{E743EC92-6407-4FA2-9D2F-C9D84F6F4F80}" destId="{5B14895A-D07B-4E58-8289-97DC3311FA96}" srcOrd="0" destOrd="0" presId="urn:microsoft.com/office/officeart/2005/8/layout/hProcess11"/>
    <dgm:cxn modelId="{3BF9586C-7555-440A-89A0-A344A9ABFF29}" type="presParOf" srcId="{E743EC92-6407-4FA2-9D2F-C9D84F6F4F80}" destId="{D33E594D-2C6C-46CD-A3F2-22D142CE7D35}" srcOrd="1" destOrd="0" presId="urn:microsoft.com/office/officeart/2005/8/layout/hProcess11"/>
    <dgm:cxn modelId="{649F8583-F0A5-4B26-9C7D-9BBAA7426301}" type="presParOf" srcId="{D33E594D-2C6C-46CD-A3F2-22D142CE7D35}" destId="{8935541F-D278-4E3A-A460-BDA53F2D200B}" srcOrd="0" destOrd="0" presId="urn:microsoft.com/office/officeart/2005/8/layout/hProcess11"/>
    <dgm:cxn modelId="{5EEB35FE-8CF3-4DB5-A77E-0644E1CD2FCF}" type="presParOf" srcId="{8935541F-D278-4E3A-A460-BDA53F2D200B}" destId="{D7E8B50E-7B1D-475A-A9CD-D30FCFBC9427}" srcOrd="0" destOrd="0" presId="urn:microsoft.com/office/officeart/2005/8/layout/hProcess11"/>
    <dgm:cxn modelId="{558B440C-848B-474D-A180-B26B81FE5C5A}" type="presParOf" srcId="{8935541F-D278-4E3A-A460-BDA53F2D200B}" destId="{8E8ECF98-43BF-484E-835A-BF27EE5C67D8}" srcOrd="1" destOrd="0" presId="urn:microsoft.com/office/officeart/2005/8/layout/hProcess11"/>
    <dgm:cxn modelId="{289AC8A1-5A10-41D9-A87C-E192560BAB82}" type="presParOf" srcId="{8935541F-D278-4E3A-A460-BDA53F2D200B}" destId="{FBD01B47-BB03-411D-853A-C1CECC0AFB16}" srcOrd="2" destOrd="0" presId="urn:microsoft.com/office/officeart/2005/8/layout/hProcess11"/>
    <dgm:cxn modelId="{D29496F8-F754-43EE-B6E0-E82FBC78A255}" type="presParOf" srcId="{D33E594D-2C6C-46CD-A3F2-22D142CE7D35}" destId="{D066D874-2A9C-46D7-B5F7-E803634FCFA8}" srcOrd="1" destOrd="0" presId="urn:microsoft.com/office/officeart/2005/8/layout/hProcess11"/>
    <dgm:cxn modelId="{70FCC396-A9A6-4EDE-9EE9-3FCD4C7CCF4E}" type="presParOf" srcId="{D33E594D-2C6C-46CD-A3F2-22D142CE7D35}" destId="{DF3AEAD9-40FD-4F06-8B64-7A13B27FB5EA}" srcOrd="2" destOrd="0" presId="urn:microsoft.com/office/officeart/2005/8/layout/hProcess11"/>
    <dgm:cxn modelId="{F52B79AD-541D-42F8-B12A-6DB220754D9D}" type="presParOf" srcId="{DF3AEAD9-40FD-4F06-8B64-7A13B27FB5EA}" destId="{492187A0-DF22-49CC-B7E3-69B55FBA1C88}" srcOrd="0" destOrd="0" presId="urn:microsoft.com/office/officeart/2005/8/layout/hProcess11"/>
    <dgm:cxn modelId="{DF95249D-7F4E-43D2-82E5-8E0F2BB9B86B}" type="presParOf" srcId="{DF3AEAD9-40FD-4F06-8B64-7A13B27FB5EA}" destId="{2E9CE50D-BD9C-4647-900A-B21A81D4335F}" srcOrd="1" destOrd="0" presId="urn:microsoft.com/office/officeart/2005/8/layout/hProcess11"/>
    <dgm:cxn modelId="{3154279C-4125-4814-A376-1E5F09EE42DA}" type="presParOf" srcId="{DF3AEAD9-40FD-4F06-8B64-7A13B27FB5EA}" destId="{ED467005-A23B-4745-88A0-910C4249C148}" srcOrd="2" destOrd="0" presId="urn:microsoft.com/office/officeart/2005/8/layout/hProcess11"/>
    <dgm:cxn modelId="{FAD24D3E-8759-431E-B10C-6C04E908785C}" type="presParOf" srcId="{D33E594D-2C6C-46CD-A3F2-22D142CE7D35}" destId="{E8492EF4-8500-4991-B0DF-891BD9E54DD2}" srcOrd="3" destOrd="0" presId="urn:microsoft.com/office/officeart/2005/8/layout/hProcess11"/>
    <dgm:cxn modelId="{AF9E5AAD-A04B-4E71-B630-5B726B863933}" type="presParOf" srcId="{D33E594D-2C6C-46CD-A3F2-22D142CE7D35}" destId="{3CE14410-BF8F-4E17-B1DF-934C2ADFEF4B}" srcOrd="4" destOrd="0" presId="urn:microsoft.com/office/officeart/2005/8/layout/hProcess11"/>
    <dgm:cxn modelId="{C3EF68EC-0567-486B-8689-5051765603BA}" type="presParOf" srcId="{3CE14410-BF8F-4E17-B1DF-934C2ADFEF4B}" destId="{2BAA6AE5-A308-453B-A6B2-D84956E63205}" srcOrd="0" destOrd="0" presId="urn:microsoft.com/office/officeart/2005/8/layout/hProcess11"/>
    <dgm:cxn modelId="{8E2992ED-AFD9-4CFB-AE35-CBA31105C524}" type="presParOf" srcId="{3CE14410-BF8F-4E17-B1DF-934C2ADFEF4B}" destId="{0E65FDAE-E10E-49C3-A1E0-3A8F252B441C}" srcOrd="1" destOrd="0" presId="urn:microsoft.com/office/officeart/2005/8/layout/hProcess11"/>
    <dgm:cxn modelId="{F745588E-3447-43B8-89B2-7B4B256E6825}" type="presParOf" srcId="{3CE14410-BF8F-4E17-B1DF-934C2ADFEF4B}" destId="{F85B16A3-6B6E-41CA-A0F0-FB9B741336E9}" srcOrd="2" destOrd="0" presId="urn:microsoft.com/office/officeart/2005/8/layout/hProcess11"/>
    <dgm:cxn modelId="{141EB657-F807-4C5C-8CFB-3EB66AE7AD76}" type="presParOf" srcId="{D33E594D-2C6C-46CD-A3F2-22D142CE7D35}" destId="{6478169A-319E-4B8A-9F8E-48612C99CE05}" srcOrd="5" destOrd="0" presId="urn:microsoft.com/office/officeart/2005/8/layout/hProcess11"/>
    <dgm:cxn modelId="{548EBBC1-2DAB-4E9C-BF77-8849279AF560}" type="presParOf" srcId="{D33E594D-2C6C-46CD-A3F2-22D142CE7D35}" destId="{7691470A-1B1D-4512-8E4D-5A03DAEA270B}" srcOrd="6" destOrd="0" presId="urn:microsoft.com/office/officeart/2005/8/layout/hProcess11"/>
    <dgm:cxn modelId="{51EFB4EE-ACEB-4126-9A21-FA1607FA084B}" type="presParOf" srcId="{7691470A-1B1D-4512-8E4D-5A03DAEA270B}" destId="{494312DD-354D-4572-BE23-A4D8A0CEB5F6}" srcOrd="0" destOrd="0" presId="urn:microsoft.com/office/officeart/2005/8/layout/hProcess11"/>
    <dgm:cxn modelId="{1AB54164-BCB6-4D18-9BA1-1890C90584A0}" type="presParOf" srcId="{7691470A-1B1D-4512-8E4D-5A03DAEA270B}" destId="{5D6CB356-2301-4570-8102-32C98CA2177B}" srcOrd="1" destOrd="0" presId="urn:microsoft.com/office/officeart/2005/8/layout/hProcess11"/>
    <dgm:cxn modelId="{3B575919-0810-450A-986F-35E02E62EF93}" type="presParOf" srcId="{7691470A-1B1D-4512-8E4D-5A03DAEA270B}" destId="{E4E85149-7F96-4AF1-B5AF-DEA377A05ACB}" srcOrd="2" destOrd="0" presId="urn:microsoft.com/office/officeart/2005/8/layout/hProcess11"/>
    <dgm:cxn modelId="{451E9DEE-03AA-4EFF-8DE1-DC90B8D85650}" type="presParOf" srcId="{D33E594D-2C6C-46CD-A3F2-22D142CE7D35}" destId="{DD347254-9E98-40E0-88F3-72AB007041EF}" srcOrd="7" destOrd="0" presId="urn:microsoft.com/office/officeart/2005/8/layout/hProcess11"/>
    <dgm:cxn modelId="{84517C64-F94E-4B62-909D-EE6EEA907747}" type="presParOf" srcId="{D33E594D-2C6C-46CD-A3F2-22D142CE7D35}" destId="{F0F8C38B-9854-4689-8133-C6EB0C458947}" srcOrd="8" destOrd="0" presId="urn:microsoft.com/office/officeart/2005/8/layout/hProcess11"/>
    <dgm:cxn modelId="{143D570E-0207-4D3B-BEA2-3DE8F9D49984}" type="presParOf" srcId="{F0F8C38B-9854-4689-8133-C6EB0C458947}" destId="{17877E6E-481A-4504-B3D4-DA03A6D8E0A0}" srcOrd="0" destOrd="0" presId="urn:microsoft.com/office/officeart/2005/8/layout/hProcess11"/>
    <dgm:cxn modelId="{D2DA17A6-07B6-455F-B4A8-B9BD6F63EAF9}" type="presParOf" srcId="{F0F8C38B-9854-4689-8133-C6EB0C458947}" destId="{895C7EDB-14A9-4A11-9F4C-928DD931FEB8}" srcOrd="1" destOrd="0" presId="urn:microsoft.com/office/officeart/2005/8/layout/hProcess11"/>
    <dgm:cxn modelId="{46DAFB88-791D-4C0B-B6A2-7CD450FF0487}" type="presParOf" srcId="{F0F8C38B-9854-4689-8133-C6EB0C458947}" destId="{5C8F0B80-3F85-469A-AF79-E212E9CE9BA8}" srcOrd="2" destOrd="0" presId="urn:microsoft.com/office/officeart/2005/8/layout/hProcess11"/>
    <dgm:cxn modelId="{9737FFD1-CA27-4C97-85D7-04376D790DB5}" type="presParOf" srcId="{D33E594D-2C6C-46CD-A3F2-22D142CE7D35}" destId="{BF642FB0-ACC7-4712-AF29-1A5BD0D402CD}" srcOrd="9" destOrd="0" presId="urn:microsoft.com/office/officeart/2005/8/layout/hProcess11"/>
    <dgm:cxn modelId="{637E4010-C8B3-417A-A7F6-408A856E09FD}" type="presParOf" srcId="{D33E594D-2C6C-46CD-A3F2-22D142CE7D35}" destId="{46156617-4E14-4B4F-A19B-5B579E09A35A}" srcOrd="10" destOrd="0" presId="urn:microsoft.com/office/officeart/2005/8/layout/hProcess11"/>
    <dgm:cxn modelId="{552CFA9E-8584-484F-A68E-10956050CAE2}" type="presParOf" srcId="{46156617-4E14-4B4F-A19B-5B579E09A35A}" destId="{C0B469F4-6690-49D3-BDDF-195DEE3570CD}" srcOrd="0" destOrd="0" presId="urn:microsoft.com/office/officeart/2005/8/layout/hProcess11"/>
    <dgm:cxn modelId="{529F2C2B-7E01-4707-864C-48F3E9E36D73}" type="presParOf" srcId="{46156617-4E14-4B4F-A19B-5B579E09A35A}" destId="{BF2D86D7-FC1A-4933-B4C8-0E2F9B96FC7C}" srcOrd="1" destOrd="0" presId="urn:microsoft.com/office/officeart/2005/8/layout/hProcess11"/>
    <dgm:cxn modelId="{EC9ADCD6-E92C-4F67-8A30-401D5B1EDBA0}" type="presParOf" srcId="{46156617-4E14-4B4F-A19B-5B579E09A35A}" destId="{3A7A3F51-6C11-4055-8AAC-BB8F18D6B4D5}" srcOrd="2" destOrd="0" presId="urn:microsoft.com/office/officeart/2005/8/layout/hProcess11"/>
    <dgm:cxn modelId="{20A9EA0D-83DA-4F0F-945C-7C339AA0D74F}" type="presParOf" srcId="{D33E594D-2C6C-46CD-A3F2-22D142CE7D35}" destId="{5791715D-205E-414D-A25E-C7D78CFB8FD2}" srcOrd="11" destOrd="0" presId="urn:microsoft.com/office/officeart/2005/8/layout/hProcess11"/>
    <dgm:cxn modelId="{6015B5C2-1B8F-494F-930A-AF1277ED3C63}" type="presParOf" srcId="{D33E594D-2C6C-46CD-A3F2-22D142CE7D35}" destId="{F6817F5C-5A26-4D27-BF66-BEB2059B2266}" srcOrd="12" destOrd="0" presId="urn:microsoft.com/office/officeart/2005/8/layout/hProcess11"/>
    <dgm:cxn modelId="{D2441943-F926-4BFF-B16E-C71704E03E0B}" type="presParOf" srcId="{F6817F5C-5A26-4D27-BF66-BEB2059B2266}" destId="{26D19B86-81B6-434A-B9B8-069A6FA8811F}" srcOrd="0" destOrd="0" presId="urn:microsoft.com/office/officeart/2005/8/layout/hProcess11"/>
    <dgm:cxn modelId="{E9B5F7E1-37F7-46F7-9468-3F2E4161E858}" type="presParOf" srcId="{F6817F5C-5A26-4D27-BF66-BEB2059B2266}" destId="{F89CAB94-3D5F-4F3C-8982-E9C1FCA6D84A}" srcOrd="1" destOrd="0" presId="urn:microsoft.com/office/officeart/2005/8/layout/hProcess11"/>
    <dgm:cxn modelId="{F2276C30-2204-458A-BE9D-DDF19B323C97}" type="presParOf" srcId="{F6817F5C-5A26-4D27-BF66-BEB2059B2266}" destId="{DE344151-A798-426B-804B-9C08D21FAF6C}"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92829B-B1F8-47DE-9844-B0BEEFB2AC2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
        </a:p>
      </dgm:t>
    </dgm:pt>
    <dgm:pt modelId="{17F15BEE-3FFA-41D8-B26C-6937877C54D9}">
      <dgm:prSet custT="1"/>
      <dgm:spPr/>
      <dgm:t>
        <a:bodyPr/>
        <a:lstStyle/>
        <a:p>
          <a:pPr rtl="0"/>
          <a:r>
            <a:rPr lang="en-US" sz="2000" dirty="0"/>
            <a:t>What is the Threat to the system</a:t>
          </a:r>
          <a:endParaRPr lang="x-none" sz="2000" dirty="0"/>
        </a:p>
      </dgm:t>
    </dgm:pt>
    <dgm:pt modelId="{DAE6282D-A10C-48B1-9067-42120DA3ABC5}" type="parTrans" cxnId="{6DBB33EC-6F24-4678-AE94-40BF93B81B07}">
      <dgm:prSet/>
      <dgm:spPr/>
      <dgm:t>
        <a:bodyPr/>
        <a:lstStyle/>
        <a:p>
          <a:endParaRPr lang=""/>
        </a:p>
      </dgm:t>
    </dgm:pt>
    <dgm:pt modelId="{ACB9C53D-88BB-4C36-8F6A-CA4C3AB5FA32}" type="sibTrans" cxnId="{6DBB33EC-6F24-4678-AE94-40BF93B81B07}">
      <dgm:prSet/>
      <dgm:spPr/>
      <dgm:t>
        <a:bodyPr/>
        <a:lstStyle/>
        <a:p>
          <a:endParaRPr lang=""/>
        </a:p>
      </dgm:t>
    </dgm:pt>
    <dgm:pt modelId="{D52E4781-1B55-4BE2-ABBE-B407F9E208D4}">
      <dgm:prSet custT="1"/>
      <dgm:spPr/>
      <dgm:t>
        <a:bodyPr/>
        <a:lstStyle/>
        <a:p>
          <a:pPr rtl="0"/>
          <a:r>
            <a:rPr lang="en-US" sz="2000"/>
            <a:t>Target </a:t>
          </a:r>
          <a:endParaRPr lang="x-none" sz="2000"/>
        </a:p>
      </dgm:t>
    </dgm:pt>
    <dgm:pt modelId="{42ABC7B4-4ED0-4C6C-9C85-E45C6EC2529E}" type="parTrans" cxnId="{4C0FB4BC-8C53-4BA6-8F02-C54774C03D3D}">
      <dgm:prSet/>
      <dgm:spPr/>
      <dgm:t>
        <a:bodyPr/>
        <a:lstStyle/>
        <a:p>
          <a:endParaRPr lang=""/>
        </a:p>
      </dgm:t>
    </dgm:pt>
    <dgm:pt modelId="{00924869-FF25-401E-8E9B-81177B52A66C}" type="sibTrans" cxnId="{4C0FB4BC-8C53-4BA6-8F02-C54774C03D3D}">
      <dgm:prSet/>
      <dgm:spPr/>
      <dgm:t>
        <a:bodyPr/>
        <a:lstStyle/>
        <a:p>
          <a:endParaRPr lang=""/>
        </a:p>
      </dgm:t>
    </dgm:pt>
    <dgm:pt modelId="{C75323A7-DC7F-41CE-B881-861D7E3E8643}">
      <dgm:prSet custT="1"/>
      <dgm:spPr/>
      <dgm:t>
        <a:bodyPr/>
        <a:lstStyle/>
        <a:p>
          <a:pPr rtl="0"/>
          <a:r>
            <a:rPr lang="en-US" sz="2000" dirty="0"/>
            <a:t>What form the attack might take</a:t>
          </a:r>
          <a:endParaRPr lang="x-none" sz="2000" dirty="0"/>
        </a:p>
      </dgm:t>
    </dgm:pt>
    <dgm:pt modelId="{E2D94809-EB26-4BF3-A185-DBB3A86EEBDB}" type="parTrans" cxnId="{96216B88-B038-4855-9AAF-6619FEC33F60}">
      <dgm:prSet/>
      <dgm:spPr/>
      <dgm:t>
        <a:bodyPr/>
        <a:lstStyle/>
        <a:p>
          <a:endParaRPr lang=""/>
        </a:p>
      </dgm:t>
    </dgm:pt>
    <dgm:pt modelId="{A8683F94-6639-4304-9A5E-0E72E377EEB0}" type="sibTrans" cxnId="{96216B88-B038-4855-9AAF-6619FEC33F60}">
      <dgm:prSet/>
      <dgm:spPr/>
      <dgm:t>
        <a:bodyPr/>
        <a:lstStyle/>
        <a:p>
          <a:endParaRPr lang=""/>
        </a:p>
      </dgm:t>
    </dgm:pt>
    <dgm:pt modelId="{D6F46D58-B747-44B4-A684-5230FAFF75AA}">
      <dgm:prSet custT="1"/>
      <dgm:spPr/>
      <dgm:t>
        <a:bodyPr/>
        <a:lstStyle/>
        <a:p>
          <a:pPr rtl="0"/>
          <a:r>
            <a:rPr lang="en-US" sz="2000" dirty="0"/>
            <a:t>What countermeasures the system will use to prevent an attack</a:t>
          </a:r>
          <a:endParaRPr lang="x-none" sz="2000" dirty="0"/>
        </a:p>
      </dgm:t>
    </dgm:pt>
    <dgm:pt modelId="{7168A4F2-8149-418D-AC04-B9AD26BFE139}" type="parTrans" cxnId="{A3B73E24-85C8-4402-B901-02F0084D2D95}">
      <dgm:prSet/>
      <dgm:spPr/>
      <dgm:t>
        <a:bodyPr/>
        <a:lstStyle/>
        <a:p>
          <a:endParaRPr lang=""/>
        </a:p>
      </dgm:t>
    </dgm:pt>
    <dgm:pt modelId="{F0AB7C3A-6243-4457-89A8-D60442F7F505}" type="sibTrans" cxnId="{A3B73E24-85C8-4402-B901-02F0084D2D95}">
      <dgm:prSet/>
      <dgm:spPr/>
      <dgm:t>
        <a:bodyPr/>
        <a:lstStyle/>
        <a:p>
          <a:endParaRPr lang=""/>
        </a:p>
      </dgm:t>
    </dgm:pt>
    <dgm:pt modelId="{498B550F-DE4B-4209-ACC3-A79756A01F34}" type="pres">
      <dgm:prSet presAssocID="{E492829B-B1F8-47DE-9844-B0BEEFB2AC26}" presName="linear" presStyleCnt="0">
        <dgm:presLayoutVars>
          <dgm:animLvl val="lvl"/>
          <dgm:resizeHandles val="exact"/>
        </dgm:presLayoutVars>
      </dgm:prSet>
      <dgm:spPr/>
    </dgm:pt>
    <dgm:pt modelId="{C39AA633-4FC9-473F-BE1C-D80BD21D0273}" type="pres">
      <dgm:prSet presAssocID="{17F15BEE-3FFA-41D8-B26C-6937877C54D9}" presName="parentText" presStyleLbl="node1" presStyleIdx="0" presStyleCnt="4" custLinFactY="-69897" custLinFactNeighborX="416" custLinFactNeighborY="-100000">
        <dgm:presLayoutVars>
          <dgm:chMax val="0"/>
          <dgm:bulletEnabled val="1"/>
        </dgm:presLayoutVars>
      </dgm:prSet>
      <dgm:spPr/>
    </dgm:pt>
    <dgm:pt modelId="{501700D9-51E2-4B6F-BD49-44A31D21A5CF}" type="pres">
      <dgm:prSet presAssocID="{ACB9C53D-88BB-4C36-8F6A-CA4C3AB5FA32}" presName="spacer" presStyleCnt="0"/>
      <dgm:spPr/>
    </dgm:pt>
    <dgm:pt modelId="{B84FC1EC-E5C6-4543-9A88-1F6EFAD6772B}" type="pres">
      <dgm:prSet presAssocID="{D52E4781-1B55-4BE2-ABBE-B407F9E208D4}" presName="parentText" presStyleLbl="node1" presStyleIdx="1" presStyleCnt="4">
        <dgm:presLayoutVars>
          <dgm:chMax val="0"/>
          <dgm:bulletEnabled val="1"/>
        </dgm:presLayoutVars>
      </dgm:prSet>
      <dgm:spPr/>
    </dgm:pt>
    <dgm:pt modelId="{1D3AFA49-146A-415D-8ECD-445360EC7FC9}" type="pres">
      <dgm:prSet presAssocID="{00924869-FF25-401E-8E9B-81177B52A66C}" presName="spacer" presStyleCnt="0"/>
      <dgm:spPr/>
    </dgm:pt>
    <dgm:pt modelId="{CCBB5811-D220-4178-BDD7-0300689D7D6F}" type="pres">
      <dgm:prSet presAssocID="{C75323A7-DC7F-41CE-B881-861D7E3E8643}" presName="parentText" presStyleLbl="node1" presStyleIdx="2" presStyleCnt="4">
        <dgm:presLayoutVars>
          <dgm:chMax val="0"/>
          <dgm:bulletEnabled val="1"/>
        </dgm:presLayoutVars>
      </dgm:prSet>
      <dgm:spPr/>
    </dgm:pt>
    <dgm:pt modelId="{ABA15B8A-39EF-4717-A895-DEBEE8544A57}" type="pres">
      <dgm:prSet presAssocID="{A8683F94-6639-4304-9A5E-0E72E377EEB0}" presName="spacer" presStyleCnt="0"/>
      <dgm:spPr/>
    </dgm:pt>
    <dgm:pt modelId="{3202B3CF-7F8E-4A1C-ACFB-42BBE6F96AA7}" type="pres">
      <dgm:prSet presAssocID="{D6F46D58-B747-44B4-A684-5230FAFF75AA}" presName="parentText" presStyleLbl="node1" presStyleIdx="3" presStyleCnt="4" custLinFactNeighborY="77610">
        <dgm:presLayoutVars>
          <dgm:chMax val="0"/>
          <dgm:bulletEnabled val="1"/>
        </dgm:presLayoutVars>
      </dgm:prSet>
      <dgm:spPr/>
    </dgm:pt>
  </dgm:ptLst>
  <dgm:cxnLst>
    <dgm:cxn modelId="{A3B73E24-85C8-4402-B901-02F0084D2D95}" srcId="{E492829B-B1F8-47DE-9844-B0BEEFB2AC26}" destId="{D6F46D58-B747-44B4-A684-5230FAFF75AA}" srcOrd="3" destOrd="0" parTransId="{7168A4F2-8149-418D-AC04-B9AD26BFE139}" sibTransId="{F0AB7C3A-6243-4457-89A8-D60442F7F505}"/>
    <dgm:cxn modelId="{68A1B15D-4A6D-4E38-955F-771693E4815B}" type="presOf" srcId="{D52E4781-1B55-4BE2-ABBE-B407F9E208D4}" destId="{B84FC1EC-E5C6-4543-9A88-1F6EFAD6772B}" srcOrd="0" destOrd="0" presId="urn:microsoft.com/office/officeart/2005/8/layout/vList2"/>
    <dgm:cxn modelId="{71B0B684-FBCF-4826-A013-E3F4848B4949}" type="presOf" srcId="{E492829B-B1F8-47DE-9844-B0BEEFB2AC26}" destId="{498B550F-DE4B-4209-ACC3-A79756A01F34}" srcOrd="0" destOrd="0" presId="urn:microsoft.com/office/officeart/2005/8/layout/vList2"/>
    <dgm:cxn modelId="{96216B88-B038-4855-9AAF-6619FEC33F60}" srcId="{E492829B-B1F8-47DE-9844-B0BEEFB2AC26}" destId="{C75323A7-DC7F-41CE-B881-861D7E3E8643}" srcOrd="2" destOrd="0" parTransId="{E2D94809-EB26-4BF3-A185-DBB3A86EEBDB}" sibTransId="{A8683F94-6639-4304-9A5E-0E72E377EEB0}"/>
    <dgm:cxn modelId="{659A16AA-E749-4A93-9BD3-C94404C85B44}" type="presOf" srcId="{C75323A7-DC7F-41CE-B881-861D7E3E8643}" destId="{CCBB5811-D220-4178-BDD7-0300689D7D6F}" srcOrd="0" destOrd="0" presId="urn:microsoft.com/office/officeart/2005/8/layout/vList2"/>
    <dgm:cxn modelId="{4C0FB4BC-8C53-4BA6-8F02-C54774C03D3D}" srcId="{E492829B-B1F8-47DE-9844-B0BEEFB2AC26}" destId="{D52E4781-1B55-4BE2-ABBE-B407F9E208D4}" srcOrd="1" destOrd="0" parTransId="{42ABC7B4-4ED0-4C6C-9C85-E45C6EC2529E}" sibTransId="{00924869-FF25-401E-8E9B-81177B52A66C}"/>
    <dgm:cxn modelId="{C7EB4CC6-4C37-419C-9575-EFF143D46521}" type="presOf" srcId="{D6F46D58-B747-44B4-A684-5230FAFF75AA}" destId="{3202B3CF-7F8E-4A1C-ACFB-42BBE6F96AA7}" srcOrd="0" destOrd="0" presId="urn:microsoft.com/office/officeart/2005/8/layout/vList2"/>
    <dgm:cxn modelId="{6D8766D6-87A8-4665-8204-E1D010264C6D}" type="presOf" srcId="{17F15BEE-3FFA-41D8-B26C-6937877C54D9}" destId="{C39AA633-4FC9-473F-BE1C-D80BD21D0273}" srcOrd="0" destOrd="0" presId="urn:microsoft.com/office/officeart/2005/8/layout/vList2"/>
    <dgm:cxn modelId="{6DBB33EC-6F24-4678-AE94-40BF93B81B07}" srcId="{E492829B-B1F8-47DE-9844-B0BEEFB2AC26}" destId="{17F15BEE-3FFA-41D8-B26C-6937877C54D9}" srcOrd="0" destOrd="0" parTransId="{DAE6282D-A10C-48B1-9067-42120DA3ABC5}" sibTransId="{ACB9C53D-88BB-4C36-8F6A-CA4C3AB5FA32}"/>
    <dgm:cxn modelId="{A26B4B4E-8073-402B-A525-BB85A4347415}" type="presParOf" srcId="{498B550F-DE4B-4209-ACC3-A79756A01F34}" destId="{C39AA633-4FC9-473F-BE1C-D80BD21D0273}" srcOrd="0" destOrd="0" presId="urn:microsoft.com/office/officeart/2005/8/layout/vList2"/>
    <dgm:cxn modelId="{7A1D0C87-F531-4E0D-A392-A8120FAFEDF8}" type="presParOf" srcId="{498B550F-DE4B-4209-ACC3-A79756A01F34}" destId="{501700D9-51E2-4B6F-BD49-44A31D21A5CF}" srcOrd="1" destOrd="0" presId="urn:microsoft.com/office/officeart/2005/8/layout/vList2"/>
    <dgm:cxn modelId="{A4B042C5-1453-43B6-98A2-0686D9A94C9B}" type="presParOf" srcId="{498B550F-DE4B-4209-ACC3-A79756A01F34}" destId="{B84FC1EC-E5C6-4543-9A88-1F6EFAD6772B}" srcOrd="2" destOrd="0" presId="urn:microsoft.com/office/officeart/2005/8/layout/vList2"/>
    <dgm:cxn modelId="{30558542-B2AC-4C42-B554-6A5E0F1F4A03}" type="presParOf" srcId="{498B550F-DE4B-4209-ACC3-A79756A01F34}" destId="{1D3AFA49-146A-415D-8ECD-445360EC7FC9}" srcOrd="3" destOrd="0" presId="urn:microsoft.com/office/officeart/2005/8/layout/vList2"/>
    <dgm:cxn modelId="{9A2BF440-1D8E-4BE0-99B9-BB3A348339FF}" type="presParOf" srcId="{498B550F-DE4B-4209-ACC3-A79756A01F34}" destId="{CCBB5811-D220-4178-BDD7-0300689D7D6F}" srcOrd="4" destOrd="0" presId="urn:microsoft.com/office/officeart/2005/8/layout/vList2"/>
    <dgm:cxn modelId="{3EF60FC7-6F1A-4366-8E52-DDB64E63FA55}" type="presParOf" srcId="{498B550F-DE4B-4209-ACC3-A79756A01F34}" destId="{ABA15B8A-39EF-4717-A895-DEBEE8544A57}" srcOrd="5" destOrd="0" presId="urn:microsoft.com/office/officeart/2005/8/layout/vList2"/>
    <dgm:cxn modelId="{FFE1E36B-08D2-4D65-B8B9-5987F5B66662}" type="presParOf" srcId="{498B550F-DE4B-4209-ACC3-A79756A01F34}" destId="{3202B3CF-7F8E-4A1C-ACFB-42BBE6F96AA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49A0151-AACC-44DA-B611-88BE95B7D90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
        </a:p>
      </dgm:t>
    </dgm:pt>
    <dgm:pt modelId="{D6FF3DEC-C4C1-4036-82CC-A39F58819B57}">
      <dgm:prSet/>
      <dgm:spPr/>
      <dgm:t>
        <a:bodyPr/>
        <a:lstStyle/>
        <a:p>
          <a:pPr rtl="0"/>
          <a:r>
            <a:rPr lang="en-US" dirty="0"/>
            <a:t>Concepts Involved in Threats Ranking</a:t>
          </a:r>
          <a:endParaRPr lang="x-none" dirty="0"/>
        </a:p>
      </dgm:t>
    </dgm:pt>
    <dgm:pt modelId="{CB97B211-6BA9-4A88-942E-02CD1D065C84}" type="parTrans" cxnId="{1A70DC4C-1A57-43A9-B173-1A346BC8BFE9}">
      <dgm:prSet/>
      <dgm:spPr/>
      <dgm:t>
        <a:bodyPr/>
        <a:lstStyle/>
        <a:p>
          <a:endParaRPr lang=""/>
        </a:p>
      </dgm:t>
    </dgm:pt>
    <dgm:pt modelId="{CE38ABB7-6B5A-4A87-A058-7DF38ED7BB6F}" type="sibTrans" cxnId="{1A70DC4C-1A57-43A9-B173-1A346BC8BFE9}">
      <dgm:prSet/>
      <dgm:spPr/>
      <dgm:t>
        <a:bodyPr/>
        <a:lstStyle/>
        <a:p>
          <a:endParaRPr lang=""/>
        </a:p>
      </dgm:t>
    </dgm:pt>
    <dgm:pt modelId="{0F58A51F-7934-4DEA-8060-58F88E953B33}">
      <dgm:prSet custT="1"/>
      <dgm:spPr/>
      <dgm:t>
        <a:bodyPr/>
        <a:lstStyle/>
        <a:p>
          <a:pPr rtl="0"/>
          <a:r>
            <a:rPr lang="en-US" sz="1600" b="1" dirty="0"/>
            <a:t>Damage Potential</a:t>
          </a:r>
          <a:endParaRPr lang="x-none" sz="1600" dirty="0"/>
        </a:p>
      </dgm:t>
    </dgm:pt>
    <dgm:pt modelId="{7F3B0D69-61A8-45DA-9DE1-DE6D8CF53E01}" type="parTrans" cxnId="{FA1DA292-5D0A-435D-992C-0CDD9E7A86F9}">
      <dgm:prSet/>
      <dgm:spPr/>
      <dgm:t>
        <a:bodyPr/>
        <a:lstStyle/>
        <a:p>
          <a:endParaRPr lang=""/>
        </a:p>
      </dgm:t>
    </dgm:pt>
    <dgm:pt modelId="{D76F0AB7-8F68-4396-9417-3A2AA53F567C}" type="sibTrans" cxnId="{FA1DA292-5D0A-435D-992C-0CDD9E7A86F9}">
      <dgm:prSet/>
      <dgm:spPr/>
      <dgm:t>
        <a:bodyPr/>
        <a:lstStyle/>
        <a:p>
          <a:endParaRPr lang=""/>
        </a:p>
      </dgm:t>
    </dgm:pt>
    <dgm:pt modelId="{0591B148-3F29-428C-89CD-E4CDE1E3FCA4}">
      <dgm:prSet custT="1"/>
      <dgm:spPr/>
      <dgm:t>
        <a:bodyPr/>
        <a:lstStyle/>
        <a:p>
          <a:pPr rtl="0"/>
          <a:r>
            <a:rPr lang="en-US" sz="1600" b="1" dirty="0"/>
            <a:t>Reproducibility</a:t>
          </a:r>
          <a:endParaRPr lang="x-none" sz="1600" dirty="0"/>
        </a:p>
      </dgm:t>
    </dgm:pt>
    <dgm:pt modelId="{B9C874E8-58F2-434D-B7AF-BBEFC5031124}" type="parTrans" cxnId="{8666947E-3101-4B1A-9FC2-D8DC468150CC}">
      <dgm:prSet/>
      <dgm:spPr/>
      <dgm:t>
        <a:bodyPr/>
        <a:lstStyle/>
        <a:p>
          <a:endParaRPr lang=""/>
        </a:p>
      </dgm:t>
    </dgm:pt>
    <dgm:pt modelId="{0E3165A0-AD1D-424B-8C1B-8BF3182D5407}" type="sibTrans" cxnId="{8666947E-3101-4B1A-9FC2-D8DC468150CC}">
      <dgm:prSet/>
      <dgm:spPr/>
      <dgm:t>
        <a:bodyPr/>
        <a:lstStyle/>
        <a:p>
          <a:endParaRPr lang=""/>
        </a:p>
      </dgm:t>
    </dgm:pt>
    <dgm:pt modelId="{0FB63EC1-630B-4395-B0E1-865E51713BF2}">
      <dgm:prSet custT="1"/>
      <dgm:spPr/>
      <dgm:t>
        <a:bodyPr/>
        <a:lstStyle/>
        <a:p>
          <a:pPr rtl="0"/>
          <a:r>
            <a:rPr lang="en-US" sz="1600" b="1" dirty="0"/>
            <a:t>Exploitability</a:t>
          </a:r>
          <a:endParaRPr lang="x-none" sz="1600" dirty="0"/>
        </a:p>
      </dgm:t>
    </dgm:pt>
    <dgm:pt modelId="{9A885CB0-8B31-4463-8C67-33BAB54AFF05}" type="parTrans" cxnId="{3CECF368-AAD9-436C-B3EC-A58EF64496E1}">
      <dgm:prSet/>
      <dgm:spPr/>
      <dgm:t>
        <a:bodyPr/>
        <a:lstStyle/>
        <a:p>
          <a:endParaRPr lang=""/>
        </a:p>
      </dgm:t>
    </dgm:pt>
    <dgm:pt modelId="{C97A1A0B-5A27-48A8-AFEF-7583A5A91BA3}" type="sibTrans" cxnId="{3CECF368-AAD9-436C-B3EC-A58EF64496E1}">
      <dgm:prSet/>
      <dgm:spPr/>
      <dgm:t>
        <a:bodyPr/>
        <a:lstStyle/>
        <a:p>
          <a:endParaRPr lang=""/>
        </a:p>
      </dgm:t>
    </dgm:pt>
    <dgm:pt modelId="{67C2729C-8E10-404A-9070-9F2AAA5B93B3}">
      <dgm:prSet custT="1"/>
      <dgm:spPr/>
      <dgm:t>
        <a:bodyPr/>
        <a:lstStyle/>
        <a:p>
          <a:pPr rtl="0"/>
          <a:r>
            <a:rPr lang="en-US" sz="1600" b="1" dirty="0"/>
            <a:t>Affected Users</a:t>
          </a:r>
          <a:endParaRPr lang="x-none" sz="1600" dirty="0"/>
        </a:p>
      </dgm:t>
    </dgm:pt>
    <dgm:pt modelId="{B48B4366-B27A-45FF-807E-7640DE592EBB}" type="parTrans" cxnId="{77E11357-0DEA-4246-9711-8BFD4CD22436}">
      <dgm:prSet/>
      <dgm:spPr/>
      <dgm:t>
        <a:bodyPr/>
        <a:lstStyle/>
        <a:p>
          <a:endParaRPr lang=""/>
        </a:p>
      </dgm:t>
    </dgm:pt>
    <dgm:pt modelId="{335F2699-72AE-4987-A27A-CDAAE7F9E7A5}" type="sibTrans" cxnId="{77E11357-0DEA-4246-9711-8BFD4CD22436}">
      <dgm:prSet/>
      <dgm:spPr/>
      <dgm:t>
        <a:bodyPr/>
        <a:lstStyle/>
        <a:p>
          <a:endParaRPr lang=""/>
        </a:p>
      </dgm:t>
    </dgm:pt>
    <dgm:pt modelId="{E111E041-8213-4BA6-9FA3-AC7179D485F2}">
      <dgm:prSet custT="1"/>
      <dgm:spPr/>
      <dgm:t>
        <a:bodyPr/>
        <a:lstStyle/>
        <a:p>
          <a:pPr rtl="0"/>
          <a:r>
            <a:rPr lang="en-US" sz="1600" b="1" dirty="0"/>
            <a:t>Discoverability</a:t>
          </a:r>
          <a:endParaRPr lang="x-none" sz="1600" dirty="0"/>
        </a:p>
      </dgm:t>
    </dgm:pt>
    <dgm:pt modelId="{45FB4DDA-F090-4675-BF06-5B9FD0B53462}" type="parTrans" cxnId="{B1FC983F-4339-4993-ACA7-DD0A02E174D2}">
      <dgm:prSet/>
      <dgm:spPr/>
      <dgm:t>
        <a:bodyPr/>
        <a:lstStyle/>
        <a:p>
          <a:endParaRPr lang=""/>
        </a:p>
      </dgm:t>
    </dgm:pt>
    <dgm:pt modelId="{B1418F7E-DF96-401C-B358-6007690043E6}" type="sibTrans" cxnId="{B1FC983F-4339-4993-ACA7-DD0A02E174D2}">
      <dgm:prSet/>
      <dgm:spPr/>
      <dgm:t>
        <a:bodyPr/>
        <a:lstStyle/>
        <a:p>
          <a:endParaRPr lang=""/>
        </a:p>
      </dgm:t>
    </dgm:pt>
    <dgm:pt modelId="{8E41444D-C382-4985-8411-4105F88B694E}" type="pres">
      <dgm:prSet presAssocID="{049A0151-AACC-44DA-B611-88BE95B7D905}" presName="hierChild1" presStyleCnt="0">
        <dgm:presLayoutVars>
          <dgm:orgChart val="1"/>
          <dgm:chPref val="1"/>
          <dgm:dir/>
          <dgm:animOne val="branch"/>
          <dgm:animLvl val="lvl"/>
          <dgm:resizeHandles/>
        </dgm:presLayoutVars>
      </dgm:prSet>
      <dgm:spPr/>
    </dgm:pt>
    <dgm:pt modelId="{9C73E1CA-16D5-4BF7-BA92-0D0F543CC84D}" type="pres">
      <dgm:prSet presAssocID="{D6FF3DEC-C4C1-4036-82CC-A39F58819B57}" presName="hierRoot1" presStyleCnt="0">
        <dgm:presLayoutVars>
          <dgm:hierBranch val="init"/>
        </dgm:presLayoutVars>
      </dgm:prSet>
      <dgm:spPr/>
    </dgm:pt>
    <dgm:pt modelId="{0374E505-D6CB-436A-93D4-E5DC97B24B34}" type="pres">
      <dgm:prSet presAssocID="{D6FF3DEC-C4C1-4036-82CC-A39F58819B57}" presName="rootComposite1" presStyleCnt="0"/>
      <dgm:spPr/>
    </dgm:pt>
    <dgm:pt modelId="{0890C6E0-5F54-41B2-B143-B334AA96AB83}" type="pres">
      <dgm:prSet presAssocID="{D6FF3DEC-C4C1-4036-82CC-A39F58819B57}" presName="rootText1" presStyleLbl="node0" presStyleIdx="0" presStyleCnt="1" custScaleX="154030">
        <dgm:presLayoutVars>
          <dgm:chPref val="3"/>
        </dgm:presLayoutVars>
      </dgm:prSet>
      <dgm:spPr/>
    </dgm:pt>
    <dgm:pt modelId="{9EAD6464-4C96-42A0-B668-6CFEB3EA6985}" type="pres">
      <dgm:prSet presAssocID="{D6FF3DEC-C4C1-4036-82CC-A39F58819B57}" presName="rootConnector1" presStyleLbl="node1" presStyleIdx="0" presStyleCnt="0"/>
      <dgm:spPr/>
    </dgm:pt>
    <dgm:pt modelId="{2D79929E-FA71-4461-BB88-55191915783B}" type="pres">
      <dgm:prSet presAssocID="{D6FF3DEC-C4C1-4036-82CC-A39F58819B57}" presName="hierChild2" presStyleCnt="0"/>
      <dgm:spPr/>
    </dgm:pt>
    <dgm:pt modelId="{384E377E-0B02-4C68-AE5B-84B105AF0FE6}" type="pres">
      <dgm:prSet presAssocID="{7F3B0D69-61A8-45DA-9DE1-DE6D8CF53E01}" presName="Name37" presStyleLbl="parChTrans1D2" presStyleIdx="0" presStyleCnt="5"/>
      <dgm:spPr/>
    </dgm:pt>
    <dgm:pt modelId="{08E71C8C-7A4A-4C78-8BCB-0048936AA281}" type="pres">
      <dgm:prSet presAssocID="{0F58A51F-7934-4DEA-8060-58F88E953B33}" presName="hierRoot2" presStyleCnt="0">
        <dgm:presLayoutVars>
          <dgm:hierBranch val="init"/>
        </dgm:presLayoutVars>
      </dgm:prSet>
      <dgm:spPr/>
    </dgm:pt>
    <dgm:pt modelId="{E243F53B-5263-4D38-A7EE-95924C9D6E5F}" type="pres">
      <dgm:prSet presAssocID="{0F58A51F-7934-4DEA-8060-58F88E953B33}" presName="rootComposite" presStyleCnt="0"/>
      <dgm:spPr/>
    </dgm:pt>
    <dgm:pt modelId="{8636D9CE-D54F-4E1D-B7D1-E0E01590D2D1}" type="pres">
      <dgm:prSet presAssocID="{0F58A51F-7934-4DEA-8060-58F88E953B33}" presName="rootText" presStyleLbl="node2" presStyleIdx="0" presStyleCnt="5" custScaleX="133642">
        <dgm:presLayoutVars>
          <dgm:chPref val="3"/>
        </dgm:presLayoutVars>
      </dgm:prSet>
      <dgm:spPr/>
    </dgm:pt>
    <dgm:pt modelId="{2436745D-9657-4602-88F9-3F150ADF5548}" type="pres">
      <dgm:prSet presAssocID="{0F58A51F-7934-4DEA-8060-58F88E953B33}" presName="rootConnector" presStyleLbl="node2" presStyleIdx="0" presStyleCnt="5"/>
      <dgm:spPr/>
    </dgm:pt>
    <dgm:pt modelId="{FF44E459-943D-43F7-8B91-8FCD8470762B}" type="pres">
      <dgm:prSet presAssocID="{0F58A51F-7934-4DEA-8060-58F88E953B33}" presName="hierChild4" presStyleCnt="0"/>
      <dgm:spPr/>
    </dgm:pt>
    <dgm:pt modelId="{AA6D1778-85B3-4D84-BB5E-A84C44D1D913}" type="pres">
      <dgm:prSet presAssocID="{0F58A51F-7934-4DEA-8060-58F88E953B33}" presName="hierChild5" presStyleCnt="0"/>
      <dgm:spPr/>
    </dgm:pt>
    <dgm:pt modelId="{58015AD5-9761-4E9E-8146-2F1842BC6D49}" type="pres">
      <dgm:prSet presAssocID="{B9C874E8-58F2-434D-B7AF-BBEFC5031124}" presName="Name37" presStyleLbl="parChTrans1D2" presStyleIdx="1" presStyleCnt="5"/>
      <dgm:spPr/>
    </dgm:pt>
    <dgm:pt modelId="{25D3AB5C-2EAB-4D7A-95F3-C6B1816BB9BF}" type="pres">
      <dgm:prSet presAssocID="{0591B148-3F29-428C-89CD-E4CDE1E3FCA4}" presName="hierRoot2" presStyleCnt="0">
        <dgm:presLayoutVars>
          <dgm:hierBranch val="init"/>
        </dgm:presLayoutVars>
      </dgm:prSet>
      <dgm:spPr/>
    </dgm:pt>
    <dgm:pt modelId="{599019BB-64EE-4D94-A213-2EE2FBD3F7FA}" type="pres">
      <dgm:prSet presAssocID="{0591B148-3F29-428C-89CD-E4CDE1E3FCA4}" presName="rootComposite" presStyleCnt="0"/>
      <dgm:spPr/>
    </dgm:pt>
    <dgm:pt modelId="{1F27B554-885D-4B63-BDED-CD21F2C4C4DB}" type="pres">
      <dgm:prSet presAssocID="{0591B148-3F29-428C-89CD-E4CDE1E3FCA4}" presName="rootText" presStyleLbl="node2" presStyleIdx="1" presStyleCnt="5" custScaleX="129094">
        <dgm:presLayoutVars>
          <dgm:chPref val="3"/>
        </dgm:presLayoutVars>
      </dgm:prSet>
      <dgm:spPr/>
    </dgm:pt>
    <dgm:pt modelId="{19EB763C-8B64-4B83-B32F-39C9DC8ACE74}" type="pres">
      <dgm:prSet presAssocID="{0591B148-3F29-428C-89CD-E4CDE1E3FCA4}" presName="rootConnector" presStyleLbl="node2" presStyleIdx="1" presStyleCnt="5"/>
      <dgm:spPr/>
    </dgm:pt>
    <dgm:pt modelId="{40ADE60F-06B0-46C3-8955-DA9E8AA450EF}" type="pres">
      <dgm:prSet presAssocID="{0591B148-3F29-428C-89CD-E4CDE1E3FCA4}" presName="hierChild4" presStyleCnt="0"/>
      <dgm:spPr/>
    </dgm:pt>
    <dgm:pt modelId="{95F846A7-291D-4ABD-9E7B-9835A93AAEF9}" type="pres">
      <dgm:prSet presAssocID="{0591B148-3F29-428C-89CD-E4CDE1E3FCA4}" presName="hierChild5" presStyleCnt="0"/>
      <dgm:spPr/>
    </dgm:pt>
    <dgm:pt modelId="{BEDEBB1E-EA3D-4D82-80FD-66C8FF6BB555}" type="pres">
      <dgm:prSet presAssocID="{9A885CB0-8B31-4463-8C67-33BAB54AFF05}" presName="Name37" presStyleLbl="parChTrans1D2" presStyleIdx="2" presStyleCnt="5"/>
      <dgm:spPr/>
    </dgm:pt>
    <dgm:pt modelId="{554A2C54-33B1-4EFC-B981-10BE67A906B4}" type="pres">
      <dgm:prSet presAssocID="{0FB63EC1-630B-4395-B0E1-865E51713BF2}" presName="hierRoot2" presStyleCnt="0">
        <dgm:presLayoutVars>
          <dgm:hierBranch val="init"/>
        </dgm:presLayoutVars>
      </dgm:prSet>
      <dgm:spPr/>
    </dgm:pt>
    <dgm:pt modelId="{7B9F88C3-C510-44F4-B5B7-7C47B4616CED}" type="pres">
      <dgm:prSet presAssocID="{0FB63EC1-630B-4395-B0E1-865E51713BF2}" presName="rootComposite" presStyleCnt="0"/>
      <dgm:spPr/>
    </dgm:pt>
    <dgm:pt modelId="{74E42EFD-9D1D-462C-9608-89653ED17FB8}" type="pres">
      <dgm:prSet presAssocID="{0FB63EC1-630B-4395-B0E1-865E51713BF2}" presName="rootText" presStyleLbl="node2" presStyleIdx="2" presStyleCnt="5" custScaleX="108771">
        <dgm:presLayoutVars>
          <dgm:chPref val="3"/>
        </dgm:presLayoutVars>
      </dgm:prSet>
      <dgm:spPr/>
    </dgm:pt>
    <dgm:pt modelId="{F194EA0C-46D0-4518-A852-6371DA92FBC7}" type="pres">
      <dgm:prSet presAssocID="{0FB63EC1-630B-4395-B0E1-865E51713BF2}" presName="rootConnector" presStyleLbl="node2" presStyleIdx="2" presStyleCnt="5"/>
      <dgm:spPr/>
    </dgm:pt>
    <dgm:pt modelId="{0FCC71A0-C001-4E35-BF30-27A95AE66F69}" type="pres">
      <dgm:prSet presAssocID="{0FB63EC1-630B-4395-B0E1-865E51713BF2}" presName="hierChild4" presStyleCnt="0"/>
      <dgm:spPr/>
    </dgm:pt>
    <dgm:pt modelId="{8D4EB900-9EB3-451C-B346-20AED1B06497}" type="pres">
      <dgm:prSet presAssocID="{0FB63EC1-630B-4395-B0E1-865E51713BF2}" presName="hierChild5" presStyleCnt="0"/>
      <dgm:spPr/>
    </dgm:pt>
    <dgm:pt modelId="{431ED13D-C867-47BA-BC0B-6E8F1C981063}" type="pres">
      <dgm:prSet presAssocID="{B48B4366-B27A-45FF-807E-7640DE592EBB}" presName="Name37" presStyleLbl="parChTrans1D2" presStyleIdx="3" presStyleCnt="5"/>
      <dgm:spPr/>
    </dgm:pt>
    <dgm:pt modelId="{CD7EB5C7-52D4-4534-B7B2-63E9975F3375}" type="pres">
      <dgm:prSet presAssocID="{67C2729C-8E10-404A-9070-9F2AAA5B93B3}" presName="hierRoot2" presStyleCnt="0">
        <dgm:presLayoutVars>
          <dgm:hierBranch val="init"/>
        </dgm:presLayoutVars>
      </dgm:prSet>
      <dgm:spPr/>
    </dgm:pt>
    <dgm:pt modelId="{4AAEE851-EBFB-4DE3-A455-D24EBD06BD76}" type="pres">
      <dgm:prSet presAssocID="{67C2729C-8E10-404A-9070-9F2AAA5B93B3}" presName="rootComposite" presStyleCnt="0"/>
      <dgm:spPr/>
    </dgm:pt>
    <dgm:pt modelId="{495EA6FA-AD29-45C3-A5D4-0447C2417277}" type="pres">
      <dgm:prSet presAssocID="{67C2729C-8E10-404A-9070-9F2AAA5B93B3}" presName="rootText" presStyleLbl="node2" presStyleIdx="3" presStyleCnt="5" custScaleX="115516">
        <dgm:presLayoutVars>
          <dgm:chPref val="3"/>
        </dgm:presLayoutVars>
      </dgm:prSet>
      <dgm:spPr/>
    </dgm:pt>
    <dgm:pt modelId="{AE628807-D27A-438A-AA73-DF17870FD5C3}" type="pres">
      <dgm:prSet presAssocID="{67C2729C-8E10-404A-9070-9F2AAA5B93B3}" presName="rootConnector" presStyleLbl="node2" presStyleIdx="3" presStyleCnt="5"/>
      <dgm:spPr/>
    </dgm:pt>
    <dgm:pt modelId="{91830FF4-600F-46B9-9B72-3A8D31EF8AAD}" type="pres">
      <dgm:prSet presAssocID="{67C2729C-8E10-404A-9070-9F2AAA5B93B3}" presName="hierChild4" presStyleCnt="0"/>
      <dgm:spPr/>
    </dgm:pt>
    <dgm:pt modelId="{438F7C7C-CF8A-445F-83AA-F224AA8FF6F1}" type="pres">
      <dgm:prSet presAssocID="{67C2729C-8E10-404A-9070-9F2AAA5B93B3}" presName="hierChild5" presStyleCnt="0"/>
      <dgm:spPr/>
    </dgm:pt>
    <dgm:pt modelId="{5CCC6C4B-2C8F-431B-BA82-7B442E4292DC}" type="pres">
      <dgm:prSet presAssocID="{45FB4DDA-F090-4675-BF06-5B9FD0B53462}" presName="Name37" presStyleLbl="parChTrans1D2" presStyleIdx="4" presStyleCnt="5"/>
      <dgm:spPr/>
    </dgm:pt>
    <dgm:pt modelId="{F3D715E0-ADAB-4C5B-BAAE-B2E0880C1182}" type="pres">
      <dgm:prSet presAssocID="{E111E041-8213-4BA6-9FA3-AC7179D485F2}" presName="hierRoot2" presStyleCnt="0">
        <dgm:presLayoutVars>
          <dgm:hierBranch val="init"/>
        </dgm:presLayoutVars>
      </dgm:prSet>
      <dgm:spPr/>
    </dgm:pt>
    <dgm:pt modelId="{005B6E3E-6C5F-4717-A2A1-CC7C99EA2E31}" type="pres">
      <dgm:prSet presAssocID="{E111E041-8213-4BA6-9FA3-AC7179D485F2}" presName="rootComposite" presStyleCnt="0"/>
      <dgm:spPr/>
    </dgm:pt>
    <dgm:pt modelId="{8D7ED14A-0D0E-4CEC-929D-C1FB3C4F65C6}" type="pres">
      <dgm:prSet presAssocID="{E111E041-8213-4BA6-9FA3-AC7179D485F2}" presName="rootText" presStyleLbl="node2" presStyleIdx="4" presStyleCnt="5" custScaleX="115660">
        <dgm:presLayoutVars>
          <dgm:chPref val="3"/>
        </dgm:presLayoutVars>
      </dgm:prSet>
      <dgm:spPr/>
    </dgm:pt>
    <dgm:pt modelId="{E8C8D9EB-CFCD-4C56-B687-CDEC8A246BA7}" type="pres">
      <dgm:prSet presAssocID="{E111E041-8213-4BA6-9FA3-AC7179D485F2}" presName="rootConnector" presStyleLbl="node2" presStyleIdx="4" presStyleCnt="5"/>
      <dgm:spPr/>
    </dgm:pt>
    <dgm:pt modelId="{B8D11FD1-FEF6-4EAA-AA75-8080D1BCC8B4}" type="pres">
      <dgm:prSet presAssocID="{E111E041-8213-4BA6-9FA3-AC7179D485F2}" presName="hierChild4" presStyleCnt="0"/>
      <dgm:spPr/>
    </dgm:pt>
    <dgm:pt modelId="{83BE2188-8B77-4BA5-BDE6-991FF212C688}" type="pres">
      <dgm:prSet presAssocID="{E111E041-8213-4BA6-9FA3-AC7179D485F2}" presName="hierChild5" presStyleCnt="0"/>
      <dgm:spPr/>
    </dgm:pt>
    <dgm:pt modelId="{C369FFCE-F8F7-4415-8DE4-8958ADFFBFA8}" type="pres">
      <dgm:prSet presAssocID="{D6FF3DEC-C4C1-4036-82CC-A39F58819B57}" presName="hierChild3" presStyleCnt="0"/>
      <dgm:spPr/>
    </dgm:pt>
  </dgm:ptLst>
  <dgm:cxnLst>
    <dgm:cxn modelId="{DADE9D27-4435-4E78-9B17-A10012E1BE28}" type="presOf" srcId="{0FB63EC1-630B-4395-B0E1-865E51713BF2}" destId="{74E42EFD-9D1D-462C-9608-89653ED17FB8}" srcOrd="0" destOrd="0" presId="urn:microsoft.com/office/officeart/2005/8/layout/orgChart1"/>
    <dgm:cxn modelId="{2063B32A-0FF8-44FD-8ADF-ADB197403DAF}" type="presOf" srcId="{B9C874E8-58F2-434D-B7AF-BBEFC5031124}" destId="{58015AD5-9761-4E9E-8146-2F1842BC6D49}" srcOrd="0" destOrd="0" presId="urn:microsoft.com/office/officeart/2005/8/layout/orgChart1"/>
    <dgm:cxn modelId="{DC4FBC3C-CD77-48DC-B4C2-308D62F392DC}" type="presOf" srcId="{7F3B0D69-61A8-45DA-9DE1-DE6D8CF53E01}" destId="{384E377E-0B02-4C68-AE5B-84B105AF0FE6}" srcOrd="0" destOrd="0" presId="urn:microsoft.com/office/officeart/2005/8/layout/orgChart1"/>
    <dgm:cxn modelId="{B1FC983F-4339-4993-ACA7-DD0A02E174D2}" srcId="{D6FF3DEC-C4C1-4036-82CC-A39F58819B57}" destId="{E111E041-8213-4BA6-9FA3-AC7179D485F2}" srcOrd="4" destOrd="0" parTransId="{45FB4DDA-F090-4675-BF06-5B9FD0B53462}" sibTransId="{B1418F7E-DF96-401C-B358-6007690043E6}"/>
    <dgm:cxn modelId="{04815843-0479-4C24-80C0-F2ED92CC447F}" type="presOf" srcId="{E111E041-8213-4BA6-9FA3-AC7179D485F2}" destId="{8D7ED14A-0D0E-4CEC-929D-C1FB3C4F65C6}" srcOrd="0" destOrd="0" presId="urn:microsoft.com/office/officeart/2005/8/layout/orgChart1"/>
    <dgm:cxn modelId="{1A50BE44-E6F3-490D-842F-740E48D111BA}" type="presOf" srcId="{D6FF3DEC-C4C1-4036-82CC-A39F58819B57}" destId="{9EAD6464-4C96-42A0-B668-6CFEB3EA6985}" srcOrd="1" destOrd="0" presId="urn:microsoft.com/office/officeart/2005/8/layout/orgChart1"/>
    <dgm:cxn modelId="{3CECF368-AAD9-436C-B3EC-A58EF64496E1}" srcId="{D6FF3DEC-C4C1-4036-82CC-A39F58819B57}" destId="{0FB63EC1-630B-4395-B0E1-865E51713BF2}" srcOrd="2" destOrd="0" parTransId="{9A885CB0-8B31-4463-8C67-33BAB54AFF05}" sibTransId="{C97A1A0B-5A27-48A8-AFEF-7583A5A91BA3}"/>
    <dgm:cxn modelId="{6ED67B6C-B150-4ECB-BC62-C877127F3624}" type="presOf" srcId="{0F58A51F-7934-4DEA-8060-58F88E953B33}" destId="{8636D9CE-D54F-4E1D-B7D1-E0E01590D2D1}" srcOrd="0" destOrd="0" presId="urn:microsoft.com/office/officeart/2005/8/layout/orgChart1"/>
    <dgm:cxn modelId="{1A70DC4C-1A57-43A9-B173-1A346BC8BFE9}" srcId="{049A0151-AACC-44DA-B611-88BE95B7D905}" destId="{D6FF3DEC-C4C1-4036-82CC-A39F58819B57}" srcOrd="0" destOrd="0" parTransId="{CB97B211-6BA9-4A88-942E-02CD1D065C84}" sibTransId="{CE38ABB7-6B5A-4A87-A058-7DF38ED7BB6F}"/>
    <dgm:cxn modelId="{82B9FD73-7E24-442A-98EF-DCF45E80A2DE}" type="presOf" srcId="{67C2729C-8E10-404A-9070-9F2AAA5B93B3}" destId="{495EA6FA-AD29-45C3-A5D4-0447C2417277}" srcOrd="0" destOrd="0" presId="urn:microsoft.com/office/officeart/2005/8/layout/orgChart1"/>
    <dgm:cxn modelId="{BB2FA876-F59A-40B9-B8B0-B4592CB5E77D}" type="presOf" srcId="{D6FF3DEC-C4C1-4036-82CC-A39F58819B57}" destId="{0890C6E0-5F54-41B2-B143-B334AA96AB83}" srcOrd="0" destOrd="0" presId="urn:microsoft.com/office/officeart/2005/8/layout/orgChart1"/>
    <dgm:cxn modelId="{77E11357-0DEA-4246-9711-8BFD4CD22436}" srcId="{D6FF3DEC-C4C1-4036-82CC-A39F58819B57}" destId="{67C2729C-8E10-404A-9070-9F2AAA5B93B3}" srcOrd="3" destOrd="0" parTransId="{B48B4366-B27A-45FF-807E-7640DE592EBB}" sibTransId="{335F2699-72AE-4987-A27A-CDAAE7F9E7A5}"/>
    <dgm:cxn modelId="{8666947E-3101-4B1A-9FC2-D8DC468150CC}" srcId="{D6FF3DEC-C4C1-4036-82CC-A39F58819B57}" destId="{0591B148-3F29-428C-89CD-E4CDE1E3FCA4}" srcOrd="1" destOrd="0" parTransId="{B9C874E8-58F2-434D-B7AF-BBEFC5031124}" sibTransId="{0E3165A0-AD1D-424B-8C1B-8BF3182D5407}"/>
    <dgm:cxn modelId="{6BA3BC87-DABB-4C1D-AFA8-31D405BF19FE}" type="presOf" srcId="{45FB4DDA-F090-4675-BF06-5B9FD0B53462}" destId="{5CCC6C4B-2C8F-431B-BA82-7B442E4292DC}" srcOrd="0" destOrd="0" presId="urn:microsoft.com/office/officeart/2005/8/layout/orgChart1"/>
    <dgm:cxn modelId="{14104192-9655-4F1A-B0BE-065C03CE02FC}" type="presOf" srcId="{67C2729C-8E10-404A-9070-9F2AAA5B93B3}" destId="{AE628807-D27A-438A-AA73-DF17870FD5C3}" srcOrd="1" destOrd="0" presId="urn:microsoft.com/office/officeart/2005/8/layout/orgChart1"/>
    <dgm:cxn modelId="{FA1DA292-5D0A-435D-992C-0CDD9E7A86F9}" srcId="{D6FF3DEC-C4C1-4036-82CC-A39F58819B57}" destId="{0F58A51F-7934-4DEA-8060-58F88E953B33}" srcOrd="0" destOrd="0" parTransId="{7F3B0D69-61A8-45DA-9DE1-DE6D8CF53E01}" sibTransId="{D76F0AB7-8F68-4396-9417-3A2AA53F567C}"/>
    <dgm:cxn modelId="{758DA492-C134-4F34-9338-80BA9F498650}" type="presOf" srcId="{0591B148-3F29-428C-89CD-E4CDE1E3FCA4}" destId="{19EB763C-8B64-4B83-B32F-39C9DC8ACE74}" srcOrd="1" destOrd="0" presId="urn:microsoft.com/office/officeart/2005/8/layout/orgChart1"/>
    <dgm:cxn modelId="{1A721F94-A686-42DB-B6B2-37CB77B568C5}" type="presOf" srcId="{049A0151-AACC-44DA-B611-88BE95B7D905}" destId="{8E41444D-C382-4985-8411-4105F88B694E}" srcOrd="0" destOrd="0" presId="urn:microsoft.com/office/officeart/2005/8/layout/orgChart1"/>
    <dgm:cxn modelId="{B0F28797-56A1-4CFA-BF80-321691940C31}" type="presOf" srcId="{9A885CB0-8B31-4463-8C67-33BAB54AFF05}" destId="{BEDEBB1E-EA3D-4D82-80FD-66C8FF6BB555}" srcOrd="0" destOrd="0" presId="urn:microsoft.com/office/officeart/2005/8/layout/orgChart1"/>
    <dgm:cxn modelId="{2EDE51AD-1025-4BBA-A591-3279C6447599}" type="presOf" srcId="{0FB63EC1-630B-4395-B0E1-865E51713BF2}" destId="{F194EA0C-46D0-4518-A852-6371DA92FBC7}" srcOrd="1" destOrd="0" presId="urn:microsoft.com/office/officeart/2005/8/layout/orgChart1"/>
    <dgm:cxn modelId="{8D4994B0-AE58-41C3-847A-C55517C0392A}" type="presOf" srcId="{0F58A51F-7934-4DEA-8060-58F88E953B33}" destId="{2436745D-9657-4602-88F9-3F150ADF5548}" srcOrd="1" destOrd="0" presId="urn:microsoft.com/office/officeart/2005/8/layout/orgChart1"/>
    <dgm:cxn modelId="{EDC67DDA-57F2-4551-899A-BA0C0DAF0F1B}" type="presOf" srcId="{B48B4366-B27A-45FF-807E-7640DE592EBB}" destId="{431ED13D-C867-47BA-BC0B-6E8F1C981063}" srcOrd="0" destOrd="0" presId="urn:microsoft.com/office/officeart/2005/8/layout/orgChart1"/>
    <dgm:cxn modelId="{F0BB82DD-8E00-41F8-ACB4-AE87AD61166C}" type="presOf" srcId="{E111E041-8213-4BA6-9FA3-AC7179D485F2}" destId="{E8C8D9EB-CFCD-4C56-B687-CDEC8A246BA7}" srcOrd="1" destOrd="0" presId="urn:microsoft.com/office/officeart/2005/8/layout/orgChart1"/>
    <dgm:cxn modelId="{99702BEA-7D53-463B-BEDB-12A52432754E}" type="presOf" srcId="{0591B148-3F29-428C-89CD-E4CDE1E3FCA4}" destId="{1F27B554-885D-4B63-BDED-CD21F2C4C4DB}" srcOrd="0" destOrd="0" presId="urn:microsoft.com/office/officeart/2005/8/layout/orgChart1"/>
    <dgm:cxn modelId="{EC294202-F1C5-47C0-B057-B58E369D1ECA}" type="presParOf" srcId="{8E41444D-C382-4985-8411-4105F88B694E}" destId="{9C73E1CA-16D5-4BF7-BA92-0D0F543CC84D}" srcOrd="0" destOrd="0" presId="urn:microsoft.com/office/officeart/2005/8/layout/orgChart1"/>
    <dgm:cxn modelId="{0BCDA9C7-2936-45B9-A492-C60C8D8B3F8F}" type="presParOf" srcId="{9C73E1CA-16D5-4BF7-BA92-0D0F543CC84D}" destId="{0374E505-D6CB-436A-93D4-E5DC97B24B34}" srcOrd="0" destOrd="0" presId="urn:microsoft.com/office/officeart/2005/8/layout/orgChart1"/>
    <dgm:cxn modelId="{967742AC-EE79-4F1D-8061-D7881BB74D3C}" type="presParOf" srcId="{0374E505-D6CB-436A-93D4-E5DC97B24B34}" destId="{0890C6E0-5F54-41B2-B143-B334AA96AB83}" srcOrd="0" destOrd="0" presId="urn:microsoft.com/office/officeart/2005/8/layout/orgChart1"/>
    <dgm:cxn modelId="{FD675CDE-BF06-4871-9E7A-ACD05CB5CD8F}" type="presParOf" srcId="{0374E505-D6CB-436A-93D4-E5DC97B24B34}" destId="{9EAD6464-4C96-42A0-B668-6CFEB3EA6985}" srcOrd="1" destOrd="0" presId="urn:microsoft.com/office/officeart/2005/8/layout/orgChart1"/>
    <dgm:cxn modelId="{0576C7DA-0050-4955-B017-EAF1A16B716B}" type="presParOf" srcId="{9C73E1CA-16D5-4BF7-BA92-0D0F543CC84D}" destId="{2D79929E-FA71-4461-BB88-55191915783B}" srcOrd="1" destOrd="0" presId="urn:microsoft.com/office/officeart/2005/8/layout/orgChart1"/>
    <dgm:cxn modelId="{3F0AE441-5C6F-45FA-8967-ADE9719C80D8}" type="presParOf" srcId="{2D79929E-FA71-4461-BB88-55191915783B}" destId="{384E377E-0B02-4C68-AE5B-84B105AF0FE6}" srcOrd="0" destOrd="0" presId="urn:microsoft.com/office/officeart/2005/8/layout/orgChart1"/>
    <dgm:cxn modelId="{3A031F9B-C947-43D2-9C16-F4C71809D9CE}" type="presParOf" srcId="{2D79929E-FA71-4461-BB88-55191915783B}" destId="{08E71C8C-7A4A-4C78-8BCB-0048936AA281}" srcOrd="1" destOrd="0" presId="urn:microsoft.com/office/officeart/2005/8/layout/orgChart1"/>
    <dgm:cxn modelId="{ABF49A40-CD0F-4B43-AF65-EF259325B280}" type="presParOf" srcId="{08E71C8C-7A4A-4C78-8BCB-0048936AA281}" destId="{E243F53B-5263-4D38-A7EE-95924C9D6E5F}" srcOrd="0" destOrd="0" presId="urn:microsoft.com/office/officeart/2005/8/layout/orgChart1"/>
    <dgm:cxn modelId="{281B6D48-3B1D-4D99-A082-354F3FFFE07D}" type="presParOf" srcId="{E243F53B-5263-4D38-A7EE-95924C9D6E5F}" destId="{8636D9CE-D54F-4E1D-B7D1-E0E01590D2D1}" srcOrd="0" destOrd="0" presId="urn:microsoft.com/office/officeart/2005/8/layout/orgChart1"/>
    <dgm:cxn modelId="{2727AEC0-C759-4688-BCC3-3FC950FB3D17}" type="presParOf" srcId="{E243F53B-5263-4D38-A7EE-95924C9D6E5F}" destId="{2436745D-9657-4602-88F9-3F150ADF5548}" srcOrd="1" destOrd="0" presId="urn:microsoft.com/office/officeart/2005/8/layout/orgChart1"/>
    <dgm:cxn modelId="{89F77E6D-C381-4771-AFC4-0D8101564F4D}" type="presParOf" srcId="{08E71C8C-7A4A-4C78-8BCB-0048936AA281}" destId="{FF44E459-943D-43F7-8B91-8FCD8470762B}" srcOrd="1" destOrd="0" presId="urn:microsoft.com/office/officeart/2005/8/layout/orgChart1"/>
    <dgm:cxn modelId="{BFC11518-36BF-4A1A-AF3B-B0C024085CDF}" type="presParOf" srcId="{08E71C8C-7A4A-4C78-8BCB-0048936AA281}" destId="{AA6D1778-85B3-4D84-BB5E-A84C44D1D913}" srcOrd="2" destOrd="0" presId="urn:microsoft.com/office/officeart/2005/8/layout/orgChart1"/>
    <dgm:cxn modelId="{7DCC9673-D332-4AA5-993B-7FCB6F0D61FB}" type="presParOf" srcId="{2D79929E-FA71-4461-BB88-55191915783B}" destId="{58015AD5-9761-4E9E-8146-2F1842BC6D49}" srcOrd="2" destOrd="0" presId="urn:microsoft.com/office/officeart/2005/8/layout/orgChart1"/>
    <dgm:cxn modelId="{CEEC0A6B-1804-44B2-B3C8-B31182B01B35}" type="presParOf" srcId="{2D79929E-FA71-4461-BB88-55191915783B}" destId="{25D3AB5C-2EAB-4D7A-95F3-C6B1816BB9BF}" srcOrd="3" destOrd="0" presId="urn:microsoft.com/office/officeart/2005/8/layout/orgChart1"/>
    <dgm:cxn modelId="{8A7895B2-D42C-4F3F-85B5-9E2D189F905C}" type="presParOf" srcId="{25D3AB5C-2EAB-4D7A-95F3-C6B1816BB9BF}" destId="{599019BB-64EE-4D94-A213-2EE2FBD3F7FA}" srcOrd="0" destOrd="0" presId="urn:microsoft.com/office/officeart/2005/8/layout/orgChart1"/>
    <dgm:cxn modelId="{06A1A0A9-EAB4-4EF4-A0D7-E544A225C30B}" type="presParOf" srcId="{599019BB-64EE-4D94-A213-2EE2FBD3F7FA}" destId="{1F27B554-885D-4B63-BDED-CD21F2C4C4DB}" srcOrd="0" destOrd="0" presId="urn:microsoft.com/office/officeart/2005/8/layout/orgChart1"/>
    <dgm:cxn modelId="{98A4E815-1057-4A45-92D0-9AC0EF2F0EAE}" type="presParOf" srcId="{599019BB-64EE-4D94-A213-2EE2FBD3F7FA}" destId="{19EB763C-8B64-4B83-B32F-39C9DC8ACE74}" srcOrd="1" destOrd="0" presId="urn:microsoft.com/office/officeart/2005/8/layout/orgChart1"/>
    <dgm:cxn modelId="{C8B9EBBD-C8C4-4858-90A5-AAEB0DC34133}" type="presParOf" srcId="{25D3AB5C-2EAB-4D7A-95F3-C6B1816BB9BF}" destId="{40ADE60F-06B0-46C3-8955-DA9E8AA450EF}" srcOrd="1" destOrd="0" presId="urn:microsoft.com/office/officeart/2005/8/layout/orgChart1"/>
    <dgm:cxn modelId="{744B0742-8082-427B-8333-EC0B42EDDFD1}" type="presParOf" srcId="{25D3AB5C-2EAB-4D7A-95F3-C6B1816BB9BF}" destId="{95F846A7-291D-4ABD-9E7B-9835A93AAEF9}" srcOrd="2" destOrd="0" presId="urn:microsoft.com/office/officeart/2005/8/layout/orgChart1"/>
    <dgm:cxn modelId="{86D587D1-B0C0-4822-A9CC-ABBA984EC94B}" type="presParOf" srcId="{2D79929E-FA71-4461-BB88-55191915783B}" destId="{BEDEBB1E-EA3D-4D82-80FD-66C8FF6BB555}" srcOrd="4" destOrd="0" presId="urn:microsoft.com/office/officeart/2005/8/layout/orgChart1"/>
    <dgm:cxn modelId="{5929C8C2-A60A-4ADF-AC5F-99268965A9AF}" type="presParOf" srcId="{2D79929E-FA71-4461-BB88-55191915783B}" destId="{554A2C54-33B1-4EFC-B981-10BE67A906B4}" srcOrd="5" destOrd="0" presId="urn:microsoft.com/office/officeart/2005/8/layout/orgChart1"/>
    <dgm:cxn modelId="{005519B2-0E53-4358-AF2F-0CAF499087B4}" type="presParOf" srcId="{554A2C54-33B1-4EFC-B981-10BE67A906B4}" destId="{7B9F88C3-C510-44F4-B5B7-7C47B4616CED}" srcOrd="0" destOrd="0" presId="urn:microsoft.com/office/officeart/2005/8/layout/orgChart1"/>
    <dgm:cxn modelId="{6DDDD1A4-DC31-4F4D-A15C-B04C78DBF0B4}" type="presParOf" srcId="{7B9F88C3-C510-44F4-B5B7-7C47B4616CED}" destId="{74E42EFD-9D1D-462C-9608-89653ED17FB8}" srcOrd="0" destOrd="0" presId="urn:microsoft.com/office/officeart/2005/8/layout/orgChart1"/>
    <dgm:cxn modelId="{D3BE56F2-2ADE-4A2F-A991-354326B565A7}" type="presParOf" srcId="{7B9F88C3-C510-44F4-B5B7-7C47B4616CED}" destId="{F194EA0C-46D0-4518-A852-6371DA92FBC7}" srcOrd="1" destOrd="0" presId="urn:microsoft.com/office/officeart/2005/8/layout/orgChart1"/>
    <dgm:cxn modelId="{966B6D6A-8517-4A81-9FC2-D036BD4FEE0E}" type="presParOf" srcId="{554A2C54-33B1-4EFC-B981-10BE67A906B4}" destId="{0FCC71A0-C001-4E35-BF30-27A95AE66F69}" srcOrd="1" destOrd="0" presId="urn:microsoft.com/office/officeart/2005/8/layout/orgChart1"/>
    <dgm:cxn modelId="{DB0A7E10-0196-4F4F-8017-95BD64E9ED91}" type="presParOf" srcId="{554A2C54-33B1-4EFC-B981-10BE67A906B4}" destId="{8D4EB900-9EB3-451C-B346-20AED1B06497}" srcOrd="2" destOrd="0" presId="urn:microsoft.com/office/officeart/2005/8/layout/orgChart1"/>
    <dgm:cxn modelId="{7BCE93AF-A1FF-4D32-8793-BF532A273400}" type="presParOf" srcId="{2D79929E-FA71-4461-BB88-55191915783B}" destId="{431ED13D-C867-47BA-BC0B-6E8F1C981063}" srcOrd="6" destOrd="0" presId="urn:microsoft.com/office/officeart/2005/8/layout/orgChart1"/>
    <dgm:cxn modelId="{FA2EE72A-8159-4445-8B75-F808639DBE83}" type="presParOf" srcId="{2D79929E-FA71-4461-BB88-55191915783B}" destId="{CD7EB5C7-52D4-4534-B7B2-63E9975F3375}" srcOrd="7" destOrd="0" presId="urn:microsoft.com/office/officeart/2005/8/layout/orgChart1"/>
    <dgm:cxn modelId="{D3B075DE-83B3-4E3C-9E00-D428811610C3}" type="presParOf" srcId="{CD7EB5C7-52D4-4534-B7B2-63E9975F3375}" destId="{4AAEE851-EBFB-4DE3-A455-D24EBD06BD76}" srcOrd="0" destOrd="0" presId="urn:microsoft.com/office/officeart/2005/8/layout/orgChart1"/>
    <dgm:cxn modelId="{A51ED5AB-E72B-4439-84F7-E04188C00F6A}" type="presParOf" srcId="{4AAEE851-EBFB-4DE3-A455-D24EBD06BD76}" destId="{495EA6FA-AD29-45C3-A5D4-0447C2417277}" srcOrd="0" destOrd="0" presId="urn:microsoft.com/office/officeart/2005/8/layout/orgChart1"/>
    <dgm:cxn modelId="{097B6D09-9399-40A1-9FD8-AA422AF537CD}" type="presParOf" srcId="{4AAEE851-EBFB-4DE3-A455-D24EBD06BD76}" destId="{AE628807-D27A-438A-AA73-DF17870FD5C3}" srcOrd="1" destOrd="0" presId="urn:microsoft.com/office/officeart/2005/8/layout/orgChart1"/>
    <dgm:cxn modelId="{193C4D14-3517-4C06-BFEF-A3473BF5230D}" type="presParOf" srcId="{CD7EB5C7-52D4-4534-B7B2-63E9975F3375}" destId="{91830FF4-600F-46B9-9B72-3A8D31EF8AAD}" srcOrd="1" destOrd="0" presId="urn:microsoft.com/office/officeart/2005/8/layout/orgChart1"/>
    <dgm:cxn modelId="{0EA28EF5-A506-4108-8920-ABEE09E73030}" type="presParOf" srcId="{CD7EB5C7-52D4-4534-B7B2-63E9975F3375}" destId="{438F7C7C-CF8A-445F-83AA-F224AA8FF6F1}" srcOrd="2" destOrd="0" presId="urn:microsoft.com/office/officeart/2005/8/layout/orgChart1"/>
    <dgm:cxn modelId="{AB5DC127-29F9-4408-A41E-F7BF966BCD6C}" type="presParOf" srcId="{2D79929E-FA71-4461-BB88-55191915783B}" destId="{5CCC6C4B-2C8F-431B-BA82-7B442E4292DC}" srcOrd="8" destOrd="0" presId="urn:microsoft.com/office/officeart/2005/8/layout/orgChart1"/>
    <dgm:cxn modelId="{C4B01BEA-53A7-476A-9874-F3FE05113428}" type="presParOf" srcId="{2D79929E-FA71-4461-BB88-55191915783B}" destId="{F3D715E0-ADAB-4C5B-BAAE-B2E0880C1182}" srcOrd="9" destOrd="0" presId="urn:microsoft.com/office/officeart/2005/8/layout/orgChart1"/>
    <dgm:cxn modelId="{555C45F4-0C55-42F3-870F-AA9358D81A32}" type="presParOf" srcId="{F3D715E0-ADAB-4C5B-BAAE-B2E0880C1182}" destId="{005B6E3E-6C5F-4717-A2A1-CC7C99EA2E31}" srcOrd="0" destOrd="0" presId="urn:microsoft.com/office/officeart/2005/8/layout/orgChart1"/>
    <dgm:cxn modelId="{11371075-5E71-4A77-BD7C-7598A9ED6818}" type="presParOf" srcId="{005B6E3E-6C5F-4717-A2A1-CC7C99EA2E31}" destId="{8D7ED14A-0D0E-4CEC-929D-C1FB3C4F65C6}" srcOrd="0" destOrd="0" presId="urn:microsoft.com/office/officeart/2005/8/layout/orgChart1"/>
    <dgm:cxn modelId="{70BF3ACB-C34A-4F64-BCDD-75678BA1C116}" type="presParOf" srcId="{005B6E3E-6C5F-4717-A2A1-CC7C99EA2E31}" destId="{E8C8D9EB-CFCD-4C56-B687-CDEC8A246BA7}" srcOrd="1" destOrd="0" presId="urn:microsoft.com/office/officeart/2005/8/layout/orgChart1"/>
    <dgm:cxn modelId="{F4FBF1F7-2E3F-47F9-AA4B-B685F6657502}" type="presParOf" srcId="{F3D715E0-ADAB-4C5B-BAAE-B2E0880C1182}" destId="{B8D11FD1-FEF6-4EAA-AA75-8080D1BCC8B4}" srcOrd="1" destOrd="0" presId="urn:microsoft.com/office/officeart/2005/8/layout/orgChart1"/>
    <dgm:cxn modelId="{000554B4-AF25-43E6-8DDA-C88AFFE98C4A}" type="presParOf" srcId="{F3D715E0-ADAB-4C5B-BAAE-B2E0880C1182}" destId="{83BE2188-8B77-4BA5-BDE6-991FF212C688}" srcOrd="2" destOrd="0" presId="urn:microsoft.com/office/officeart/2005/8/layout/orgChart1"/>
    <dgm:cxn modelId="{373FA585-E081-4432-AD6C-80BB302B6415}" type="presParOf" srcId="{9C73E1CA-16D5-4BF7-BA92-0D0F543CC84D}" destId="{C369FFCE-F8F7-4415-8DE4-8958ADFFBFA8}"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EEC536-93AD-4235-B889-C28DDDEF1B54}">
      <dsp:nvSpPr>
        <dsp:cNvPr id="0" name=""/>
        <dsp:cNvSpPr/>
      </dsp:nvSpPr>
      <dsp:spPr>
        <a:xfrm>
          <a:off x="5018809" y="685749"/>
          <a:ext cx="4073424" cy="287224"/>
        </a:xfrm>
        <a:custGeom>
          <a:avLst/>
          <a:gdLst/>
          <a:ahLst/>
          <a:cxnLst/>
          <a:rect l="0" t="0" r="0" b="0"/>
          <a:pathLst>
            <a:path>
              <a:moveTo>
                <a:pt x="0" y="0"/>
              </a:moveTo>
              <a:lnTo>
                <a:pt x="0" y="143612"/>
              </a:lnTo>
              <a:lnTo>
                <a:pt x="4073424" y="143612"/>
              </a:lnTo>
              <a:lnTo>
                <a:pt x="4073424" y="287224"/>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25202D-20E6-4FAD-9768-B9C9FDF07384}">
      <dsp:nvSpPr>
        <dsp:cNvPr id="0" name=""/>
        <dsp:cNvSpPr/>
      </dsp:nvSpPr>
      <dsp:spPr>
        <a:xfrm>
          <a:off x="6890179" y="1656841"/>
          <a:ext cx="205160" cy="2571343"/>
        </a:xfrm>
        <a:custGeom>
          <a:avLst/>
          <a:gdLst/>
          <a:ahLst/>
          <a:cxnLst/>
          <a:rect l="0" t="0" r="0" b="0"/>
          <a:pathLst>
            <a:path>
              <a:moveTo>
                <a:pt x="0" y="0"/>
              </a:moveTo>
              <a:lnTo>
                <a:pt x="0" y="2571343"/>
              </a:lnTo>
              <a:lnTo>
                <a:pt x="205160" y="2571343"/>
              </a:lnTo>
            </a:path>
          </a:pathLst>
        </a:custGeom>
        <a:noFill/>
        <a:ln w="48000" cap="flat" cmpd="thickThin"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AFEB10-AD30-456D-B75E-CA4BE2987C98}">
      <dsp:nvSpPr>
        <dsp:cNvPr id="0" name=""/>
        <dsp:cNvSpPr/>
      </dsp:nvSpPr>
      <dsp:spPr>
        <a:xfrm>
          <a:off x="6890179" y="1656841"/>
          <a:ext cx="205160" cy="1600250"/>
        </a:xfrm>
        <a:custGeom>
          <a:avLst/>
          <a:gdLst/>
          <a:ahLst/>
          <a:cxnLst/>
          <a:rect l="0" t="0" r="0" b="0"/>
          <a:pathLst>
            <a:path>
              <a:moveTo>
                <a:pt x="0" y="0"/>
              </a:moveTo>
              <a:lnTo>
                <a:pt x="0" y="1600250"/>
              </a:lnTo>
              <a:lnTo>
                <a:pt x="205160" y="1600250"/>
              </a:lnTo>
            </a:path>
          </a:pathLst>
        </a:custGeom>
        <a:noFill/>
        <a:ln w="48000" cap="flat" cmpd="thickThin"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EACE1A-1CC1-4507-8DB7-3C8C6A6B44CA}">
      <dsp:nvSpPr>
        <dsp:cNvPr id="0" name=""/>
        <dsp:cNvSpPr/>
      </dsp:nvSpPr>
      <dsp:spPr>
        <a:xfrm>
          <a:off x="6890179" y="1656841"/>
          <a:ext cx="205160" cy="629158"/>
        </a:xfrm>
        <a:custGeom>
          <a:avLst/>
          <a:gdLst/>
          <a:ahLst/>
          <a:cxnLst/>
          <a:rect l="0" t="0" r="0" b="0"/>
          <a:pathLst>
            <a:path>
              <a:moveTo>
                <a:pt x="0" y="0"/>
              </a:moveTo>
              <a:lnTo>
                <a:pt x="0" y="629158"/>
              </a:lnTo>
              <a:lnTo>
                <a:pt x="205160" y="629158"/>
              </a:lnTo>
            </a:path>
          </a:pathLst>
        </a:custGeom>
        <a:noFill/>
        <a:ln w="48000" cap="flat" cmpd="thickThin"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0D4D3F-A880-4678-BA82-AEC37F327A75}">
      <dsp:nvSpPr>
        <dsp:cNvPr id="0" name=""/>
        <dsp:cNvSpPr/>
      </dsp:nvSpPr>
      <dsp:spPr>
        <a:xfrm>
          <a:off x="5018809" y="685749"/>
          <a:ext cx="2418464" cy="287224"/>
        </a:xfrm>
        <a:custGeom>
          <a:avLst/>
          <a:gdLst/>
          <a:ahLst/>
          <a:cxnLst/>
          <a:rect l="0" t="0" r="0" b="0"/>
          <a:pathLst>
            <a:path>
              <a:moveTo>
                <a:pt x="0" y="0"/>
              </a:moveTo>
              <a:lnTo>
                <a:pt x="0" y="143612"/>
              </a:lnTo>
              <a:lnTo>
                <a:pt x="2418464" y="143612"/>
              </a:lnTo>
              <a:lnTo>
                <a:pt x="2418464" y="287224"/>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7D4713-958D-4D3B-BD47-99DF73DF237B}">
      <dsp:nvSpPr>
        <dsp:cNvPr id="0" name=""/>
        <dsp:cNvSpPr/>
      </dsp:nvSpPr>
      <dsp:spPr>
        <a:xfrm>
          <a:off x="5018809" y="685749"/>
          <a:ext cx="474303" cy="287224"/>
        </a:xfrm>
        <a:custGeom>
          <a:avLst/>
          <a:gdLst/>
          <a:ahLst/>
          <a:cxnLst/>
          <a:rect l="0" t="0" r="0" b="0"/>
          <a:pathLst>
            <a:path>
              <a:moveTo>
                <a:pt x="0" y="0"/>
              </a:moveTo>
              <a:lnTo>
                <a:pt x="0" y="143612"/>
              </a:lnTo>
              <a:lnTo>
                <a:pt x="474303" y="143612"/>
              </a:lnTo>
              <a:lnTo>
                <a:pt x="474303" y="287224"/>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C529D8-7D43-4AEA-9939-3CB23742EB6D}">
      <dsp:nvSpPr>
        <dsp:cNvPr id="0" name=""/>
        <dsp:cNvSpPr/>
      </dsp:nvSpPr>
      <dsp:spPr>
        <a:xfrm>
          <a:off x="3548951" y="685749"/>
          <a:ext cx="1469857" cy="287224"/>
        </a:xfrm>
        <a:custGeom>
          <a:avLst/>
          <a:gdLst/>
          <a:ahLst/>
          <a:cxnLst/>
          <a:rect l="0" t="0" r="0" b="0"/>
          <a:pathLst>
            <a:path>
              <a:moveTo>
                <a:pt x="1469857" y="0"/>
              </a:moveTo>
              <a:lnTo>
                <a:pt x="1469857" y="143612"/>
              </a:lnTo>
              <a:lnTo>
                <a:pt x="0" y="143612"/>
              </a:lnTo>
              <a:lnTo>
                <a:pt x="0" y="287224"/>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A0CA78-6C75-47E5-8D29-4AB28E32E0E8}">
      <dsp:nvSpPr>
        <dsp:cNvPr id="0" name=""/>
        <dsp:cNvSpPr/>
      </dsp:nvSpPr>
      <dsp:spPr>
        <a:xfrm>
          <a:off x="1419687" y="685749"/>
          <a:ext cx="3599121" cy="287224"/>
        </a:xfrm>
        <a:custGeom>
          <a:avLst/>
          <a:gdLst/>
          <a:ahLst/>
          <a:cxnLst/>
          <a:rect l="0" t="0" r="0" b="0"/>
          <a:pathLst>
            <a:path>
              <a:moveTo>
                <a:pt x="3599121" y="0"/>
              </a:moveTo>
              <a:lnTo>
                <a:pt x="3599121" y="143612"/>
              </a:lnTo>
              <a:lnTo>
                <a:pt x="0" y="143612"/>
              </a:lnTo>
              <a:lnTo>
                <a:pt x="0" y="287224"/>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96BAB6-3549-4DC7-A1B7-28A10EF12C51}">
      <dsp:nvSpPr>
        <dsp:cNvPr id="0" name=""/>
        <dsp:cNvSpPr/>
      </dsp:nvSpPr>
      <dsp:spPr>
        <a:xfrm>
          <a:off x="3751116" y="1881"/>
          <a:ext cx="2535385" cy="68386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US" sz="2000" kern="1200" dirty="0"/>
            <a:t>Motives for a Hacker</a:t>
          </a:r>
          <a:endParaRPr lang="x-none" sz="2000" kern="1200" dirty="0"/>
        </a:p>
      </dsp:txBody>
      <dsp:txXfrm>
        <a:off x="3751116" y="1881"/>
        <a:ext cx="2535385" cy="683867"/>
      </dsp:txXfrm>
    </dsp:sp>
    <dsp:sp modelId="{940B0157-19F8-4135-B1C4-D734E92AC146}">
      <dsp:nvSpPr>
        <dsp:cNvPr id="0" name=""/>
        <dsp:cNvSpPr/>
      </dsp:nvSpPr>
      <dsp:spPr>
        <a:xfrm>
          <a:off x="261516" y="972973"/>
          <a:ext cx="2316342" cy="68386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US" sz="2000" kern="1200" dirty="0"/>
            <a:t>Challenge/Prestige</a:t>
          </a:r>
          <a:endParaRPr lang="x-none" sz="2000" kern="1200" dirty="0"/>
        </a:p>
      </dsp:txBody>
      <dsp:txXfrm>
        <a:off x="261516" y="972973"/>
        <a:ext cx="2316342" cy="683867"/>
      </dsp:txXfrm>
    </dsp:sp>
    <dsp:sp modelId="{CC849605-DA54-4C6E-BF76-554FDA9016D1}">
      <dsp:nvSpPr>
        <dsp:cNvPr id="0" name=""/>
        <dsp:cNvSpPr/>
      </dsp:nvSpPr>
      <dsp:spPr>
        <a:xfrm>
          <a:off x="2865083" y="972973"/>
          <a:ext cx="1367735" cy="68386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US" sz="2000" kern="1200" dirty="0"/>
            <a:t>Curiosity</a:t>
          </a:r>
          <a:endParaRPr lang="x-none" sz="2000" kern="1200" dirty="0"/>
        </a:p>
      </dsp:txBody>
      <dsp:txXfrm>
        <a:off x="2865083" y="972973"/>
        <a:ext cx="1367735" cy="683867"/>
      </dsp:txXfrm>
    </dsp:sp>
    <dsp:sp modelId="{D19E272D-1210-4B9E-B081-3EEC1561D2C0}">
      <dsp:nvSpPr>
        <dsp:cNvPr id="0" name=""/>
        <dsp:cNvSpPr/>
      </dsp:nvSpPr>
      <dsp:spPr>
        <a:xfrm>
          <a:off x="4520043" y="972973"/>
          <a:ext cx="1946137" cy="68386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US" sz="2000" kern="1200" dirty="0"/>
            <a:t>Use/Leverage</a:t>
          </a:r>
          <a:endParaRPr lang="x-none" sz="2000" kern="1200" dirty="0"/>
        </a:p>
      </dsp:txBody>
      <dsp:txXfrm>
        <a:off x="4520043" y="972973"/>
        <a:ext cx="1946137" cy="683867"/>
      </dsp:txXfrm>
    </dsp:sp>
    <dsp:sp modelId="{2E3EB9E6-3767-4EA7-B79F-15337B527C60}">
      <dsp:nvSpPr>
        <dsp:cNvPr id="0" name=""/>
        <dsp:cNvSpPr/>
      </dsp:nvSpPr>
      <dsp:spPr>
        <a:xfrm>
          <a:off x="6753405" y="972973"/>
          <a:ext cx="1367735" cy="68386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US" sz="2000" kern="1200"/>
            <a:t>Vandalize</a:t>
          </a:r>
          <a:endParaRPr lang="x-none" sz="2000" kern="1200"/>
        </a:p>
      </dsp:txBody>
      <dsp:txXfrm>
        <a:off x="6753405" y="972973"/>
        <a:ext cx="1367735" cy="683867"/>
      </dsp:txXfrm>
    </dsp:sp>
    <dsp:sp modelId="{E71C0ECA-EF17-42A4-BF52-CF6F056EDA84}">
      <dsp:nvSpPr>
        <dsp:cNvPr id="0" name=""/>
        <dsp:cNvSpPr/>
      </dsp:nvSpPr>
      <dsp:spPr>
        <a:xfrm>
          <a:off x="7095339" y="1944066"/>
          <a:ext cx="1367735" cy="68386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US" sz="2000" kern="1200"/>
            <a:t>Defacing</a:t>
          </a:r>
          <a:endParaRPr lang="x-none" sz="2000" kern="1200"/>
        </a:p>
      </dsp:txBody>
      <dsp:txXfrm>
        <a:off x="7095339" y="1944066"/>
        <a:ext cx="1367735" cy="683867"/>
      </dsp:txXfrm>
    </dsp:sp>
    <dsp:sp modelId="{6E6000F2-8A07-4244-B7A9-0C96D0F5F97C}">
      <dsp:nvSpPr>
        <dsp:cNvPr id="0" name=""/>
        <dsp:cNvSpPr/>
      </dsp:nvSpPr>
      <dsp:spPr>
        <a:xfrm>
          <a:off x="7095339" y="2915158"/>
          <a:ext cx="1367735" cy="68386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US" sz="2000" kern="1200"/>
            <a:t>Destruction</a:t>
          </a:r>
          <a:endParaRPr lang="x-none" sz="2000" kern="1200"/>
        </a:p>
      </dsp:txBody>
      <dsp:txXfrm>
        <a:off x="7095339" y="2915158"/>
        <a:ext cx="1367735" cy="683867"/>
      </dsp:txXfrm>
    </dsp:sp>
    <dsp:sp modelId="{6DFC9E49-C584-4005-AA1B-E966E44A0DAE}">
      <dsp:nvSpPr>
        <dsp:cNvPr id="0" name=""/>
        <dsp:cNvSpPr/>
      </dsp:nvSpPr>
      <dsp:spPr>
        <a:xfrm>
          <a:off x="7095339" y="3886250"/>
          <a:ext cx="1367735" cy="68386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US" sz="2000" kern="1200" dirty="0"/>
            <a:t>Denial of Service</a:t>
          </a:r>
          <a:endParaRPr lang="x-none" sz="2000" kern="1200" dirty="0"/>
        </a:p>
      </dsp:txBody>
      <dsp:txXfrm>
        <a:off x="7095339" y="3886250"/>
        <a:ext cx="1367735" cy="683867"/>
      </dsp:txXfrm>
    </dsp:sp>
    <dsp:sp modelId="{8EE0564A-E050-4A56-B716-BD838F9FAEB2}">
      <dsp:nvSpPr>
        <dsp:cNvPr id="0" name=""/>
        <dsp:cNvSpPr/>
      </dsp:nvSpPr>
      <dsp:spPr>
        <a:xfrm>
          <a:off x="8408365" y="972973"/>
          <a:ext cx="1367735" cy="68386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US" sz="2000" kern="1200" dirty="0"/>
            <a:t>Steal</a:t>
          </a:r>
          <a:endParaRPr lang="x-none" sz="2000" kern="1200" dirty="0"/>
        </a:p>
      </dsp:txBody>
      <dsp:txXfrm>
        <a:off x="8408365" y="972973"/>
        <a:ext cx="1367735" cy="6838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14895A-D07B-4E58-8289-97DC3311FA96}">
      <dsp:nvSpPr>
        <dsp:cNvPr id="0" name=""/>
        <dsp:cNvSpPr/>
      </dsp:nvSpPr>
      <dsp:spPr>
        <a:xfrm>
          <a:off x="0" y="1371599"/>
          <a:ext cx="9982200" cy="182880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E8B50E-7B1D-475A-A9CD-D30FCFBC9427}">
      <dsp:nvSpPr>
        <dsp:cNvPr id="0" name=""/>
        <dsp:cNvSpPr/>
      </dsp:nvSpPr>
      <dsp:spPr>
        <a:xfrm>
          <a:off x="346" y="0"/>
          <a:ext cx="1617697"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ctr" defTabSz="577850" rtl="0">
            <a:lnSpc>
              <a:spcPct val="90000"/>
            </a:lnSpc>
            <a:spcBef>
              <a:spcPct val="0"/>
            </a:spcBef>
            <a:spcAft>
              <a:spcPct val="35000"/>
            </a:spcAft>
            <a:buNone/>
          </a:pPr>
          <a:r>
            <a:rPr lang="en-GB" sz="1300" kern="1200"/>
            <a:t>Assemble </a:t>
          </a:r>
          <a:r>
            <a:rPr lang="en-GB" sz="1300" kern="1200" dirty="0"/>
            <a:t>the Threat Modeling Team</a:t>
          </a:r>
          <a:endParaRPr lang="x-none" sz="1300" kern="1200" dirty="0"/>
        </a:p>
      </dsp:txBody>
      <dsp:txXfrm>
        <a:off x="346" y="0"/>
        <a:ext cx="1617697" cy="1828800"/>
      </dsp:txXfrm>
    </dsp:sp>
    <dsp:sp modelId="{8E8ECF98-43BF-484E-835A-BF27EE5C67D8}">
      <dsp:nvSpPr>
        <dsp:cNvPr id="0" name=""/>
        <dsp:cNvSpPr/>
      </dsp:nvSpPr>
      <dsp:spPr>
        <a:xfrm>
          <a:off x="580595" y="2057400"/>
          <a:ext cx="457200" cy="457200"/>
        </a:xfrm>
        <a:prstGeom prst="ellipse">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2187A0-DF22-49CC-B7E3-69B55FBA1C88}">
      <dsp:nvSpPr>
        <dsp:cNvPr id="0" name=""/>
        <dsp:cNvSpPr/>
      </dsp:nvSpPr>
      <dsp:spPr>
        <a:xfrm>
          <a:off x="1667229" y="2743199"/>
          <a:ext cx="98371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ctr" defTabSz="577850" rtl="0">
            <a:lnSpc>
              <a:spcPct val="90000"/>
            </a:lnSpc>
            <a:spcBef>
              <a:spcPct val="0"/>
            </a:spcBef>
            <a:spcAft>
              <a:spcPct val="35000"/>
            </a:spcAft>
            <a:buNone/>
          </a:pPr>
          <a:r>
            <a:rPr lang="en-GB" sz="1300" kern="1200" dirty="0"/>
            <a:t>Identify the Assets</a:t>
          </a:r>
          <a:endParaRPr lang="x-none" sz="1300" kern="1200" dirty="0"/>
        </a:p>
      </dsp:txBody>
      <dsp:txXfrm>
        <a:off x="1667229" y="2743199"/>
        <a:ext cx="983719" cy="1828800"/>
      </dsp:txXfrm>
    </dsp:sp>
    <dsp:sp modelId="{2E9CE50D-BD9C-4647-900A-B21A81D4335F}">
      <dsp:nvSpPr>
        <dsp:cNvPr id="0" name=""/>
        <dsp:cNvSpPr/>
      </dsp:nvSpPr>
      <dsp:spPr>
        <a:xfrm>
          <a:off x="1930489" y="2057400"/>
          <a:ext cx="457200" cy="457200"/>
        </a:xfrm>
        <a:prstGeom prst="ellipse">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AA6AE5-A308-453B-A6B2-D84956E63205}">
      <dsp:nvSpPr>
        <dsp:cNvPr id="0" name=""/>
        <dsp:cNvSpPr/>
      </dsp:nvSpPr>
      <dsp:spPr>
        <a:xfrm>
          <a:off x="2700135" y="0"/>
          <a:ext cx="172268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rtl="0">
            <a:lnSpc>
              <a:spcPct val="90000"/>
            </a:lnSpc>
            <a:spcBef>
              <a:spcPct val="0"/>
            </a:spcBef>
            <a:spcAft>
              <a:spcPct val="35000"/>
            </a:spcAft>
            <a:buNone/>
          </a:pPr>
          <a:r>
            <a:rPr lang="en-GB" sz="1200" kern="1200" dirty="0"/>
            <a:t>Create an Architecture Overview</a:t>
          </a:r>
          <a:endParaRPr lang="x-none" sz="1200" kern="1200" dirty="0"/>
        </a:p>
      </dsp:txBody>
      <dsp:txXfrm>
        <a:off x="2700135" y="0"/>
        <a:ext cx="1722689" cy="1828800"/>
      </dsp:txXfrm>
    </dsp:sp>
    <dsp:sp modelId="{0E65FDAE-E10E-49C3-A1E0-3A8F252B441C}">
      <dsp:nvSpPr>
        <dsp:cNvPr id="0" name=""/>
        <dsp:cNvSpPr/>
      </dsp:nvSpPr>
      <dsp:spPr>
        <a:xfrm>
          <a:off x="3332879" y="2057400"/>
          <a:ext cx="457200" cy="457200"/>
        </a:xfrm>
        <a:prstGeom prst="ellipse">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4312DD-354D-4572-BE23-A4D8A0CEB5F6}">
      <dsp:nvSpPr>
        <dsp:cNvPr id="0" name=""/>
        <dsp:cNvSpPr/>
      </dsp:nvSpPr>
      <dsp:spPr>
        <a:xfrm>
          <a:off x="4472010" y="2743199"/>
          <a:ext cx="1412906"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rtl="0">
            <a:lnSpc>
              <a:spcPct val="90000"/>
            </a:lnSpc>
            <a:spcBef>
              <a:spcPct val="0"/>
            </a:spcBef>
            <a:spcAft>
              <a:spcPct val="35000"/>
            </a:spcAft>
            <a:buNone/>
          </a:pPr>
          <a:r>
            <a:rPr lang="en-GB" sz="1200" kern="1200" dirty="0"/>
            <a:t>Decompose the Application</a:t>
          </a:r>
          <a:endParaRPr lang="x-none" sz="1200" kern="1200" dirty="0"/>
        </a:p>
      </dsp:txBody>
      <dsp:txXfrm>
        <a:off x="4472010" y="2743199"/>
        <a:ext cx="1412906" cy="1828800"/>
      </dsp:txXfrm>
    </dsp:sp>
    <dsp:sp modelId="{5D6CB356-2301-4570-8102-32C98CA2177B}">
      <dsp:nvSpPr>
        <dsp:cNvPr id="0" name=""/>
        <dsp:cNvSpPr/>
      </dsp:nvSpPr>
      <dsp:spPr>
        <a:xfrm>
          <a:off x="4949863" y="2057400"/>
          <a:ext cx="457200" cy="457200"/>
        </a:xfrm>
        <a:prstGeom prst="ellipse">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877E6E-481A-4504-B3D4-DA03A6D8E0A0}">
      <dsp:nvSpPr>
        <dsp:cNvPr id="0" name=""/>
        <dsp:cNvSpPr/>
      </dsp:nvSpPr>
      <dsp:spPr>
        <a:xfrm>
          <a:off x="5934103" y="0"/>
          <a:ext cx="98371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rtl="0">
            <a:lnSpc>
              <a:spcPct val="90000"/>
            </a:lnSpc>
            <a:spcBef>
              <a:spcPct val="0"/>
            </a:spcBef>
            <a:spcAft>
              <a:spcPct val="35000"/>
            </a:spcAft>
            <a:buNone/>
          </a:pPr>
          <a:r>
            <a:rPr lang="en-GB" sz="1200" kern="1200"/>
            <a:t>Identify the Threats</a:t>
          </a:r>
          <a:endParaRPr lang="x-none" sz="1200" kern="1200"/>
        </a:p>
      </dsp:txBody>
      <dsp:txXfrm>
        <a:off x="5934103" y="0"/>
        <a:ext cx="983719" cy="1828800"/>
      </dsp:txXfrm>
    </dsp:sp>
    <dsp:sp modelId="{895C7EDB-14A9-4A11-9F4C-928DD931FEB8}">
      <dsp:nvSpPr>
        <dsp:cNvPr id="0" name=""/>
        <dsp:cNvSpPr/>
      </dsp:nvSpPr>
      <dsp:spPr>
        <a:xfrm>
          <a:off x="6197362" y="2057400"/>
          <a:ext cx="457200" cy="457200"/>
        </a:xfrm>
        <a:prstGeom prst="ellipse">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B469F4-6690-49D3-BDDF-195DEE3570CD}">
      <dsp:nvSpPr>
        <dsp:cNvPr id="0" name=""/>
        <dsp:cNvSpPr/>
      </dsp:nvSpPr>
      <dsp:spPr>
        <a:xfrm>
          <a:off x="6967008" y="2743199"/>
          <a:ext cx="98371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rtl="0">
            <a:lnSpc>
              <a:spcPct val="90000"/>
            </a:lnSpc>
            <a:spcBef>
              <a:spcPct val="0"/>
            </a:spcBef>
            <a:spcAft>
              <a:spcPct val="35000"/>
            </a:spcAft>
            <a:buNone/>
          </a:pPr>
          <a:r>
            <a:rPr lang="en-GB" sz="1200" kern="1200"/>
            <a:t>Document the Threats</a:t>
          </a:r>
          <a:endParaRPr lang="x-none" sz="1200" kern="1200"/>
        </a:p>
      </dsp:txBody>
      <dsp:txXfrm>
        <a:off x="6967008" y="2743199"/>
        <a:ext cx="983719" cy="1828800"/>
      </dsp:txXfrm>
    </dsp:sp>
    <dsp:sp modelId="{BF2D86D7-FC1A-4933-B4C8-0E2F9B96FC7C}">
      <dsp:nvSpPr>
        <dsp:cNvPr id="0" name=""/>
        <dsp:cNvSpPr/>
      </dsp:nvSpPr>
      <dsp:spPr>
        <a:xfrm>
          <a:off x="7230268" y="2057400"/>
          <a:ext cx="457200" cy="457200"/>
        </a:xfrm>
        <a:prstGeom prst="ellipse">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D19B86-81B6-434A-B9B8-069A6FA8811F}">
      <dsp:nvSpPr>
        <dsp:cNvPr id="0" name=""/>
        <dsp:cNvSpPr/>
      </dsp:nvSpPr>
      <dsp:spPr>
        <a:xfrm>
          <a:off x="7999914" y="0"/>
          <a:ext cx="98371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rtl="0">
            <a:lnSpc>
              <a:spcPct val="90000"/>
            </a:lnSpc>
            <a:spcBef>
              <a:spcPct val="0"/>
            </a:spcBef>
            <a:spcAft>
              <a:spcPct val="35000"/>
            </a:spcAft>
            <a:buNone/>
          </a:pPr>
          <a:r>
            <a:rPr lang="en-GB" sz="1200" kern="1200"/>
            <a:t>Rank the Threats</a:t>
          </a:r>
          <a:endParaRPr lang="x-none" sz="1200" kern="1200"/>
        </a:p>
      </dsp:txBody>
      <dsp:txXfrm>
        <a:off x="7999914" y="0"/>
        <a:ext cx="983719" cy="1828800"/>
      </dsp:txXfrm>
    </dsp:sp>
    <dsp:sp modelId="{F89CAB94-3D5F-4F3C-8982-E9C1FCA6D84A}">
      <dsp:nvSpPr>
        <dsp:cNvPr id="0" name=""/>
        <dsp:cNvSpPr/>
      </dsp:nvSpPr>
      <dsp:spPr>
        <a:xfrm>
          <a:off x="8263173" y="2057400"/>
          <a:ext cx="457200" cy="457200"/>
        </a:xfrm>
        <a:prstGeom prst="ellipse">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9AA633-4FC9-473F-BE1C-D80BD21D0273}">
      <dsp:nvSpPr>
        <dsp:cNvPr id="0" name=""/>
        <dsp:cNvSpPr/>
      </dsp:nvSpPr>
      <dsp:spPr>
        <a:xfrm>
          <a:off x="0" y="0"/>
          <a:ext cx="7491846" cy="41702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What is the Threat to the system</a:t>
          </a:r>
          <a:endParaRPr lang="x-none" sz="2000" kern="1200" dirty="0"/>
        </a:p>
      </dsp:txBody>
      <dsp:txXfrm>
        <a:off x="20358" y="20358"/>
        <a:ext cx="7451130" cy="376312"/>
      </dsp:txXfrm>
    </dsp:sp>
    <dsp:sp modelId="{B84FC1EC-E5C6-4543-9A88-1F6EFAD6772B}">
      <dsp:nvSpPr>
        <dsp:cNvPr id="0" name=""/>
        <dsp:cNvSpPr/>
      </dsp:nvSpPr>
      <dsp:spPr>
        <a:xfrm>
          <a:off x="0" y="424561"/>
          <a:ext cx="7491846" cy="41702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t>Target </a:t>
          </a:r>
          <a:endParaRPr lang="x-none" sz="2000" kern="1200"/>
        </a:p>
      </dsp:txBody>
      <dsp:txXfrm>
        <a:off x="20358" y="444919"/>
        <a:ext cx="7451130" cy="376312"/>
      </dsp:txXfrm>
    </dsp:sp>
    <dsp:sp modelId="{CCBB5811-D220-4178-BDD7-0300689D7D6F}">
      <dsp:nvSpPr>
        <dsp:cNvPr id="0" name=""/>
        <dsp:cNvSpPr/>
      </dsp:nvSpPr>
      <dsp:spPr>
        <a:xfrm>
          <a:off x="0" y="848664"/>
          <a:ext cx="7491846" cy="41702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What form the attack might take</a:t>
          </a:r>
          <a:endParaRPr lang="x-none" sz="2000" kern="1200" dirty="0"/>
        </a:p>
      </dsp:txBody>
      <dsp:txXfrm>
        <a:off x="20358" y="869022"/>
        <a:ext cx="7451130" cy="376312"/>
      </dsp:txXfrm>
    </dsp:sp>
    <dsp:sp modelId="{3202B3CF-7F8E-4A1C-ACFB-42BBE6F96AA7}">
      <dsp:nvSpPr>
        <dsp:cNvPr id="0" name=""/>
        <dsp:cNvSpPr/>
      </dsp:nvSpPr>
      <dsp:spPr>
        <a:xfrm>
          <a:off x="0" y="1273226"/>
          <a:ext cx="7491846" cy="41702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What countermeasures the system will use to prevent an attack</a:t>
          </a:r>
          <a:endParaRPr lang="x-none" sz="2000" kern="1200" dirty="0"/>
        </a:p>
      </dsp:txBody>
      <dsp:txXfrm>
        <a:off x="20358" y="1293584"/>
        <a:ext cx="7451130" cy="3763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CC6C4B-2C8F-431B-BA82-7B442E4292DC}">
      <dsp:nvSpPr>
        <dsp:cNvPr id="0" name=""/>
        <dsp:cNvSpPr/>
      </dsp:nvSpPr>
      <dsp:spPr>
        <a:xfrm>
          <a:off x="4991100" y="1250196"/>
          <a:ext cx="4148760" cy="305150"/>
        </a:xfrm>
        <a:custGeom>
          <a:avLst/>
          <a:gdLst/>
          <a:ahLst/>
          <a:cxnLst/>
          <a:rect l="0" t="0" r="0" b="0"/>
          <a:pathLst>
            <a:path>
              <a:moveTo>
                <a:pt x="0" y="0"/>
              </a:moveTo>
              <a:lnTo>
                <a:pt x="0" y="152575"/>
              </a:lnTo>
              <a:lnTo>
                <a:pt x="4148760" y="152575"/>
              </a:lnTo>
              <a:lnTo>
                <a:pt x="4148760" y="305150"/>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31ED13D-C867-47BA-BC0B-6E8F1C981063}">
      <dsp:nvSpPr>
        <dsp:cNvPr id="0" name=""/>
        <dsp:cNvSpPr/>
      </dsp:nvSpPr>
      <dsp:spPr>
        <a:xfrm>
          <a:off x="4991100" y="1250196"/>
          <a:ext cx="2164003" cy="305150"/>
        </a:xfrm>
        <a:custGeom>
          <a:avLst/>
          <a:gdLst/>
          <a:ahLst/>
          <a:cxnLst/>
          <a:rect l="0" t="0" r="0" b="0"/>
          <a:pathLst>
            <a:path>
              <a:moveTo>
                <a:pt x="0" y="0"/>
              </a:moveTo>
              <a:lnTo>
                <a:pt x="0" y="152575"/>
              </a:lnTo>
              <a:lnTo>
                <a:pt x="2164003" y="152575"/>
              </a:lnTo>
              <a:lnTo>
                <a:pt x="2164003" y="305150"/>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DEBB1E-EA3D-4D82-80FD-66C8FF6BB555}">
      <dsp:nvSpPr>
        <dsp:cNvPr id="0" name=""/>
        <dsp:cNvSpPr/>
      </dsp:nvSpPr>
      <dsp:spPr>
        <a:xfrm>
          <a:off x="4991100" y="1250196"/>
          <a:ext cx="229298" cy="305150"/>
        </a:xfrm>
        <a:custGeom>
          <a:avLst/>
          <a:gdLst/>
          <a:ahLst/>
          <a:cxnLst/>
          <a:rect l="0" t="0" r="0" b="0"/>
          <a:pathLst>
            <a:path>
              <a:moveTo>
                <a:pt x="0" y="0"/>
              </a:moveTo>
              <a:lnTo>
                <a:pt x="0" y="152575"/>
              </a:lnTo>
              <a:lnTo>
                <a:pt x="229298" y="152575"/>
              </a:lnTo>
              <a:lnTo>
                <a:pt x="229298" y="305150"/>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015AD5-9761-4E9E-8146-2F1842BC6D49}">
      <dsp:nvSpPr>
        <dsp:cNvPr id="0" name=""/>
        <dsp:cNvSpPr/>
      </dsp:nvSpPr>
      <dsp:spPr>
        <a:xfrm>
          <a:off x="3187043" y="1250196"/>
          <a:ext cx="1804056" cy="305150"/>
        </a:xfrm>
        <a:custGeom>
          <a:avLst/>
          <a:gdLst/>
          <a:ahLst/>
          <a:cxnLst/>
          <a:rect l="0" t="0" r="0" b="0"/>
          <a:pathLst>
            <a:path>
              <a:moveTo>
                <a:pt x="1804056" y="0"/>
              </a:moveTo>
              <a:lnTo>
                <a:pt x="1804056" y="152575"/>
              </a:lnTo>
              <a:lnTo>
                <a:pt x="0" y="152575"/>
              </a:lnTo>
              <a:lnTo>
                <a:pt x="0" y="305150"/>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4E377E-0B02-4C68-AE5B-84B105AF0FE6}">
      <dsp:nvSpPr>
        <dsp:cNvPr id="0" name=""/>
        <dsp:cNvSpPr/>
      </dsp:nvSpPr>
      <dsp:spPr>
        <a:xfrm>
          <a:off x="972987" y="1250196"/>
          <a:ext cx="4018112" cy="305150"/>
        </a:xfrm>
        <a:custGeom>
          <a:avLst/>
          <a:gdLst/>
          <a:ahLst/>
          <a:cxnLst/>
          <a:rect l="0" t="0" r="0" b="0"/>
          <a:pathLst>
            <a:path>
              <a:moveTo>
                <a:pt x="4018112" y="0"/>
              </a:moveTo>
              <a:lnTo>
                <a:pt x="4018112" y="152575"/>
              </a:lnTo>
              <a:lnTo>
                <a:pt x="0" y="152575"/>
              </a:lnTo>
              <a:lnTo>
                <a:pt x="0" y="305150"/>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90C6E0-5F54-41B2-B143-B334AA96AB83}">
      <dsp:nvSpPr>
        <dsp:cNvPr id="0" name=""/>
        <dsp:cNvSpPr/>
      </dsp:nvSpPr>
      <dsp:spPr>
        <a:xfrm>
          <a:off x="3871997" y="523647"/>
          <a:ext cx="2238205" cy="726548"/>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US" sz="2000" kern="1200" dirty="0"/>
            <a:t>Concepts Involved in Threats Ranking</a:t>
          </a:r>
          <a:endParaRPr lang="x-none" sz="2000" kern="1200" dirty="0"/>
        </a:p>
      </dsp:txBody>
      <dsp:txXfrm>
        <a:off x="3871997" y="523647"/>
        <a:ext cx="2238205" cy="726548"/>
      </dsp:txXfrm>
    </dsp:sp>
    <dsp:sp modelId="{8636D9CE-D54F-4E1D-B7D1-E0E01590D2D1}">
      <dsp:nvSpPr>
        <dsp:cNvPr id="0" name=""/>
        <dsp:cNvSpPr/>
      </dsp:nvSpPr>
      <dsp:spPr>
        <a:xfrm>
          <a:off x="2013" y="1555346"/>
          <a:ext cx="1941948" cy="726548"/>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b="1" kern="1200" dirty="0"/>
            <a:t>Damage Potential</a:t>
          </a:r>
          <a:endParaRPr lang="x-none" sz="1600" kern="1200" dirty="0"/>
        </a:p>
      </dsp:txBody>
      <dsp:txXfrm>
        <a:off x="2013" y="1555346"/>
        <a:ext cx="1941948" cy="726548"/>
      </dsp:txXfrm>
    </dsp:sp>
    <dsp:sp modelId="{1F27B554-885D-4B63-BDED-CD21F2C4C4DB}">
      <dsp:nvSpPr>
        <dsp:cNvPr id="0" name=""/>
        <dsp:cNvSpPr/>
      </dsp:nvSpPr>
      <dsp:spPr>
        <a:xfrm>
          <a:off x="2249112" y="1555346"/>
          <a:ext cx="1875861" cy="726548"/>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b="1" kern="1200" dirty="0"/>
            <a:t>Reproducibility</a:t>
          </a:r>
          <a:endParaRPr lang="x-none" sz="1600" kern="1200" dirty="0"/>
        </a:p>
      </dsp:txBody>
      <dsp:txXfrm>
        <a:off x="2249112" y="1555346"/>
        <a:ext cx="1875861" cy="726548"/>
      </dsp:txXfrm>
    </dsp:sp>
    <dsp:sp modelId="{74E42EFD-9D1D-462C-9608-89653ED17FB8}">
      <dsp:nvSpPr>
        <dsp:cNvPr id="0" name=""/>
        <dsp:cNvSpPr/>
      </dsp:nvSpPr>
      <dsp:spPr>
        <a:xfrm>
          <a:off x="4430124" y="1555346"/>
          <a:ext cx="1580548" cy="726548"/>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b="1" kern="1200" dirty="0"/>
            <a:t>Exploitability</a:t>
          </a:r>
          <a:endParaRPr lang="x-none" sz="1600" kern="1200" dirty="0"/>
        </a:p>
      </dsp:txBody>
      <dsp:txXfrm>
        <a:off x="4430124" y="1555346"/>
        <a:ext cx="1580548" cy="726548"/>
      </dsp:txXfrm>
    </dsp:sp>
    <dsp:sp modelId="{495EA6FA-AD29-45C3-A5D4-0447C2417277}">
      <dsp:nvSpPr>
        <dsp:cNvPr id="0" name=""/>
        <dsp:cNvSpPr/>
      </dsp:nvSpPr>
      <dsp:spPr>
        <a:xfrm>
          <a:off x="6315823" y="1555346"/>
          <a:ext cx="1678559" cy="726548"/>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b="1" kern="1200" dirty="0"/>
            <a:t>Affected Users</a:t>
          </a:r>
          <a:endParaRPr lang="x-none" sz="1600" kern="1200" dirty="0"/>
        </a:p>
      </dsp:txBody>
      <dsp:txXfrm>
        <a:off x="6315823" y="1555346"/>
        <a:ext cx="1678559" cy="726548"/>
      </dsp:txXfrm>
    </dsp:sp>
    <dsp:sp modelId="{8D7ED14A-0D0E-4CEC-929D-C1FB3C4F65C6}">
      <dsp:nvSpPr>
        <dsp:cNvPr id="0" name=""/>
        <dsp:cNvSpPr/>
      </dsp:nvSpPr>
      <dsp:spPr>
        <a:xfrm>
          <a:off x="8299533" y="1555346"/>
          <a:ext cx="1680652" cy="726548"/>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b="1" kern="1200" dirty="0"/>
            <a:t>Discoverability</a:t>
          </a:r>
          <a:endParaRPr lang="x-none" sz="1600" kern="1200" dirty="0"/>
        </a:p>
      </dsp:txBody>
      <dsp:txXfrm>
        <a:off x="8299533" y="1555346"/>
        <a:ext cx="1680652" cy="72654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pPr/>
              <a:t>12/11/2021</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p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pPr/>
              <a:t>12/11/2021</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p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pPr/>
              <a:t>1</a:t>
            </a:fld>
            <a:endParaRPr lang="en-US"/>
          </a:p>
        </p:txBody>
      </p:sp>
    </p:spTree>
    <p:extLst>
      <p:ext uri="{BB962C8B-B14F-4D97-AF65-F5344CB8AC3E}">
        <p14:creationId xmlns:p14="http://schemas.microsoft.com/office/powerpoint/2010/main" val="1048923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pPr/>
              <a:t>3</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Confidentiality</a:t>
            </a:r>
            <a:r>
              <a:rPr lang="en-GB" sz="1200" kern="1200" dirty="0">
                <a:solidFill>
                  <a:schemeClr val="tx1"/>
                </a:solidFill>
                <a:effectLst/>
                <a:latin typeface="+mn-lt"/>
                <a:ea typeface="+mn-ea"/>
                <a:cs typeface="+mn-cs"/>
              </a:rPr>
              <a:t> is to keep something secret or private.</a:t>
            </a:r>
          </a:p>
          <a:p>
            <a:r>
              <a:rPr lang="en-GB" sz="1200" b="1" kern="1200" dirty="0">
                <a:solidFill>
                  <a:schemeClr val="tx1"/>
                </a:solidFill>
                <a:effectLst/>
                <a:latin typeface="+mn-lt"/>
                <a:ea typeface="+mn-ea"/>
                <a:cs typeface="+mn-cs"/>
              </a:rPr>
              <a:t>Integrity</a:t>
            </a:r>
            <a:r>
              <a:rPr lang="en-GB" sz="1200" kern="1200" dirty="0">
                <a:solidFill>
                  <a:schemeClr val="tx1"/>
                </a:solidFill>
                <a:effectLst/>
                <a:latin typeface="+mn-lt"/>
                <a:ea typeface="+mn-ea"/>
                <a:cs typeface="+mn-cs"/>
              </a:rPr>
              <a:t> means to prevent the system from unauthorized access</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6</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7</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8</a:t>
            </a:fld>
            <a:endParaRPr lang="x-none"/>
          </a:p>
        </p:txBody>
      </p:sp>
    </p:spTree>
    <p:extLst>
      <p:ext uri="{BB962C8B-B14F-4D97-AF65-F5344CB8AC3E}">
        <p14:creationId xmlns:p14="http://schemas.microsoft.com/office/powerpoint/2010/main" val="4176336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9</a:t>
            </a:fld>
            <a:endParaRPr lang="x-none"/>
          </a:p>
        </p:txBody>
      </p:sp>
    </p:spTree>
    <p:extLst>
      <p:ext uri="{BB962C8B-B14F-4D97-AF65-F5344CB8AC3E}">
        <p14:creationId xmlns:p14="http://schemas.microsoft.com/office/powerpoint/2010/main" val="2778678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a:t>
            </a:r>
            <a:r>
              <a:rPr lang="en-GB" baseline="0" dirty="0"/>
              <a:t> the picture, you can see example of defacing. CIA Government website has been hacked and the text appearing on the website has been changed.</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10</a:t>
            </a:fld>
            <a:endParaRPr lang="x-none"/>
          </a:p>
        </p:txBody>
      </p:sp>
    </p:spTree>
    <p:extLst>
      <p:ext uri="{BB962C8B-B14F-4D97-AF65-F5344CB8AC3E}">
        <p14:creationId xmlns:p14="http://schemas.microsoft.com/office/powerpoint/2010/main" val="1871864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12</a:t>
            </a:fld>
            <a:endParaRPr lang="en-GB"/>
          </a:p>
        </p:txBody>
      </p:sp>
    </p:spTree>
    <p:extLst>
      <p:ext uri="{BB962C8B-B14F-4D97-AF65-F5344CB8AC3E}">
        <p14:creationId xmlns:p14="http://schemas.microsoft.com/office/powerpoint/2010/main" val="2306532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14</a:t>
            </a:fld>
            <a:endParaRPr lang="x-none"/>
          </a:p>
        </p:txBody>
      </p:sp>
    </p:spTree>
    <p:extLst>
      <p:ext uri="{BB962C8B-B14F-4D97-AF65-F5344CB8AC3E}">
        <p14:creationId xmlns:p14="http://schemas.microsoft.com/office/powerpoint/2010/main" val="4196768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Create an</a:t>
            </a:r>
            <a:r>
              <a:rPr lang="en-GB" sz="1200" b="1" i="0" kern="1200" baseline="0" dirty="0">
                <a:solidFill>
                  <a:schemeClr val="tx1"/>
                </a:solidFill>
                <a:effectLst/>
                <a:latin typeface="+mn-lt"/>
                <a:ea typeface="+mn-ea"/>
                <a:cs typeface="+mn-cs"/>
              </a:rPr>
              <a:t> Architecture Overview</a:t>
            </a:r>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Point</a:t>
            </a:r>
            <a:r>
              <a:rPr lang="en-GB" sz="1200" b="1" i="0" kern="1200" baseline="0" dirty="0">
                <a:solidFill>
                  <a:schemeClr val="tx1"/>
                </a:solidFill>
                <a:effectLst/>
                <a:latin typeface="+mn-lt"/>
                <a:ea typeface="+mn-ea"/>
                <a:cs typeface="+mn-cs"/>
              </a:rPr>
              <a:t> 3: </a:t>
            </a:r>
            <a:r>
              <a:rPr lang="en-GB" sz="1200" b="0" i="0" kern="1200" dirty="0">
                <a:solidFill>
                  <a:schemeClr val="tx1"/>
                </a:solidFill>
                <a:effectLst/>
                <a:latin typeface="+mn-lt"/>
                <a:ea typeface="+mn-ea"/>
                <a:cs typeface="+mn-cs"/>
              </a:rPr>
              <a:t>In</a:t>
            </a:r>
            <a:r>
              <a:rPr lang="en-GB" sz="1200" b="0" i="0" kern="1200" baseline="0" dirty="0">
                <a:solidFill>
                  <a:schemeClr val="tx1"/>
                </a:solidFill>
                <a:effectLst/>
                <a:latin typeface="+mn-lt"/>
                <a:ea typeface="+mn-ea"/>
                <a:cs typeface="+mn-cs"/>
              </a:rPr>
              <a:t> simple words a </a:t>
            </a:r>
            <a:r>
              <a:rPr lang="en-GB" sz="1200" b="1" i="0" kern="1200" baseline="0" dirty="0">
                <a:solidFill>
                  <a:schemeClr val="tx1"/>
                </a:solidFill>
                <a:effectLst/>
                <a:latin typeface="+mn-lt"/>
                <a:ea typeface="+mn-ea"/>
                <a:cs typeface="+mn-cs"/>
              </a:rPr>
              <a:t>trust boundary </a:t>
            </a:r>
            <a:r>
              <a:rPr lang="en-GB" sz="1200" b="0" i="0" kern="1200" baseline="0" dirty="0">
                <a:solidFill>
                  <a:schemeClr val="tx1"/>
                </a:solidFill>
                <a:effectLst/>
                <a:latin typeface="+mn-lt"/>
                <a:ea typeface="+mn-ea"/>
                <a:cs typeface="+mn-cs"/>
              </a:rPr>
              <a:t>is the extent to which different technologies will interact and share information for the development of a product. You need to determine how secure it is.</a:t>
            </a:r>
          </a:p>
          <a:p>
            <a:r>
              <a:rPr lang="en-GB" b="1" dirty="0"/>
              <a:t>Decompose the Application</a:t>
            </a:r>
          </a:p>
          <a:p>
            <a:r>
              <a:rPr lang="en-GB" b="0" dirty="0"/>
              <a:t>Application</a:t>
            </a:r>
            <a:r>
              <a:rPr lang="en-GB" b="0" baseline="0" dirty="0"/>
              <a:t> is decomposed based on the flow of data.</a:t>
            </a:r>
          </a:p>
          <a:p>
            <a:endParaRPr lang="en-GB" b="0" baseline="0" dirty="0"/>
          </a:p>
          <a:p>
            <a:r>
              <a:rPr lang="en-GB" sz="1200" b="1" i="0" kern="1200" dirty="0">
                <a:solidFill>
                  <a:schemeClr val="tx1"/>
                </a:solidFill>
                <a:effectLst/>
                <a:latin typeface="+mn-lt"/>
                <a:ea typeface="+mn-ea"/>
                <a:cs typeface="+mn-cs"/>
              </a:rPr>
              <a:t>RSS</a:t>
            </a:r>
            <a:r>
              <a:rPr lang="en-GB" sz="1200" b="0" i="0" kern="1200" dirty="0">
                <a:solidFill>
                  <a:schemeClr val="tx1"/>
                </a:solidFill>
                <a:effectLst/>
                <a:latin typeface="+mn-lt"/>
                <a:ea typeface="+mn-ea"/>
                <a:cs typeface="+mn-cs"/>
              </a:rPr>
              <a:t> stands for Really Simple Syndication. It refers to files easily read by a computer called XML files that automatically update information. </a:t>
            </a:r>
            <a:endParaRPr lang="" b="0"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15</a:t>
            </a:fld>
            <a:endParaRPr lang="x-none"/>
          </a:p>
        </p:txBody>
      </p:sp>
    </p:spTree>
    <p:extLst>
      <p:ext uri="{BB962C8B-B14F-4D97-AF65-F5344CB8AC3E}">
        <p14:creationId xmlns:p14="http://schemas.microsoft.com/office/powerpoint/2010/main" val="1359202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19</a:t>
            </a:fld>
            <a:endParaRPr lang="x-none"/>
          </a:p>
        </p:txBody>
      </p:sp>
    </p:spTree>
    <p:extLst>
      <p:ext uri="{BB962C8B-B14F-4D97-AF65-F5344CB8AC3E}">
        <p14:creationId xmlns:p14="http://schemas.microsoft.com/office/powerpoint/2010/main" val="4193225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In this slide, there</a:t>
            </a:r>
            <a:r>
              <a:rPr lang="en-GB" sz="1200" b="0" i="0" kern="1200" baseline="0" dirty="0">
                <a:solidFill>
                  <a:schemeClr val="tx1"/>
                </a:solidFill>
                <a:effectLst/>
                <a:latin typeface="+mn-lt"/>
                <a:ea typeface="+mn-ea"/>
                <a:cs typeface="+mn-cs"/>
              </a:rPr>
              <a:t> are two functions.</a:t>
            </a:r>
          </a:p>
          <a:p>
            <a:r>
              <a:rPr lang="en-GB" sz="1200" b="0" i="0" kern="1200" baseline="0" dirty="0" err="1">
                <a:solidFill>
                  <a:schemeClr val="tx1"/>
                </a:solidFill>
                <a:effectLst/>
                <a:latin typeface="+mn-lt"/>
                <a:ea typeface="+mn-ea"/>
                <a:cs typeface="+mn-cs"/>
              </a:rPr>
              <a:t>myBufferCopy</a:t>
            </a:r>
            <a:r>
              <a:rPr lang="en-GB" sz="1200" b="0" i="0" kern="1200" baseline="0" dirty="0">
                <a:solidFill>
                  <a:schemeClr val="tx1"/>
                </a:solidFill>
                <a:effectLst/>
                <a:latin typeface="+mn-lt"/>
                <a:ea typeface="+mn-ea"/>
                <a:cs typeface="+mn-cs"/>
              </a:rPr>
              <a:t> – used to copy the passed value through pointer parameter</a:t>
            </a:r>
          </a:p>
          <a:p>
            <a:r>
              <a:rPr lang="en-GB" sz="1200" b="0" i="0" kern="1200" baseline="0" dirty="0">
                <a:solidFill>
                  <a:schemeClr val="tx1"/>
                </a:solidFill>
                <a:effectLst/>
                <a:latin typeface="+mn-lt"/>
                <a:ea typeface="+mn-ea"/>
                <a:cs typeface="+mn-cs"/>
              </a:rPr>
              <a:t>My Validate – used to validate a user password</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Do you see the problem? The size of the input string, </a:t>
            </a:r>
            <a:r>
              <a:rPr lang="en-GB" dirty="0" err="1"/>
              <a:t>pSourceStr</a:t>
            </a:r>
            <a:r>
              <a:rPr lang="en-GB" sz="1200" b="0" i="0" kern="1200" dirty="0">
                <a:solidFill>
                  <a:schemeClr val="tx1"/>
                </a:solidFill>
                <a:effectLst/>
                <a:latin typeface="+mn-lt"/>
                <a:ea typeface="+mn-ea"/>
                <a:cs typeface="+mn-cs"/>
              </a:rPr>
              <a:t>, is unknown. The size of the destination string, </a:t>
            </a:r>
            <a:r>
              <a:rPr lang="en-GB" dirty="0" err="1"/>
              <a:t>pDestStr</a:t>
            </a:r>
            <a:r>
              <a:rPr lang="en-GB" sz="1200" b="0" i="0" kern="1200" dirty="0">
                <a:solidFill>
                  <a:schemeClr val="tx1"/>
                </a:solidFill>
                <a:effectLst/>
                <a:latin typeface="+mn-lt"/>
                <a:ea typeface="+mn-ea"/>
                <a:cs typeface="+mn-cs"/>
              </a:rPr>
              <a:t> is 100 bytes. </a:t>
            </a:r>
          </a:p>
          <a:p>
            <a:r>
              <a:rPr lang="en-GB" sz="1200" b="0" i="0" kern="1200" dirty="0">
                <a:solidFill>
                  <a:schemeClr val="tx1"/>
                </a:solidFill>
                <a:effectLst/>
                <a:latin typeface="+mn-lt"/>
                <a:ea typeface="+mn-ea"/>
                <a:cs typeface="+mn-cs"/>
              </a:rPr>
              <a:t>What happens if the source string's length is greater than 100? </a:t>
            </a:r>
          </a:p>
          <a:p>
            <a:r>
              <a:rPr lang="en-GB" sz="1200" b="0" i="0" kern="1200" dirty="0">
                <a:solidFill>
                  <a:schemeClr val="tx1"/>
                </a:solidFill>
                <a:effectLst/>
                <a:latin typeface="+mn-lt"/>
                <a:ea typeface="+mn-ea"/>
                <a:cs typeface="+mn-cs"/>
              </a:rPr>
              <a:t>As the code is written, the source string is copied right into the destination string, no matter what the length. If it's more than 100 bytes, it will fill the destination string and then continue overwriting the values stored in the local variables.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Worse, however, is if the source string is long enough, it could also overwrite the return address of the function </a:t>
            </a:r>
            <a:r>
              <a:rPr lang="en-GB" dirty="0" err="1"/>
              <a:t>myBufferCopy</a:t>
            </a:r>
            <a:r>
              <a:rPr lang="en-GB" sz="1200" b="0" i="0" kern="1200" dirty="0">
                <a:solidFill>
                  <a:schemeClr val="tx1"/>
                </a:solidFill>
                <a:effectLst/>
                <a:latin typeface="+mn-lt"/>
                <a:ea typeface="+mn-ea"/>
                <a:cs typeface="+mn-cs"/>
              </a:rPr>
              <a:t> and the contents of the executable code in the function </a:t>
            </a:r>
            <a:r>
              <a:rPr lang="en-GB" dirty="0" err="1"/>
              <a:t>myValidate</a:t>
            </a:r>
            <a:r>
              <a:rPr lang="en-GB" dirty="0"/>
              <a:t>()</a:t>
            </a:r>
            <a:r>
              <a:rPr lang="en-GB" sz="1200" b="0" i="0" kern="1200" dirty="0">
                <a:solidFill>
                  <a:schemeClr val="tx1"/>
                </a:solidFill>
                <a:effectLst/>
                <a:latin typeface="+mn-lt"/>
                <a:ea typeface="+mn-ea"/>
                <a:cs typeface="+mn-cs"/>
              </a:rPr>
              <a:t>. In this example, a competent hacker could enter a super long password and override the intended password validation performed in </a:t>
            </a:r>
            <a:r>
              <a:rPr lang="en-GB" dirty="0" err="1"/>
              <a:t>myValidate</a:t>
            </a:r>
            <a:r>
              <a:rPr lang="en-GB" dirty="0"/>
              <a:t> </a:t>
            </a:r>
            <a:r>
              <a:rPr lang="en-GB" sz="1200" b="0" i="0" kern="1200" dirty="0">
                <a:solidFill>
                  <a:schemeClr val="tx1"/>
                </a:solidFill>
                <a:effectLst/>
                <a:latin typeface="+mn-lt"/>
                <a:ea typeface="+mn-ea"/>
                <a:cs typeface="+mn-cs"/>
              </a:rPr>
              <a:t>possibly gaining access to the system.</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22</a:t>
            </a:fld>
            <a:endParaRPr lang="x-none"/>
          </a:p>
        </p:txBody>
      </p:sp>
    </p:spTree>
    <p:extLst>
      <p:ext uri="{BB962C8B-B14F-4D97-AF65-F5344CB8AC3E}">
        <p14:creationId xmlns:p14="http://schemas.microsoft.com/office/powerpoint/2010/main" val="3221651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Point 2: </a:t>
            </a:r>
            <a:r>
              <a:rPr lang="en-GB" dirty="0"/>
              <a:t>These functions while using</a:t>
            </a:r>
            <a:r>
              <a:rPr lang="en-GB" baseline="0" dirty="0"/>
              <a:t> in the code required extra validation of the parameters passed to the functions to avoid buffer overrun. You have check the size/length of the parameters passed to the function and then use these values.</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24</a:t>
            </a:fld>
            <a:endParaRPr lang="x-none"/>
          </a:p>
        </p:txBody>
      </p:sp>
    </p:spTree>
    <p:extLst>
      <p:ext uri="{BB962C8B-B14F-4D97-AF65-F5344CB8AC3E}">
        <p14:creationId xmlns:p14="http://schemas.microsoft.com/office/powerpoint/2010/main" val="2775502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Point</a:t>
            </a:r>
            <a:r>
              <a:rPr lang="en-GB" b="1" baseline="0" dirty="0"/>
              <a:t> 2: </a:t>
            </a:r>
            <a:r>
              <a:rPr lang="en-GB" baseline="0" dirty="0"/>
              <a:t>Whenever you store data in a string/array in C or C++, you store a null value at the end of the data. When the string is read the null value indicates the end of the data in the string.</a:t>
            </a:r>
          </a:p>
          <a:p>
            <a:endParaRPr lang="en-GB" baseline="0" dirty="0"/>
          </a:p>
          <a:p>
            <a:r>
              <a:rPr lang="en-GB" b="1" baseline="0" dirty="0"/>
              <a:t>Point 3</a:t>
            </a:r>
            <a:r>
              <a:rPr lang="en-GB" baseline="0" dirty="0"/>
              <a:t>: NTSTATUS values</a:t>
            </a:r>
            <a:r>
              <a:rPr lang="en-GB" sz="1200" b="0" i="0" kern="1200" dirty="0">
                <a:solidFill>
                  <a:schemeClr val="tx1"/>
                </a:solidFill>
                <a:effectLst/>
                <a:latin typeface="+mn-lt"/>
                <a:ea typeface="+mn-ea"/>
                <a:cs typeface="+mn-cs"/>
              </a:rPr>
              <a:t> are</a:t>
            </a:r>
            <a:r>
              <a:rPr lang="en-GB" sz="1200" b="0" i="0" kern="1200" baseline="0" dirty="0">
                <a:solidFill>
                  <a:schemeClr val="tx1"/>
                </a:solidFill>
                <a:effectLst/>
                <a:latin typeface="+mn-lt"/>
                <a:ea typeface="+mn-ea"/>
                <a:cs typeface="+mn-cs"/>
              </a:rPr>
              <a:t> the return values or the codes</a:t>
            </a:r>
            <a:r>
              <a:rPr lang="en-GB" sz="1200" b="0" i="0" kern="1200" dirty="0">
                <a:solidFill>
                  <a:schemeClr val="tx1"/>
                </a:solidFill>
                <a:effectLst/>
                <a:latin typeface="+mn-lt"/>
                <a:ea typeface="+mn-ea"/>
                <a:cs typeface="+mn-cs"/>
              </a:rPr>
              <a:t> that have mappings of the codes to a human-readable text message. There are codes</a:t>
            </a:r>
            <a:r>
              <a:rPr lang="en-GB" sz="1200" b="0" i="0" kern="1200" baseline="0" dirty="0">
                <a:solidFill>
                  <a:schemeClr val="tx1"/>
                </a:solidFill>
                <a:effectLst/>
                <a:latin typeface="+mn-lt"/>
                <a:ea typeface="+mn-ea"/>
                <a:cs typeface="+mn-cs"/>
              </a:rPr>
              <a:t> available for both the success or failure messages. These are just like the windows error codes. Usually you do not have the understanding of the hidden meaning of these codes. But when you google it, you come to know that what is the problem and why this error message is appearing on the screen.</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25</a:t>
            </a:fld>
            <a:endParaRPr lang="x-none"/>
          </a:p>
        </p:txBody>
      </p:sp>
    </p:spTree>
    <p:extLst>
      <p:ext uri="{BB962C8B-B14F-4D97-AF65-F5344CB8AC3E}">
        <p14:creationId xmlns:p14="http://schemas.microsoft.com/office/powerpoint/2010/main" val="249699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It turns out that the code used to interpret the JPEG data and turn it into a viewable picture. </a:t>
            </a:r>
            <a:r>
              <a:rPr lang="en-GB" sz="1200" b="0" i="0" kern="1200">
                <a:solidFill>
                  <a:schemeClr val="tx1"/>
                </a:solidFill>
                <a:effectLst/>
                <a:latin typeface="+mn-lt"/>
                <a:ea typeface="+mn-ea"/>
                <a:cs typeface="+mn-cs"/>
              </a:rPr>
              <a:t>It </a:t>
            </a:r>
            <a:r>
              <a:rPr lang="en-GB" sz="1200" b="0" i="0" kern="1200" dirty="0">
                <a:solidFill>
                  <a:schemeClr val="tx1"/>
                </a:solidFill>
                <a:effectLst/>
                <a:latin typeface="+mn-lt"/>
                <a:ea typeface="+mn-ea"/>
                <a:cs typeface="+mn-cs"/>
              </a:rPr>
              <a:t>normalized the length by subtracting off the 2 bytes before it read out the actual comment. If the length byte was set to 0, subtracting off 2 yielded a length of -2. The code was written to handle positive integers and interpreted the negative 2 as a positive 4GB. The next 4GB of "comment" data was then loaded, improperly overwriting valid data and program. If that "comment" data was carefully crafted, it could be used to gain access to the viewer's PC. Microsoft had to issue a critical update to all the components that loaded and viewed JPEG images.</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27</a:t>
            </a:fld>
            <a:endParaRPr lang="x-none"/>
          </a:p>
        </p:txBody>
      </p:sp>
    </p:spTree>
    <p:extLst>
      <p:ext uri="{BB962C8B-B14F-4D97-AF65-F5344CB8AC3E}">
        <p14:creationId xmlns:p14="http://schemas.microsoft.com/office/powerpoint/2010/main" val="323188202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13D27D42-1D9F-407A-96B3-4400ACF547B4}" type="datetime1">
              <a:rPr lang="en-US" smtClean="0"/>
              <a:t>12/11/2021</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53D9691-5C09-48AF-A432-A9DB14F15BE9}" type="datetime1">
              <a:rPr lang="en-US" smtClean="0"/>
              <a:t>12/11/2021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1CD832-7AD5-4A99-8D6E-916437B190FB}" type="datetime1">
              <a:rPr lang="en-US" smtClean="0"/>
              <a:t>12/11/2021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9F3E094C-7267-42B4-B717-E7C71C1E4E85}" type="datetime1">
              <a:rPr lang="en-US" smtClean="0"/>
              <a:t>12/11/2021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566D96EC-B614-4C35-9AC2-C1CEC6DFF289}" type="datetime1">
              <a:rPr lang="en-US" smtClean="0"/>
              <a:t>12/11/2021</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1830A95-00E2-42FF-918C-C51FD489FD08}" type="datetime1">
              <a:rPr lang="en-US" smtClean="0"/>
              <a:t>12/11/2021</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9F4F42-1878-4033-B3E6-41B4B460C922}" type="datetime1">
              <a:rPr lang="en-US" smtClean="0"/>
              <a:t>12/11/2021</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98761DC-EE52-4DF2-B353-7B789B668830}" type="datetime1">
              <a:rPr lang="en-US" smtClean="0"/>
              <a:t>12/11/2021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181080A9-37A2-4DA7-A908-6BA4302495A2}" type="datetime1">
              <a:rPr lang="en-US" smtClean="0"/>
              <a:t>12/11/2021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CA5E01E-6478-4B64-8F0D-8397BD004CA7}" type="datetime1">
              <a:rPr lang="en-US" smtClean="0"/>
              <a:t>12/11/2021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B8605075-8DF5-4B61-93A2-0AF4B320609F}" type="datetime1">
              <a:rPr lang="en-US" smtClean="0"/>
              <a:t>12/11/2021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6424827F-9234-4539-844C-D0E6B5BE398D}" type="datetime1">
              <a:rPr lang="en-US" smtClean="0"/>
              <a:t>12/11/2021</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cs.microsoft.com/en-us/openspecs/windows_protocols/ms-erref/596a1078-e883-4972-9bbc-49e60bebca55"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822798" y="1310656"/>
            <a:ext cx="5734050" cy="2219691"/>
          </a:xfrm>
        </p:spPr>
        <p:txBody>
          <a:bodyPr anchor="ctr"/>
          <a:lstStyle/>
          <a:p>
            <a:r>
              <a:rPr lang="en-US" dirty="0"/>
              <a:t>CSE 455</a:t>
            </a:r>
            <a:br>
              <a:rPr lang="en-US" dirty="0"/>
            </a:br>
            <a:r>
              <a:rPr lang="en-US" dirty="0"/>
              <a:t>Software Testing</a:t>
            </a:r>
          </a:p>
        </p:txBody>
      </p:sp>
      <p:sp>
        <p:nvSpPr>
          <p:cNvPr id="7" name="Subtitle 6"/>
          <p:cNvSpPr>
            <a:spLocks noGrp="1"/>
          </p:cNvSpPr>
          <p:nvPr>
            <p:ph type="subTitle" idx="1"/>
          </p:nvPr>
        </p:nvSpPr>
        <p:spPr/>
        <p:txBody>
          <a:bodyPr/>
          <a:lstStyle/>
          <a:p>
            <a:r>
              <a:rPr lang="en-US" dirty="0"/>
              <a:t>This course is offered to the students of students of BS Software Engineering who are enrolled in 8</a:t>
            </a:r>
            <a:r>
              <a:rPr lang="en-US" baseline="30000" dirty="0"/>
              <a:t>th</a:t>
            </a:r>
            <a:r>
              <a:rPr lang="en-US" dirty="0"/>
              <a:t> semester</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
        <p:nvSpPr>
          <p:cNvPr id="5" name="Subtitle 6"/>
          <p:cNvSpPr txBox="1">
            <a:spLocks/>
          </p:cNvSpPr>
          <p:nvPr/>
        </p:nvSpPr>
        <p:spPr>
          <a:xfrm>
            <a:off x="1466850" y="3655068"/>
            <a:ext cx="1045441" cy="454605"/>
          </a:xfrm>
          <a:prstGeom prst="rect">
            <a:avLst/>
          </a:prstGeom>
        </p:spPr>
        <p:txBody>
          <a:bodyPr vert="horz" lIns="0" tIns="45720" rIns="0" bIns="45720" rtlCol="0">
            <a:normAutofit/>
          </a:bodyPr>
          <a:lstStyle>
            <a:lvl1pPr marL="0" indent="0" algn="l" defTabSz="914400" rtl="0" eaLnBrk="1" latinLnBrk="0" hangingPunct="1">
              <a:lnSpc>
                <a:spcPct val="90000"/>
              </a:lnSpc>
              <a:spcBef>
                <a:spcPts val="0"/>
              </a:spcBef>
              <a:buFont typeface="Wingdings" panose="05000000000000000000" pitchFamily="2" charset="2"/>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600"/>
              </a:spcBef>
              <a:buFont typeface="Wingdings" panose="05000000000000000000" pitchFamily="2"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9pPr>
          </a:lstStyle>
          <a:p>
            <a:r>
              <a:rPr lang="en-US" dirty="0"/>
              <a:t>Lecture 9</a:t>
            </a: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01085" y="0"/>
            <a:ext cx="1090915" cy="1089498"/>
          </a:xfrm>
          <a:prstGeom prst="rect">
            <a:avLst/>
          </a:prstGeom>
        </p:spPr>
      </p:pic>
    </p:spTree>
    <p:extLst>
      <p:ext uri="{BB962C8B-B14F-4D97-AF65-F5344CB8AC3E}">
        <p14:creationId xmlns:p14="http://schemas.microsoft.com/office/powerpoint/2010/main" val="2618678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06618" y="1830275"/>
            <a:ext cx="5301673" cy="2219691"/>
          </a:xfrm>
        </p:spPr>
        <p:style>
          <a:lnRef idx="3">
            <a:schemeClr val="lt1"/>
          </a:lnRef>
          <a:fillRef idx="1">
            <a:schemeClr val="accent3"/>
          </a:fillRef>
          <a:effectRef idx="1">
            <a:schemeClr val="accent3"/>
          </a:effectRef>
          <a:fontRef idx="minor">
            <a:schemeClr val="lt1"/>
          </a:fontRef>
        </p:style>
        <p:txBody>
          <a:bodyPr>
            <a:normAutofit/>
          </a:bodyPr>
          <a:lstStyle/>
          <a:p>
            <a:r>
              <a:rPr lang="en-US" sz="3000" dirty="0">
                <a:latin typeface="Castellar" panose="020A0402060406010301" pitchFamily="18" charset="0"/>
              </a:rPr>
              <a:t>   Course instructor</a:t>
            </a:r>
            <a:br>
              <a:rPr lang="en-US" sz="3000" dirty="0">
                <a:latin typeface="Castellar" panose="020A0402060406010301" pitchFamily="18" charset="0"/>
              </a:rPr>
            </a:br>
            <a:br>
              <a:rPr lang="en-US" sz="3000" dirty="0">
                <a:latin typeface="Castellar" panose="020A0402060406010301" pitchFamily="18" charset="0"/>
              </a:rPr>
            </a:br>
            <a:r>
              <a:rPr lang="en-US" sz="3000" dirty="0">
                <a:latin typeface="Castellar" panose="020A0402060406010301" pitchFamily="18" charset="0"/>
              </a:rPr>
              <a:t>          Yella </a:t>
            </a:r>
            <a:r>
              <a:rPr lang="en-US" sz="3000" dirty="0" err="1">
                <a:latin typeface="Castellar" panose="020A0402060406010301" pitchFamily="18" charset="0"/>
              </a:rPr>
              <a:t>mehroze</a:t>
            </a:r>
            <a:endParaRPr lang="en-US" sz="3000" dirty="0">
              <a:latin typeface="Castellar" panose="020A0402060406010301" pitchFamily="18" charset="0"/>
            </a:endParaRPr>
          </a:p>
        </p:txBody>
      </p:sp>
      <p:sp>
        <p:nvSpPr>
          <p:cNvPr id="3" name="Subtitle 2"/>
          <p:cNvSpPr>
            <a:spLocks noGrp="1"/>
          </p:cNvSpPr>
          <p:nvPr>
            <p:ph type="subTitle" idx="1"/>
          </p:nvPr>
        </p:nvSpPr>
        <p:spPr>
          <a:xfrm>
            <a:off x="3546765" y="4230255"/>
            <a:ext cx="4895272" cy="1126835"/>
          </a:xfrm>
        </p:spPr>
        <p:style>
          <a:lnRef idx="1">
            <a:schemeClr val="accent3"/>
          </a:lnRef>
          <a:fillRef idx="2">
            <a:schemeClr val="accent3"/>
          </a:fillRef>
          <a:effectRef idx="1">
            <a:schemeClr val="accent3"/>
          </a:effectRef>
          <a:fontRef idx="minor">
            <a:schemeClr val="dk1"/>
          </a:fontRef>
        </p:style>
        <p:txBody>
          <a:bodyPr>
            <a:normAutofit/>
          </a:bodyPr>
          <a:lstStyle/>
          <a:p>
            <a:endParaRPr lang="en-US" dirty="0"/>
          </a:p>
          <a:p>
            <a:r>
              <a:rPr lang="en-US" dirty="0">
                <a:latin typeface="Castellar" panose="020A0402060406010301" pitchFamily="18" charset="0"/>
              </a:rPr>
              <a:t>    </a:t>
            </a:r>
          </a:p>
          <a:p>
            <a:r>
              <a:rPr lang="en-US" dirty="0">
                <a:latin typeface="Castellar" panose="020A0402060406010301" pitchFamily="18" charset="0"/>
              </a:rPr>
              <a:t>yellamehroze@cuilahore.edu.pk</a:t>
            </a:r>
          </a:p>
        </p:txBody>
      </p:sp>
    </p:spTree>
    <p:extLst>
      <p:ext uri="{BB962C8B-B14F-4D97-AF65-F5344CB8AC3E}">
        <p14:creationId xmlns:p14="http://schemas.microsoft.com/office/powerpoint/2010/main" val="483929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38695" y="2265969"/>
            <a:ext cx="3022963" cy="2219691"/>
          </a:xfrm>
        </p:spPr>
        <p:txBody>
          <a:bodyPr anchor="ctr"/>
          <a:lstStyle/>
          <a:p>
            <a:pPr algn="ctr"/>
            <a:r>
              <a:rPr lang="en-US" dirty="0"/>
              <a:t>Security </a:t>
            </a:r>
            <a:br>
              <a:rPr lang="en-US" dirty="0"/>
            </a:br>
            <a:r>
              <a:rPr lang="en-US" dirty="0"/>
              <a:t>testing</a:t>
            </a:r>
          </a:p>
        </p:txBody>
      </p:sp>
      <p:sp>
        <p:nvSpPr>
          <p:cNvPr id="5" name="Picture Placeholder 4"/>
          <p:cNvSpPr>
            <a:spLocks noGrp="1"/>
          </p:cNvSpPr>
          <p:nvPr>
            <p:ph type="pic" sz="quarter" idx="13"/>
          </p:nvPr>
        </p:nvSpPr>
        <p:spPr/>
      </p:sp>
      <p:pic>
        <p:nvPicPr>
          <p:cNvPr id="1026" name="Picture 2" descr="H:\CIIT\software testing\Final Slides\Security-testing-Blog.jpg"/>
          <p:cNvPicPr>
            <a:picLocks noChangeAspect="1" noChangeArrowheads="1"/>
          </p:cNvPicPr>
          <p:nvPr/>
        </p:nvPicPr>
        <p:blipFill>
          <a:blip r:embed="rId3"/>
          <a:srcRect/>
          <a:stretch>
            <a:fillRect/>
          </a:stretch>
        </p:blipFill>
        <p:spPr bwMode="auto">
          <a:xfrm>
            <a:off x="3918855" y="1260748"/>
            <a:ext cx="8268424" cy="4311392"/>
          </a:xfrm>
          <a:prstGeom prst="rect">
            <a:avLst/>
          </a:prstGeom>
          <a:noFill/>
        </p:spPr>
      </p:pic>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92476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Outline</a:t>
            </a:r>
          </a:p>
        </p:txBody>
      </p:sp>
      <p:sp>
        <p:nvSpPr>
          <p:cNvPr id="395267" name="Rectangle 3"/>
          <p:cNvSpPr>
            <a:spLocks noGrp="1" noChangeArrowheads="1"/>
          </p:cNvSpPr>
          <p:nvPr>
            <p:ph idx="1"/>
          </p:nvPr>
        </p:nvSpPr>
        <p:spPr>
          <a:xfrm>
            <a:off x="1110343" y="1447800"/>
            <a:ext cx="9993087" cy="4800600"/>
          </a:xfrm>
        </p:spPr>
        <p:txBody>
          <a:bodyPr/>
          <a:lstStyle/>
          <a:p>
            <a:r>
              <a:rPr lang="en-US" altLang="en-US" dirty="0"/>
              <a:t>Security Testing Objectives</a:t>
            </a:r>
          </a:p>
          <a:p>
            <a:r>
              <a:rPr lang="en-US" altLang="en-US" dirty="0"/>
              <a:t>Introduction</a:t>
            </a:r>
          </a:p>
          <a:p>
            <a:r>
              <a:rPr lang="en-US" altLang="en-US" dirty="0"/>
              <a:t>Motives for a Hacker</a:t>
            </a:r>
          </a:p>
          <a:p>
            <a:r>
              <a:rPr lang="en-US" altLang="en-US" dirty="0"/>
              <a:t>Threat Modeling</a:t>
            </a:r>
          </a:p>
          <a:p>
            <a:r>
              <a:rPr lang="en-US" altLang="en-US" dirty="0"/>
              <a:t>Steps of Threat Modeling Process</a:t>
            </a:r>
          </a:p>
          <a:p>
            <a:r>
              <a:rPr lang="en-US" altLang="en-US" dirty="0"/>
              <a:t>Buffer Overrun</a:t>
            </a:r>
          </a:p>
          <a:p>
            <a:r>
              <a:rPr lang="en-US" altLang="en-US" dirty="0"/>
              <a:t>Safe String Function</a:t>
            </a:r>
          </a:p>
          <a:p>
            <a:r>
              <a:rPr lang="en-US" altLang="en-US" dirty="0"/>
              <a:t>The JPEG Virus</a:t>
            </a:r>
          </a:p>
          <a:p>
            <a:r>
              <a:rPr lang="en-US" altLang="en-US" dirty="0"/>
              <a:t>Computer </a:t>
            </a:r>
            <a:r>
              <a:rPr lang="en-US" dirty="0"/>
              <a:t>Forensics</a:t>
            </a:r>
            <a:endParaRPr lang="en-US" altLang="en-US" dirty="0"/>
          </a:p>
          <a:p>
            <a:endParaRPr lang="en-US" altLang="en-US" dirty="0"/>
          </a:p>
          <a:p>
            <a:endParaRPr lang="en-US" altLang="en-US" dirty="0"/>
          </a:p>
          <a:p>
            <a:endParaRPr lang="en-US" altLang="en-US" dirty="0"/>
          </a:p>
          <a:p>
            <a:endParaRPr lang="en-US" altLang="en-US" dirty="0"/>
          </a:p>
        </p:txBody>
      </p:sp>
      <p:sp>
        <p:nvSpPr>
          <p:cNvPr id="2" name="Slide Number Placeholder 1"/>
          <p:cNvSpPr>
            <a:spLocks noGrp="1"/>
          </p:cNvSpPr>
          <p:nvPr>
            <p:ph type="sldNum" sz="quarter" idx="12"/>
          </p:nvPr>
        </p:nvSpPr>
        <p:spPr/>
        <p:txBody>
          <a:bodyPr/>
          <a:lstStyle/>
          <a:p>
            <a:fld id="{0FF54DE5-C571-48E8-A5BC-B369434E2F44}" type="slidenum">
              <a:rPr lang="x-none" smtClean="0"/>
              <a:pPr/>
              <a:t>4</a:t>
            </a:fld>
            <a:endParaRPr lang="x-none"/>
          </a:p>
        </p:txBody>
      </p:sp>
    </p:spTree>
    <p:extLst>
      <p:ext uri="{BB962C8B-B14F-4D97-AF65-F5344CB8AC3E}">
        <p14:creationId xmlns:p14="http://schemas.microsoft.com/office/powerpoint/2010/main" val="2445540227"/>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Security Testing Objectives</a:t>
            </a:r>
          </a:p>
        </p:txBody>
      </p:sp>
      <p:sp>
        <p:nvSpPr>
          <p:cNvPr id="395267" name="Rectangle 3"/>
          <p:cNvSpPr>
            <a:spLocks noGrp="1" noChangeArrowheads="1"/>
          </p:cNvSpPr>
          <p:nvPr>
            <p:ph idx="1"/>
          </p:nvPr>
        </p:nvSpPr>
        <p:spPr>
          <a:xfrm>
            <a:off x="1110343" y="1447800"/>
            <a:ext cx="9993087" cy="4800600"/>
          </a:xfrm>
        </p:spPr>
        <p:txBody>
          <a:bodyPr/>
          <a:lstStyle/>
          <a:p>
            <a:r>
              <a:rPr lang="en-GB" dirty="0"/>
              <a:t>To ensure that adequate attention is provided to identify the security risks,</a:t>
            </a:r>
          </a:p>
          <a:p>
            <a:r>
              <a:rPr lang="en-GB" dirty="0"/>
              <a:t>To ensure that a realistic mechanism to define &amp; enforce access to the system is in place,</a:t>
            </a:r>
          </a:p>
          <a:p>
            <a:r>
              <a:rPr lang="en-GB" dirty="0"/>
              <a:t>To ensure that sufficient expertise exists to perform adequate security testing,</a:t>
            </a:r>
          </a:p>
          <a:p>
            <a:r>
              <a:rPr lang="en-GB" dirty="0"/>
              <a:t>To conduct reasonable tests to confirm the proper functioning of the implemented security measures.</a:t>
            </a:r>
          </a:p>
        </p:txBody>
      </p:sp>
      <p:sp>
        <p:nvSpPr>
          <p:cNvPr id="2" name="Slide Number Placeholder 1"/>
          <p:cNvSpPr>
            <a:spLocks noGrp="1"/>
          </p:cNvSpPr>
          <p:nvPr>
            <p:ph type="sldNum" sz="quarter" idx="12"/>
          </p:nvPr>
        </p:nvSpPr>
        <p:spPr/>
        <p:txBody>
          <a:bodyPr/>
          <a:lstStyle/>
          <a:p>
            <a:fld id="{0FF54DE5-C571-48E8-A5BC-B369434E2F44}" type="slidenum">
              <a:rPr lang="x-none" smtClean="0"/>
              <a:pPr/>
              <a:t>5</a:t>
            </a:fld>
            <a:endParaRPr lang="x-none"/>
          </a:p>
        </p:txBody>
      </p:sp>
    </p:spTree>
    <p:extLst>
      <p:ext uri="{BB962C8B-B14F-4D97-AF65-F5344CB8AC3E}">
        <p14:creationId xmlns:p14="http://schemas.microsoft.com/office/powerpoint/2010/main" val="424734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Introduction</a:t>
            </a:r>
          </a:p>
        </p:txBody>
      </p:sp>
      <p:sp>
        <p:nvSpPr>
          <p:cNvPr id="395267" name="Rectangle 3"/>
          <p:cNvSpPr>
            <a:spLocks noGrp="1" noChangeArrowheads="1"/>
          </p:cNvSpPr>
          <p:nvPr>
            <p:ph idx="1"/>
          </p:nvPr>
        </p:nvSpPr>
        <p:spPr>
          <a:xfrm>
            <a:off x="1084217" y="1447800"/>
            <a:ext cx="10006149" cy="5029200"/>
          </a:xfrm>
        </p:spPr>
        <p:txBody>
          <a:bodyPr>
            <a:normAutofit/>
          </a:bodyPr>
          <a:lstStyle/>
          <a:p>
            <a:r>
              <a:rPr lang="en-US" altLang="en-US" b="1" dirty="0"/>
              <a:t>Secure Product- </a:t>
            </a:r>
            <a:r>
              <a:rPr lang="en-US" altLang="en-US" dirty="0"/>
              <a:t>A secure product is a product that protects </a:t>
            </a:r>
          </a:p>
          <a:p>
            <a:pPr lvl="1"/>
            <a:r>
              <a:rPr lang="en-US" altLang="en-US" sz="2000" dirty="0"/>
              <a:t>Confidentiality</a:t>
            </a:r>
          </a:p>
          <a:p>
            <a:pPr lvl="1"/>
            <a:r>
              <a:rPr lang="en-US" altLang="en-US" sz="2000" dirty="0"/>
              <a:t>Integrity</a:t>
            </a:r>
          </a:p>
          <a:p>
            <a:pPr lvl="1"/>
            <a:r>
              <a:rPr lang="en-US" altLang="en-US" sz="2000" dirty="0"/>
              <a:t>Availability</a:t>
            </a:r>
          </a:p>
          <a:p>
            <a:pPr marL="0" indent="0">
              <a:buNone/>
            </a:pPr>
            <a:r>
              <a:rPr lang="en-US" altLang="en-US" dirty="0"/>
              <a:t>    of the c</a:t>
            </a:r>
            <a:r>
              <a:rPr lang="en-US" altLang="en-US" sz="2000" dirty="0"/>
              <a:t>ustomers’ information and processing resources.</a:t>
            </a:r>
          </a:p>
          <a:p>
            <a:r>
              <a:rPr lang="en-US" altLang="en-US" dirty="0"/>
              <a:t>The product is usually under the control of </a:t>
            </a:r>
            <a:r>
              <a:rPr lang="en-US" altLang="en-US" sz="2000" dirty="0"/>
              <a:t>System’s owner and Administrator.</a:t>
            </a:r>
          </a:p>
        </p:txBody>
      </p:sp>
      <p:sp>
        <p:nvSpPr>
          <p:cNvPr id="2" name="Slide Number Placeholder 1"/>
          <p:cNvSpPr>
            <a:spLocks noGrp="1"/>
          </p:cNvSpPr>
          <p:nvPr>
            <p:ph type="sldNum" sz="quarter" idx="12"/>
          </p:nvPr>
        </p:nvSpPr>
        <p:spPr/>
        <p:txBody>
          <a:bodyPr/>
          <a:lstStyle/>
          <a:p>
            <a:fld id="{0FF54DE5-C571-48E8-A5BC-B369434E2F44}" type="slidenum">
              <a:rPr lang="x-none" smtClean="0"/>
              <a:pPr/>
              <a:t>6</a:t>
            </a:fld>
            <a:endParaRPr lang="x-none"/>
          </a:p>
        </p:txBody>
      </p:sp>
    </p:spTree>
    <p:extLst>
      <p:ext uri="{BB962C8B-B14F-4D97-AF65-F5344CB8AC3E}">
        <p14:creationId xmlns:p14="http://schemas.microsoft.com/office/powerpoint/2010/main" val="2675553053"/>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Introduction</a:t>
            </a:r>
          </a:p>
        </p:txBody>
      </p:sp>
      <p:sp>
        <p:nvSpPr>
          <p:cNvPr id="395267" name="Rectangle 3"/>
          <p:cNvSpPr>
            <a:spLocks noGrp="1" noChangeArrowheads="1"/>
          </p:cNvSpPr>
          <p:nvPr>
            <p:ph idx="1"/>
          </p:nvPr>
        </p:nvSpPr>
        <p:spPr>
          <a:xfrm>
            <a:off x="1118622" y="1458191"/>
            <a:ext cx="9966960" cy="5029200"/>
          </a:xfrm>
        </p:spPr>
        <p:txBody>
          <a:bodyPr>
            <a:normAutofit/>
          </a:bodyPr>
          <a:lstStyle/>
          <a:p>
            <a:pPr algn="just"/>
            <a:r>
              <a:rPr lang="en-US" altLang="en-US" b="1" dirty="0"/>
              <a:t>Security vulnerability- </a:t>
            </a:r>
            <a:r>
              <a:rPr lang="en-US" altLang="en-US" dirty="0"/>
              <a:t>A security vulnerability is a flaw in a product that makes it feasible for hacker for</a:t>
            </a:r>
          </a:p>
          <a:p>
            <a:pPr lvl="1" algn="just"/>
            <a:r>
              <a:rPr lang="en-US" altLang="en-US" sz="2000" dirty="0"/>
              <a:t>Taking control over privileges on the user’s system</a:t>
            </a:r>
          </a:p>
          <a:p>
            <a:pPr lvl="1" algn="just"/>
            <a:r>
              <a:rPr lang="en-US" altLang="en-US" sz="2000" dirty="0"/>
              <a:t>Regulating its operation</a:t>
            </a:r>
          </a:p>
          <a:p>
            <a:pPr lvl="1" algn="just"/>
            <a:r>
              <a:rPr lang="en-US" altLang="en-US" sz="2000" dirty="0"/>
              <a:t>Compromising data</a:t>
            </a:r>
          </a:p>
          <a:p>
            <a:pPr marL="0" indent="0" algn="just">
              <a:buNone/>
            </a:pPr>
            <a:r>
              <a:rPr lang="en-US" altLang="en-US" dirty="0"/>
              <a:t>    Even when using the product properly</a:t>
            </a:r>
          </a:p>
          <a:p>
            <a:pPr algn="just"/>
            <a:r>
              <a:rPr lang="en-US" altLang="en-US" b="1" dirty="0"/>
              <a:t>Hacker</a:t>
            </a:r>
          </a:p>
          <a:p>
            <a:pPr algn="just"/>
            <a:r>
              <a:rPr lang="en-US" altLang="en-US" dirty="0"/>
              <a:t>One who is proficient at using or programming a computer. </a:t>
            </a:r>
          </a:p>
          <a:p>
            <a:pPr algn="just"/>
            <a:r>
              <a:rPr lang="en-US" altLang="en-US" dirty="0"/>
              <a:t>One who uses programming skills to gain illegal access to a computer network or file</a:t>
            </a:r>
          </a:p>
        </p:txBody>
      </p:sp>
      <p:sp>
        <p:nvSpPr>
          <p:cNvPr id="2" name="Slide Number Placeholder 1"/>
          <p:cNvSpPr>
            <a:spLocks noGrp="1"/>
          </p:cNvSpPr>
          <p:nvPr>
            <p:ph type="sldNum" sz="quarter" idx="12"/>
          </p:nvPr>
        </p:nvSpPr>
        <p:spPr/>
        <p:txBody>
          <a:bodyPr/>
          <a:lstStyle/>
          <a:p>
            <a:fld id="{0FF54DE5-C571-48E8-A5BC-B369434E2F44}" type="slidenum">
              <a:rPr lang="x-none" smtClean="0"/>
              <a:pPr/>
              <a:t>7</a:t>
            </a:fld>
            <a:endParaRPr lang="x-none"/>
          </a:p>
        </p:txBody>
      </p:sp>
    </p:spTree>
    <p:extLst>
      <p:ext uri="{BB962C8B-B14F-4D97-AF65-F5344CB8AC3E}">
        <p14:creationId xmlns:p14="http://schemas.microsoft.com/office/powerpoint/2010/main" val="1103734488"/>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Motives for a Hacker</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54379177"/>
              </p:ext>
            </p:extLst>
          </p:nvPr>
        </p:nvGraphicFramePr>
        <p:xfrm>
          <a:off x="1049482" y="1600200"/>
          <a:ext cx="10037618"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12"/>
          </p:nvPr>
        </p:nvSpPr>
        <p:spPr/>
        <p:txBody>
          <a:bodyPr/>
          <a:lstStyle/>
          <a:p>
            <a:fld id="{0FF54DE5-C571-48E8-A5BC-B369434E2F44}" type="slidenum">
              <a:rPr lang="x-none" smtClean="0"/>
              <a:pPr/>
              <a:t>8</a:t>
            </a:fld>
            <a:endParaRPr lang="x-none"/>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Motives for a Hacker</a:t>
            </a:r>
          </a:p>
        </p:txBody>
      </p:sp>
      <p:sp>
        <p:nvSpPr>
          <p:cNvPr id="3" name="Content Placeholder 2"/>
          <p:cNvSpPr>
            <a:spLocks noGrp="1"/>
          </p:cNvSpPr>
          <p:nvPr>
            <p:ph idx="1"/>
          </p:nvPr>
        </p:nvSpPr>
        <p:spPr>
          <a:xfrm>
            <a:off x="1104900" y="1600199"/>
            <a:ext cx="9982200" cy="4839789"/>
          </a:xfrm>
        </p:spPr>
        <p:txBody>
          <a:bodyPr>
            <a:normAutofit lnSpcReduction="10000"/>
          </a:bodyPr>
          <a:lstStyle/>
          <a:p>
            <a:pPr algn="just">
              <a:buNone/>
            </a:pPr>
            <a:r>
              <a:rPr lang="en-US" b="1" dirty="0"/>
              <a:t>1. Challenge/Prestige</a:t>
            </a:r>
            <a:endParaRPr lang="en-US" dirty="0"/>
          </a:p>
          <a:p>
            <a:pPr algn="just"/>
            <a:r>
              <a:rPr lang="en-US" dirty="0"/>
              <a:t>When someone breaks into a system purely for </a:t>
            </a:r>
          </a:p>
          <a:p>
            <a:pPr lvl="1" algn="just"/>
            <a:r>
              <a:rPr lang="en-US" sz="2000" dirty="0"/>
              <a:t>The challenge of the task</a:t>
            </a:r>
          </a:p>
          <a:p>
            <a:pPr lvl="1" algn="just"/>
            <a:r>
              <a:rPr lang="en-US" sz="2000" dirty="0"/>
              <a:t>The prestige of succeeding </a:t>
            </a:r>
          </a:p>
          <a:p>
            <a:pPr algn="just"/>
            <a:r>
              <a:rPr lang="en-US" dirty="0"/>
              <a:t>There is no intent of threatening</a:t>
            </a:r>
          </a:p>
          <a:p>
            <a:pPr algn="just">
              <a:buNone/>
            </a:pPr>
            <a:r>
              <a:rPr lang="en-US" b="1" dirty="0"/>
              <a:t>2. Curiosity</a:t>
            </a:r>
          </a:p>
          <a:p>
            <a:pPr algn="just"/>
            <a:r>
              <a:rPr lang="en-US" dirty="0"/>
              <a:t>Hackers do not stop at just gaining access. </a:t>
            </a:r>
          </a:p>
          <a:p>
            <a:pPr algn="just"/>
            <a:r>
              <a:rPr lang="en-US" dirty="0"/>
              <a:t>He wants to look around to see what’s inside.</a:t>
            </a:r>
          </a:p>
          <a:p>
            <a:pPr algn="just"/>
            <a:r>
              <a:rPr lang="en-US" dirty="0"/>
              <a:t>A software system could have vulnerability to be attacked</a:t>
            </a:r>
            <a:r>
              <a:rPr lang="en-US" altLang="en-US" dirty="0"/>
              <a:t> that allows a hacker to gain access (challenge / prestige)</a:t>
            </a:r>
            <a:r>
              <a:rPr lang="en-US" dirty="0"/>
              <a:t> </a:t>
            </a:r>
          </a:p>
          <a:p>
            <a:pPr algn="just"/>
            <a:r>
              <a:rPr lang="en-US" dirty="0"/>
              <a:t>But still it may be secure enough to prevent the hacker from looking at its valuable data</a:t>
            </a:r>
            <a:endParaRPr lang="en-US" b="1" dirty="0"/>
          </a:p>
        </p:txBody>
      </p:sp>
      <p:sp>
        <p:nvSpPr>
          <p:cNvPr id="4" name="Slide Number Placeholder 3"/>
          <p:cNvSpPr>
            <a:spLocks noGrp="1"/>
          </p:cNvSpPr>
          <p:nvPr>
            <p:ph type="sldNum" sz="quarter" idx="12"/>
          </p:nvPr>
        </p:nvSpPr>
        <p:spPr/>
        <p:txBody>
          <a:bodyPr/>
          <a:lstStyle/>
          <a:p>
            <a:fld id="{0FF54DE5-C571-48E8-A5BC-B369434E2F44}" type="slidenum">
              <a:rPr lang="x-none" smtClean="0"/>
              <a:pPr/>
              <a:t>9</a:t>
            </a:fld>
            <a:endParaRPr lang="x-none"/>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Motives for a Hacker</a:t>
            </a:r>
          </a:p>
        </p:txBody>
      </p:sp>
      <p:sp>
        <p:nvSpPr>
          <p:cNvPr id="3" name="Content Placeholder 2"/>
          <p:cNvSpPr>
            <a:spLocks noGrp="1"/>
          </p:cNvSpPr>
          <p:nvPr>
            <p:ph idx="1"/>
          </p:nvPr>
        </p:nvSpPr>
        <p:spPr>
          <a:xfrm>
            <a:off x="1097280" y="1600200"/>
            <a:ext cx="9993086" cy="4572000"/>
          </a:xfrm>
        </p:spPr>
        <p:txBody>
          <a:bodyPr>
            <a:normAutofit fontScale="92500" lnSpcReduction="20000"/>
          </a:bodyPr>
          <a:lstStyle/>
          <a:p>
            <a:pPr algn="just">
              <a:buNone/>
            </a:pPr>
            <a:r>
              <a:rPr lang="en-US" b="1" dirty="0"/>
              <a:t>3. Use/Leverage</a:t>
            </a:r>
          </a:p>
          <a:p>
            <a:pPr algn="just"/>
            <a:r>
              <a:rPr lang="en-US" dirty="0"/>
              <a:t>Here the hacker will actually attempt to use the system for his own purpose. </a:t>
            </a:r>
          </a:p>
          <a:p>
            <a:pPr algn="just"/>
            <a:r>
              <a:rPr lang="en-US" dirty="0"/>
              <a:t>The hacker may be able to better cover his tracks by using hacked computers to do the damage</a:t>
            </a:r>
          </a:p>
          <a:p>
            <a:pPr lvl="1" algn="just"/>
            <a:r>
              <a:rPr lang="en-US" altLang="en-US" sz="2000" b="1" dirty="0"/>
              <a:t>Example</a:t>
            </a:r>
            <a:r>
              <a:rPr lang="en-US" altLang="en-US" sz="2000" dirty="0"/>
              <a:t> is an email virus</a:t>
            </a:r>
            <a:endParaRPr lang="en-US" sz="2000" dirty="0"/>
          </a:p>
          <a:p>
            <a:pPr algn="just">
              <a:buNone/>
            </a:pPr>
            <a:r>
              <a:rPr lang="en-US" b="1" dirty="0"/>
              <a:t>4. Vandalize- </a:t>
            </a:r>
            <a:r>
              <a:rPr lang="en-US" dirty="0"/>
              <a:t>Remember 3 D’s</a:t>
            </a:r>
          </a:p>
          <a:p>
            <a:pPr lvl="1" algn="just"/>
            <a:r>
              <a:rPr lang="en-US" sz="2000" b="1" dirty="0"/>
              <a:t>Defacing- </a:t>
            </a:r>
            <a:r>
              <a:rPr lang="en-US" sz="2000" dirty="0"/>
              <a:t>changing the appearance of a website</a:t>
            </a:r>
          </a:p>
          <a:p>
            <a:pPr marL="457200" lvl="1" indent="0" algn="just">
              <a:buNone/>
            </a:pPr>
            <a:r>
              <a:rPr lang="en-US" sz="2000" dirty="0"/>
              <a:t>   to promote the opinion or thoughts of the hacker</a:t>
            </a:r>
          </a:p>
          <a:p>
            <a:pPr marL="685800" lvl="2">
              <a:spcBef>
                <a:spcPts val="1800"/>
              </a:spcBef>
            </a:pPr>
            <a:r>
              <a:rPr lang="en-US" sz="2000" b="1" dirty="0"/>
              <a:t>Destruction-</a:t>
            </a:r>
            <a:r>
              <a:rPr lang="en-US" sz="2000" dirty="0"/>
              <a:t> takes the form of deleting or altering of </a:t>
            </a:r>
          </a:p>
          <a:p>
            <a:pPr marL="457200" lvl="2" indent="0">
              <a:spcBef>
                <a:spcPts val="1800"/>
              </a:spcBef>
              <a:buNone/>
            </a:pPr>
            <a:r>
              <a:rPr lang="en-US" sz="2000" dirty="0"/>
              <a:t>    data stored on the system</a:t>
            </a:r>
          </a:p>
          <a:p>
            <a:pPr marL="685800" lvl="2">
              <a:spcBef>
                <a:spcPts val="1800"/>
              </a:spcBef>
            </a:pPr>
            <a:r>
              <a:rPr lang="en-US" sz="2000" b="1" dirty="0"/>
              <a:t>Denial of Service- </a:t>
            </a:r>
            <a:r>
              <a:rPr lang="en-US" sz="2000" dirty="0"/>
              <a:t>is preventing or hindering the hacked </a:t>
            </a:r>
          </a:p>
          <a:p>
            <a:pPr marL="457200" lvl="2" indent="0">
              <a:spcBef>
                <a:spcPts val="1800"/>
              </a:spcBef>
              <a:buNone/>
            </a:pPr>
            <a:r>
              <a:rPr lang="en-US" sz="2000" dirty="0"/>
              <a:t>    system from performing its intended operations</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10</a:t>
            </a:fld>
            <a:endParaRPr lang="x-none"/>
          </a:p>
        </p:txBody>
      </p:sp>
      <p:pic>
        <p:nvPicPr>
          <p:cNvPr id="5" name="Picture 4"/>
          <p:cNvPicPr>
            <a:picLocks noChangeAspect="1"/>
          </p:cNvPicPr>
          <p:nvPr/>
        </p:nvPicPr>
        <p:blipFill>
          <a:blip r:embed="rId3"/>
          <a:stretch>
            <a:fillRect/>
          </a:stretch>
        </p:blipFill>
        <p:spPr>
          <a:xfrm>
            <a:off x="7854014" y="3566825"/>
            <a:ext cx="4242331" cy="2789526"/>
          </a:xfrm>
          <a:prstGeom prst="rect">
            <a:avLst/>
          </a:prstGeom>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Motives for a Hacker</a:t>
            </a:r>
            <a:endParaRPr lang="en-GB" dirty="0"/>
          </a:p>
        </p:txBody>
      </p:sp>
      <p:sp>
        <p:nvSpPr>
          <p:cNvPr id="3" name="Content Placeholder 2"/>
          <p:cNvSpPr>
            <a:spLocks noGrp="1"/>
          </p:cNvSpPr>
          <p:nvPr>
            <p:ph idx="1"/>
          </p:nvPr>
        </p:nvSpPr>
        <p:spPr>
          <a:xfrm>
            <a:off x="1104900" y="1600199"/>
            <a:ext cx="9982200" cy="4813663"/>
          </a:xfrm>
        </p:spPr>
        <p:txBody>
          <a:bodyPr>
            <a:normAutofit/>
          </a:bodyPr>
          <a:lstStyle/>
          <a:p>
            <a:pPr algn="just">
              <a:buNone/>
            </a:pPr>
            <a:r>
              <a:rPr lang="en-US" altLang="en-US" sz="2200" b="1" dirty="0"/>
              <a:t>5. Steal</a:t>
            </a:r>
          </a:p>
          <a:p>
            <a:pPr algn="just"/>
            <a:r>
              <a:rPr lang="en-US" altLang="en-US" dirty="0"/>
              <a:t>Most severe form of hacking is stealing</a:t>
            </a:r>
          </a:p>
          <a:p>
            <a:pPr algn="just"/>
            <a:r>
              <a:rPr lang="en-US" altLang="en-US" dirty="0"/>
              <a:t>Intent is to find something of value that can be used or sold</a:t>
            </a:r>
          </a:p>
          <a:p>
            <a:pPr lvl="1" algn="just"/>
            <a:r>
              <a:rPr lang="en-US" altLang="en-US" sz="2000" dirty="0"/>
              <a:t>Credit card numbers</a:t>
            </a:r>
          </a:p>
          <a:p>
            <a:pPr lvl="1" algn="just"/>
            <a:r>
              <a:rPr lang="en-US" altLang="en-US" sz="2000" dirty="0"/>
              <a:t>Personal information</a:t>
            </a:r>
          </a:p>
          <a:p>
            <a:pPr lvl="1" algn="just"/>
            <a:r>
              <a:rPr lang="en-US" altLang="en-US" sz="2000" dirty="0"/>
              <a:t>Login IDs</a:t>
            </a:r>
          </a:p>
          <a:p>
            <a:pPr lvl="1" algn="just"/>
            <a:r>
              <a:rPr lang="en-US" altLang="en-US" sz="2000" dirty="0"/>
              <a:t>Email IDs</a:t>
            </a:r>
          </a:p>
          <a:p>
            <a:pPr algn="just"/>
            <a:r>
              <a:rPr lang="en-US" altLang="en-US" b="1" dirty="0"/>
              <a:t>Examples:</a:t>
            </a:r>
            <a:r>
              <a:rPr lang="en-US" altLang="en-US" dirty="0"/>
              <a:t> </a:t>
            </a:r>
          </a:p>
          <a:p>
            <a:pPr lvl="1" algn="just"/>
            <a:r>
              <a:rPr lang="en-US" altLang="en-US" sz="2000" dirty="0"/>
              <a:t>In 2003, computer hacker gained access to and stole 92 million </a:t>
            </a:r>
          </a:p>
          <a:p>
            <a:pPr marL="457200" lvl="1" indent="0" algn="just">
              <a:buNone/>
            </a:pPr>
            <a:r>
              <a:rPr lang="en-US" altLang="en-US" sz="2000" dirty="0"/>
              <a:t>   AOL login ID’s. </a:t>
            </a:r>
          </a:p>
          <a:p>
            <a:pPr lvl="2" algn="just"/>
            <a:r>
              <a:rPr lang="en-US" altLang="en-US" sz="2000" dirty="0"/>
              <a:t>The list was sold for amount up to $100,000</a:t>
            </a:r>
          </a:p>
          <a:p>
            <a:pPr lvl="1" algn="just"/>
            <a:r>
              <a:rPr lang="en-US" altLang="en-US" sz="2000" dirty="0"/>
              <a:t>Worth $65 Million bit coins stolen from digital currency exchange</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11</a:t>
            </a:fld>
            <a:endParaRPr lang="x-none"/>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71804" y="1374907"/>
            <a:ext cx="1762690" cy="111659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5264" y="3079751"/>
            <a:ext cx="2807415" cy="327660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28728" y="869077"/>
            <a:ext cx="2333951" cy="22196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Threat Modeling</a:t>
            </a:r>
            <a:endParaRPr lang="en-GB" dirty="0"/>
          </a:p>
        </p:txBody>
      </p:sp>
      <p:sp>
        <p:nvSpPr>
          <p:cNvPr id="3" name="Content Placeholder 2"/>
          <p:cNvSpPr>
            <a:spLocks noGrp="1"/>
          </p:cNvSpPr>
          <p:nvPr>
            <p:ph idx="1"/>
          </p:nvPr>
        </p:nvSpPr>
        <p:spPr/>
        <p:txBody>
          <a:bodyPr>
            <a:normAutofit/>
          </a:bodyPr>
          <a:lstStyle/>
          <a:p>
            <a:pPr algn="just"/>
            <a:r>
              <a:rPr lang="en-GB" b="1" dirty="0"/>
              <a:t>Threat  modeling</a:t>
            </a:r>
            <a:r>
              <a:rPr lang="en-GB" dirty="0"/>
              <a:t> is a procedure which includes: </a:t>
            </a:r>
          </a:p>
          <a:p>
            <a:pPr lvl="1" algn="just"/>
            <a:r>
              <a:rPr lang="en-GB" sz="2000" dirty="0"/>
              <a:t>Optimizing network security by identifying objectives and vulnerabilities, </a:t>
            </a:r>
          </a:p>
          <a:p>
            <a:pPr lvl="1" algn="just"/>
            <a:r>
              <a:rPr lang="en-GB" sz="2000" dirty="0"/>
              <a:t>Defining countermeasures to prevent, or mitigate the effects of the threats to the system.</a:t>
            </a:r>
            <a:endParaRPr lang="en-US" sz="2000" dirty="0"/>
          </a:p>
          <a:p>
            <a:pPr algn="just"/>
            <a:r>
              <a:rPr lang="en-US" b="1" dirty="0"/>
              <a:t>Review team </a:t>
            </a:r>
            <a:r>
              <a:rPr lang="en-US" dirty="0"/>
              <a:t>examines the code to look for areas of the product’s feature set that are susceptible to security vulnerabilities</a:t>
            </a:r>
          </a:p>
          <a:p>
            <a:pPr algn="just"/>
            <a:r>
              <a:rPr lang="en-US" dirty="0"/>
              <a:t>The team </a:t>
            </a:r>
          </a:p>
          <a:p>
            <a:pPr lvl="1" algn="just"/>
            <a:r>
              <a:rPr lang="en-US" sz="2000" dirty="0"/>
              <a:t>Makes changes to the product</a:t>
            </a:r>
          </a:p>
          <a:p>
            <a:pPr lvl="1" algn="just"/>
            <a:r>
              <a:rPr lang="en-US" sz="2000" dirty="0"/>
              <a:t>Spends more effort in designing these features</a:t>
            </a:r>
          </a:p>
          <a:p>
            <a:pPr lvl="1" algn="just"/>
            <a:r>
              <a:rPr lang="en-US" sz="2000" dirty="0"/>
              <a:t>Concentrates testing on potential trouble spots</a:t>
            </a:r>
          </a:p>
          <a:p>
            <a:pPr algn="just"/>
            <a:r>
              <a:rPr lang="en-US" dirty="0"/>
              <a:t>Performing threat modeling is not tester’s responsibility. Project manager is responsible</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12</a:t>
            </a:fld>
            <a:endParaRPr lang="x-none"/>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Threat Modeling Process</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11219503"/>
              </p:ext>
            </p:extLst>
          </p:nvPr>
        </p:nvGraphicFramePr>
        <p:xfrm>
          <a:off x="1104900" y="1600200"/>
          <a:ext cx="99822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p:cNvSpPr>
            <a:spLocks noGrp="1"/>
          </p:cNvSpPr>
          <p:nvPr>
            <p:ph type="sldNum" sz="quarter" idx="12"/>
          </p:nvPr>
        </p:nvSpPr>
        <p:spPr/>
        <p:txBody>
          <a:bodyPr/>
          <a:lstStyle/>
          <a:p>
            <a:fld id="{0FF54DE5-C571-48E8-A5BC-B369434E2F44}" type="slidenum">
              <a:rPr lang="x-none" smtClean="0"/>
              <a:pPr/>
              <a:t>13</a:t>
            </a:fld>
            <a:endParaRPr lang="x-none"/>
          </a:p>
        </p:txBody>
      </p:sp>
    </p:spTree>
    <p:extLst>
      <p:ext uri="{BB962C8B-B14F-4D97-AF65-F5344CB8AC3E}">
        <p14:creationId xmlns:p14="http://schemas.microsoft.com/office/powerpoint/2010/main" val="647054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Threat Modeling Process</a:t>
            </a:r>
            <a:endParaRPr lang="en-GB" dirty="0"/>
          </a:p>
        </p:txBody>
      </p:sp>
      <p:sp>
        <p:nvSpPr>
          <p:cNvPr id="3" name="Content Placeholder 2"/>
          <p:cNvSpPr>
            <a:spLocks noGrp="1"/>
          </p:cNvSpPr>
          <p:nvPr>
            <p:ph idx="1"/>
          </p:nvPr>
        </p:nvSpPr>
        <p:spPr/>
        <p:txBody>
          <a:bodyPr>
            <a:normAutofit/>
          </a:bodyPr>
          <a:lstStyle/>
          <a:p>
            <a:pPr algn="just">
              <a:buNone/>
            </a:pPr>
            <a:r>
              <a:rPr lang="en-GB" b="1" dirty="0"/>
              <a:t>1. Assemble the Threat Modeling Team</a:t>
            </a:r>
          </a:p>
          <a:p>
            <a:pPr algn="just"/>
            <a:r>
              <a:rPr lang="en-GB" dirty="0"/>
              <a:t>Team members with software security background. </a:t>
            </a:r>
          </a:p>
          <a:p>
            <a:pPr algn="just"/>
            <a:r>
              <a:rPr lang="en-GB" dirty="0"/>
              <a:t>Outside consultant in case of small team. </a:t>
            </a:r>
          </a:p>
          <a:p>
            <a:pPr algn="just"/>
            <a:r>
              <a:rPr lang="en-GB" dirty="0"/>
              <a:t>In a large company, this person could come from a pool of experts, who float from one project to another</a:t>
            </a:r>
          </a:p>
          <a:p>
            <a:pPr algn="just">
              <a:buNone/>
            </a:pPr>
            <a:r>
              <a:rPr lang="en-US" b="1" dirty="0"/>
              <a:t>2. Identify the Assets</a:t>
            </a:r>
          </a:p>
          <a:p>
            <a:pPr algn="just"/>
            <a:r>
              <a:rPr lang="en-US" dirty="0"/>
              <a:t>Think of all things that might be of value to </a:t>
            </a:r>
          </a:p>
          <a:p>
            <a:pPr marL="0" indent="0" algn="just">
              <a:buNone/>
            </a:pPr>
            <a:r>
              <a:rPr lang="en-US" dirty="0"/>
              <a:t>    an intruder</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14</a:t>
            </a:fld>
            <a:endParaRPr lang="x-none"/>
          </a:p>
        </p:txBody>
      </p:sp>
      <p:pic>
        <p:nvPicPr>
          <p:cNvPr id="5" name="Picture 4"/>
          <p:cNvPicPr>
            <a:picLocks noChangeAspect="1"/>
          </p:cNvPicPr>
          <p:nvPr/>
        </p:nvPicPr>
        <p:blipFill>
          <a:blip r:embed="rId3"/>
          <a:stretch>
            <a:fillRect/>
          </a:stretch>
        </p:blipFill>
        <p:spPr>
          <a:xfrm>
            <a:off x="6609406" y="3641825"/>
            <a:ext cx="5294751" cy="265506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Threat Modeling Process</a:t>
            </a:r>
            <a:endParaRPr lang="en-GB" dirty="0"/>
          </a:p>
        </p:txBody>
      </p:sp>
      <p:sp>
        <p:nvSpPr>
          <p:cNvPr id="3" name="Content Placeholder 2"/>
          <p:cNvSpPr>
            <a:spLocks noGrp="1"/>
          </p:cNvSpPr>
          <p:nvPr>
            <p:ph idx="1"/>
          </p:nvPr>
        </p:nvSpPr>
        <p:spPr>
          <a:xfrm>
            <a:off x="728382" y="1460351"/>
            <a:ext cx="6586817" cy="4800600"/>
          </a:xfrm>
        </p:spPr>
        <p:txBody>
          <a:bodyPr>
            <a:normAutofit fontScale="92500" lnSpcReduction="20000"/>
          </a:bodyPr>
          <a:lstStyle/>
          <a:p>
            <a:pPr algn="just">
              <a:buNone/>
            </a:pPr>
            <a:r>
              <a:rPr lang="en-US" b="1" dirty="0"/>
              <a:t>3. Create an Architecture Overview</a:t>
            </a:r>
          </a:p>
          <a:p>
            <a:pPr algn="just"/>
            <a:r>
              <a:rPr lang="en-US" dirty="0"/>
              <a:t>Identify the technology you plan to use for your software and how it is interconnected. </a:t>
            </a:r>
          </a:p>
          <a:p>
            <a:pPr algn="just"/>
            <a:r>
              <a:rPr lang="en-US" dirty="0"/>
              <a:t>For this purpose create an architectural diagram</a:t>
            </a:r>
          </a:p>
          <a:p>
            <a:pPr algn="just"/>
            <a:r>
              <a:rPr lang="en-US" dirty="0"/>
              <a:t>Identify trust boundaries between different technologies </a:t>
            </a:r>
          </a:p>
          <a:p>
            <a:pPr algn="just"/>
            <a:r>
              <a:rPr lang="en-US" dirty="0"/>
              <a:t>Identify authentication and authorization that must occur to gain access to the data</a:t>
            </a:r>
          </a:p>
          <a:p>
            <a:pPr algn="just">
              <a:buNone/>
            </a:pPr>
            <a:r>
              <a:rPr lang="en-US" b="1" dirty="0"/>
              <a:t>4. Decompose the Application</a:t>
            </a:r>
            <a:endParaRPr lang="en-US" dirty="0"/>
          </a:p>
          <a:p>
            <a:pPr algn="just"/>
            <a:r>
              <a:rPr lang="en-US" dirty="0"/>
              <a:t>The process to identify how and where the data flows through the system</a:t>
            </a:r>
          </a:p>
          <a:p>
            <a:pPr algn="just"/>
            <a:r>
              <a:rPr lang="en-US" dirty="0"/>
              <a:t>It is based on data flow diagrams and state transition maps</a:t>
            </a:r>
          </a:p>
          <a:p>
            <a:pPr algn="just"/>
            <a:r>
              <a:rPr lang="en-US" dirty="0"/>
              <a:t>If these diagrams don’t exist, they will need to be created</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15</a:t>
            </a:fld>
            <a:endParaRPr lang="x-none"/>
          </a:p>
        </p:txBody>
      </p:sp>
      <p:pic>
        <p:nvPicPr>
          <p:cNvPr id="5" name="Picture 4"/>
          <p:cNvPicPr>
            <a:picLocks noChangeAspect="1"/>
          </p:cNvPicPr>
          <p:nvPr/>
        </p:nvPicPr>
        <p:blipFill>
          <a:blip r:embed="rId3"/>
          <a:stretch>
            <a:fillRect/>
          </a:stretch>
        </p:blipFill>
        <p:spPr>
          <a:xfrm>
            <a:off x="7439729" y="1334532"/>
            <a:ext cx="4539726" cy="2211661"/>
          </a:xfrm>
          <a:prstGeom prst="rect">
            <a:avLst/>
          </a:prstGeom>
        </p:spPr>
      </p:pic>
      <p:pic>
        <p:nvPicPr>
          <p:cNvPr id="6" name="Picture 5"/>
          <p:cNvPicPr>
            <a:picLocks noChangeAspect="1"/>
          </p:cNvPicPr>
          <p:nvPr/>
        </p:nvPicPr>
        <p:blipFill>
          <a:blip r:embed="rId4"/>
          <a:stretch>
            <a:fillRect/>
          </a:stretch>
        </p:blipFill>
        <p:spPr>
          <a:xfrm>
            <a:off x="7474283" y="3384823"/>
            <a:ext cx="4470617" cy="306993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Threat Modeling Process</a:t>
            </a:r>
            <a:endParaRPr lang="en-GB" dirty="0"/>
          </a:p>
        </p:txBody>
      </p:sp>
      <p:sp>
        <p:nvSpPr>
          <p:cNvPr id="3" name="Content Placeholder 2"/>
          <p:cNvSpPr>
            <a:spLocks noGrp="1"/>
          </p:cNvSpPr>
          <p:nvPr>
            <p:ph idx="1"/>
          </p:nvPr>
        </p:nvSpPr>
        <p:spPr>
          <a:xfrm>
            <a:off x="1104900" y="1330036"/>
            <a:ext cx="9982200" cy="4572000"/>
          </a:xfrm>
        </p:spPr>
        <p:txBody>
          <a:bodyPr>
            <a:normAutofit/>
          </a:bodyPr>
          <a:lstStyle/>
          <a:p>
            <a:pPr algn="just">
              <a:buNone/>
            </a:pPr>
            <a:r>
              <a:rPr lang="en-US" b="1" dirty="0"/>
              <a:t>5. Identify the Threats</a:t>
            </a:r>
          </a:p>
          <a:p>
            <a:pPr algn="just"/>
            <a:r>
              <a:rPr lang="en-US" dirty="0"/>
              <a:t>After understanding components, team can move on to identify threats</a:t>
            </a:r>
          </a:p>
          <a:p>
            <a:pPr algn="just"/>
            <a:r>
              <a:rPr lang="en-US" dirty="0"/>
              <a:t>Each of the components should be considered threat targets</a:t>
            </a:r>
          </a:p>
          <a:p>
            <a:pPr algn="just"/>
            <a:r>
              <a:rPr lang="en-US" dirty="0"/>
              <a:t>You should assume that they will be attacked</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16</a:t>
            </a:fld>
            <a:endParaRPr lang="x-none"/>
          </a:p>
        </p:txBody>
      </p:sp>
    </p:spTree>
    <p:extLst>
      <p:ext uri="{BB962C8B-B14F-4D97-AF65-F5344CB8AC3E}">
        <p14:creationId xmlns:p14="http://schemas.microsoft.com/office/powerpoint/2010/main" val="3115626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Threat Modeling Process</a:t>
            </a:r>
            <a:endParaRPr lang="en-GB" dirty="0"/>
          </a:p>
        </p:txBody>
      </p:sp>
      <p:sp>
        <p:nvSpPr>
          <p:cNvPr id="3" name="Content Placeholder 2"/>
          <p:cNvSpPr>
            <a:spLocks noGrp="1"/>
          </p:cNvSpPr>
          <p:nvPr>
            <p:ph idx="1"/>
          </p:nvPr>
        </p:nvSpPr>
        <p:spPr>
          <a:xfrm>
            <a:off x="1104900" y="1330036"/>
            <a:ext cx="9982200" cy="4572000"/>
          </a:xfrm>
        </p:spPr>
        <p:txBody>
          <a:bodyPr>
            <a:normAutofit/>
          </a:bodyPr>
          <a:lstStyle/>
          <a:p>
            <a:pPr algn="just">
              <a:buNone/>
            </a:pPr>
            <a:r>
              <a:rPr lang="en-US" b="1" dirty="0"/>
              <a:t>6. Document the Threats</a:t>
            </a:r>
            <a:endParaRPr lang="en-US" dirty="0"/>
          </a:p>
          <a:p>
            <a:pPr algn="just"/>
            <a:r>
              <a:rPr lang="en-US" dirty="0"/>
              <a:t>Each threat must be documented and tracked to ensure that it is addressed</a:t>
            </a:r>
          </a:p>
          <a:p>
            <a:pPr algn="just"/>
            <a:r>
              <a:rPr lang="en-US" dirty="0"/>
              <a:t>Documentation describes</a:t>
            </a:r>
          </a:p>
          <a:p>
            <a:pPr marL="0" indent="0" algn="just">
              <a:buNone/>
            </a:pPr>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x-none" smtClean="0"/>
              <a:pPr/>
              <a:t>17</a:t>
            </a:fld>
            <a:endParaRPr lang="x-none"/>
          </a:p>
        </p:txBody>
      </p:sp>
      <p:graphicFrame>
        <p:nvGraphicFramePr>
          <p:cNvPr id="5" name="Content Placeholder 4"/>
          <p:cNvGraphicFramePr>
            <a:graphicFrameLocks/>
          </p:cNvGraphicFramePr>
          <p:nvPr>
            <p:extLst>
              <p:ext uri="{D42A27DB-BD31-4B8C-83A1-F6EECF244321}">
                <p14:modId xmlns:p14="http://schemas.microsoft.com/office/powerpoint/2010/main" val="2994800709"/>
              </p:ext>
            </p:extLst>
          </p:nvPr>
        </p:nvGraphicFramePr>
        <p:xfrm>
          <a:off x="1266954" y="2695142"/>
          <a:ext cx="7491846" cy="16902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p:cNvPicPr>
            <a:picLocks noChangeAspect="1"/>
          </p:cNvPicPr>
          <p:nvPr/>
        </p:nvPicPr>
        <p:blipFill>
          <a:blip r:embed="rId7"/>
          <a:stretch>
            <a:fillRect/>
          </a:stretch>
        </p:blipFill>
        <p:spPr>
          <a:xfrm>
            <a:off x="1215780" y="4474802"/>
            <a:ext cx="7595711" cy="2213904"/>
          </a:xfrm>
          <a:prstGeom prst="rect">
            <a:avLst/>
          </a:prstGeom>
        </p:spPr>
      </p:pic>
    </p:spTree>
    <p:extLst>
      <p:ext uri="{BB962C8B-B14F-4D97-AF65-F5344CB8AC3E}">
        <p14:creationId xmlns:p14="http://schemas.microsoft.com/office/powerpoint/2010/main" val="1858216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Threat Modeling Process</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74400387"/>
              </p:ext>
            </p:extLst>
          </p:nvPr>
        </p:nvGraphicFramePr>
        <p:xfrm>
          <a:off x="1104900" y="3366655"/>
          <a:ext cx="9982200" cy="28055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2"/>
          <p:cNvSpPr txBox="1">
            <a:spLocks/>
          </p:cNvSpPr>
          <p:nvPr/>
        </p:nvSpPr>
        <p:spPr>
          <a:xfrm>
            <a:off x="1104900" y="1600200"/>
            <a:ext cx="9982200" cy="1766455"/>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algn="just">
              <a:buFont typeface="Wingdings" panose="05000000000000000000" pitchFamily="2" charset="2"/>
              <a:buNone/>
            </a:pPr>
            <a:r>
              <a:rPr lang="en-US" b="1" dirty="0"/>
              <a:t>7. Rank the Threats</a:t>
            </a:r>
          </a:p>
          <a:p>
            <a:pPr algn="just"/>
            <a:r>
              <a:rPr lang="en-US" dirty="0"/>
              <a:t>All threats are not created equal</a:t>
            </a:r>
          </a:p>
          <a:p>
            <a:pPr algn="just"/>
            <a:r>
              <a:rPr lang="en-US" dirty="0"/>
              <a:t>You need to look at each threat and determine its ranking</a:t>
            </a:r>
          </a:p>
        </p:txBody>
      </p:sp>
      <p:sp>
        <p:nvSpPr>
          <p:cNvPr id="6" name="Slide Number Placeholder 5"/>
          <p:cNvSpPr>
            <a:spLocks noGrp="1"/>
          </p:cNvSpPr>
          <p:nvPr>
            <p:ph type="sldNum" sz="quarter" idx="12"/>
          </p:nvPr>
        </p:nvSpPr>
        <p:spPr/>
        <p:txBody>
          <a:bodyPr/>
          <a:lstStyle/>
          <a:p>
            <a:fld id="{0FF54DE5-C571-48E8-A5BC-B369434E2F44}" type="slidenum">
              <a:rPr lang="x-none" smtClean="0"/>
              <a:pPr/>
              <a:t>18</a:t>
            </a:fld>
            <a:endParaRPr lang="x-none"/>
          </a:p>
        </p:txBody>
      </p:sp>
    </p:spTree>
    <p:extLst>
      <p:ext uri="{BB962C8B-B14F-4D97-AF65-F5344CB8AC3E}">
        <p14:creationId xmlns:p14="http://schemas.microsoft.com/office/powerpoint/2010/main" val="1925421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Threat Modeling Process</a:t>
            </a:r>
            <a:endParaRPr lang="en-GB" dirty="0"/>
          </a:p>
        </p:txBody>
      </p:sp>
      <p:sp>
        <p:nvSpPr>
          <p:cNvPr id="3" name="Content Placeholder 2"/>
          <p:cNvSpPr>
            <a:spLocks noGrp="1"/>
          </p:cNvSpPr>
          <p:nvPr>
            <p:ph idx="1"/>
          </p:nvPr>
        </p:nvSpPr>
        <p:spPr/>
        <p:txBody>
          <a:bodyPr>
            <a:normAutofit/>
          </a:bodyPr>
          <a:lstStyle/>
          <a:p>
            <a:pPr lvl="1" algn="just"/>
            <a:r>
              <a:rPr lang="en-US" sz="2000" b="1" dirty="0"/>
              <a:t>Damage Potential- </a:t>
            </a:r>
            <a:r>
              <a:rPr lang="en-US" sz="2000" dirty="0"/>
              <a:t> how much damage (Physical, Financial, Integrity and so on) could be done if a particular area is hacked</a:t>
            </a:r>
          </a:p>
          <a:p>
            <a:pPr lvl="1" algn="just"/>
            <a:r>
              <a:rPr lang="en-US" sz="2000" b="1" dirty="0"/>
              <a:t>Reproducibility</a:t>
            </a:r>
          </a:p>
          <a:p>
            <a:pPr lvl="2" algn="just"/>
            <a:r>
              <a:rPr lang="en-US" sz="2000" dirty="0"/>
              <a:t>How easy is it for a hacker to exploit the vulnerability consistently? </a:t>
            </a:r>
          </a:p>
          <a:p>
            <a:pPr lvl="2" algn="just"/>
            <a:r>
              <a:rPr lang="en-US" sz="2000" dirty="0"/>
              <a:t>Would every attempt be successful? </a:t>
            </a:r>
          </a:p>
          <a:p>
            <a:pPr lvl="2" algn="just"/>
            <a:r>
              <a:rPr lang="en-US" sz="2000" dirty="0"/>
              <a:t>One in 100 attempts? </a:t>
            </a:r>
          </a:p>
          <a:p>
            <a:pPr lvl="2" algn="just"/>
            <a:r>
              <a:rPr lang="en-US" sz="2000" dirty="0"/>
              <a:t>One in million?</a:t>
            </a:r>
            <a:endParaRPr lang="en-US" sz="2000" b="1" dirty="0"/>
          </a:p>
          <a:p>
            <a:pPr lvl="1" algn="just"/>
            <a:r>
              <a:rPr lang="en-US" sz="2000" b="1" dirty="0"/>
              <a:t>Exploitability</a:t>
            </a:r>
          </a:p>
          <a:p>
            <a:pPr lvl="2" algn="just"/>
            <a:r>
              <a:rPr lang="en-US" sz="2000" dirty="0"/>
              <a:t>How technically difficult is it to gain access to the system or data? </a:t>
            </a:r>
          </a:p>
          <a:p>
            <a:pPr lvl="2" algn="just"/>
            <a:r>
              <a:rPr lang="en-US" sz="2000" dirty="0"/>
              <a:t>Is it a few lines of code that can be emailed around the internet or does it require someone with expert programming skills?</a:t>
            </a:r>
            <a:endParaRPr lang="en-US" sz="2000" b="1" dirty="0"/>
          </a:p>
          <a:p>
            <a:pPr lvl="1" algn="just"/>
            <a:r>
              <a:rPr lang="en-US" sz="2000" b="1" dirty="0"/>
              <a:t>Affected Users- </a:t>
            </a:r>
            <a:r>
              <a:rPr lang="en-US" sz="2000" dirty="0"/>
              <a:t>If the hack succeeds, how many users will be affected?</a:t>
            </a:r>
            <a:endParaRPr lang="en-US" sz="2000" b="1" dirty="0"/>
          </a:p>
          <a:p>
            <a:pPr lvl="1" algn="just"/>
            <a:r>
              <a:rPr lang="en-US" sz="2000" b="1" dirty="0"/>
              <a:t>Discoverability- </a:t>
            </a:r>
            <a:r>
              <a:rPr lang="en-US" sz="2000" dirty="0"/>
              <a:t>What’s the likelihood that a hacker will discover vulnerability? </a:t>
            </a:r>
          </a:p>
          <a:p>
            <a:pPr algn="just"/>
            <a:endParaRPr lang="en-GB" dirty="0"/>
          </a:p>
        </p:txBody>
      </p:sp>
      <p:sp>
        <p:nvSpPr>
          <p:cNvPr id="4" name="Slide Number Placeholder 3"/>
          <p:cNvSpPr>
            <a:spLocks noGrp="1"/>
          </p:cNvSpPr>
          <p:nvPr>
            <p:ph type="sldNum" sz="quarter" idx="12"/>
          </p:nvPr>
        </p:nvSpPr>
        <p:spPr/>
        <p:txBody>
          <a:bodyPr/>
          <a:lstStyle/>
          <a:p>
            <a:fld id="{0FF54DE5-C571-48E8-A5BC-B369434E2F44}" type="slidenum">
              <a:rPr lang="x-none" smtClean="0"/>
              <a:pPr/>
              <a:t>19</a:t>
            </a:fld>
            <a:endParaRPr lang="x-none"/>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Threat Modeling Process</a:t>
            </a:r>
            <a:endParaRPr lang="en-GB" dirty="0"/>
          </a:p>
        </p:txBody>
      </p:sp>
      <p:sp>
        <p:nvSpPr>
          <p:cNvPr id="3" name="Content Placeholder 2"/>
          <p:cNvSpPr>
            <a:spLocks noGrp="1"/>
          </p:cNvSpPr>
          <p:nvPr>
            <p:ph idx="1"/>
          </p:nvPr>
        </p:nvSpPr>
        <p:spPr/>
        <p:txBody>
          <a:bodyPr>
            <a:normAutofit/>
          </a:bodyPr>
          <a:lstStyle/>
          <a:p>
            <a:pPr algn="just"/>
            <a:r>
              <a:rPr lang="en-US" dirty="0"/>
              <a:t>1=low, 2=medium, and 3=high system applied to each of the five categories</a:t>
            </a:r>
          </a:p>
          <a:p>
            <a:pPr algn="just"/>
            <a:r>
              <a:rPr lang="en-US" dirty="0"/>
              <a:t>All values are summed and a value between 5 and 15 is achieved</a:t>
            </a:r>
          </a:p>
          <a:p>
            <a:pPr algn="just"/>
            <a:r>
              <a:rPr lang="en-US" dirty="0"/>
              <a:t>Resolve the most severe issues first and then continue to lower ranked threats  </a:t>
            </a:r>
          </a:p>
          <a:p>
            <a:pPr algn="just"/>
            <a:r>
              <a:rPr lang="en-GB" b="1" dirty="0"/>
              <a:t>Example:</a:t>
            </a:r>
          </a:p>
          <a:p>
            <a:pPr algn="just"/>
            <a:endParaRPr lang="en-GB" b="1" dirty="0"/>
          </a:p>
          <a:p>
            <a:pPr algn="just"/>
            <a:endParaRPr lang="en-GB" b="1" dirty="0"/>
          </a:p>
          <a:p>
            <a:pPr algn="just"/>
            <a:endParaRPr lang="en-GB" b="1" dirty="0"/>
          </a:p>
          <a:p>
            <a:pPr marL="3200400" lvl="7" indent="0">
              <a:buNone/>
            </a:pPr>
            <a:r>
              <a:rPr lang="en-GB" sz="1200" b="1" dirty="0"/>
              <a:t>				D=Damage Potential</a:t>
            </a:r>
          </a:p>
          <a:p>
            <a:pPr marL="3200400" lvl="7" indent="0">
              <a:buNone/>
            </a:pPr>
            <a:r>
              <a:rPr lang="en-GB" sz="1200" b="1" dirty="0"/>
              <a:t>				R= Reproducibility</a:t>
            </a:r>
          </a:p>
          <a:p>
            <a:pPr marL="3200400" lvl="8" indent="0">
              <a:buNone/>
            </a:pPr>
            <a:r>
              <a:rPr lang="en-GB" sz="1200" b="1" dirty="0"/>
              <a:t>				E=</a:t>
            </a:r>
            <a:r>
              <a:rPr lang="en-US" sz="1200" b="1" dirty="0"/>
              <a:t>Exploitability</a:t>
            </a:r>
          </a:p>
          <a:p>
            <a:pPr marL="3200400" lvl="7" indent="0">
              <a:buNone/>
            </a:pPr>
            <a:r>
              <a:rPr lang="en-GB" sz="1200" b="1" dirty="0"/>
              <a:t>				A=</a:t>
            </a:r>
            <a:r>
              <a:rPr lang="en-US" sz="1200" b="1" dirty="0"/>
              <a:t> Affected Users</a:t>
            </a:r>
          </a:p>
          <a:p>
            <a:pPr marL="3200400" lvl="7" indent="0">
              <a:buNone/>
            </a:pPr>
            <a:r>
              <a:rPr lang="en-GB" sz="1200" b="1" dirty="0"/>
              <a:t>				D=</a:t>
            </a:r>
            <a:r>
              <a:rPr lang="en-US" sz="1200" b="1" dirty="0"/>
              <a:t>Discoverability</a:t>
            </a:r>
            <a:endParaRPr lang="en-GB" sz="1200" b="1" dirty="0"/>
          </a:p>
          <a:p>
            <a:pPr algn="just"/>
            <a:endParaRPr lang="en-GB" b="1" dirty="0"/>
          </a:p>
        </p:txBody>
      </p:sp>
      <p:sp>
        <p:nvSpPr>
          <p:cNvPr id="4" name="Slide Number Placeholder 3"/>
          <p:cNvSpPr>
            <a:spLocks noGrp="1"/>
          </p:cNvSpPr>
          <p:nvPr>
            <p:ph type="sldNum" sz="quarter" idx="12"/>
          </p:nvPr>
        </p:nvSpPr>
        <p:spPr/>
        <p:txBody>
          <a:bodyPr/>
          <a:lstStyle/>
          <a:p>
            <a:fld id="{0FF54DE5-C571-48E8-A5BC-B369434E2F44}" type="slidenum">
              <a:rPr lang="x-none" smtClean="0"/>
              <a:pPr/>
              <a:t>20</a:t>
            </a:fld>
            <a:endParaRPr lang="x-none"/>
          </a:p>
        </p:txBody>
      </p:sp>
      <p:pic>
        <p:nvPicPr>
          <p:cNvPr id="5" name="Picture 4"/>
          <p:cNvPicPr>
            <a:picLocks noChangeAspect="1"/>
          </p:cNvPicPr>
          <p:nvPr/>
        </p:nvPicPr>
        <p:blipFill>
          <a:blip r:embed="rId2"/>
          <a:stretch>
            <a:fillRect/>
          </a:stretch>
        </p:blipFill>
        <p:spPr>
          <a:xfrm>
            <a:off x="818075" y="3748303"/>
            <a:ext cx="10554331" cy="1003156"/>
          </a:xfrm>
          <a:prstGeom prst="rect">
            <a:avLst/>
          </a:prstGeom>
        </p:spPr>
      </p:pic>
    </p:spTree>
    <p:extLst>
      <p:ext uri="{BB962C8B-B14F-4D97-AF65-F5344CB8AC3E}">
        <p14:creationId xmlns:p14="http://schemas.microsoft.com/office/powerpoint/2010/main" val="817076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Overrun</a:t>
            </a:r>
          </a:p>
        </p:txBody>
      </p:sp>
      <p:sp>
        <p:nvSpPr>
          <p:cNvPr id="4" name="Content Placeholder 3"/>
          <p:cNvSpPr>
            <a:spLocks noGrp="1"/>
          </p:cNvSpPr>
          <p:nvPr>
            <p:ph idx="1"/>
          </p:nvPr>
        </p:nvSpPr>
        <p:spPr/>
        <p:txBody>
          <a:bodyPr>
            <a:normAutofit/>
          </a:bodyPr>
          <a:lstStyle/>
          <a:p>
            <a:pPr algn="just"/>
            <a:r>
              <a:rPr lang="en-US" dirty="0"/>
              <a:t>In </a:t>
            </a:r>
            <a:r>
              <a:rPr lang="en-US" b="1" dirty="0"/>
              <a:t>buffer overflow</a:t>
            </a:r>
            <a:r>
              <a:rPr lang="en-US" dirty="0"/>
              <a:t>, or </a:t>
            </a:r>
            <a:r>
              <a:rPr lang="en-US" b="1" dirty="0"/>
              <a:t>buffer overrun</a:t>
            </a:r>
            <a:r>
              <a:rPr lang="en-US" dirty="0"/>
              <a:t>,  while writing data to a </a:t>
            </a:r>
            <a:r>
              <a:rPr lang="en-US" b="1" dirty="0"/>
              <a:t>buffer</a:t>
            </a:r>
            <a:r>
              <a:rPr lang="en-US" dirty="0"/>
              <a:t>, overruns the </a:t>
            </a:r>
            <a:r>
              <a:rPr lang="en-US" b="1" dirty="0"/>
              <a:t>buffer's</a:t>
            </a:r>
            <a:r>
              <a:rPr lang="en-US" dirty="0"/>
              <a:t> boundary and overwrites adjacent memory locations. This is a special case of the violation of memory safety.</a:t>
            </a:r>
          </a:p>
          <a:p>
            <a:pPr algn="just"/>
            <a:r>
              <a:rPr lang="en-GB" dirty="0"/>
              <a:t>A buffer is a sequential section of memory allocated to contain anything from a character string to an array of integers. </a:t>
            </a:r>
          </a:p>
          <a:p>
            <a:pPr algn="just"/>
            <a:r>
              <a:rPr lang="en-GB" dirty="0"/>
              <a:t>Writing outside the bounds of a block of allocated memory can corrupt data, crash the program, or cause the execution of malicious code.</a:t>
            </a:r>
            <a:endParaRPr lang="en-US" dirty="0"/>
          </a:p>
          <a:p>
            <a:pPr algn="just"/>
            <a:r>
              <a:rPr lang="en-US" b="1" dirty="0"/>
              <a:t>Data reference errors- </a:t>
            </a:r>
            <a:r>
              <a:rPr lang="en-US" dirty="0"/>
              <a:t>bugs caused by using a variable, constant, array or string that has not been properly declared or initialized for how it’s being used and referenced</a:t>
            </a:r>
          </a:p>
          <a:p>
            <a:pPr algn="just"/>
            <a:r>
              <a:rPr lang="en-US" dirty="0"/>
              <a:t>It is the result of poor programming enabled by many languages such as C and C++</a:t>
            </a:r>
            <a:r>
              <a:rPr lang="en-US" i="1" dirty="0"/>
              <a:t> </a:t>
            </a:r>
          </a:p>
        </p:txBody>
      </p:sp>
      <p:sp>
        <p:nvSpPr>
          <p:cNvPr id="3" name="Slide Number Placeholder 2"/>
          <p:cNvSpPr>
            <a:spLocks noGrp="1"/>
          </p:cNvSpPr>
          <p:nvPr>
            <p:ph type="sldNum" sz="quarter" idx="12"/>
          </p:nvPr>
        </p:nvSpPr>
        <p:spPr/>
        <p:txBody>
          <a:bodyPr/>
          <a:lstStyle/>
          <a:p>
            <a:fld id="{0FF54DE5-C571-48E8-A5BC-B369434E2F44}" type="slidenum">
              <a:rPr lang="x-none" smtClean="0"/>
              <a:pPr/>
              <a:t>21</a:t>
            </a:fld>
            <a:endParaRPr lang="x-none"/>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Buffer Overflow</a:t>
            </a:r>
          </a:p>
        </p:txBody>
      </p:sp>
      <p:sp>
        <p:nvSpPr>
          <p:cNvPr id="3" name="Content Placeholder 2"/>
          <p:cNvSpPr>
            <a:spLocks noGrp="1"/>
          </p:cNvSpPr>
          <p:nvPr>
            <p:ph idx="1"/>
          </p:nvPr>
        </p:nvSpPr>
        <p:spPr/>
        <p:txBody>
          <a:bodyPr/>
          <a:lstStyle/>
          <a:p>
            <a:endParaRPr lang="en-US" dirty="0"/>
          </a:p>
        </p:txBody>
      </p:sp>
      <p:pic>
        <p:nvPicPr>
          <p:cNvPr id="1027" name="Picture 3"/>
          <p:cNvPicPr>
            <a:picLocks noChangeAspect="1" noChangeArrowheads="1"/>
          </p:cNvPicPr>
          <p:nvPr/>
        </p:nvPicPr>
        <p:blipFill>
          <a:blip r:embed="rId3"/>
          <a:srcRect/>
          <a:stretch>
            <a:fillRect/>
          </a:stretch>
        </p:blipFill>
        <p:spPr bwMode="auto">
          <a:xfrm>
            <a:off x="1177700" y="1618570"/>
            <a:ext cx="9841399" cy="4563932"/>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0FF54DE5-C571-48E8-A5BC-B369434E2F44}" type="slidenum">
              <a:rPr lang="x-none" smtClean="0"/>
              <a:pPr/>
              <a:t>22</a:t>
            </a:fld>
            <a:endParaRPr lang="x-none"/>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Overrun</a:t>
            </a:r>
          </a:p>
        </p:txBody>
      </p:sp>
      <p:sp>
        <p:nvSpPr>
          <p:cNvPr id="3" name="Content Placeholder 2"/>
          <p:cNvSpPr>
            <a:spLocks noGrp="1"/>
          </p:cNvSpPr>
          <p:nvPr>
            <p:ph idx="1"/>
          </p:nvPr>
        </p:nvSpPr>
        <p:spPr/>
        <p:txBody>
          <a:bodyPr/>
          <a:lstStyle/>
          <a:p>
            <a:pPr algn="just"/>
            <a:r>
              <a:rPr lang="en-US" dirty="0"/>
              <a:t>These types of bugs should be found as early as possible</a:t>
            </a:r>
          </a:p>
          <a:p>
            <a:pPr algn="just"/>
            <a:r>
              <a:rPr lang="en-US" dirty="0"/>
              <a:t>Code review would find them early in the development cycle.</a:t>
            </a:r>
          </a:p>
          <a:p>
            <a:pPr algn="just"/>
            <a:r>
              <a:rPr lang="en-US" dirty="0"/>
              <a:t>Software vulnerabilities can occur where you never expect them</a:t>
            </a:r>
          </a:p>
          <a:p>
            <a:pPr algn="just"/>
            <a:r>
              <a:rPr lang="en-US" dirty="0"/>
              <a:t>A user may not ask for security, but he wants it and will consider the lack of security a bug</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23</a:t>
            </a:fld>
            <a:endParaRPr lang="x-none"/>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String Functions</a:t>
            </a:r>
          </a:p>
        </p:txBody>
      </p:sp>
      <p:sp>
        <p:nvSpPr>
          <p:cNvPr id="3" name="Content Placeholder 2"/>
          <p:cNvSpPr>
            <a:spLocks noGrp="1"/>
          </p:cNvSpPr>
          <p:nvPr>
            <p:ph idx="1"/>
          </p:nvPr>
        </p:nvSpPr>
        <p:spPr/>
        <p:txBody>
          <a:bodyPr>
            <a:normAutofit/>
          </a:bodyPr>
          <a:lstStyle/>
          <a:p>
            <a:pPr algn="just"/>
            <a:r>
              <a:rPr lang="en-US" dirty="0"/>
              <a:t>Microsoft identified C and C++ functions that were prune to buffer overrun</a:t>
            </a:r>
          </a:p>
          <a:p>
            <a:pPr algn="just"/>
            <a:r>
              <a:rPr lang="en-US" dirty="0"/>
              <a:t>The usage of these functions in code require extensive error checking</a:t>
            </a:r>
          </a:p>
          <a:p>
            <a:pPr algn="just"/>
            <a:r>
              <a:rPr lang="en-US" dirty="0"/>
              <a:t>So a new set of functions is developed that is thoroughly tested</a:t>
            </a:r>
          </a:p>
          <a:p>
            <a:pPr algn="just"/>
            <a:r>
              <a:rPr lang="en-US" dirty="0"/>
              <a:t>These functions are called Safe String Functions</a:t>
            </a:r>
          </a:p>
          <a:p>
            <a:pPr algn="just"/>
            <a:r>
              <a:rPr lang="en-US" dirty="0"/>
              <a:t>Safe String Functions are available for common operating systems, processors and compilers</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24</a:t>
            </a:fld>
            <a:endParaRPr lang="x-none"/>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Benefits of Using Safe String Functions</a:t>
            </a:r>
          </a:p>
        </p:txBody>
      </p:sp>
      <p:sp>
        <p:nvSpPr>
          <p:cNvPr id="3" name="Content Placeholder 2"/>
          <p:cNvSpPr>
            <a:spLocks noGrp="1"/>
          </p:cNvSpPr>
          <p:nvPr>
            <p:ph idx="1"/>
          </p:nvPr>
        </p:nvSpPr>
        <p:spPr>
          <a:xfrm>
            <a:off x="1110343" y="1371600"/>
            <a:ext cx="9927772" cy="5257800"/>
          </a:xfrm>
        </p:spPr>
        <p:txBody>
          <a:bodyPr>
            <a:normAutofit/>
          </a:bodyPr>
          <a:lstStyle/>
          <a:p>
            <a:pPr algn="just"/>
            <a:r>
              <a:rPr lang="en-US" dirty="0"/>
              <a:t>Each function receives the size of the destination buffer as input</a:t>
            </a:r>
          </a:p>
          <a:p>
            <a:pPr algn="just"/>
            <a:r>
              <a:rPr lang="en-US" dirty="0"/>
              <a:t>The functions null-terminate all output strings. The code performing an operation on the returned string can assume that eventually it will encounter a null-denoting the string’s end</a:t>
            </a:r>
          </a:p>
          <a:p>
            <a:pPr algn="just"/>
            <a:r>
              <a:rPr lang="en-US" dirty="0"/>
              <a:t>All functions return an NTSTATUS value, with only one possible success code. The calling function can determine if the function succeeded in performing its operations</a:t>
            </a:r>
          </a:p>
          <a:p>
            <a:pPr algn="just"/>
            <a:r>
              <a:rPr lang="en-GB" dirty="0"/>
              <a:t>At the following link you can see different NTSTATUS values and their descriptions.</a:t>
            </a:r>
          </a:p>
          <a:p>
            <a:pPr marL="0" indent="0" algn="just">
              <a:buNone/>
            </a:pPr>
            <a:r>
              <a:rPr lang="en-GB" dirty="0">
                <a:hlinkClick r:id="rId3"/>
              </a:rPr>
              <a:t>https://docs.microsoft.com/en-us/openspecs/windows_protocols/ms-erref/596a1078-e883-4972-9bbc-49e60bebca55</a:t>
            </a:r>
            <a:r>
              <a:rPr lang="en-GB" dirty="0"/>
              <a:t> </a:t>
            </a:r>
            <a:endParaRPr lang="en-US" dirty="0"/>
          </a:p>
          <a:p>
            <a:pPr algn="just"/>
            <a:r>
              <a:rPr lang="en-US" dirty="0"/>
              <a:t>Each function is available in two versions. One support single-byte ASCII character and the other, double byte </a:t>
            </a:r>
            <a:r>
              <a:rPr lang="en-US" dirty="0" err="1"/>
              <a:t>unicode</a:t>
            </a:r>
            <a:r>
              <a:rPr lang="en-US" dirty="0"/>
              <a:t> characters to support multiple languages</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25</a:t>
            </a:fld>
            <a:endParaRPr lang="x-none"/>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Old Unsecure C String functions and Their New Secured Replacements</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0FF54DE5-C571-48E8-A5BC-B369434E2F44}" type="slidenum">
              <a:rPr lang="x-none" smtClean="0"/>
              <a:pPr/>
              <a:t>26</a:t>
            </a:fld>
            <a:endParaRPr lang="x-none"/>
          </a:p>
        </p:txBody>
      </p:sp>
      <p:pic>
        <p:nvPicPr>
          <p:cNvPr id="5" name="Picture 4"/>
          <p:cNvPicPr>
            <a:picLocks noChangeAspect="1"/>
          </p:cNvPicPr>
          <p:nvPr/>
        </p:nvPicPr>
        <p:blipFill>
          <a:blip r:embed="rId2"/>
          <a:stretch>
            <a:fillRect/>
          </a:stretch>
        </p:blipFill>
        <p:spPr>
          <a:xfrm>
            <a:off x="2040083" y="1391806"/>
            <a:ext cx="6131252" cy="5329670"/>
          </a:xfrm>
          <a:prstGeom prst="rect">
            <a:avLst/>
          </a:prstGeom>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JPEG Virus</a:t>
            </a:r>
          </a:p>
        </p:txBody>
      </p:sp>
      <p:sp>
        <p:nvSpPr>
          <p:cNvPr id="3" name="Content Placeholder 2"/>
          <p:cNvSpPr>
            <a:spLocks noGrp="1"/>
          </p:cNvSpPr>
          <p:nvPr>
            <p:ph idx="1"/>
          </p:nvPr>
        </p:nvSpPr>
        <p:spPr>
          <a:xfrm>
            <a:off x="1136468" y="1600200"/>
            <a:ext cx="9914709" cy="4876800"/>
          </a:xfrm>
        </p:spPr>
        <p:txBody>
          <a:bodyPr>
            <a:normAutofit/>
          </a:bodyPr>
          <a:lstStyle/>
          <a:p>
            <a:pPr algn="just"/>
            <a:r>
              <a:rPr lang="en-US" dirty="0"/>
              <a:t>The JPEG file format, besides storing the picture element, also allows for the storing of embedded comments</a:t>
            </a:r>
          </a:p>
          <a:p>
            <a:pPr algn="just"/>
            <a:r>
              <a:rPr lang="en-US" dirty="0"/>
              <a:t>This field is normally used for annotating the picture</a:t>
            </a:r>
          </a:p>
          <a:p>
            <a:pPr algn="just"/>
            <a:r>
              <a:rPr lang="en-US" dirty="0"/>
              <a:t>This comment field starts with a hex value of 0xFFFE followed by a two byte value. This value specifies the length of the comment plus 2 bytes for the field length</a:t>
            </a:r>
          </a:p>
          <a:p>
            <a:pPr algn="just"/>
            <a:r>
              <a:rPr lang="en-US" dirty="0"/>
              <a:t>A comment of up to 65533 bytes would be valid</a:t>
            </a:r>
          </a:p>
          <a:p>
            <a:pPr algn="just"/>
            <a:r>
              <a:rPr lang="en-GB" dirty="0"/>
              <a:t>If there is no comment, then the field is supposed to contain a value of 2</a:t>
            </a:r>
          </a:p>
          <a:p>
            <a:pPr algn="just"/>
            <a:r>
              <a:rPr lang="en-GB" dirty="0"/>
              <a:t>If comment is of size 65533 bytes then the total length will be 65533+2=65535</a:t>
            </a:r>
            <a:endParaRPr lang="en-US" dirty="0"/>
          </a:p>
          <a:p>
            <a:pPr algn="just"/>
            <a:r>
              <a:rPr lang="en-US" dirty="0"/>
              <a:t>If the value in the field is illegal, a buffer overflow occurs</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27</a:t>
            </a:fld>
            <a:endParaRPr lang="x-none"/>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Forensics</a:t>
            </a:r>
          </a:p>
        </p:txBody>
      </p:sp>
      <p:sp>
        <p:nvSpPr>
          <p:cNvPr id="3" name="Content Placeholder 2"/>
          <p:cNvSpPr>
            <a:spLocks noGrp="1"/>
          </p:cNvSpPr>
          <p:nvPr>
            <p:ph idx="1"/>
          </p:nvPr>
        </p:nvSpPr>
        <p:spPr>
          <a:xfrm>
            <a:off x="1104900" y="1345118"/>
            <a:ext cx="6636327" cy="2826327"/>
          </a:xfrm>
        </p:spPr>
        <p:txBody>
          <a:bodyPr>
            <a:normAutofit lnSpcReduction="10000"/>
          </a:bodyPr>
          <a:lstStyle/>
          <a:p>
            <a:pPr algn="just"/>
            <a:r>
              <a:rPr lang="en-US" dirty="0"/>
              <a:t>Sometime the data is just lying around for the viewing by those who know where to look</a:t>
            </a:r>
          </a:p>
          <a:p>
            <a:pPr algn="just"/>
            <a:r>
              <a:rPr lang="en-US" dirty="0"/>
              <a:t>Internet explorer’s dropdown address bar displaying the history list of websites that have been recently visited</a:t>
            </a:r>
          </a:p>
          <a:p>
            <a:pPr algn="just"/>
            <a:r>
              <a:rPr lang="en-US" dirty="0"/>
              <a:t>Google Toolbar Auto-fill feature allows you to store information such as your name, address, phone number, email address etc so that when a blank form is displayed, you can populate the fields with a single click</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28</a:t>
            </a:fld>
            <a:endParaRPr lang="x-none"/>
          </a:p>
        </p:txBody>
      </p:sp>
      <p:pic>
        <p:nvPicPr>
          <p:cNvPr id="5" name="Picture 4"/>
          <p:cNvPicPr>
            <a:picLocks noChangeAspect="1"/>
          </p:cNvPicPr>
          <p:nvPr/>
        </p:nvPicPr>
        <p:blipFill>
          <a:blip r:embed="rId2"/>
          <a:stretch>
            <a:fillRect/>
          </a:stretch>
        </p:blipFill>
        <p:spPr>
          <a:xfrm>
            <a:off x="7847384" y="2186782"/>
            <a:ext cx="4050956" cy="244042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3230" y="4191794"/>
            <a:ext cx="6429375" cy="2619375"/>
          </a:xfrm>
          <a:prstGeom prst="rect">
            <a:avLst/>
          </a:prstGeom>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a:bodyPr>
          <a:lstStyle/>
          <a:p>
            <a:pPr algn="just"/>
            <a:r>
              <a:rPr lang="en-US" b="1" dirty="0"/>
              <a:t>Chapter: </a:t>
            </a:r>
            <a:r>
              <a:rPr lang="en-US" dirty="0"/>
              <a:t>13</a:t>
            </a:r>
            <a:endParaRPr lang="en-US" b="1" dirty="0"/>
          </a:p>
          <a:p>
            <a:pPr algn="just"/>
            <a:r>
              <a:rPr lang="en-US" b="1" dirty="0"/>
              <a:t>Book: </a:t>
            </a:r>
            <a:r>
              <a:rPr lang="en-US" dirty="0"/>
              <a:t>Software Testing by Ron Patton Second Edition</a:t>
            </a:r>
            <a:endParaRPr lang="en-US" b="1" dirty="0"/>
          </a:p>
        </p:txBody>
      </p:sp>
      <p:sp>
        <p:nvSpPr>
          <p:cNvPr id="4" name="Slide Number Placeholder 3"/>
          <p:cNvSpPr>
            <a:spLocks noGrp="1"/>
          </p:cNvSpPr>
          <p:nvPr>
            <p:ph type="sldNum" sz="quarter" idx="12"/>
          </p:nvPr>
        </p:nvSpPr>
        <p:spPr/>
        <p:txBody>
          <a:bodyPr/>
          <a:lstStyle/>
          <a:p>
            <a:fld id="{0FF54DE5-C571-48E8-A5BC-B369434E2F44}" type="slidenum">
              <a:rPr lang="x-none" smtClean="0"/>
              <a:pPr/>
              <a:t>29</a:t>
            </a:fld>
            <a:endParaRPr lang="x-none"/>
          </a:p>
        </p:txBody>
      </p:sp>
    </p:spTree>
    <p:extLst>
      <p:ext uri="{BB962C8B-B14F-4D97-AF65-F5344CB8AC3E}">
        <p14:creationId xmlns:p14="http://schemas.microsoft.com/office/powerpoint/2010/main" val="3352007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ecurity Testing">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Security Testing</Template>
  <TotalTime>1144</TotalTime>
  <Words>2398</Words>
  <Application>Microsoft Office PowerPoint</Application>
  <PresentationFormat>Widescreen</PresentationFormat>
  <Paragraphs>276</Paragraphs>
  <Slides>29</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Castellar</vt:lpstr>
      <vt:lpstr>Euphemia</vt:lpstr>
      <vt:lpstr>Plantagenet Cherokee</vt:lpstr>
      <vt:lpstr>Wingdings</vt:lpstr>
      <vt:lpstr>Security Testing</vt:lpstr>
      <vt:lpstr>CSE 455 Software Testing</vt:lpstr>
      <vt:lpstr>   Course instructor            Yella mehroze</vt:lpstr>
      <vt:lpstr>Security  testing</vt:lpstr>
      <vt:lpstr>Outline</vt:lpstr>
      <vt:lpstr>Security Testing Objectives</vt:lpstr>
      <vt:lpstr>Introduction</vt:lpstr>
      <vt:lpstr>Introduction</vt:lpstr>
      <vt:lpstr>Motives for a Hacker</vt:lpstr>
      <vt:lpstr>Motives for a Hacker</vt:lpstr>
      <vt:lpstr>Motives for a Hacker</vt:lpstr>
      <vt:lpstr>Motives for a Hacker</vt:lpstr>
      <vt:lpstr>Threat Modeling</vt:lpstr>
      <vt:lpstr>Steps of Threat Modeling Process</vt:lpstr>
      <vt:lpstr>Steps of Threat Modeling Process</vt:lpstr>
      <vt:lpstr>Steps of Threat Modeling Process</vt:lpstr>
      <vt:lpstr>Steps of Threat Modeling Process</vt:lpstr>
      <vt:lpstr>Steps of Threat Modeling Process</vt:lpstr>
      <vt:lpstr>Steps of Threat Modeling Process</vt:lpstr>
      <vt:lpstr>Steps of Threat Modeling Process</vt:lpstr>
      <vt:lpstr>Steps of Threat Modeling Process</vt:lpstr>
      <vt:lpstr>Buffer Overrun</vt:lpstr>
      <vt:lpstr>Example of Buffer Overflow</vt:lpstr>
      <vt:lpstr>Buffer Overrun</vt:lpstr>
      <vt:lpstr>Safe String Functions</vt:lpstr>
      <vt:lpstr>Benefits of Using Safe String Functions</vt:lpstr>
      <vt:lpstr>Old Unsecure C String functions and Their New Secured Replacements</vt:lpstr>
      <vt:lpstr>The JPEG Virus</vt:lpstr>
      <vt:lpstr>Computer Forensics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testing</dc:title>
  <dc:creator>sabeen amjad</dc:creator>
  <cp:lastModifiedBy>Yella</cp:lastModifiedBy>
  <cp:revision>211</cp:revision>
  <dcterms:created xsi:type="dcterms:W3CDTF">2017-08-13T16:56:21Z</dcterms:created>
  <dcterms:modified xsi:type="dcterms:W3CDTF">2021-12-11T17:06:28Z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