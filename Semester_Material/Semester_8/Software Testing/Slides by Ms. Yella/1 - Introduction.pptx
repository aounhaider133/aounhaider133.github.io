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Default Extension="wdp" ContentType="image/vnd.ms-photo"/>
  <Default Extension="gif" ContentType="image/gif"/>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6"/>
  </p:notesMasterIdLst>
  <p:handoutMasterIdLst>
    <p:handoutMasterId r:id="rId37"/>
  </p:handoutMasterIdLst>
  <p:sldIdLst>
    <p:sldId id="256" r:id="rId5"/>
    <p:sldId id="302" r:id="rId6"/>
    <p:sldId id="257" r:id="rId7"/>
    <p:sldId id="269" r:id="rId8"/>
    <p:sldId id="270" r:id="rId9"/>
    <p:sldId id="271" r:id="rId10"/>
    <p:sldId id="272" r:id="rId11"/>
    <p:sldId id="285" r:id="rId12"/>
    <p:sldId id="274" r:id="rId13"/>
    <p:sldId id="275" r:id="rId14"/>
    <p:sldId id="276" r:id="rId15"/>
    <p:sldId id="277" r:id="rId16"/>
    <p:sldId id="278" r:id="rId17"/>
    <p:sldId id="279" r:id="rId18"/>
    <p:sldId id="280" r:id="rId19"/>
    <p:sldId id="281" r:id="rId20"/>
    <p:sldId id="282" r:id="rId21"/>
    <p:sldId id="283" r:id="rId22"/>
    <p:sldId id="284" r:id="rId23"/>
    <p:sldId id="286" r:id="rId24"/>
    <p:sldId id="287" r:id="rId25"/>
    <p:sldId id="288" r:id="rId26"/>
    <p:sldId id="289" r:id="rId27"/>
    <p:sldId id="290" r:id="rId28"/>
    <p:sldId id="291" r:id="rId29"/>
    <p:sldId id="296" r:id="rId30"/>
    <p:sldId id="297" r:id="rId31"/>
    <p:sldId id="298" r:id="rId32"/>
    <p:sldId id="299" r:id="rId33"/>
    <p:sldId id="300" r:id="rId34"/>
    <p:sldId id="301"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69" autoAdjust="0"/>
    <p:restoredTop sz="94660"/>
  </p:normalViewPr>
  <p:slideViewPr>
    <p:cSldViewPr snapToGrid="0" showGuides="1">
      <p:cViewPr varScale="1">
        <p:scale>
          <a:sx n="86" d="100"/>
          <a:sy n="86" d="100"/>
        </p:scale>
        <p:origin x="606" y="90"/>
      </p:cViewPr>
      <p:guideLst>
        <p:guide orient="horz" pos="2160"/>
        <p:guide pos="3840"/>
      </p:guideLst>
    </p:cSldViewPr>
  </p:slideViewPr>
  <p:notesTextViewPr>
    <p:cViewPr>
      <p:scale>
        <a:sx n="1" d="1"/>
        <a:sy n="1" d="1"/>
      </p:scale>
      <p:origin x="0" y="0"/>
    </p:cViewPr>
  </p:notesTextViewPr>
  <p:notesViewPr>
    <p:cSldViewPr snapToGrid="0" showGuides="1">
      <p:cViewPr varScale="1">
        <p:scale>
          <a:sx n="58" d="100"/>
          <a:sy n="58" d="100"/>
        </p:scale>
        <p:origin x="1974" y="9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viewProps" Target="viewProps.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handoutMaster" Target="handoutMasters/handoutMaster1.xml"/><Relationship Id="rId40"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0C18FBF-3FF5-4C16-97CF-AF03740D7AB6}" type="doc">
      <dgm:prSet loTypeId="urn:microsoft.com/office/officeart/2005/8/layout/hList9" loCatId="list" qsTypeId="urn:microsoft.com/office/officeart/2005/8/quickstyle/simple4" qsCatId="simple" csTypeId="urn:microsoft.com/office/officeart/2005/8/colors/accent1_2" csCatId="accent1" phldr="1"/>
      <dgm:spPr/>
      <dgm:t>
        <a:bodyPr/>
        <a:lstStyle/>
        <a:p>
          <a:endParaRPr lang="en-US"/>
        </a:p>
      </dgm:t>
    </dgm:pt>
    <dgm:pt modelId="{B4F1B46E-22B2-4721-950C-8704487586DC}">
      <dgm:prSet phldrT="[Text]" custT="1"/>
      <dgm:spPr/>
      <dgm:t>
        <a:bodyPr/>
        <a:lstStyle/>
        <a:p>
          <a:r>
            <a:rPr lang="en-US" sz="1050" dirty="0" smtClean="0"/>
            <a:t>Mobile Phones</a:t>
          </a:r>
          <a:endParaRPr lang="en-US" sz="1050" dirty="0"/>
        </a:p>
      </dgm:t>
    </dgm:pt>
    <dgm:pt modelId="{E8A66543-CC4D-4785-A93E-5B125E09F826}" type="parTrans" cxnId="{2C8317B2-2EBB-4589-86EA-C77B3B6E81AA}">
      <dgm:prSet/>
      <dgm:spPr/>
      <dgm:t>
        <a:bodyPr/>
        <a:lstStyle/>
        <a:p>
          <a:endParaRPr lang="en-US"/>
        </a:p>
      </dgm:t>
    </dgm:pt>
    <dgm:pt modelId="{A7E2530A-34E2-4E9F-BC78-8920BA140C41}" type="sibTrans" cxnId="{2C8317B2-2EBB-4589-86EA-C77B3B6E81AA}">
      <dgm:prSet/>
      <dgm:spPr/>
      <dgm:t>
        <a:bodyPr/>
        <a:lstStyle/>
        <a:p>
          <a:endParaRPr lang="en-US"/>
        </a:p>
      </dgm:t>
    </dgm:pt>
    <dgm:pt modelId="{9D72CDD3-5859-43DB-BD75-0C3C30E3DE62}">
      <dgm:prSet phldrT="[Text]" custT="1"/>
      <dgm:spPr/>
      <dgm:t>
        <a:bodyPr/>
        <a:lstStyle/>
        <a:p>
          <a:r>
            <a:rPr lang="en-US" sz="1050" dirty="0" smtClean="0"/>
            <a:t>Should be Silent / Vibration Mode</a:t>
          </a:r>
          <a:endParaRPr lang="en-US" sz="1050" dirty="0"/>
        </a:p>
      </dgm:t>
    </dgm:pt>
    <dgm:pt modelId="{1D5B1F83-33A7-4298-BC11-2B1252AFAEA5}" type="parTrans" cxnId="{DDB5AD9A-40B0-48EF-AF2C-8CCDA330F7FE}">
      <dgm:prSet/>
      <dgm:spPr/>
      <dgm:t>
        <a:bodyPr/>
        <a:lstStyle/>
        <a:p>
          <a:endParaRPr lang="en-US"/>
        </a:p>
      </dgm:t>
    </dgm:pt>
    <dgm:pt modelId="{15E25BD4-1EBF-43C2-8885-DBF66B8429E1}" type="sibTrans" cxnId="{DDB5AD9A-40B0-48EF-AF2C-8CCDA330F7FE}">
      <dgm:prSet/>
      <dgm:spPr/>
      <dgm:t>
        <a:bodyPr/>
        <a:lstStyle/>
        <a:p>
          <a:endParaRPr lang="en-US"/>
        </a:p>
      </dgm:t>
    </dgm:pt>
    <dgm:pt modelId="{F2881FB1-6580-4F21-A283-BFAA6F91D5D2}">
      <dgm:prSet phldrT="[Text]" custT="1"/>
      <dgm:spPr/>
      <dgm:t>
        <a:bodyPr/>
        <a:lstStyle/>
        <a:p>
          <a:r>
            <a:rPr lang="en-US" sz="1050" dirty="0" smtClean="0"/>
            <a:t>Punctuality</a:t>
          </a:r>
          <a:endParaRPr lang="en-US" sz="1050" dirty="0"/>
        </a:p>
      </dgm:t>
    </dgm:pt>
    <dgm:pt modelId="{2D960FDD-BADA-480D-9043-497C56588AD3}" type="parTrans" cxnId="{4A31D641-1B5D-46D3-B685-0C4DC6EFE71B}">
      <dgm:prSet/>
      <dgm:spPr/>
      <dgm:t>
        <a:bodyPr/>
        <a:lstStyle/>
        <a:p>
          <a:endParaRPr lang="en-US"/>
        </a:p>
      </dgm:t>
    </dgm:pt>
    <dgm:pt modelId="{A5ABDC17-7AB5-4F0E-992A-F9343F5D74EB}" type="sibTrans" cxnId="{4A31D641-1B5D-46D3-B685-0C4DC6EFE71B}">
      <dgm:prSet/>
      <dgm:spPr/>
      <dgm:t>
        <a:bodyPr/>
        <a:lstStyle/>
        <a:p>
          <a:endParaRPr lang="en-US"/>
        </a:p>
      </dgm:t>
    </dgm:pt>
    <dgm:pt modelId="{D5197DDB-D5D2-499F-B255-CF7BB5AE2B43}">
      <dgm:prSet phldrT="[Text]" custT="1"/>
      <dgm:spPr/>
      <dgm:t>
        <a:bodyPr/>
        <a:lstStyle/>
        <a:p>
          <a:r>
            <a:rPr lang="en-US" sz="1050" dirty="0" smtClean="0"/>
            <a:t>Arrive on time</a:t>
          </a:r>
          <a:endParaRPr lang="en-US" sz="1050" dirty="0"/>
        </a:p>
      </dgm:t>
    </dgm:pt>
    <dgm:pt modelId="{B14A4DC9-F40A-4867-ADB8-4BA8A1F83766}" type="parTrans" cxnId="{3204ED53-15A0-4643-A582-021A785F1BA2}">
      <dgm:prSet/>
      <dgm:spPr/>
      <dgm:t>
        <a:bodyPr/>
        <a:lstStyle/>
        <a:p>
          <a:endParaRPr lang="en-US"/>
        </a:p>
      </dgm:t>
    </dgm:pt>
    <dgm:pt modelId="{29F2454A-2FA8-4B3A-AC63-4A0B9FD04A75}" type="sibTrans" cxnId="{3204ED53-15A0-4643-A582-021A785F1BA2}">
      <dgm:prSet/>
      <dgm:spPr/>
      <dgm:t>
        <a:bodyPr/>
        <a:lstStyle/>
        <a:p>
          <a:endParaRPr lang="en-US"/>
        </a:p>
      </dgm:t>
    </dgm:pt>
    <dgm:pt modelId="{29E78340-8EBE-415C-B973-78A91A054B9C}">
      <dgm:prSet phldrT="[Text]" custT="1"/>
      <dgm:spPr/>
      <dgm:t>
        <a:bodyPr/>
        <a:lstStyle/>
        <a:p>
          <a:r>
            <a:rPr lang="en-US" sz="1050" dirty="0" smtClean="0"/>
            <a:t>Absent will be marked if you are more than 10 min late</a:t>
          </a:r>
          <a:endParaRPr lang="en-US" sz="1050" dirty="0"/>
        </a:p>
      </dgm:t>
    </dgm:pt>
    <dgm:pt modelId="{FF4E5F97-6974-4E39-A85D-DCB2E100798E}" type="parTrans" cxnId="{311348D8-FDE3-4C22-99F5-3B98C5F51F0D}">
      <dgm:prSet/>
      <dgm:spPr/>
      <dgm:t>
        <a:bodyPr/>
        <a:lstStyle/>
        <a:p>
          <a:endParaRPr lang="en-US"/>
        </a:p>
      </dgm:t>
    </dgm:pt>
    <dgm:pt modelId="{B4B9A51E-FA34-465E-B5B4-81CD76EB3FC2}" type="sibTrans" cxnId="{311348D8-FDE3-4C22-99F5-3B98C5F51F0D}">
      <dgm:prSet/>
      <dgm:spPr/>
      <dgm:t>
        <a:bodyPr/>
        <a:lstStyle/>
        <a:p>
          <a:endParaRPr lang="en-US"/>
        </a:p>
      </dgm:t>
    </dgm:pt>
    <dgm:pt modelId="{6352CA33-6755-44BE-808F-400DA4CF80A7}">
      <dgm:prSet phldrT="[Text]" custT="1"/>
      <dgm:spPr/>
      <dgm:t>
        <a:bodyPr/>
        <a:lstStyle/>
        <a:p>
          <a:r>
            <a:rPr lang="en-US" sz="1050" dirty="0" smtClean="0"/>
            <a:t>Attendance</a:t>
          </a:r>
          <a:endParaRPr lang="en-US" sz="1050" dirty="0"/>
        </a:p>
      </dgm:t>
    </dgm:pt>
    <dgm:pt modelId="{AEB59203-63BA-4A96-BADC-40BAEBD9AA40}" type="parTrans" cxnId="{82BAE5DD-3A79-4870-9019-1254385E0650}">
      <dgm:prSet/>
      <dgm:spPr/>
      <dgm:t>
        <a:bodyPr/>
        <a:lstStyle/>
        <a:p>
          <a:endParaRPr lang="en-US"/>
        </a:p>
      </dgm:t>
    </dgm:pt>
    <dgm:pt modelId="{AAB4CF73-4B9B-4AA0-9074-16C2D2AE00A1}" type="sibTrans" cxnId="{82BAE5DD-3A79-4870-9019-1254385E0650}">
      <dgm:prSet/>
      <dgm:spPr/>
      <dgm:t>
        <a:bodyPr/>
        <a:lstStyle/>
        <a:p>
          <a:endParaRPr lang="en-US"/>
        </a:p>
      </dgm:t>
    </dgm:pt>
    <dgm:pt modelId="{9614A323-64B1-4077-A841-022051EC749A}">
      <dgm:prSet phldrT="[Text]" custT="1"/>
      <dgm:spPr/>
      <dgm:t>
        <a:bodyPr/>
        <a:lstStyle/>
        <a:p>
          <a:r>
            <a:rPr lang="en-US" sz="1050" dirty="0" smtClean="0"/>
            <a:t>80 % attendance required to appear in the exams</a:t>
          </a:r>
          <a:endParaRPr lang="en-US" sz="1050" dirty="0"/>
        </a:p>
      </dgm:t>
    </dgm:pt>
    <dgm:pt modelId="{E5F6BCBD-B84E-4018-BE9E-BF57FF3B4B36}" type="parTrans" cxnId="{FC7BD086-74EA-4D6C-9657-E916D355F209}">
      <dgm:prSet/>
      <dgm:spPr/>
      <dgm:t>
        <a:bodyPr/>
        <a:lstStyle/>
        <a:p>
          <a:endParaRPr lang="en-US"/>
        </a:p>
      </dgm:t>
    </dgm:pt>
    <dgm:pt modelId="{FEC2A79F-8857-403A-A738-E8CE75C965E2}" type="sibTrans" cxnId="{FC7BD086-74EA-4D6C-9657-E916D355F209}">
      <dgm:prSet/>
      <dgm:spPr/>
      <dgm:t>
        <a:bodyPr/>
        <a:lstStyle/>
        <a:p>
          <a:endParaRPr lang="en-US"/>
        </a:p>
      </dgm:t>
    </dgm:pt>
    <dgm:pt modelId="{3D5CDB25-F8FA-444B-8D4A-1D29D0CBA282}">
      <dgm:prSet phldrT="[Text]" custT="1"/>
      <dgm:spPr/>
      <dgm:t>
        <a:bodyPr/>
        <a:lstStyle/>
        <a:p>
          <a:r>
            <a:rPr lang="en-US" sz="1050" dirty="0" smtClean="0"/>
            <a:t>No compromise</a:t>
          </a:r>
          <a:endParaRPr lang="en-US" sz="1050" dirty="0"/>
        </a:p>
      </dgm:t>
    </dgm:pt>
    <dgm:pt modelId="{4C229933-AC16-44B7-98EC-4C0F07FABCB0}" type="parTrans" cxnId="{2E3C97E6-67D4-4948-B47A-1115C2B2979F}">
      <dgm:prSet/>
      <dgm:spPr/>
      <dgm:t>
        <a:bodyPr/>
        <a:lstStyle/>
        <a:p>
          <a:endParaRPr lang="en-US"/>
        </a:p>
      </dgm:t>
    </dgm:pt>
    <dgm:pt modelId="{189DA4C5-2A22-4C71-A806-7B4AB57767CC}" type="sibTrans" cxnId="{2E3C97E6-67D4-4948-B47A-1115C2B2979F}">
      <dgm:prSet/>
      <dgm:spPr/>
      <dgm:t>
        <a:bodyPr/>
        <a:lstStyle/>
        <a:p>
          <a:endParaRPr lang="en-US"/>
        </a:p>
      </dgm:t>
    </dgm:pt>
    <dgm:pt modelId="{7FCE83D9-631B-4420-BBFC-CA0AFA59F747}">
      <dgm:prSet phldrT="[Text]" custT="1"/>
      <dgm:spPr/>
      <dgm:t>
        <a:bodyPr/>
        <a:lstStyle/>
        <a:p>
          <a:r>
            <a:rPr lang="en-US" sz="1050" dirty="0" smtClean="0"/>
            <a:t>Assignments</a:t>
          </a:r>
          <a:endParaRPr lang="en-US" sz="1050" dirty="0"/>
        </a:p>
      </dgm:t>
    </dgm:pt>
    <dgm:pt modelId="{C61EC981-13FA-4710-B079-D35692EEB764}" type="parTrans" cxnId="{E572418E-4340-4448-940D-253A2FA3B9B3}">
      <dgm:prSet/>
      <dgm:spPr/>
      <dgm:t>
        <a:bodyPr/>
        <a:lstStyle/>
        <a:p>
          <a:endParaRPr lang="en-US"/>
        </a:p>
      </dgm:t>
    </dgm:pt>
    <dgm:pt modelId="{1B48A0DE-4031-4D45-86A1-94CDAF68824A}" type="sibTrans" cxnId="{E572418E-4340-4448-940D-253A2FA3B9B3}">
      <dgm:prSet/>
      <dgm:spPr/>
      <dgm:t>
        <a:bodyPr/>
        <a:lstStyle/>
        <a:p>
          <a:endParaRPr lang="en-US"/>
        </a:p>
      </dgm:t>
    </dgm:pt>
    <dgm:pt modelId="{DB9FB862-4759-4D6A-84F3-01524B92723B}">
      <dgm:prSet phldrT="[Text]" custT="1"/>
      <dgm:spPr/>
      <dgm:t>
        <a:bodyPr/>
        <a:lstStyle/>
        <a:p>
          <a:r>
            <a:rPr lang="en-US" sz="1050" dirty="0" smtClean="0"/>
            <a:t>Should be submitted on time</a:t>
          </a:r>
          <a:endParaRPr lang="en-US" sz="1050" dirty="0"/>
        </a:p>
      </dgm:t>
    </dgm:pt>
    <dgm:pt modelId="{CD1EE44C-3116-420B-89E3-1D797CB25D34}" type="parTrans" cxnId="{70CAB4FC-3D17-49C2-8A7B-F387031FCDCA}">
      <dgm:prSet/>
      <dgm:spPr/>
      <dgm:t>
        <a:bodyPr/>
        <a:lstStyle/>
        <a:p>
          <a:endParaRPr lang="en-US"/>
        </a:p>
      </dgm:t>
    </dgm:pt>
    <dgm:pt modelId="{4BD4D4A5-043E-4ED5-A5CA-8D46DADC3150}" type="sibTrans" cxnId="{70CAB4FC-3D17-49C2-8A7B-F387031FCDCA}">
      <dgm:prSet/>
      <dgm:spPr/>
      <dgm:t>
        <a:bodyPr/>
        <a:lstStyle/>
        <a:p>
          <a:endParaRPr lang="en-US"/>
        </a:p>
      </dgm:t>
    </dgm:pt>
    <dgm:pt modelId="{50451020-5E1A-4778-9E8D-169182A36191}">
      <dgm:prSet phldrT="[Text]" custT="1"/>
      <dgm:spPr/>
      <dgm:t>
        <a:bodyPr/>
        <a:lstStyle/>
        <a:p>
          <a:r>
            <a:rPr lang="en-US" sz="1050" dirty="0" smtClean="0"/>
            <a:t>Should not be copied, otherwise graded zero</a:t>
          </a:r>
          <a:endParaRPr lang="en-US" sz="1050" dirty="0"/>
        </a:p>
      </dgm:t>
    </dgm:pt>
    <dgm:pt modelId="{7DFC3849-4A12-49FB-B614-8AFD597CCB9E}" type="parTrans" cxnId="{0F86DBDB-3C4F-4C84-981B-7F4CA2A8EAF3}">
      <dgm:prSet/>
      <dgm:spPr/>
      <dgm:t>
        <a:bodyPr/>
        <a:lstStyle/>
        <a:p>
          <a:endParaRPr lang="en-US"/>
        </a:p>
      </dgm:t>
    </dgm:pt>
    <dgm:pt modelId="{EEDE2474-4F18-4F59-8E58-6382D253E514}" type="sibTrans" cxnId="{0F86DBDB-3C4F-4C84-981B-7F4CA2A8EAF3}">
      <dgm:prSet/>
      <dgm:spPr/>
      <dgm:t>
        <a:bodyPr/>
        <a:lstStyle/>
        <a:p>
          <a:endParaRPr lang="en-US"/>
        </a:p>
      </dgm:t>
    </dgm:pt>
    <dgm:pt modelId="{8321AB85-EA8C-4958-B404-B4C118CB3C18}">
      <dgm:prSet phldrT="[Text]" custT="1"/>
      <dgm:spPr/>
      <dgm:t>
        <a:bodyPr/>
        <a:lstStyle/>
        <a:p>
          <a:r>
            <a:rPr lang="en-US" sz="1050" dirty="0" smtClean="0"/>
            <a:t>No disturbance during lecture</a:t>
          </a:r>
          <a:endParaRPr lang="en-US" sz="1050" dirty="0"/>
        </a:p>
      </dgm:t>
    </dgm:pt>
    <dgm:pt modelId="{AA5F76CE-8FD4-4692-8BB1-EF84CF9D365E}" type="sibTrans" cxnId="{129AEA77-5D2A-49D4-956D-99009974B6C5}">
      <dgm:prSet/>
      <dgm:spPr/>
      <dgm:t>
        <a:bodyPr/>
        <a:lstStyle/>
        <a:p>
          <a:endParaRPr lang="en-US"/>
        </a:p>
      </dgm:t>
    </dgm:pt>
    <dgm:pt modelId="{24ABE8B3-7220-436D-9636-F7B4C0B99576}" type="parTrans" cxnId="{129AEA77-5D2A-49D4-956D-99009974B6C5}">
      <dgm:prSet/>
      <dgm:spPr/>
      <dgm:t>
        <a:bodyPr/>
        <a:lstStyle/>
        <a:p>
          <a:endParaRPr lang="en-US"/>
        </a:p>
      </dgm:t>
    </dgm:pt>
    <dgm:pt modelId="{8731FE23-DB82-4A15-978B-3C58799B298C}">
      <dgm:prSet phldrT="[Text]" custT="1"/>
      <dgm:spPr/>
      <dgm:t>
        <a:bodyPr/>
        <a:lstStyle/>
        <a:p>
          <a:r>
            <a:rPr lang="en-US" sz="1050" dirty="0" smtClean="0"/>
            <a:t>Quizzes</a:t>
          </a:r>
          <a:endParaRPr lang="en-US" sz="1050" dirty="0"/>
        </a:p>
      </dgm:t>
    </dgm:pt>
    <dgm:pt modelId="{3A3306A2-39E3-40AF-BAC3-80B519B61EFE}" type="parTrans" cxnId="{BC64645E-A86C-4740-94DF-F406FF1ED67C}">
      <dgm:prSet/>
      <dgm:spPr/>
      <dgm:t>
        <a:bodyPr/>
        <a:lstStyle/>
        <a:p>
          <a:endParaRPr lang="en-GB"/>
        </a:p>
      </dgm:t>
    </dgm:pt>
    <dgm:pt modelId="{4E972F54-36B6-4680-A0DD-FAEE9ACD37A2}" type="sibTrans" cxnId="{BC64645E-A86C-4740-94DF-F406FF1ED67C}">
      <dgm:prSet/>
      <dgm:spPr/>
      <dgm:t>
        <a:bodyPr/>
        <a:lstStyle/>
        <a:p>
          <a:endParaRPr lang="en-GB"/>
        </a:p>
      </dgm:t>
    </dgm:pt>
    <dgm:pt modelId="{527B8890-B64A-4B05-BF1F-152662E51D57}">
      <dgm:prSet phldrT="[Text]" custT="1"/>
      <dgm:spPr/>
      <dgm:t>
        <a:bodyPr/>
        <a:lstStyle/>
        <a:p>
          <a:endParaRPr lang="en-US" sz="1050" dirty="0"/>
        </a:p>
      </dgm:t>
    </dgm:pt>
    <dgm:pt modelId="{14EFC841-0DF2-4E70-A3E4-E405F19C37B0}" type="parTrans" cxnId="{5A70B7CF-3FFB-4C68-A30A-D8DAF06B2BFD}">
      <dgm:prSet/>
      <dgm:spPr/>
      <dgm:t>
        <a:bodyPr/>
        <a:lstStyle/>
        <a:p>
          <a:endParaRPr lang="en-GB"/>
        </a:p>
      </dgm:t>
    </dgm:pt>
    <dgm:pt modelId="{CC15A37D-ED91-4438-8290-5FEC4CCE410E}" type="sibTrans" cxnId="{5A70B7CF-3FFB-4C68-A30A-D8DAF06B2BFD}">
      <dgm:prSet/>
      <dgm:spPr/>
      <dgm:t>
        <a:bodyPr/>
        <a:lstStyle/>
        <a:p>
          <a:endParaRPr lang="en-GB"/>
        </a:p>
      </dgm:t>
    </dgm:pt>
    <dgm:pt modelId="{E61356AD-5119-4FFF-95B7-ED3FC68EFDAC}">
      <dgm:prSet phldrT="[Text]" custT="1"/>
      <dgm:spPr/>
      <dgm:t>
        <a:bodyPr/>
        <a:lstStyle/>
        <a:p>
          <a:r>
            <a:rPr lang="en-US" sz="1050" dirty="0" smtClean="0"/>
            <a:t>All quizzes will be graded and marks will be uploaded on cu-online</a:t>
          </a:r>
          <a:endParaRPr lang="en-US" sz="1050" dirty="0"/>
        </a:p>
      </dgm:t>
    </dgm:pt>
    <dgm:pt modelId="{A6197C62-6465-46EC-977C-DC06D171B61C}" type="parTrans" cxnId="{D1639CF4-B23D-401E-9EC5-47A0F9A7A393}">
      <dgm:prSet/>
      <dgm:spPr/>
      <dgm:t>
        <a:bodyPr/>
        <a:lstStyle/>
        <a:p>
          <a:endParaRPr lang="en-GB"/>
        </a:p>
      </dgm:t>
    </dgm:pt>
    <dgm:pt modelId="{33701241-78DE-48B9-B40E-391FD9EC3871}" type="sibTrans" cxnId="{D1639CF4-B23D-401E-9EC5-47A0F9A7A393}">
      <dgm:prSet/>
      <dgm:spPr/>
      <dgm:t>
        <a:bodyPr/>
        <a:lstStyle/>
        <a:p>
          <a:endParaRPr lang="en-GB"/>
        </a:p>
      </dgm:t>
    </dgm:pt>
    <dgm:pt modelId="{2497E2E8-0430-40AE-A6AE-8E42262C0A0C}">
      <dgm:prSet phldrT="[Text]" custT="1"/>
      <dgm:spPr/>
      <dgm:t>
        <a:bodyPr/>
        <a:lstStyle/>
        <a:p>
          <a:r>
            <a:rPr lang="en-US" sz="1050" dirty="0" smtClean="0"/>
            <a:t>No late submission</a:t>
          </a:r>
          <a:endParaRPr lang="en-US" sz="1050" dirty="0"/>
        </a:p>
      </dgm:t>
    </dgm:pt>
    <dgm:pt modelId="{AB7903FF-D299-4659-9A3C-E456B5EDF587}" type="parTrans" cxnId="{14199C21-69B6-4143-9A7D-ABF32C676298}">
      <dgm:prSet/>
      <dgm:spPr/>
      <dgm:t>
        <a:bodyPr/>
        <a:lstStyle/>
        <a:p>
          <a:endParaRPr lang="en-GB"/>
        </a:p>
      </dgm:t>
    </dgm:pt>
    <dgm:pt modelId="{6F0EAC51-CE22-44CC-865F-0144E918999F}" type="sibTrans" cxnId="{14199C21-69B6-4143-9A7D-ABF32C676298}">
      <dgm:prSet/>
      <dgm:spPr/>
      <dgm:t>
        <a:bodyPr/>
        <a:lstStyle/>
        <a:p>
          <a:endParaRPr lang="en-GB"/>
        </a:p>
      </dgm:t>
    </dgm:pt>
    <dgm:pt modelId="{E4CF1B23-EA8B-4A22-9959-BBBD3B942C80}">
      <dgm:prSet phldrT="[Text]" custT="1"/>
      <dgm:spPr/>
      <dgm:t>
        <a:bodyPr/>
        <a:lstStyle/>
        <a:p>
          <a:r>
            <a:rPr lang="en-US" sz="1050" dirty="0" smtClean="0"/>
            <a:t>No retake</a:t>
          </a:r>
          <a:endParaRPr lang="en-US" sz="1050" dirty="0"/>
        </a:p>
      </dgm:t>
    </dgm:pt>
    <dgm:pt modelId="{D633F385-2C39-4BEF-8C32-16DCA8B278BC}" type="parTrans" cxnId="{57A925E9-F953-4AD5-9D98-A382081D08BA}">
      <dgm:prSet/>
      <dgm:spPr/>
      <dgm:t>
        <a:bodyPr/>
        <a:lstStyle/>
        <a:p>
          <a:endParaRPr lang="en-GB"/>
        </a:p>
      </dgm:t>
    </dgm:pt>
    <dgm:pt modelId="{F3D29379-F504-4DEF-81FC-7534B72E3DB3}" type="sibTrans" cxnId="{57A925E9-F953-4AD5-9D98-A382081D08BA}">
      <dgm:prSet/>
      <dgm:spPr/>
      <dgm:t>
        <a:bodyPr/>
        <a:lstStyle/>
        <a:p>
          <a:endParaRPr lang="en-GB"/>
        </a:p>
      </dgm:t>
    </dgm:pt>
    <dgm:pt modelId="{67F10B77-7952-44F5-82BE-9E4105F5A06F}">
      <dgm:prSet phldrT="[Text]" custT="1"/>
      <dgm:spPr/>
      <dgm:t>
        <a:bodyPr/>
        <a:lstStyle/>
        <a:p>
          <a:r>
            <a:rPr lang="en-US" sz="1050" dirty="0" smtClean="0"/>
            <a:t>No retake</a:t>
          </a:r>
          <a:endParaRPr lang="en-US" sz="1050" dirty="0"/>
        </a:p>
      </dgm:t>
    </dgm:pt>
    <dgm:pt modelId="{6AD4EA97-1974-450B-9707-9F8B9A3D8637}" type="parTrans" cxnId="{42A55150-A547-4706-AD3B-B87C092C5BDA}">
      <dgm:prSet/>
      <dgm:spPr/>
      <dgm:t>
        <a:bodyPr/>
        <a:lstStyle/>
        <a:p>
          <a:endParaRPr lang="en-GB"/>
        </a:p>
      </dgm:t>
    </dgm:pt>
    <dgm:pt modelId="{5C9A07F8-66AF-4271-8DDD-213235194C15}" type="sibTrans" cxnId="{42A55150-A547-4706-AD3B-B87C092C5BDA}">
      <dgm:prSet/>
      <dgm:spPr/>
      <dgm:t>
        <a:bodyPr/>
        <a:lstStyle/>
        <a:p>
          <a:endParaRPr lang="en-GB"/>
        </a:p>
      </dgm:t>
    </dgm:pt>
    <dgm:pt modelId="{0DC7A063-583D-4B0F-88B2-BD54F95D95AF}" type="pres">
      <dgm:prSet presAssocID="{00C18FBF-3FF5-4C16-97CF-AF03740D7AB6}" presName="list" presStyleCnt="0">
        <dgm:presLayoutVars>
          <dgm:dir/>
          <dgm:animLvl val="lvl"/>
        </dgm:presLayoutVars>
      </dgm:prSet>
      <dgm:spPr/>
      <dgm:t>
        <a:bodyPr/>
        <a:lstStyle/>
        <a:p>
          <a:endParaRPr lang="en-GB"/>
        </a:p>
      </dgm:t>
    </dgm:pt>
    <dgm:pt modelId="{3B23570A-ECC9-4DF8-BCB4-0465C69CBB88}" type="pres">
      <dgm:prSet presAssocID="{B4F1B46E-22B2-4721-950C-8704487586DC}" presName="posSpace" presStyleCnt="0"/>
      <dgm:spPr/>
    </dgm:pt>
    <dgm:pt modelId="{FC66A233-6BBA-46AF-B2F6-28E379B158E2}" type="pres">
      <dgm:prSet presAssocID="{B4F1B46E-22B2-4721-950C-8704487586DC}" presName="vertFlow" presStyleCnt="0"/>
      <dgm:spPr/>
    </dgm:pt>
    <dgm:pt modelId="{46739A04-1AA3-49C6-8EA7-EB1DE975B900}" type="pres">
      <dgm:prSet presAssocID="{B4F1B46E-22B2-4721-950C-8704487586DC}" presName="topSpace" presStyleCnt="0"/>
      <dgm:spPr/>
    </dgm:pt>
    <dgm:pt modelId="{535C6EC9-8098-42C5-8527-E62FF045E4EB}" type="pres">
      <dgm:prSet presAssocID="{B4F1B46E-22B2-4721-950C-8704487586DC}" presName="firstComp" presStyleCnt="0"/>
      <dgm:spPr/>
    </dgm:pt>
    <dgm:pt modelId="{6B08AC4B-4CEC-41E5-AE19-47A4E2720563}" type="pres">
      <dgm:prSet presAssocID="{B4F1B46E-22B2-4721-950C-8704487586DC}" presName="firstChild" presStyleLbl="bgAccFollowNode1" presStyleIdx="0" presStyleCnt="13" custLinFactNeighborX="22632"/>
      <dgm:spPr/>
      <dgm:t>
        <a:bodyPr/>
        <a:lstStyle/>
        <a:p>
          <a:endParaRPr lang="en-GB"/>
        </a:p>
      </dgm:t>
    </dgm:pt>
    <dgm:pt modelId="{187D4E8C-5C91-4D00-870C-2C45D4EA263C}" type="pres">
      <dgm:prSet presAssocID="{B4F1B46E-22B2-4721-950C-8704487586DC}" presName="firstChildTx" presStyleLbl="bgAccFollowNode1" presStyleIdx="0" presStyleCnt="13">
        <dgm:presLayoutVars>
          <dgm:bulletEnabled val="1"/>
        </dgm:presLayoutVars>
      </dgm:prSet>
      <dgm:spPr/>
      <dgm:t>
        <a:bodyPr/>
        <a:lstStyle/>
        <a:p>
          <a:endParaRPr lang="en-GB"/>
        </a:p>
      </dgm:t>
    </dgm:pt>
    <dgm:pt modelId="{3845DB9A-BEF3-4D5D-B9C7-5FC0456401AC}" type="pres">
      <dgm:prSet presAssocID="{B4F1B46E-22B2-4721-950C-8704487586DC}" presName="negSpace" presStyleCnt="0"/>
      <dgm:spPr/>
    </dgm:pt>
    <dgm:pt modelId="{FC7ED273-8CFD-43C2-9C05-44FADF3E0637}" type="pres">
      <dgm:prSet presAssocID="{B4F1B46E-22B2-4721-950C-8704487586DC}" presName="circle" presStyleLbl="node1" presStyleIdx="0" presStyleCnt="5" custLinFactNeighborX="22632"/>
      <dgm:spPr/>
      <dgm:t>
        <a:bodyPr/>
        <a:lstStyle/>
        <a:p>
          <a:endParaRPr lang="en-GB"/>
        </a:p>
      </dgm:t>
    </dgm:pt>
    <dgm:pt modelId="{13C564B0-C27E-4ABA-AFDA-59E145B256BA}" type="pres">
      <dgm:prSet presAssocID="{A7E2530A-34E2-4E9F-BC78-8920BA140C41}" presName="transSpace" presStyleCnt="0"/>
      <dgm:spPr/>
    </dgm:pt>
    <dgm:pt modelId="{6300E233-87DF-4270-9808-160BFEB8A5BE}" type="pres">
      <dgm:prSet presAssocID="{F2881FB1-6580-4F21-A283-BFAA6F91D5D2}" presName="posSpace" presStyleCnt="0"/>
      <dgm:spPr/>
    </dgm:pt>
    <dgm:pt modelId="{6E53DEF7-499E-42EE-802D-59B2F8915392}" type="pres">
      <dgm:prSet presAssocID="{F2881FB1-6580-4F21-A283-BFAA6F91D5D2}" presName="vertFlow" presStyleCnt="0"/>
      <dgm:spPr/>
    </dgm:pt>
    <dgm:pt modelId="{E08C30D1-35EA-4D05-9731-5D01E3FCBD09}" type="pres">
      <dgm:prSet presAssocID="{F2881FB1-6580-4F21-A283-BFAA6F91D5D2}" presName="topSpace" presStyleCnt="0"/>
      <dgm:spPr/>
    </dgm:pt>
    <dgm:pt modelId="{2F3BD88A-9166-4A26-B941-B9BAEE1A11D5}" type="pres">
      <dgm:prSet presAssocID="{F2881FB1-6580-4F21-A283-BFAA6F91D5D2}" presName="firstComp" presStyleCnt="0"/>
      <dgm:spPr/>
    </dgm:pt>
    <dgm:pt modelId="{F660F4B9-35DB-4256-A868-A35C6DCCF6B2}" type="pres">
      <dgm:prSet presAssocID="{F2881FB1-6580-4F21-A283-BFAA6F91D5D2}" presName="firstChild" presStyleLbl="bgAccFollowNode1" presStyleIdx="1" presStyleCnt="13" custLinFactNeighborX="39102"/>
      <dgm:spPr/>
      <dgm:t>
        <a:bodyPr/>
        <a:lstStyle/>
        <a:p>
          <a:endParaRPr lang="en-GB"/>
        </a:p>
      </dgm:t>
    </dgm:pt>
    <dgm:pt modelId="{10C9E3CF-3A8F-4100-8ACD-91E2373197A2}" type="pres">
      <dgm:prSet presAssocID="{F2881FB1-6580-4F21-A283-BFAA6F91D5D2}" presName="firstChildTx" presStyleLbl="bgAccFollowNode1" presStyleIdx="1" presStyleCnt="13">
        <dgm:presLayoutVars>
          <dgm:bulletEnabled val="1"/>
        </dgm:presLayoutVars>
      </dgm:prSet>
      <dgm:spPr/>
      <dgm:t>
        <a:bodyPr/>
        <a:lstStyle/>
        <a:p>
          <a:endParaRPr lang="en-GB"/>
        </a:p>
      </dgm:t>
    </dgm:pt>
    <dgm:pt modelId="{60887C36-4733-46AC-A452-5444F6BC3B23}" type="pres">
      <dgm:prSet presAssocID="{29E78340-8EBE-415C-B973-78A91A054B9C}" presName="comp" presStyleCnt="0"/>
      <dgm:spPr/>
    </dgm:pt>
    <dgm:pt modelId="{614EBA0E-D12B-447E-B378-B0FA2DEBEA2F}" type="pres">
      <dgm:prSet presAssocID="{29E78340-8EBE-415C-B973-78A91A054B9C}" presName="child" presStyleLbl="bgAccFollowNode1" presStyleIdx="2" presStyleCnt="13" custScaleY="144019" custLinFactNeighborX="39099" custLinFactNeighborY="-1646"/>
      <dgm:spPr/>
      <dgm:t>
        <a:bodyPr/>
        <a:lstStyle/>
        <a:p>
          <a:endParaRPr lang="en-GB"/>
        </a:p>
      </dgm:t>
    </dgm:pt>
    <dgm:pt modelId="{B12AEB83-0A64-4B36-BF01-B2F834861BAA}" type="pres">
      <dgm:prSet presAssocID="{29E78340-8EBE-415C-B973-78A91A054B9C}" presName="childTx" presStyleLbl="bgAccFollowNode1" presStyleIdx="2" presStyleCnt="13">
        <dgm:presLayoutVars>
          <dgm:bulletEnabled val="1"/>
        </dgm:presLayoutVars>
      </dgm:prSet>
      <dgm:spPr/>
      <dgm:t>
        <a:bodyPr/>
        <a:lstStyle/>
        <a:p>
          <a:endParaRPr lang="en-GB"/>
        </a:p>
      </dgm:t>
    </dgm:pt>
    <dgm:pt modelId="{3055F178-D8CA-413A-99F2-20C8231C0651}" type="pres">
      <dgm:prSet presAssocID="{8321AB85-EA8C-4958-B404-B4C118CB3C18}" presName="comp" presStyleCnt="0"/>
      <dgm:spPr/>
    </dgm:pt>
    <dgm:pt modelId="{68509703-D239-4E1B-8CF0-EF08079E1226}" type="pres">
      <dgm:prSet presAssocID="{8321AB85-EA8C-4958-B404-B4C118CB3C18}" presName="child" presStyleLbl="bgAccFollowNode1" presStyleIdx="3" presStyleCnt="13" custScaleY="165589" custLinFactNeighborX="39099"/>
      <dgm:spPr/>
      <dgm:t>
        <a:bodyPr/>
        <a:lstStyle/>
        <a:p>
          <a:endParaRPr lang="en-GB"/>
        </a:p>
      </dgm:t>
    </dgm:pt>
    <dgm:pt modelId="{E1767793-EDD5-4203-A612-8120A71CA906}" type="pres">
      <dgm:prSet presAssocID="{8321AB85-EA8C-4958-B404-B4C118CB3C18}" presName="childTx" presStyleLbl="bgAccFollowNode1" presStyleIdx="3" presStyleCnt="13">
        <dgm:presLayoutVars>
          <dgm:bulletEnabled val="1"/>
        </dgm:presLayoutVars>
      </dgm:prSet>
      <dgm:spPr/>
      <dgm:t>
        <a:bodyPr/>
        <a:lstStyle/>
        <a:p>
          <a:endParaRPr lang="en-GB"/>
        </a:p>
      </dgm:t>
    </dgm:pt>
    <dgm:pt modelId="{69136330-53DB-4978-A56B-160862279381}" type="pres">
      <dgm:prSet presAssocID="{F2881FB1-6580-4F21-A283-BFAA6F91D5D2}" presName="negSpace" presStyleCnt="0"/>
      <dgm:spPr/>
    </dgm:pt>
    <dgm:pt modelId="{FD776C1E-557E-4553-9447-49B69EEC7907}" type="pres">
      <dgm:prSet presAssocID="{F2881FB1-6580-4F21-A283-BFAA6F91D5D2}" presName="circle" presStyleLbl="node1" presStyleIdx="1" presStyleCnt="5" custScaleX="127560" custScaleY="124862" custLinFactNeighborX="22632"/>
      <dgm:spPr/>
      <dgm:t>
        <a:bodyPr/>
        <a:lstStyle/>
        <a:p>
          <a:endParaRPr lang="en-GB"/>
        </a:p>
      </dgm:t>
    </dgm:pt>
    <dgm:pt modelId="{FC2522F1-14BB-4B37-B60E-2E8A7E8A6C30}" type="pres">
      <dgm:prSet presAssocID="{A5ABDC17-7AB5-4F0E-992A-F9343F5D74EB}" presName="transSpace" presStyleCnt="0"/>
      <dgm:spPr/>
    </dgm:pt>
    <dgm:pt modelId="{2C2F6211-85A7-47FE-9239-DE94DF41A263}" type="pres">
      <dgm:prSet presAssocID="{6352CA33-6755-44BE-808F-400DA4CF80A7}" presName="posSpace" presStyleCnt="0"/>
      <dgm:spPr/>
    </dgm:pt>
    <dgm:pt modelId="{7B0C2EAE-70CB-4160-863D-210C3C66D5FD}" type="pres">
      <dgm:prSet presAssocID="{6352CA33-6755-44BE-808F-400DA4CF80A7}" presName="vertFlow" presStyleCnt="0"/>
      <dgm:spPr/>
    </dgm:pt>
    <dgm:pt modelId="{5AF3752E-55A6-443C-AD35-C49DF50A4566}" type="pres">
      <dgm:prSet presAssocID="{6352CA33-6755-44BE-808F-400DA4CF80A7}" presName="topSpace" presStyleCnt="0"/>
      <dgm:spPr/>
    </dgm:pt>
    <dgm:pt modelId="{53567A66-F0E9-4EF8-ADA9-764BA36AA6A9}" type="pres">
      <dgm:prSet presAssocID="{6352CA33-6755-44BE-808F-400DA4CF80A7}" presName="firstComp" presStyleCnt="0"/>
      <dgm:spPr/>
    </dgm:pt>
    <dgm:pt modelId="{AD2806AC-6A03-4F05-9F4D-F72EA0E56FBF}" type="pres">
      <dgm:prSet presAssocID="{6352CA33-6755-44BE-808F-400DA4CF80A7}" presName="firstChild" presStyleLbl="bgAccFollowNode1" presStyleIdx="4" presStyleCnt="13" custScaleY="130979" custLinFactNeighborX="22632"/>
      <dgm:spPr/>
      <dgm:t>
        <a:bodyPr/>
        <a:lstStyle/>
        <a:p>
          <a:endParaRPr lang="en-GB"/>
        </a:p>
      </dgm:t>
    </dgm:pt>
    <dgm:pt modelId="{F8977219-728E-448F-AE8B-46B14F4F17DE}" type="pres">
      <dgm:prSet presAssocID="{6352CA33-6755-44BE-808F-400DA4CF80A7}" presName="firstChildTx" presStyleLbl="bgAccFollowNode1" presStyleIdx="4" presStyleCnt="13">
        <dgm:presLayoutVars>
          <dgm:bulletEnabled val="1"/>
        </dgm:presLayoutVars>
      </dgm:prSet>
      <dgm:spPr/>
      <dgm:t>
        <a:bodyPr/>
        <a:lstStyle/>
        <a:p>
          <a:endParaRPr lang="en-GB"/>
        </a:p>
      </dgm:t>
    </dgm:pt>
    <dgm:pt modelId="{46A8623B-DC64-4ED6-B73D-98FEAB030508}" type="pres">
      <dgm:prSet presAssocID="{3D5CDB25-F8FA-444B-8D4A-1D29D0CBA282}" presName="comp" presStyleCnt="0"/>
      <dgm:spPr/>
    </dgm:pt>
    <dgm:pt modelId="{5314AADB-0AD3-4BAE-9F15-B0FE4F44C802}" type="pres">
      <dgm:prSet presAssocID="{3D5CDB25-F8FA-444B-8D4A-1D29D0CBA282}" presName="child" presStyleLbl="bgAccFollowNode1" presStyleIdx="5" presStyleCnt="13" custLinFactNeighborX="22632"/>
      <dgm:spPr/>
      <dgm:t>
        <a:bodyPr/>
        <a:lstStyle/>
        <a:p>
          <a:endParaRPr lang="en-GB"/>
        </a:p>
      </dgm:t>
    </dgm:pt>
    <dgm:pt modelId="{96624143-7928-48E9-817F-BC4A07250C32}" type="pres">
      <dgm:prSet presAssocID="{3D5CDB25-F8FA-444B-8D4A-1D29D0CBA282}" presName="childTx" presStyleLbl="bgAccFollowNode1" presStyleIdx="5" presStyleCnt="13">
        <dgm:presLayoutVars>
          <dgm:bulletEnabled val="1"/>
        </dgm:presLayoutVars>
      </dgm:prSet>
      <dgm:spPr/>
      <dgm:t>
        <a:bodyPr/>
        <a:lstStyle/>
        <a:p>
          <a:endParaRPr lang="en-GB"/>
        </a:p>
      </dgm:t>
    </dgm:pt>
    <dgm:pt modelId="{FBCC4E74-37C0-494F-ABC0-7D18132E1437}" type="pres">
      <dgm:prSet presAssocID="{6352CA33-6755-44BE-808F-400DA4CF80A7}" presName="negSpace" presStyleCnt="0"/>
      <dgm:spPr/>
    </dgm:pt>
    <dgm:pt modelId="{89E6DA6E-7A23-44BD-8A99-378091FF741D}" type="pres">
      <dgm:prSet presAssocID="{6352CA33-6755-44BE-808F-400DA4CF80A7}" presName="circle" presStyleLbl="node1" presStyleIdx="2" presStyleCnt="5" custScaleX="145473" custScaleY="145214" custLinFactNeighborX="-10745" custLinFactNeighborY="-17719"/>
      <dgm:spPr/>
      <dgm:t>
        <a:bodyPr/>
        <a:lstStyle/>
        <a:p>
          <a:endParaRPr lang="en-GB"/>
        </a:p>
      </dgm:t>
    </dgm:pt>
    <dgm:pt modelId="{E966790E-26B5-4EB8-981F-1094BF4B7611}" type="pres">
      <dgm:prSet presAssocID="{AAB4CF73-4B9B-4AA0-9074-16C2D2AE00A1}" presName="transSpace" presStyleCnt="0"/>
      <dgm:spPr/>
    </dgm:pt>
    <dgm:pt modelId="{229B7655-E1F4-4CF5-84B8-30F0491D32B5}" type="pres">
      <dgm:prSet presAssocID="{7FCE83D9-631B-4420-BBFC-CA0AFA59F747}" presName="posSpace" presStyleCnt="0"/>
      <dgm:spPr/>
    </dgm:pt>
    <dgm:pt modelId="{F85FFCDF-8E5F-492B-B22D-55A08EACE783}" type="pres">
      <dgm:prSet presAssocID="{7FCE83D9-631B-4420-BBFC-CA0AFA59F747}" presName="vertFlow" presStyleCnt="0"/>
      <dgm:spPr/>
    </dgm:pt>
    <dgm:pt modelId="{600B3FB2-1315-4A84-8613-B445666BC7D2}" type="pres">
      <dgm:prSet presAssocID="{7FCE83D9-631B-4420-BBFC-CA0AFA59F747}" presName="topSpace" presStyleCnt="0"/>
      <dgm:spPr/>
    </dgm:pt>
    <dgm:pt modelId="{E47C73E9-FBEE-4370-9B3F-E04EB7C4023A}" type="pres">
      <dgm:prSet presAssocID="{7FCE83D9-631B-4420-BBFC-CA0AFA59F747}" presName="firstComp" presStyleCnt="0"/>
      <dgm:spPr/>
    </dgm:pt>
    <dgm:pt modelId="{402C2C77-A32C-4D99-9940-12535E1181F2}" type="pres">
      <dgm:prSet presAssocID="{7FCE83D9-631B-4420-BBFC-CA0AFA59F747}" presName="firstChild" presStyleLbl="bgAccFollowNode1" presStyleIdx="6" presStyleCnt="13" custLinFactNeighborX="22632"/>
      <dgm:spPr/>
      <dgm:t>
        <a:bodyPr/>
        <a:lstStyle/>
        <a:p>
          <a:endParaRPr lang="en-GB"/>
        </a:p>
      </dgm:t>
    </dgm:pt>
    <dgm:pt modelId="{5B88A17E-EFF5-4A04-9CC9-D2131DA9ECCC}" type="pres">
      <dgm:prSet presAssocID="{7FCE83D9-631B-4420-BBFC-CA0AFA59F747}" presName="firstChildTx" presStyleLbl="bgAccFollowNode1" presStyleIdx="6" presStyleCnt="13">
        <dgm:presLayoutVars>
          <dgm:bulletEnabled val="1"/>
        </dgm:presLayoutVars>
      </dgm:prSet>
      <dgm:spPr/>
      <dgm:t>
        <a:bodyPr/>
        <a:lstStyle/>
        <a:p>
          <a:endParaRPr lang="en-GB"/>
        </a:p>
      </dgm:t>
    </dgm:pt>
    <dgm:pt modelId="{00CCD191-89BE-4873-A629-5F5FEF2C4E36}" type="pres">
      <dgm:prSet presAssocID="{2497E2E8-0430-40AE-A6AE-8E42262C0A0C}" presName="comp" presStyleCnt="0"/>
      <dgm:spPr/>
    </dgm:pt>
    <dgm:pt modelId="{FE2B93BC-2419-4E1B-8E10-4D7BA779BA93}" type="pres">
      <dgm:prSet presAssocID="{2497E2E8-0430-40AE-A6AE-8E42262C0A0C}" presName="child" presStyleLbl="bgAccFollowNode1" presStyleIdx="7" presStyleCnt="13" custLinFactNeighborX="22632"/>
      <dgm:spPr/>
      <dgm:t>
        <a:bodyPr/>
        <a:lstStyle/>
        <a:p>
          <a:endParaRPr lang="en-GB"/>
        </a:p>
      </dgm:t>
    </dgm:pt>
    <dgm:pt modelId="{280B54C2-E942-462B-8BD9-4871D05121ED}" type="pres">
      <dgm:prSet presAssocID="{2497E2E8-0430-40AE-A6AE-8E42262C0A0C}" presName="childTx" presStyleLbl="bgAccFollowNode1" presStyleIdx="7" presStyleCnt="13">
        <dgm:presLayoutVars>
          <dgm:bulletEnabled val="1"/>
        </dgm:presLayoutVars>
      </dgm:prSet>
      <dgm:spPr/>
      <dgm:t>
        <a:bodyPr/>
        <a:lstStyle/>
        <a:p>
          <a:endParaRPr lang="en-GB"/>
        </a:p>
      </dgm:t>
    </dgm:pt>
    <dgm:pt modelId="{F3C2D87B-A5E7-46E2-B3D3-58E6D9562663}" type="pres">
      <dgm:prSet presAssocID="{50451020-5E1A-4778-9E8D-169182A36191}" presName="comp" presStyleCnt="0"/>
      <dgm:spPr/>
    </dgm:pt>
    <dgm:pt modelId="{3086D0BF-AAD1-4310-88ED-4D81A687BD50}" type="pres">
      <dgm:prSet presAssocID="{50451020-5E1A-4778-9E8D-169182A36191}" presName="child" presStyleLbl="bgAccFollowNode1" presStyleIdx="8" presStyleCnt="13" custScaleY="163690" custLinFactNeighborX="22632"/>
      <dgm:spPr/>
      <dgm:t>
        <a:bodyPr/>
        <a:lstStyle/>
        <a:p>
          <a:endParaRPr lang="en-GB"/>
        </a:p>
      </dgm:t>
    </dgm:pt>
    <dgm:pt modelId="{2B18CCD9-D6B1-4225-8D26-4BA691BB1837}" type="pres">
      <dgm:prSet presAssocID="{50451020-5E1A-4778-9E8D-169182A36191}" presName="childTx" presStyleLbl="bgAccFollowNode1" presStyleIdx="8" presStyleCnt="13">
        <dgm:presLayoutVars>
          <dgm:bulletEnabled val="1"/>
        </dgm:presLayoutVars>
      </dgm:prSet>
      <dgm:spPr/>
      <dgm:t>
        <a:bodyPr/>
        <a:lstStyle/>
        <a:p>
          <a:endParaRPr lang="en-GB"/>
        </a:p>
      </dgm:t>
    </dgm:pt>
    <dgm:pt modelId="{1C06A4D9-0E14-426D-BF72-859A415E4120}" type="pres">
      <dgm:prSet presAssocID="{E4CF1B23-EA8B-4A22-9959-BBBD3B942C80}" presName="comp" presStyleCnt="0"/>
      <dgm:spPr/>
    </dgm:pt>
    <dgm:pt modelId="{9281EB27-3469-411D-A4BC-D019549A7B8C}" type="pres">
      <dgm:prSet presAssocID="{E4CF1B23-EA8B-4A22-9959-BBBD3B942C80}" presName="child" presStyleLbl="bgAccFollowNode1" presStyleIdx="9" presStyleCnt="13" custLinFactNeighborX="22632"/>
      <dgm:spPr/>
      <dgm:t>
        <a:bodyPr/>
        <a:lstStyle/>
        <a:p>
          <a:endParaRPr lang="en-GB"/>
        </a:p>
      </dgm:t>
    </dgm:pt>
    <dgm:pt modelId="{4A3210AD-6CFB-4A01-9077-C6690D510C41}" type="pres">
      <dgm:prSet presAssocID="{E4CF1B23-EA8B-4A22-9959-BBBD3B942C80}" presName="childTx" presStyleLbl="bgAccFollowNode1" presStyleIdx="9" presStyleCnt="13">
        <dgm:presLayoutVars>
          <dgm:bulletEnabled val="1"/>
        </dgm:presLayoutVars>
      </dgm:prSet>
      <dgm:spPr/>
      <dgm:t>
        <a:bodyPr/>
        <a:lstStyle/>
        <a:p>
          <a:endParaRPr lang="en-GB"/>
        </a:p>
      </dgm:t>
    </dgm:pt>
    <dgm:pt modelId="{9051EF7D-7D6C-4B43-A6C4-239F9933C94D}" type="pres">
      <dgm:prSet presAssocID="{7FCE83D9-631B-4420-BBFC-CA0AFA59F747}" presName="negSpace" presStyleCnt="0"/>
      <dgm:spPr/>
    </dgm:pt>
    <dgm:pt modelId="{7453D9C8-CD6E-4AA4-8A19-7F6F667528F0}" type="pres">
      <dgm:prSet presAssocID="{7FCE83D9-631B-4420-BBFC-CA0AFA59F747}" presName="circle" presStyleLbl="node1" presStyleIdx="3" presStyleCnt="5" custScaleX="149411" custScaleY="149411" custLinFactNeighborX="-8846" custLinFactNeighborY="-10492"/>
      <dgm:spPr/>
      <dgm:t>
        <a:bodyPr/>
        <a:lstStyle/>
        <a:p>
          <a:endParaRPr lang="en-GB"/>
        </a:p>
      </dgm:t>
    </dgm:pt>
    <dgm:pt modelId="{8649A7BD-5C93-4DA8-85BB-0F481A4C81DC}" type="pres">
      <dgm:prSet presAssocID="{1B48A0DE-4031-4D45-86A1-94CDAF68824A}" presName="transSpace" presStyleCnt="0"/>
      <dgm:spPr/>
    </dgm:pt>
    <dgm:pt modelId="{D1D52D7B-4BE5-4EC1-A2E0-52D851799D43}" type="pres">
      <dgm:prSet presAssocID="{8731FE23-DB82-4A15-978B-3C58799B298C}" presName="posSpace" presStyleCnt="0"/>
      <dgm:spPr/>
    </dgm:pt>
    <dgm:pt modelId="{69CC3273-9992-4A68-8C25-E8A1A3286C9C}" type="pres">
      <dgm:prSet presAssocID="{8731FE23-DB82-4A15-978B-3C58799B298C}" presName="vertFlow" presStyleCnt="0"/>
      <dgm:spPr/>
    </dgm:pt>
    <dgm:pt modelId="{B119C4CC-B227-49E1-A449-CDCD6B30AC39}" type="pres">
      <dgm:prSet presAssocID="{8731FE23-DB82-4A15-978B-3C58799B298C}" presName="topSpace" presStyleCnt="0"/>
      <dgm:spPr/>
    </dgm:pt>
    <dgm:pt modelId="{40DB93D9-07DA-4BA4-8533-9A8785711947}" type="pres">
      <dgm:prSet presAssocID="{8731FE23-DB82-4A15-978B-3C58799B298C}" presName="firstComp" presStyleCnt="0"/>
      <dgm:spPr/>
    </dgm:pt>
    <dgm:pt modelId="{7EDD953B-7F7E-4928-96E3-680C8C01683B}" type="pres">
      <dgm:prSet presAssocID="{8731FE23-DB82-4A15-978B-3C58799B298C}" presName="firstChild" presStyleLbl="bgAccFollowNode1" presStyleIdx="10" presStyleCnt="13" custLinFactNeighborX="-19894" custLinFactNeighborY="3542"/>
      <dgm:spPr/>
      <dgm:t>
        <a:bodyPr/>
        <a:lstStyle/>
        <a:p>
          <a:endParaRPr lang="en-GB"/>
        </a:p>
      </dgm:t>
    </dgm:pt>
    <dgm:pt modelId="{76FD451A-E835-4B2F-BDF0-9B81E95815B5}" type="pres">
      <dgm:prSet presAssocID="{8731FE23-DB82-4A15-978B-3C58799B298C}" presName="firstChildTx" presStyleLbl="bgAccFollowNode1" presStyleIdx="10" presStyleCnt="13">
        <dgm:presLayoutVars>
          <dgm:bulletEnabled val="1"/>
        </dgm:presLayoutVars>
      </dgm:prSet>
      <dgm:spPr/>
      <dgm:t>
        <a:bodyPr/>
        <a:lstStyle/>
        <a:p>
          <a:endParaRPr lang="en-GB"/>
        </a:p>
      </dgm:t>
    </dgm:pt>
    <dgm:pt modelId="{3D6303AD-42B2-4F1F-A938-86BB93AA147A}" type="pres">
      <dgm:prSet presAssocID="{E61356AD-5119-4FFF-95B7-ED3FC68EFDAC}" presName="comp" presStyleCnt="0"/>
      <dgm:spPr/>
    </dgm:pt>
    <dgm:pt modelId="{93D34300-8548-473D-A815-D20C90569CAD}" type="pres">
      <dgm:prSet presAssocID="{E61356AD-5119-4FFF-95B7-ED3FC68EFDAC}" presName="child" presStyleLbl="bgAccFollowNode1" presStyleIdx="11" presStyleCnt="13" custScaleY="167233" custLinFactNeighborX="-19894" custLinFactNeighborY="1771"/>
      <dgm:spPr/>
      <dgm:t>
        <a:bodyPr/>
        <a:lstStyle/>
        <a:p>
          <a:endParaRPr lang="en-GB"/>
        </a:p>
      </dgm:t>
    </dgm:pt>
    <dgm:pt modelId="{6829BAF0-68A1-4D3D-90BE-4F4468F545EA}" type="pres">
      <dgm:prSet presAssocID="{E61356AD-5119-4FFF-95B7-ED3FC68EFDAC}" presName="childTx" presStyleLbl="bgAccFollowNode1" presStyleIdx="11" presStyleCnt="13">
        <dgm:presLayoutVars>
          <dgm:bulletEnabled val="1"/>
        </dgm:presLayoutVars>
      </dgm:prSet>
      <dgm:spPr/>
      <dgm:t>
        <a:bodyPr/>
        <a:lstStyle/>
        <a:p>
          <a:endParaRPr lang="en-GB"/>
        </a:p>
      </dgm:t>
    </dgm:pt>
    <dgm:pt modelId="{E28D0956-41B1-4F95-B7BA-8EA51E72E118}" type="pres">
      <dgm:prSet presAssocID="{67F10B77-7952-44F5-82BE-9E4105F5A06F}" presName="comp" presStyleCnt="0"/>
      <dgm:spPr/>
    </dgm:pt>
    <dgm:pt modelId="{3CE68ECF-B250-458A-B39C-613932DC026D}" type="pres">
      <dgm:prSet presAssocID="{67F10B77-7952-44F5-82BE-9E4105F5A06F}" presName="child" presStyleLbl="bgAccFollowNode1" presStyleIdx="12" presStyleCnt="13" custLinFactNeighborX="-19892" custLinFactNeighborY="3542"/>
      <dgm:spPr/>
      <dgm:t>
        <a:bodyPr/>
        <a:lstStyle/>
        <a:p>
          <a:endParaRPr lang="en-GB"/>
        </a:p>
      </dgm:t>
    </dgm:pt>
    <dgm:pt modelId="{773F63DB-0B4B-4612-A7F3-C64C4C0767ED}" type="pres">
      <dgm:prSet presAssocID="{67F10B77-7952-44F5-82BE-9E4105F5A06F}" presName="childTx" presStyleLbl="bgAccFollowNode1" presStyleIdx="12" presStyleCnt="13">
        <dgm:presLayoutVars>
          <dgm:bulletEnabled val="1"/>
        </dgm:presLayoutVars>
      </dgm:prSet>
      <dgm:spPr/>
      <dgm:t>
        <a:bodyPr/>
        <a:lstStyle/>
        <a:p>
          <a:endParaRPr lang="en-GB"/>
        </a:p>
      </dgm:t>
    </dgm:pt>
    <dgm:pt modelId="{DA5798F1-D60B-4CA5-BAAE-F7C7315AE34A}" type="pres">
      <dgm:prSet presAssocID="{8731FE23-DB82-4A15-978B-3C58799B298C}" presName="negSpace" presStyleCnt="0"/>
      <dgm:spPr/>
    </dgm:pt>
    <dgm:pt modelId="{DA40F111-3FB7-459D-9B7A-71FD7EDB7B92}" type="pres">
      <dgm:prSet presAssocID="{8731FE23-DB82-4A15-978B-3C58799B298C}" presName="circle" presStyleLbl="node1" presStyleIdx="4" presStyleCnt="5" custLinFactNeighborX="-16050" custLinFactNeighborY="-1772"/>
      <dgm:spPr/>
      <dgm:t>
        <a:bodyPr/>
        <a:lstStyle/>
        <a:p>
          <a:endParaRPr lang="en-GB"/>
        </a:p>
      </dgm:t>
    </dgm:pt>
  </dgm:ptLst>
  <dgm:cxnLst>
    <dgm:cxn modelId="{73148666-ABD8-4C7C-A655-CF549769402A}" type="presOf" srcId="{9614A323-64B1-4077-A841-022051EC749A}" destId="{F8977219-728E-448F-AE8B-46B14F4F17DE}" srcOrd="1" destOrd="0" presId="urn:microsoft.com/office/officeart/2005/8/layout/hList9"/>
    <dgm:cxn modelId="{DDB5AD9A-40B0-48EF-AF2C-8CCDA330F7FE}" srcId="{B4F1B46E-22B2-4721-950C-8704487586DC}" destId="{9D72CDD3-5859-43DB-BD75-0C3C30E3DE62}" srcOrd="0" destOrd="0" parTransId="{1D5B1F83-33A7-4298-BC11-2B1252AFAEA5}" sibTransId="{15E25BD4-1EBF-43C2-8885-DBF66B8429E1}"/>
    <dgm:cxn modelId="{D1639CF4-B23D-401E-9EC5-47A0F9A7A393}" srcId="{8731FE23-DB82-4A15-978B-3C58799B298C}" destId="{E61356AD-5119-4FFF-95B7-ED3FC68EFDAC}" srcOrd="1" destOrd="0" parTransId="{A6197C62-6465-46EC-977C-DC06D171B61C}" sibTransId="{33701241-78DE-48B9-B40E-391FD9EC3871}"/>
    <dgm:cxn modelId="{5345BD2D-922D-4420-AC1F-6197FCA3D7B8}" type="presOf" srcId="{2497E2E8-0430-40AE-A6AE-8E42262C0A0C}" destId="{280B54C2-E942-462B-8BD9-4871D05121ED}" srcOrd="1" destOrd="0" presId="urn:microsoft.com/office/officeart/2005/8/layout/hList9"/>
    <dgm:cxn modelId="{E33C2E5A-6714-49D5-A3C1-756576E4C4D3}" type="presOf" srcId="{7FCE83D9-631B-4420-BBFC-CA0AFA59F747}" destId="{7453D9C8-CD6E-4AA4-8A19-7F6F667528F0}" srcOrd="0" destOrd="0" presId="urn:microsoft.com/office/officeart/2005/8/layout/hList9"/>
    <dgm:cxn modelId="{FA792A5A-2EB4-42C9-825F-37BEE92F80C2}" type="presOf" srcId="{50451020-5E1A-4778-9E8D-169182A36191}" destId="{3086D0BF-AAD1-4310-88ED-4D81A687BD50}" srcOrd="0" destOrd="0" presId="urn:microsoft.com/office/officeart/2005/8/layout/hList9"/>
    <dgm:cxn modelId="{2C8317B2-2EBB-4589-86EA-C77B3B6E81AA}" srcId="{00C18FBF-3FF5-4C16-97CF-AF03740D7AB6}" destId="{B4F1B46E-22B2-4721-950C-8704487586DC}" srcOrd="0" destOrd="0" parTransId="{E8A66543-CC4D-4785-A93E-5B125E09F826}" sibTransId="{A7E2530A-34E2-4E9F-BC78-8920BA140C41}"/>
    <dgm:cxn modelId="{95659753-6B9F-4536-9FFA-30F34223659B}" type="presOf" srcId="{F2881FB1-6580-4F21-A283-BFAA6F91D5D2}" destId="{FD776C1E-557E-4553-9447-49B69EEC7907}" srcOrd="0" destOrd="0" presId="urn:microsoft.com/office/officeart/2005/8/layout/hList9"/>
    <dgm:cxn modelId="{E572418E-4340-4448-940D-253A2FA3B9B3}" srcId="{00C18FBF-3FF5-4C16-97CF-AF03740D7AB6}" destId="{7FCE83D9-631B-4420-BBFC-CA0AFA59F747}" srcOrd="3" destOrd="0" parTransId="{C61EC981-13FA-4710-B079-D35692EEB764}" sibTransId="{1B48A0DE-4031-4D45-86A1-94CDAF68824A}"/>
    <dgm:cxn modelId="{C7B2B8A7-E681-4E43-AA4B-B33F4EBAEB18}" type="presOf" srcId="{B4F1B46E-22B2-4721-950C-8704487586DC}" destId="{FC7ED273-8CFD-43C2-9C05-44FADF3E0637}" srcOrd="0" destOrd="0" presId="urn:microsoft.com/office/officeart/2005/8/layout/hList9"/>
    <dgm:cxn modelId="{5A70B7CF-3FFB-4C68-A30A-D8DAF06B2BFD}" srcId="{8731FE23-DB82-4A15-978B-3C58799B298C}" destId="{527B8890-B64A-4B05-BF1F-152662E51D57}" srcOrd="0" destOrd="0" parTransId="{14EFC841-0DF2-4E70-A3E4-E405F19C37B0}" sibTransId="{CC15A37D-ED91-4438-8290-5FEC4CCE410E}"/>
    <dgm:cxn modelId="{70CAB4FC-3D17-49C2-8A7B-F387031FCDCA}" srcId="{7FCE83D9-631B-4420-BBFC-CA0AFA59F747}" destId="{DB9FB862-4759-4D6A-84F3-01524B92723B}" srcOrd="0" destOrd="0" parTransId="{CD1EE44C-3116-420B-89E3-1D797CB25D34}" sibTransId="{4BD4D4A5-043E-4ED5-A5CA-8D46DADC3150}"/>
    <dgm:cxn modelId="{2E3C97E6-67D4-4948-B47A-1115C2B2979F}" srcId="{6352CA33-6755-44BE-808F-400DA4CF80A7}" destId="{3D5CDB25-F8FA-444B-8D4A-1D29D0CBA282}" srcOrd="1" destOrd="0" parTransId="{4C229933-AC16-44B7-98EC-4C0F07FABCB0}" sibTransId="{189DA4C5-2A22-4C71-A806-7B4AB57767CC}"/>
    <dgm:cxn modelId="{97D8549C-21E2-4D4E-AC68-B66DE5C4A839}" type="presOf" srcId="{DB9FB862-4759-4D6A-84F3-01524B92723B}" destId="{5B88A17E-EFF5-4A04-9CC9-D2131DA9ECCC}" srcOrd="1" destOrd="0" presId="urn:microsoft.com/office/officeart/2005/8/layout/hList9"/>
    <dgm:cxn modelId="{A124CA4A-8907-4BF9-9827-5B39F6518B85}" type="presOf" srcId="{D5197DDB-D5D2-499F-B255-CF7BB5AE2B43}" destId="{10C9E3CF-3A8F-4100-8ACD-91E2373197A2}" srcOrd="1" destOrd="0" presId="urn:microsoft.com/office/officeart/2005/8/layout/hList9"/>
    <dgm:cxn modelId="{063397C8-A580-4BC0-9437-28D0220138E2}" type="presOf" srcId="{8731FE23-DB82-4A15-978B-3C58799B298C}" destId="{DA40F111-3FB7-459D-9B7A-71FD7EDB7B92}" srcOrd="0" destOrd="0" presId="urn:microsoft.com/office/officeart/2005/8/layout/hList9"/>
    <dgm:cxn modelId="{D80B329D-6830-479D-AFA3-276EEB389EE4}" type="presOf" srcId="{9D72CDD3-5859-43DB-BD75-0C3C30E3DE62}" destId="{187D4E8C-5C91-4D00-870C-2C45D4EA263C}" srcOrd="1" destOrd="0" presId="urn:microsoft.com/office/officeart/2005/8/layout/hList9"/>
    <dgm:cxn modelId="{0F86DBDB-3C4F-4C84-981B-7F4CA2A8EAF3}" srcId="{7FCE83D9-631B-4420-BBFC-CA0AFA59F747}" destId="{50451020-5E1A-4778-9E8D-169182A36191}" srcOrd="2" destOrd="0" parTransId="{7DFC3849-4A12-49FB-B614-8AFD597CCB9E}" sibTransId="{EEDE2474-4F18-4F59-8E58-6382D253E514}"/>
    <dgm:cxn modelId="{984505F1-A058-4D12-93D1-30398D5978D7}" type="presOf" srcId="{67F10B77-7952-44F5-82BE-9E4105F5A06F}" destId="{3CE68ECF-B250-458A-B39C-613932DC026D}" srcOrd="0" destOrd="0" presId="urn:microsoft.com/office/officeart/2005/8/layout/hList9"/>
    <dgm:cxn modelId="{2628D1FF-BFD2-4411-82D7-5CDCF0C88FF1}" type="presOf" srcId="{527B8890-B64A-4B05-BF1F-152662E51D57}" destId="{7EDD953B-7F7E-4928-96E3-680C8C01683B}" srcOrd="0" destOrd="0" presId="urn:microsoft.com/office/officeart/2005/8/layout/hList9"/>
    <dgm:cxn modelId="{93381BDF-E77D-4F99-AB19-9363FE4ABBFB}" type="presOf" srcId="{E4CF1B23-EA8B-4A22-9959-BBBD3B942C80}" destId="{4A3210AD-6CFB-4A01-9077-C6690D510C41}" srcOrd="1" destOrd="0" presId="urn:microsoft.com/office/officeart/2005/8/layout/hList9"/>
    <dgm:cxn modelId="{B6808A66-ABD2-46BB-98EC-F39836B4F1AB}" type="presOf" srcId="{8321AB85-EA8C-4958-B404-B4C118CB3C18}" destId="{E1767793-EDD5-4203-A612-8120A71CA906}" srcOrd="1" destOrd="0" presId="urn:microsoft.com/office/officeart/2005/8/layout/hList9"/>
    <dgm:cxn modelId="{DC60D2B6-DF66-425C-AE65-B7D3A05E759B}" type="presOf" srcId="{E61356AD-5119-4FFF-95B7-ED3FC68EFDAC}" destId="{93D34300-8548-473D-A815-D20C90569CAD}" srcOrd="0" destOrd="0" presId="urn:microsoft.com/office/officeart/2005/8/layout/hList9"/>
    <dgm:cxn modelId="{794CBF39-7955-4F9A-AA52-E005FF8D306D}" type="presOf" srcId="{29E78340-8EBE-415C-B973-78A91A054B9C}" destId="{B12AEB83-0A64-4B36-BF01-B2F834861BAA}" srcOrd="1" destOrd="0" presId="urn:microsoft.com/office/officeart/2005/8/layout/hList9"/>
    <dgm:cxn modelId="{AFAB0A86-CAF9-44AE-8E44-734BB1918EE8}" type="presOf" srcId="{2497E2E8-0430-40AE-A6AE-8E42262C0A0C}" destId="{FE2B93BC-2419-4E1B-8E10-4D7BA779BA93}" srcOrd="0" destOrd="0" presId="urn:microsoft.com/office/officeart/2005/8/layout/hList9"/>
    <dgm:cxn modelId="{316912D9-A69F-41FB-BDA8-A6005EBD4F1A}" type="presOf" srcId="{E61356AD-5119-4FFF-95B7-ED3FC68EFDAC}" destId="{6829BAF0-68A1-4D3D-90BE-4F4468F545EA}" srcOrd="1" destOrd="0" presId="urn:microsoft.com/office/officeart/2005/8/layout/hList9"/>
    <dgm:cxn modelId="{57A925E9-F953-4AD5-9D98-A382081D08BA}" srcId="{7FCE83D9-631B-4420-BBFC-CA0AFA59F747}" destId="{E4CF1B23-EA8B-4A22-9959-BBBD3B942C80}" srcOrd="3" destOrd="0" parTransId="{D633F385-2C39-4BEF-8C32-16DCA8B278BC}" sibTransId="{F3D29379-F504-4DEF-81FC-7534B72E3DB3}"/>
    <dgm:cxn modelId="{DD8CE3E0-3CB9-4FC7-B4E3-2FAF2397FD0C}" type="presOf" srcId="{E4CF1B23-EA8B-4A22-9959-BBBD3B942C80}" destId="{9281EB27-3469-411D-A4BC-D019549A7B8C}" srcOrd="0" destOrd="0" presId="urn:microsoft.com/office/officeart/2005/8/layout/hList9"/>
    <dgm:cxn modelId="{8AAD3A03-07C5-4AC6-9DCF-9C99637CEEA9}" type="presOf" srcId="{D5197DDB-D5D2-499F-B255-CF7BB5AE2B43}" destId="{F660F4B9-35DB-4256-A868-A35C6DCCF6B2}" srcOrd="0" destOrd="0" presId="urn:microsoft.com/office/officeart/2005/8/layout/hList9"/>
    <dgm:cxn modelId="{129AEA77-5D2A-49D4-956D-99009974B6C5}" srcId="{F2881FB1-6580-4F21-A283-BFAA6F91D5D2}" destId="{8321AB85-EA8C-4958-B404-B4C118CB3C18}" srcOrd="2" destOrd="0" parTransId="{24ABE8B3-7220-436D-9636-F7B4C0B99576}" sibTransId="{AA5F76CE-8FD4-4692-8BB1-EF84CF9D365E}"/>
    <dgm:cxn modelId="{FC7BD086-74EA-4D6C-9657-E916D355F209}" srcId="{6352CA33-6755-44BE-808F-400DA4CF80A7}" destId="{9614A323-64B1-4077-A841-022051EC749A}" srcOrd="0" destOrd="0" parTransId="{E5F6BCBD-B84E-4018-BE9E-BF57FF3B4B36}" sibTransId="{FEC2A79F-8857-403A-A738-E8CE75C965E2}"/>
    <dgm:cxn modelId="{4503426D-B724-409B-AA1E-551B2E7F5F26}" type="presOf" srcId="{3D5CDB25-F8FA-444B-8D4A-1D29D0CBA282}" destId="{96624143-7928-48E9-817F-BC4A07250C32}" srcOrd="1" destOrd="0" presId="urn:microsoft.com/office/officeart/2005/8/layout/hList9"/>
    <dgm:cxn modelId="{2F2F9F0B-198F-4BF6-A29A-13D03B65EE21}" type="presOf" srcId="{00C18FBF-3FF5-4C16-97CF-AF03740D7AB6}" destId="{0DC7A063-583D-4B0F-88B2-BD54F95D95AF}" srcOrd="0" destOrd="0" presId="urn:microsoft.com/office/officeart/2005/8/layout/hList9"/>
    <dgm:cxn modelId="{4E593A6D-A8C4-482D-84E0-DA7C2F8B2DC2}" type="presOf" srcId="{8321AB85-EA8C-4958-B404-B4C118CB3C18}" destId="{68509703-D239-4E1B-8CF0-EF08079E1226}" srcOrd="0" destOrd="0" presId="urn:microsoft.com/office/officeart/2005/8/layout/hList9"/>
    <dgm:cxn modelId="{C28E4CB5-51F7-45AC-ABDB-49239E5BB697}" type="presOf" srcId="{DB9FB862-4759-4D6A-84F3-01524B92723B}" destId="{402C2C77-A32C-4D99-9940-12535E1181F2}" srcOrd="0" destOrd="0" presId="urn:microsoft.com/office/officeart/2005/8/layout/hList9"/>
    <dgm:cxn modelId="{8A467975-0E13-4FE6-9A6C-878BA0AAEE73}" type="presOf" srcId="{3D5CDB25-F8FA-444B-8D4A-1D29D0CBA282}" destId="{5314AADB-0AD3-4BAE-9F15-B0FE4F44C802}" srcOrd="0" destOrd="0" presId="urn:microsoft.com/office/officeart/2005/8/layout/hList9"/>
    <dgm:cxn modelId="{5B39256D-BD98-4C23-8092-B6C06F073A68}" type="presOf" srcId="{9614A323-64B1-4077-A841-022051EC749A}" destId="{AD2806AC-6A03-4F05-9F4D-F72EA0E56FBF}" srcOrd="0" destOrd="0" presId="urn:microsoft.com/office/officeart/2005/8/layout/hList9"/>
    <dgm:cxn modelId="{81D2BEDE-03C1-483F-A666-209F21F47F89}" type="presOf" srcId="{527B8890-B64A-4B05-BF1F-152662E51D57}" destId="{76FD451A-E835-4B2F-BDF0-9B81E95815B5}" srcOrd="1" destOrd="0" presId="urn:microsoft.com/office/officeart/2005/8/layout/hList9"/>
    <dgm:cxn modelId="{7EAED642-D8F0-4101-B487-9C536975AC2A}" type="presOf" srcId="{50451020-5E1A-4778-9E8D-169182A36191}" destId="{2B18CCD9-D6B1-4225-8D26-4BA691BB1837}" srcOrd="1" destOrd="0" presId="urn:microsoft.com/office/officeart/2005/8/layout/hList9"/>
    <dgm:cxn modelId="{4A31D641-1B5D-46D3-B685-0C4DC6EFE71B}" srcId="{00C18FBF-3FF5-4C16-97CF-AF03740D7AB6}" destId="{F2881FB1-6580-4F21-A283-BFAA6F91D5D2}" srcOrd="1" destOrd="0" parTransId="{2D960FDD-BADA-480D-9043-497C56588AD3}" sibTransId="{A5ABDC17-7AB5-4F0E-992A-F9343F5D74EB}"/>
    <dgm:cxn modelId="{327E4011-22C9-48F2-8A34-5C24E1F1D84E}" type="presOf" srcId="{6352CA33-6755-44BE-808F-400DA4CF80A7}" destId="{89E6DA6E-7A23-44BD-8A99-378091FF741D}" srcOrd="0" destOrd="0" presId="urn:microsoft.com/office/officeart/2005/8/layout/hList9"/>
    <dgm:cxn modelId="{42A55150-A547-4706-AD3B-B87C092C5BDA}" srcId="{8731FE23-DB82-4A15-978B-3C58799B298C}" destId="{67F10B77-7952-44F5-82BE-9E4105F5A06F}" srcOrd="2" destOrd="0" parTransId="{6AD4EA97-1974-450B-9707-9F8B9A3D8637}" sibTransId="{5C9A07F8-66AF-4271-8DDD-213235194C15}"/>
    <dgm:cxn modelId="{195A3760-F7CA-4A5B-9A5F-EE5510106955}" type="presOf" srcId="{67F10B77-7952-44F5-82BE-9E4105F5A06F}" destId="{773F63DB-0B4B-4612-A7F3-C64C4C0767ED}" srcOrd="1" destOrd="0" presId="urn:microsoft.com/office/officeart/2005/8/layout/hList9"/>
    <dgm:cxn modelId="{14199C21-69B6-4143-9A7D-ABF32C676298}" srcId="{7FCE83D9-631B-4420-BBFC-CA0AFA59F747}" destId="{2497E2E8-0430-40AE-A6AE-8E42262C0A0C}" srcOrd="1" destOrd="0" parTransId="{AB7903FF-D299-4659-9A3C-E456B5EDF587}" sibTransId="{6F0EAC51-CE22-44CC-865F-0144E918999F}"/>
    <dgm:cxn modelId="{311348D8-FDE3-4C22-99F5-3B98C5F51F0D}" srcId="{F2881FB1-6580-4F21-A283-BFAA6F91D5D2}" destId="{29E78340-8EBE-415C-B973-78A91A054B9C}" srcOrd="1" destOrd="0" parTransId="{FF4E5F97-6974-4E39-A85D-DCB2E100798E}" sibTransId="{B4B9A51E-FA34-465E-B5B4-81CD76EB3FC2}"/>
    <dgm:cxn modelId="{F2843D1A-AE8A-4744-95E6-B2AEE194EDED}" type="presOf" srcId="{29E78340-8EBE-415C-B973-78A91A054B9C}" destId="{614EBA0E-D12B-447E-B378-B0FA2DEBEA2F}" srcOrd="0" destOrd="0" presId="urn:microsoft.com/office/officeart/2005/8/layout/hList9"/>
    <dgm:cxn modelId="{3F680CF0-ACAB-42D6-B33D-C3B04BB04B2C}" type="presOf" srcId="{9D72CDD3-5859-43DB-BD75-0C3C30E3DE62}" destId="{6B08AC4B-4CEC-41E5-AE19-47A4E2720563}" srcOrd="0" destOrd="0" presId="urn:microsoft.com/office/officeart/2005/8/layout/hList9"/>
    <dgm:cxn modelId="{BC64645E-A86C-4740-94DF-F406FF1ED67C}" srcId="{00C18FBF-3FF5-4C16-97CF-AF03740D7AB6}" destId="{8731FE23-DB82-4A15-978B-3C58799B298C}" srcOrd="4" destOrd="0" parTransId="{3A3306A2-39E3-40AF-BAC3-80B519B61EFE}" sibTransId="{4E972F54-36B6-4680-A0DD-FAEE9ACD37A2}"/>
    <dgm:cxn modelId="{3204ED53-15A0-4643-A582-021A785F1BA2}" srcId="{F2881FB1-6580-4F21-A283-BFAA6F91D5D2}" destId="{D5197DDB-D5D2-499F-B255-CF7BB5AE2B43}" srcOrd="0" destOrd="0" parTransId="{B14A4DC9-F40A-4867-ADB8-4BA8A1F83766}" sibTransId="{29F2454A-2FA8-4B3A-AC63-4A0B9FD04A75}"/>
    <dgm:cxn modelId="{82BAE5DD-3A79-4870-9019-1254385E0650}" srcId="{00C18FBF-3FF5-4C16-97CF-AF03740D7AB6}" destId="{6352CA33-6755-44BE-808F-400DA4CF80A7}" srcOrd="2" destOrd="0" parTransId="{AEB59203-63BA-4A96-BADC-40BAEBD9AA40}" sibTransId="{AAB4CF73-4B9B-4AA0-9074-16C2D2AE00A1}"/>
    <dgm:cxn modelId="{775384C6-18B3-4C0F-8E46-503D0395D815}" type="presParOf" srcId="{0DC7A063-583D-4B0F-88B2-BD54F95D95AF}" destId="{3B23570A-ECC9-4DF8-BCB4-0465C69CBB88}" srcOrd="0" destOrd="0" presId="urn:microsoft.com/office/officeart/2005/8/layout/hList9"/>
    <dgm:cxn modelId="{AFD6E442-AD3C-4A96-8670-C1A91845CD68}" type="presParOf" srcId="{0DC7A063-583D-4B0F-88B2-BD54F95D95AF}" destId="{FC66A233-6BBA-46AF-B2F6-28E379B158E2}" srcOrd="1" destOrd="0" presId="urn:microsoft.com/office/officeart/2005/8/layout/hList9"/>
    <dgm:cxn modelId="{C902AC5D-0DEB-424C-902C-2FBE94643CE4}" type="presParOf" srcId="{FC66A233-6BBA-46AF-B2F6-28E379B158E2}" destId="{46739A04-1AA3-49C6-8EA7-EB1DE975B900}" srcOrd="0" destOrd="0" presId="urn:microsoft.com/office/officeart/2005/8/layout/hList9"/>
    <dgm:cxn modelId="{A5D01F9F-B0B6-4A09-99FE-DBD7054FFF7D}" type="presParOf" srcId="{FC66A233-6BBA-46AF-B2F6-28E379B158E2}" destId="{535C6EC9-8098-42C5-8527-E62FF045E4EB}" srcOrd="1" destOrd="0" presId="urn:microsoft.com/office/officeart/2005/8/layout/hList9"/>
    <dgm:cxn modelId="{672B7000-D1FA-428D-AF37-3CE30B547966}" type="presParOf" srcId="{535C6EC9-8098-42C5-8527-E62FF045E4EB}" destId="{6B08AC4B-4CEC-41E5-AE19-47A4E2720563}" srcOrd="0" destOrd="0" presId="urn:microsoft.com/office/officeart/2005/8/layout/hList9"/>
    <dgm:cxn modelId="{30544EE7-5409-4DB5-88F5-CE6D94E02C64}" type="presParOf" srcId="{535C6EC9-8098-42C5-8527-E62FF045E4EB}" destId="{187D4E8C-5C91-4D00-870C-2C45D4EA263C}" srcOrd="1" destOrd="0" presId="urn:microsoft.com/office/officeart/2005/8/layout/hList9"/>
    <dgm:cxn modelId="{2A9DD357-C48D-49D1-9E6A-CFBA023EC5B8}" type="presParOf" srcId="{0DC7A063-583D-4B0F-88B2-BD54F95D95AF}" destId="{3845DB9A-BEF3-4D5D-B9C7-5FC0456401AC}" srcOrd="2" destOrd="0" presId="urn:microsoft.com/office/officeart/2005/8/layout/hList9"/>
    <dgm:cxn modelId="{249EBC8D-F433-4193-AF08-6333B0B4B2AF}" type="presParOf" srcId="{0DC7A063-583D-4B0F-88B2-BD54F95D95AF}" destId="{FC7ED273-8CFD-43C2-9C05-44FADF3E0637}" srcOrd="3" destOrd="0" presId="urn:microsoft.com/office/officeart/2005/8/layout/hList9"/>
    <dgm:cxn modelId="{F40E8C95-B0A8-42F4-9E3D-83778E8AF7C2}" type="presParOf" srcId="{0DC7A063-583D-4B0F-88B2-BD54F95D95AF}" destId="{13C564B0-C27E-4ABA-AFDA-59E145B256BA}" srcOrd="4" destOrd="0" presId="urn:microsoft.com/office/officeart/2005/8/layout/hList9"/>
    <dgm:cxn modelId="{04994683-BCCE-429E-B735-67A028C2C53D}" type="presParOf" srcId="{0DC7A063-583D-4B0F-88B2-BD54F95D95AF}" destId="{6300E233-87DF-4270-9808-160BFEB8A5BE}" srcOrd="5" destOrd="0" presId="urn:microsoft.com/office/officeart/2005/8/layout/hList9"/>
    <dgm:cxn modelId="{56C1FB10-3CFE-4D30-9A27-49B618AECC81}" type="presParOf" srcId="{0DC7A063-583D-4B0F-88B2-BD54F95D95AF}" destId="{6E53DEF7-499E-42EE-802D-59B2F8915392}" srcOrd="6" destOrd="0" presId="urn:microsoft.com/office/officeart/2005/8/layout/hList9"/>
    <dgm:cxn modelId="{E0938EC2-20E1-4FB0-8039-B39916A62E4E}" type="presParOf" srcId="{6E53DEF7-499E-42EE-802D-59B2F8915392}" destId="{E08C30D1-35EA-4D05-9731-5D01E3FCBD09}" srcOrd="0" destOrd="0" presId="urn:microsoft.com/office/officeart/2005/8/layout/hList9"/>
    <dgm:cxn modelId="{5329B425-A67B-441B-A0A1-1B3FF3A4E816}" type="presParOf" srcId="{6E53DEF7-499E-42EE-802D-59B2F8915392}" destId="{2F3BD88A-9166-4A26-B941-B9BAEE1A11D5}" srcOrd="1" destOrd="0" presId="urn:microsoft.com/office/officeart/2005/8/layout/hList9"/>
    <dgm:cxn modelId="{EE3CBF35-7D9D-4296-ACC1-9405DF8A9DF1}" type="presParOf" srcId="{2F3BD88A-9166-4A26-B941-B9BAEE1A11D5}" destId="{F660F4B9-35DB-4256-A868-A35C6DCCF6B2}" srcOrd="0" destOrd="0" presId="urn:microsoft.com/office/officeart/2005/8/layout/hList9"/>
    <dgm:cxn modelId="{43050A99-EF7C-4103-9DD9-E3377CA82C44}" type="presParOf" srcId="{2F3BD88A-9166-4A26-B941-B9BAEE1A11D5}" destId="{10C9E3CF-3A8F-4100-8ACD-91E2373197A2}" srcOrd="1" destOrd="0" presId="urn:microsoft.com/office/officeart/2005/8/layout/hList9"/>
    <dgm:cxn modelId="{0BAF69B2-72E6-4927-AA94-653A1410C2D1}" type="presParOf" srcId="{6E53DEF7-499E-42EE-802D-59B2F8915392}" destId="{60887C36-4733-46AC-A452-5444F6BC3B23}" srcOrd="2" destOrd="0" presId="urn:microsoft.com/office/officeart/2005/8/layout/hList9"/>
    <dgm:cxn modelId="{5CEBAC6E-412B-48F8-A176-D043D8D6437E}" type="presParOf" srcId="{60887C36-4733-46AC-A452-5444F6BC3B23}" destId="{614EBA0E-D12B-447E-B378-B0FA2DEBEA2F}" srcOrd="0" destOrd="0" presId="urn:microsoft.com/office/officeart/2005/8/layout/hList9"/>
    <dgm:cxn modelId="{55822CF6-7916-467E-BD05-2B3EA323CEB5}" type="presParOf" srcId="{60887C36-4733-46AC-A452-5444F6BC3B23}" destId="{B12AEB83-0A64-4B36-BF01-B2F834861BAA}" srcOrd="1" destOrd="0" presId="urn:microsoft.com/office/officeart/2005/8/layout/hList9"/>
    <dgm:cxn modelId="{EC998076-AC1F-4DA6-B306-6A0D37622BA6}" type="presParOf" srcId="{6E53DEF7-499E-42EE-802D-59B2F8915392}" destId="{3055F178-D8CA-413A-99F2-20C8231C0651}" srcOrd="3" destOrd="0" presId="urn:microsoft.com/office/officeart/2005/8/layout/hList9"/>
    <dgm:cxn modelId="{A51EE1F1-385E-47EE-8CF3-38286F1E0A74}" type="presParOf" srcId="{3055F178-D8CA-413A-99F2-20C8231C0651}" destId="{68509703-D239-4E1B-8CF0-EF08079E1226}" srcOrd="0" destOrd="0" presId="urn:microsoft.com/office/officeart/2005/8/layout/hList9"/>
    <dgm:cxn modelId="{DA4B6C0D-42A7-4198-B081-1A0761B56881}" type="presParOf" srcId="{3055F178-D8CA-413A-99F2-20C8231C0651}" destId="{E1767793-EDD5-4203-A612-8120A71CA906}" srcOrd="1" destOrd="0" presId="urn:microsoft.com/office/officeart/2005/8/layout/hList9"/>
    <dgm:cxn modelId="{B06A7581-397D-4AC5-92A0-E30B543BE9E7}" type="presParOf" srcId="{0DC7A063-583D-4B0F-88B2-BD54F95D95AF}" destId="{69136330-53DB-4978-A56B-160862279381}" srcOrd="7" destOrd="0" presId="urn:microsoft.com/office/officeart/2005/8/layout/hList9"/>
    <dgm:cxn modelId="{A2FC60AC-8D62-43EC-A8CB-225EEE06A23F}" type="presParOf" srcId="{0DC7A063-583D-4B0F-88B2-BD54F95D95AF}" destId="{FD776C1E-557E-4553-9447-49B69EEC7907}" srcOrd="8" destOrd="0" presId="urn:microsoft.com/office/officeart/2005/8/layout/hList9"/>
    <dgm:cxn modelId="{3AB17750-DEF3-4A71-BB90-AC57CF0B0E9A}" type="presParOf" srcId="{0DC7A063-583D-4B0F-88B2-BD54F95D95AF}" destId="{FC2522F1-14BB-4B37-B60E-2E8A7E8A6C30}" srcOrd="9" destOrd="0" presId="urn:microsoft.com/office/officeart/2005/8/layout/hList9"/>
    <dgm:cxn modelId="{E24C592E-C556-47E4-B346-71E370CF9F33}" type="presParOf" srcId="{0DC7A063-583D-4B0F-88B2-BD54F95D95AF}" destId="{2C2F6211-85A7-47FE-9239-DE94DF41A263}" srcOrd="10" destOrd="0" presId="urn:microsoft.com/office/officeart/2005/8/layout/hList9"/>
    <dgm:cxn modelId="{35CCA01C-BBE5-4B94-8201-807762E4A424}" type="presParOf" srcId="{0DC7A063-583D-4B0F-88B2-BD54F95D95AF}" destId="{7B0C2EAE-70CB-4160-863D-210C3C66D5FD}" srcOrd="11" destOrd="0" presId="urn:microsoft.com/office/officeart/2005/8/layout/hList9"/>
    <dgm:cxn modelId="{13B2AA69-512A-4A5C-AD64-B3DCB4659800}" type="presParOf" srcId="{7B0C2EAE-70CB-4160-863D-210C3C66D5FD}" destId="{5AF3752E-55A6-443C-AD35-C49DF50A4566}" srcOrd="0" destOrd="0" presId="urn:microsoft.com/office/officeart/2005/8/layout/hList9"/>
    <dgm:cxn modelId="{A62953D0-7351-476E-927C-3CD71B700A05}" type="presParOf" srcId="{7B0C2EAE-70CB-4160-863D-210C3C66D5FD}" destId="{53567A66-F0E9-4EF8-ADA9-764BA36AA6A9}" srcOrd="1" destOrd="0" presId="urn:microsoft.com/office/officeart/2005/8/layout/hList9"/>
    <dgm:cxn modelId="{6867FCD2-235E-44A1-8DFB-2C41D97218E1}" type="presParOf" srcId="{53567A66-F0E9-4EF8-ADA9-764BA36AA6A9}" destId="{AD2806AC-6A03-4F05-9F4D-F72EA0E56FBF}" srcOrd="0" destOrd="0" presId="urn:microsoft.com/office/officeart/2005/8/layout/hList9"/>
    <dgm:cxn modelId="{AB5B6A17-FCF3-4F41-930D-F0509E45C4B4}" type="presParOf" srcId="{53567A66-F0E9-4EF8-ADA9-764BA36AA6A9}" destId="{F8977219-728E-448F-AE8B-46B14F4F17DE}" srcOrd="1" destOrd="0" presId="urn:microsoft.com/office/officeart/2005/8/layout/hList9"/>
    <dgm:cxn modelId="{C8B8D4DD-7664-4571-9333-C48F88FCC343}" type="presParOf" srcId="{7B0C2EAE-70CB-4160-863D-210C3C66D5FD}" destId="{46A8623B-DC64-4ED6-B73D-98FEAB030508}" srcOrd="2" destOrd="0" presId="urn:microsoft.com/office/officeart/2005/8/layout/hList9"/>
    <dgm:cxn modelId="{9F30433B-67A7-43FE-B824-1CF4D5C66445}" type="presParOf" srcId="{46A8623B-DC64-4ED6-B73D-98FEAB030508}" destId="{5314AADB-0AD3-4BAE-9F15-B0FE4F44C802}" srcOrd="0" destOrd="0" presId="urn:microsoft.com/office/officeart/2005/8/layout/hList9"/>
    <dgm:cxn modelId="{218B5DC1-D4AE-40D3-9542-4A5892495908}" type="presParOf" srcId="{46A8623B-DC64-4ED6-B73D-98FEAB030508}" destId="{96624143-7928-48E9-817F-BC4A07250C32}" srcOrd="1" destOrd="0" presId="urn:microsoft.com/office/officeart/2005/8/layout/hList9"/>
    <dgm:cxn modelId="{53419C67-3F4D-48EF-BB0A-14CA53F93B53}" type="presParOf" srcId="{0DC7A063-583D-4B0F-88B2-BD54F95D95AF}" destId="{FBCC4E74-37C0-494F-ABC0-7D18132E1437}" srcOrd="12" destOrd="0" presId="urn:microsoft.com/office/officeart/2005/8/layout/hList9"/>
    <dgm:cxn modelId="{277195DD-02EC-42DC-9160-8EA286577D89}" type="presParOf" srcId="{0DC7A063-583D-4B0F-88B2-BD54F95D95AF}" destId="{89E6DA6E-7A23-44BD-8A99-378091FF741D}" srcOrd="13" destOrd="0" presId="urn:microsoft.com/office/officeart/2005/8/layout/hList9"/>
    <dgm:cxn modelId="{80C99A53-889F-4DDF-80F5-9525D40BEC98}" type="presParOf" srcId="{0DC7A063-583D-4B0F-88B2-BD54F95D95AF}" destId="{E966790E-26B5-4EB8-981F-1094BF4B7611}" srcOrd="14" destOrd="0" presId="urn:microsoft.com/office/officeart/2005/8/layout/hList9"/>
    <dgm:cxn modelId="{91B39B7C-7DEB-440A-AC0A-7DD608B55D59}" type="presParOf" srcId="{0DC7A063-583D-4B0F-88B2-BD54F95D95AF}" destId="{229B7655-E1F4-4CF5-84B8-30F0491D32B5}" srcOrd="15" destOrd="0" presId="urn:microsoft.com/office/officeart/2005/8/layout/hList9"/>
    <dgm:cxn modelId="{38F5216F-0B88-45CA-9828-1078067E00B7}" type="presParOf" srcId="{0DC7A063-583D-4B0F-88B2-BD54F95D95AF}" destId="{F85FFCDF-8E5F-492B-B22D-55A08EACE783}" srcOrd="16" destOrd="0" presId="urn:microsoft.com/office/officeart/2005/8/layout/hList9"/>
    <dgm:cxn modelId="{9380A614-681D-4A68-87FE-2F76791C2F69}" type="presParOf" srcId="{F85FFCDF-8E5F-492B-B22D-55A08EACE783}" destId="{600B3FB2-1315-4A84-8613-B445666BC7D2}" srcOrd="0" destOrd="0" presId="urn:microsoft.com/office/officeart/2005/8/layout/hList9"/>
    <dgm:cxn modelId="{7EA9D8EA-71BC-43E4-BDE1-07EA721DD013}" type="presParOf" srcId="{F85FFCDF-8E5F-492B-B22D-55A08EACE783}" destId="{E47C73E9-FBEE-4370-9B3F-E04EB7C4023A}" srcOrd="1" destOrd="0" presId="urn:microsoft.com/office/officeart/2005/8/layout/hList9"/>
    <dgm:cxn modelId="{A6C7089A-E02A-4C78-8F12-8228872A453B}" type="presParOf" srcId="{E47C73E9-FBEE-4370-9B3F-E04EB7C4023A}" destId="{402C2C77-A32C-4D99-9940-12535E1181F2}" srcOrd="0" destOrd="0" presId="urn:microsoft.com/office/officeart/2005/8/layout/hList9"/>
    <dgm:cxn modelId="{8C091986-B0CC-4FFB-9F35-054C54EB5684}" type="presParOf" srcId="{E47C73E9-FBEE-4370-9B3F-E04EB7C4023A}" destId="{5B88A17E-EFF5-4A04-9CC9-D2131DA9ECCC}" srcOrd="1" destOrd="0" presId="urn:microsoft.com/office/officeart/2005/8/layout/hList9"/>
    <dgm:cxn modelId="{85EF66DC-3C9C-4153-BDB5-255155F39FEA}" type="presParOf" srcId="{F85FFCDF-8E5F-492B-B22D-55A08EACE783}" destId="{00CCD191-89BE-4873-A629-5F5FEF2C4E36}" srcOrd="2" destOrd="0" presId="urn:microsoft.com/office/officeart/2005/8/layout/hList9"/>
    <dgm:cxn modelId="{1AA15BAF-E29F-4175-8E90-4F291D0149DF}" type="presParOf" srcId="{00CCD191-89BE-4873-A629-5F5FEF2C4E36}" destId="{FE2B93BC-2419-4E1B-8E10-4D7BA779BA93}" srcOrd="0" destOrd="0" presId="urn:microsoft.com/office/officeart/2005/8/layout/hList9"/>
    <dgm:cxn modelId="{B2639B3C-65B3-4328-A197-5B46D574CE29}" type="presParOf" srcId="{00CCD191-89BE-4873-A629-5F5FEF2C4E36}" destId="{280B54C2-E942-462B-8BD9-4871D05121ED}" srcOrd="1" destOrd="0" presId="urn:microsoft.com/office/officeart/2005/8/layout/hList9"/>
    <dgm:cxn modelId="{846A46E4-A17D-4B53-A783-811590E3B41A}" type="presParOf" srcId="{F85FFCDF-8E5F-492B-B22D-55A08EACE783}" destId="{F3C2D87B-A5E7-46E2-B3D3-58E6D9562663}" srcOrd="3" destOrd="0" presId="urn:microsoft.com/office/officeart/2005/8/layout/hList9"/>
    <dgm:cxn modelId="{E9549A7A-8D02-43BD-97BB-9DEC70384DC0}" type="presParOf" srcId="{F3C2D87B-A5E7-46E2-B3D3-58E6D9562663}" destId="{3086D0BF-AAD1-4310-88ED-4D81A687BD50}" srcOrd="0" destOrd="0" presId="urn:microsoft.com/office/officeart/2005/8/layout/hList9"/>
    <dgm:cxn modelId="{B02C06F9-3277-49B4-A7BE-60AF2B154717}" type="presParOf" srcId="{F3C2D87B-A5E7-46E2-B3D3-58E6D9562663}" destId="{2B18CCD9-D6B1-4225-8D26-4BA691BB1837}" srcOrd="1" destOrd="0" presId="urn:microsoft.com/office/officeart/2005/8/layout/hList9"/>
    <dgm:cxn modelId="{2AE023CA-D854-47D1-93A3-10DD6FF29CFF}" type="presParOf" srcId="{F85FFCDF-8E5F-492B-B22D-55A08EACE783}" destId="{1C06A4D9-0E14-426D-BF72-859A415E4120}" srcOrd="4" destOrd="0" presId="urn:microsoft.com/office/officeart/2005/8/layout/hList9"/>
    <dgm:cxn modelId="{1F793F3A-087B-4350-896B-CCA1F6B27556}" type="presParOf" srcId="{1C06A4D9-0E14-426D-BF72-859A415E4120}" destId="{9281EB27-3469-411D-A4BC-D019549A7B8C}" srcOrd="0" destOrd="0" presId="urn:microsoft.com/office/officeart/2005/8/layout/hList9"/>
    <dgm:cxn modelId="{87B7EA78-6B43-42E3-8BD6-2542DCD1FEF6}" type="presParOf" srcId="{1C06A4D9-0E14-426D-BF72-859A415E4120}" destId="{4A3210AD-6CFB-4A01-9077-C6690D510C41}" srcOrd="1" destOrd="0" presId="urn:microsoft.com/office/officeart/2005/8/layout/hList9"/>
    <dgm:cxn modelId="{8CAB637B-F67A-496C-B034-CCAC76CE5C81}" type="presParOf" srcId="{0DC7A063-583D-4B0F-88B2-BD54F95D95AF}" destId="{9051EF7D-7D6C-4B43-A6C4-239F9933C94D}" srcOrd="17" destOrd="0" presId="urn:microsoft.com/office/officeart/2005/8/layout/hList9"/>
    <dgm:cxn modelId="{B5541A32-C2F0-410E-AD6B-8A1EB32C118E}" type="presParOf" srcId="{0DC7A063-583D-4B0F-88B2-BD54F95D95AF}" destId="{7453D9C8-CD6E-4AA4-8A19-7F6F667528F0}" srcOrd="18" destOrd="0" presId="urn:microsoft.com/office/officeart/2005/8/layout/hList9"/>
    <dgm:cxn modelId="{E39824D0-A19B-4F70-9477-E75E3A3658C8}" type="presParOf" srcId="{0DC7A063-583D-4B0F-88B2-BD54F95D95AF}" destId="{8649A7BD-5C93-4DA8-85BB-0F481A4C81DC}" srcOrd="19" destOrd="0" presId="urn:microsoft.com/office/officeart/2005/8/layout/hList9"/>
    <dgm:cxn modelId="{99ED461B-ED74-4D18-8C4C-DE4F23761F27}" type="presParOf" srcId="{0DC7A063-583D-4B0F-88B2-BD54F95D95AF}" destId="{D1D52D7B-4BE5-4EC1-A2E0-52D851799D43}" srcOrd="20" destOrd="0" presId="urn:microsoft.com/office/officeart/2005/8/layout/hList9"/>
    <dgm:cxn modelId="{408E0010-665B-4173-95CA-7C681BEB7BA2}" type="presParOf" srcId="{0DC7A063-583D-4B0F-88B2-BD54F95D95AF}" destId="{69CC3273-9992-4A68-8C25-E8A1A3286C9C}" srcOrd="21" destOrd="0" presId="urn:microsoft.com/office/officeart/2005/8/layout/hList9"/>
    <dgm:cxn modelId="{88779232-F92F-4B9B-992F-BA725B187635}" type="presParOf" srcId="{69CC3273-9992-4A68-8C25-E8A1A3286C9C}" destId="{B119C4CC-B227-49E1-A449-CDCD6B30AC39}" srcOrd="0" destOrd="0" presId="urn:microsoft.com/office/officeart/2005/8/layout/hList9"/>
    <dgm:cxn modelId="{3A4C1813-B84E-47A9-88B6-1B1CBEC404ED}" type="presParOf" srcId="{69CC3273-9992-4A68-8C25-E8A1A3286C9C}" destId="{40DB93D9-07DA-4BA4-8533-9A8785711947}" srcOrd="1" destOrd="0" presId="urn:microsoft.com/office/officeart/2005/8/layout/hList9"/>
    <dgm:cxn modelId="{09EE3885-FC0D-42A2-8BE3-C1E8C0DEF394}" type="presParOf" srcId="{40DB93D9-07DA-4BA4-8533-9A8785711947}" destId="{7EDD953B-7F7E-4928-96E3-680C8C01683B}" srcOrd="0" destOrd="0" presId="urn:microsoft.com/office/officeart/2005/8/layout/hList9"/>
    <dgm:cxn modelId="{EE4C8B43-C106-4C80-88C1-38B4960E3002}" type="presParOf" srcId="{40DB93D9-07DA-4BA4-8533-9A8785711947}" destId="{76FD451A-E835-4B2F-BDF0-9B81E95815B5}" srcOrd="1" destOrd="0" presId="urn:microsoft.com/office/officeart/2005/8/layout/hList9"/>
    <dgm:cxn modelId="{86E2B2A3-7852-4C03-992C-94292B963A25}" type="presParOf" srcId="{69CC3273-9992-4A68-8C25-E8A1A3286C9C}" destId="{3D6303AD-42B2-4F1F-A938-86BB93AA147A}" srcOrd="2" destOrd="0" presId="urn:microsoft.com/office/officeart/2005/8/layout/hList9"/>
    <dgm:cxn modelId="{B8643502-F643-49D5-9B16-6D48E1D7FF0D}" type="presParOf" srcId="{3D6303AD-42B2-4F1F-A938-86BB93AA147A}" destId="{93D34300-8548-473D-A815-D20C90569CAD}" srcOrd="0" destOrd="0" presId="urn:microsoft.com/office/officeart/2005/8/layout/hList9"/>
    <dgm:cxn modelId="{70B2A17A-BB05-44E3-AE70-75AC4E10B5D1}" type="presParOf" srcId="{3D6303AD-42B2-4F1F-A938-86BB93AA147A}" destId="{6829BAF0-68A1-4D3D-90BE-4F4468F545EA}" srcOrd="1" destOrd="0" presId="urn:microsoft.com/office/officeart/2005/8/layout/hList9"/>
    <dgm:cxn modelId="{F816E9A2-047C-4858-9347-3AEA1715C04D}" type="presParOf" srcId="{69CC3273-9992-4A68-8C25-E8A1A3286C9C}" destId="{E28D0956-41B1-4F95-B7BA-8EA51E72E118}" srcOrd="3" destOrd="0" presId="urn:microsoft.com/office/officeart/2005/8/layout/hList9"/>
    <dgm:cxn modelId="{66362193-DB77-4BD8-B062-575C563C82F2}" type="presParOf" srcId="{E28D0956-41B1-4F95-B7BA-8EA51E72E118}" destId="{3CE68ECF-B250-458A-B39C-613932DC026D}" srcOrd="0" destOrd="0" presId="urn:microsoft.com/office/officeart/2005/8/layout/hList9"/>
    <dgm:cxn modelId="{3F133FCA-A780-46CC-AFCC-6A17C8F437ED}" type="presParOf" srcId="{E28D0956-41B1-4F95-B7BA-8EA51E72E118}" destId="{773F63DB-0B4B-4612-A7F3-C64C4C0767ED}" srcOrd="1" destOrd="0" presId="urn:microsoft.com/office/officeart/2005/8/layout/hList9"/>
    <dgm:cxn modelId="{19E96F2B-444D-4C69-B27E-7BB0A948C5C5}" type="presParOf" srcId="{0DC7A063-583D-4B0F-88B2-BD54F95D95AF}" destId="{DA5798F1-D60B-4CA5-BAAE-F7C7315AE34A}" srcOrd="22" destOrd="0" presId="urn:microsoft.com/office/officeart/2005/8/layout/hList9"/>
    <dgm:cxn modelId="{05F90239-606D-4891-8CB7-AAB330E12478}" type="presParOf" srcId="{0DC7A063-583D-4B0F-88B2-BD54F95D95AF}" destId="{DA40F111-3FB7-459D-9B7A-71FD7EDB7B92}" srcOrd="23" destOrd="0" presId="urn:microsoft.com/office/officeart/2005/8/layout/hList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B08AC4B-4CEC-41E5-AE19-47A4E2720563}">
      <dsp:nvSpPr>
        <dsp:cNvPr id="0" name=""/>
        <dsp:cNvSpPr/>
      </dsp:nvSpPr>
      <dsp:spPr>
        <a:xfrm>
          <a:off x="1015226" y="868150"/>
          <a:ext cx="1327084" cy="885165"/>
        </a:xfrm>
        <a:prstGeom prst="rect">
          <a:avLst/>
        </a:prstGeom>
        <a:solidFill>
          <a:schemeClr val="accent1">
            <a:alpha val="90000"/>
            <a:tint val="40000"/>
            <a:hueOff val="0"/>
            <a:satOff val="0"/>
            <a:lumOff val="0"/>
            <a:alphaOff val="0"/>
          </a:schemeClr>
        </a:solidFill>
        <a:ln w="6350" cap="rnd"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0" tIns="78232" rIns="78232" bIns="78232" numCol="1" spcCol="1270" anchor="ctr" anchorCtr="0">
          <a:noAutofit/>
        </a:bodyPr>
        <a:lstStyle/>
        <a:p>
          <a:pPr lvl="0" algn="l" defTabSz="466725">
            <a:lnSpc>
              <a:spcPct val="90000"/>
            </a:lnSpc>
            <a:spcBef>
              <a:spcPct val="0"/>
            </a:spcBef>
            <a:spcAft>
              <a:spcPct val="35000"/>
            </a:spcAft>
          </a:pPr>
          <a:r>
            <a:rPr lang="en-US" sz="1050" kern="1200" dirty="0" smtClean="0"/>
            <a:t>Should be Silent / Vibration Mode</a:t>
          </a:r>
          <a:endParaRPr lang="en-US" sz="1050" kern="1200" dirty="0"/>
        </a:p>
      </dsp:txBody>
      <dsp:txXfrm>
        <a:off x="1227560" y="868150"/>
        <a:ext cx="1114751" cy="885165"/>
      </dsp:txXfrm>
    </dsp:sp>
    <dsp:sp modelId="{FC7ED273-8CFD-43C2-9C05-44FADF3E0637}">
      <dsp:nvSpPr>
        <dsp:cNvPr id="0" name=""/>
        <dsp:cNvSpPr/>
      </dsp:nvSpPr>
      <dsp:spPr>
        <a:xfrm>
          <a:off x="307448" y="514261"/>
          <a:ext cx="884723" cy="884723"/>
        </a:xfrm>
        <a:prstGeom prst="ellipse">
          <a:avLst/>
        </a:prstGeom>
        <a:gradFill rotWithShape="0">
          <a:gsLst>
            <a:gs pos="0">
              <a:schemeClr val="accent1">
                <a:hueOff val="0"/>
                <a:satOff val="0"/>
                <a:lumOff val="0"/>
                <a:alphaOff val="0"/>
                <a:shade val="100000"/>
                <a:satMod val="137000"/>
              </a:schemeClr>
            </a:gs>
            <a:gs pos="71000">
              <a:schemeClr val="accent1">
                <a:hueOff val="0"/>
                <a:satOff val="0"/>
                <a:lumOff val="0"/>
                <a:alphaOff val="0"/>
                <a:shade val="98000"/>
                <a:satMod val="137000"/>
              </a:schemeClr>
            </a:gs>
            <a:gs pos="100000">
              <a:schemeClr val="accent1">
                <a:hueOff val="0"/>
                <a:satOff val="0"/>
                <a:lumOff val="0"/>
                <a:alphaOff val="0"/>
                <a:shade val="75000"/>
                <a:satMod val="137000"/>
              </a:schemeClr>
            </a:gs>
          </a:gsLst>
          <a:path path="rect">
            <a:fillToRect l="50000" t="50000" r="50000" b="50000"/>
          </a:path>
        </a:gradFill>
        <a:ln>
          <a:noFill/>
        </a:ln>
        <a:effectLst>
          <a:outerShdw blurRad="39000" dist="25400" dir="5400000" rotWithShape="0">
            <a:srgbClr val="000000">
              <a:alpha val="38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lvl="0" algn="ctr" defTabSz="466725">
            <a:lnSpc>
              <a:spcPct val="90000"/>
            </a:lnSpc>
            <a:spcBef>
              <a:spcPct val="0"/>
            </a:spcBef>
            <a:spcAft>
              <a:spcPct val="35000"/>
            </a:spcAft>
          </a:pPr>
          <a:r>
            <a:rPr lang="en-US" sz="1050" kern="1200" dirty="0" smtClean="0"/>
            <a:t>Mobile Phones</a:t>
          </a:r>
          <a:endParaRPr lang="en-US" sz="1050" kern="1200" dirty="0"/>
        </a:p>
      </dsp:txBody>
      <dsp:txXfrm>
        <a:off x="437013" y="643826"/>
        <a:ext cx="625593" cy="625593"/>
      </dsp:txXfrm>
    </dsp:sp>
    <dsp:sp modelId="{F660F4B9-35DB-4256-A868-A35C6DCCF6B2}">
      <dsp:nvSpPr>
        <dsp:cNvPr id="0" name=""/>
        <dsp:cNvSpPr/>
      </dsp:nvSpPr>
      <dsp:spPr>
        <a:xfrm>
          <a:off x="3445606" y="868150"/>
          <a:ext cx="1327084" cy="885165"/>
        </a:xfrm>
        <a:prstGeom prst="rect">
          <a:avLst/>
        </a:prstGeom>
        <a:solidFill>
          <a:schemeClr val="accent1">
            <a:alpha val="90000"/>
            <a:tint val="40000"/>
            <a:hueOff val="0"/>
            <a:satOff val="0"/>
            <a:lumOff val="0"/>
            <a:alphaOff val="0"/>
          </a:schemeClr>
        </a:solidFill>
        <a:ln w="6350" cap="rnd"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0" tIns="78232" rIns="78232" bIns="78232" numCol="1" spcCol="1270" anchor="ctr" anchorCtr="0">
          <a:noAutofit/>
        </a:bodyPr>
        <a:lstStyle/>
        <a:p>
          <a:pPr lvl="0" algn="l" defTabSz="466725">
            <a:lnSpc>
              <a:spcPct val="90000"/>
            </a:lnSpc>
            <a:spcBef>
              <a:spcPct val="0"/>
            </a:spcBef>
            <a:spcAft>
              <a:spcPct val="35000"/>
            </a:spcAft>
          </a:pPr>
          <a:r>
            <a:rPr lang="en-US" sz="1050" kern="1200" dirty="0" smtClean="0"/>
            <a:t>Arrive on time</a:t>
          </a:r>
          <a:endParaRPr lang="en-US" sz="1050" kern="1200" dirty="0"/>
        </a:p>
      </dsp:txBody>
      <dsp:txXfrm>
        <a:off x="3657939" y="868150"/>
        <a:ext cx="1114751" cy="885165"/>
      </dsp:txXfrm>
    </dsp:sp>
    <dsp:sp modelId="{614EBA0E-D12B-447E-B378-B0FA2DEBEA2F}">
      <dsp:nvSpPr>
        <dsp:cNvPr id="0" name=""/>
        <dsp:cNvSpPr/>
      </dsp:nvSpPr>
      <dsp:spPr>
        <a:xfrm>
          <a:off x="3445566" y="1738746"/>
          <a:ext cx="1327084" cy="1274806"/>
        </a:xfrm>
        <a:prstGeom prst="rect">
          <a:avLst/>
        </a:prstGeom>
        <a:solidFill>
          <a:schemeClr val="accent1">
            <a:alpha val="90000"/>
            <a:tint val="40000"/>
            <a:hueOff val="0"/>
            <a:satOff val="0"/>
            <a:lumOff val="0"/>
            <a:alphaOff val="0"/>
          </a:schemeClr>
        </a:solidFill>
        <a:ln w="6350" cap="rnd"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0" tIns="78232" rIns="78232" bIns="78232" numCol="1" spcCol="1270" anchor="ctr" anchorCtr="0">
          <a:noAutofit/>
        </a:bodyPr>
        <a:lstStyle/>
        <a:p>
          <a:pPr lvl="0" algn="l" defTabSz="466725">
            <a:lnSpc>
              <a:spcPct val="90000"/>
            </a:lnSpc>
            <a:spcBef>
              <a:spcPct val="0"/>
            </a:spcBef>
            <a:spcAft>
              <a:spcPct val="35000"/>
            </a:spcAft>
          </a:pPr>
          <a:r>
            <a:rPr lang="en-US" sz="1050" kern="1200" dirty="0" smtClean="0"/>
            <a:t>Absent will be marked if you are more than 10 min late</a:t>
          </a:r>
          <a:endParaRPr lang="en-US" sz="1050" kern="1200" dirty="0"/>
        </a:p>
      </dsp:txBody>
      <dsp:txXfrm>
        <a:off x="3657899" y="1738746"/>
        <a:ext cx="1114751" cy="1274806"/>
      </dsp:txXfrm>
    </dsp:sp>
    <dsp:sp modelId="{68509703-D239-4E1B-8CF0-EF08079E1226}">
      <dsp:nvSpPr>
        <dsp:cNvPr id="0" name=""/>
        <dsp:cNvSpPr/>
      </dsp:nvSpPr>
      <dsp:spPr>
        <a:xfrm>
          <a:off x="3445566" y="3028122"/>
          <a:ext cx="1327084" cy="1465736"/>
        </a:xfrm>
        <a:prstGeom prst="rect">
          <a:avLst/>
        </a:prstGeom>
        <a:solidFill>
          <a:schemeClr val="accent1">
            <a:alpha val="90000"/>
            <a:tint val="40000"/>
            <a:hueOff val="0"/>
            <a:satOff val="0"/>
            <a:lumOff val="0"/>
            <a:alphaOff val="0"/>
          </a:schemeClr>
        </a:solidFill>
        <a:ln w="6350" cap="rnd"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0" tIns="78232" rIns="78232" bIns="78232" numCol="1" spcCol="1270" anchor="ctr" anchorCtr="0">
          <a:noAutofit/>
        </a:bodyPr>
        <a:lstStyle/>
        <a:p>
          <a:pPr lvl="0" algn="l" defTabSz="466725">
            <a:lnSpc>
              <a:spcPct val="90000"/>
            </a:lnSpc>
            <a:spcBef>
              <a:spcPct val="0"/>
            </a:spcBef>
            <a:spcAft>
              <a:spcPct val="35000"/>
            </a:spcAft>
          </a:pPr>
          <a:r>
            <a:rPr lang="en-US" sz="1050" kern="1200" dirty="0" smtClean="0"/>
            <a:t>No disturbance during lecture</a:t>
          </a:r>
          <a:endParaRPr lang="en-US" sz="1050" kern="1200" dirty="0"/>
        </a:p>
      </dsp:txBody>
      <dsp:txXfrm>
        <a:off x="3657899" y="3028122"/>
        <a:ext cx="1114751" cy="1465736"/>
      </dsp:txXfrm>
    </dsp:sp>
    <dsp:sp modelId="{FD776C1E-557E-4553-9447-49B69EEC7907}">
      <dsp:nvSpPr>
        <dsp:cNvPr id="0" name=""/>
        <dsp:cNvSpPr/>
      </dsp:nvSpPr>
      <dsp:spPr>
        <a:xfrm>
          <a:off x="2519256" y="514261"/>
          <a:ext cx="1128553" cy="1104683"/>
        </a:xfrm>
        <a:prstGeom prst="ellipse">
          <a:avLst/>
        </a:prstGeom>
        <a:gradFill rotWithShape="0">
          <a:gsLst>
            <a:gs pos="0">
              <a:schemeClr val="accent1">
                <a:hueOff val="0"/>
                <a:satOff val="0"/>
                <a:lumOff val="0"/>
                <a:alphaOff val="0"/>
                <a:shade val="100000"/>
                <a:satMod val="137000"/>
              </a:schemeClr>
            </a:gs>
            <a:gs pos="71000">
              <a:schemeClr val="accent1">
                <a:hueOff val="0"/>
                <a:satOff val="0"/>
                <a:lumOff val="0"/>
                <a:alphaOff val="0"/>
                <a:shade val="98000"/>
                <a:satMod val="137000"/>
              </a:schemeClr>
            </a:gs>
            <a:gs pos="100000">
              <a:schemeClr val="accent1">
                <a:hueOff val="0"/>
                <a:satOff val="0"/>
                <a:lumOff val="0"/>
                <a:alphaOff val="0"/>
                <a:shade val="75000"/>
                <a:satMod val="137000"/>
              </a:schemeClr>
            </a:gs>
          </a:gsLst>
          <a:path path="rect">
            <a:fillToRect l="50000" t="50000" r="50000" b="50000"/>
          </a:path>
        </a:gradFill>
        <a:ln>
          <a:noFill/>
        </a:ln>
        <a:effectLst>
          <a:outerShdw blurRad="39000" dist="25400" dir="5400000" rotWithShape="0">
            <a:srgbClr val="000000">
              <a:alpha val="38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lvl="0" algn="ctr" defTabSz="466725">
            <a:lnSpc>
              <a:spcPct val="90000"/>
            </a:lnSpc>
            <a:spcBef>
              <a:spcPct val="0"/>
            </a:spcBef>
            <a:spcAft>
              <a:spcPct val="35000"/>
            </a:spcAft>
          </a:pPr>
          <a:r>
            <a:rPr lang="en-US" sz="1050" kern="1200" dirty="0" smtClean="0"/>
            <a:t>Punctuality</a:t>
          </a:r>
          <a:endParaRPr lang="en-US" sz="1050" kern="1200" dirty="0"/>
        </a:p>
      </dsp:txBody>
      <dsp:txXfrm>
        <a:off x="2684529" y="676038"/>
        <a:ext cx="798007" cy="781129"/>
      </dsp:txXfrm>
    </dsp:sp>
    <dsp:sp modelId="{AD2806AC-6A03-4F05-9F4D-F72EA0E56FBF}">
      <dsp:nvSpPr>
        <dsp:cNvPr id="0" name=""/>
        <dsp:cNvSpPr/>
      </dsp:nvSpPr>
      <dsp:spPr>
        <a:xfrm>
          <a:off x="5682673" y="868150"/>
          <a:ext cx="1327084" cy="1159381"/>
        </a:xfrm>
        <a:prstGeom prst="rect">
          <a:avLst/>
        </a:prstGeom>
        <a:solidFill>
          <a:schemeClr val="accent1">
            <a:alpha val="90000"/>
            <a:tint val="40000"/>
            <a:hueOff val="0"/>
            <a:satOff val="0"/>
            <a:lumOff val="0"/>
            <a:alphaOff val="0"/>
          </a:schemeClr>
        </a:solidFill>
        <a:ln w="6350" cap="rnd"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0" tIns="78232" rIns="78232" bIns="78232" numCol="1" spcCol="1270" anchor="ctr" anchorCtr="0">
          <a:noAutofit/>
        </a:bodyPr>
        <a:lstStyle/>
        <a:p>
          <a:pPr lvl="0" algn="l" defTabSz="466725">
            <a:lnSpc>
              <a:spcPct val="90000"/>
            </a:lnSpc>
            <a:spcBef>
              <a:spcPct val="0"/>
            </a:spcBef>
            <a:spcAft>
              <a:spcPct val="35000"/>
            </a:spcAft>
          </a:pPr>
          <a:r>
            <a:rPr lang="en-US" sz="1050" kern="1200" dirty="0" smtClean="0"/>
            <a:t>80 % attendance required to appear in the exams</a:t>
          </a:r>
          <a:endParaRPr lang="en-US" sz="1050" kern="1200" dirty="0"/>
        </a:p>
      </dsp:txBody>
      <dsp:txXfrm>
        <a:off x="5895006" y="868150"/>
        <a:ext cx="1114751" cy="1159381"/>
      </dsp:txXfrm>
    </dsp:sp>
    <dsp:sp modelId="{5314AADB-0AD3-4BAE-9F15-B0FE4F44C802}">
      <dsp:nvSpPr>
        <dsp:cNvPr id="0" name=""/>
        <dsp:cNvSpPr/>
      </dsp:nvSpPr>
      <dsp:spPr>
        <a:xfrm>
          <a:off x="5682673" y="2027531"/>
          <a:ext cx="1327084" cy="885165"/>
        </a:xfrm>
        <a:prstGeom prst="rect">
          <a:avLst/>
        </a:prstGeom>
        <a:solidFill>
          <a:schemeClr val="accent1">
            <a:alpha val="90000"/>
            <a:tint val="40000"/>
            <a:hueOff val="0"/>
            <a:satOff val="0"/>
            <a:lumOff val="0"/>
            <a:alphaOff val="0"/>
          </a:schemeClr>
        </a:solidFill>
        <a:ln w="6350" cap="rnd"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0" tIns="78232" rIns="78232" bIns="78232" numCol="1" spcCol="1270" anchor="ctr" anchorCtr="0">
          <a:noAutofit/>
        </a:bodyPr>
        <a:lstStyle/>
        <a:p>
          <a:pPr lvl="0" algn="l" defTabSz="466725">
            <a:lnSpc>
              <a:spcPct val="90000"/>
            </a:lnSpc>
            <a:spcBef>
              <a:spcPct val="0"/>
            </a:spcBef>
            <a:spcAft>
              <a:spcPct val="35000"/>
            </a:spcAft>
          </a:pPr>
          <a:r>
            <a:rPr lang="en-US" sz="1050" kern="1200" dirty="0" smtClean="0"/>
            <a:t>No compromise</a:t>
          </a:r>
          <a:endParaRPr lang="en-US" sz="1050" kern="1200" dirty="0"/>
        </a:p>
      </dsp:txBody>
      <dsp:txXfrm>
        <a:off x="5895006" y="2027531"/>
        <a:ext cx="1114751" cy="885165"/>
      </dsp:txXfrm>
    </dsp:sp>
    <dsp:sp modelId="{89E6DA6E-7A23-44BD-8A99-378091FF741D}">
      <dsp:nvSpPr>
        <dsp:cNvPr id="0" name=""/>
        <dsp:cNvSpPr/>
      </dsp:nvSpPr>
      <dsp:spPr>
        <a:xfrm>
          <a:off x="4531953" y="357496"/>
          <a:ext cx="1287033" cy="1284742"/>
        </a:xfrm>
        <a:prstGeom prst="ellipse">
          <a:avLst/>
        </a:prstGeom>
        <a:gradFill rotWithShape="0">
          <a:gsLst>
            <a:gs pos="0">
              <a:schemeClr val="accent1">
                <a:hueOff val="0"/>
                <a:satOff val="0"/>
                <a:lumOff val="0"/>
                <a:alphaOff val="0"/>
                <a:shade val="100000"/>
                <a:satMod val="137000"/>
              </a:schemeClr>
            </a:gs>
            <a:gs pos="71000">
              <a:schemeClr val="accent1">
                <a:hueOff val="0"/>
                <a:satOff val="0"/>
                <a:lumOff val="0"/>
                <a:alphaOff val="0"/>
                <a:shade val="98000"/>
                <a:satMod val="137000"/>
              </a:schemeClr>
            </a:gs>
            <a:gs pos="100000">
              <a:schemeClr val="accent1">
                <a:hueOff val="0"/>
                <a:satOff val="0"/>
                <a:lumOff val="0"/>
                <a:alphaOff val="0"/>
                <a:shade val="75000"/>
                <a:satMod val="137000"/>
              </a:schemeClr>
            </a:gs>
          </a:gsLst>
          <a:path path="rect">
            <a:fillToRect l="50000" t="50000" r="50000" b="50000"/>
          </a:path>
        </a:gradFill>
        <a:ln>
          <a:noFill/>
        </a:ln>
        <a:effectLst>
          <a:outerShdw blurRad="39000" dist="25400" dir="5400000" rotWithShape="0">
            <a:srgbClr val="000000">
              <a:alpha val="38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lvl="0" algn="ctr" defTabSz="466725">
            <a:lnSpc>
              <a:spcPct val="90000"/>
            </a:lnSpc>
            <a:spcBef>
              <a:spcPct val="0"/>
            </a:spcBef>
            <a:spcAft>
              <a:spcPct val="35000"/>
            </a:spcAft>
          </a:pPr>
          <a:r>
            <a:rPr lang="en-US" sz="1050" kern="1200" dirty="0" smtClean="0"/>
            <a:t>Attendance</a:t>
          </a:r>
          <a:endParaRPr lang="en-US" sz="1050" kern="1200" dirty="0"/>
        </a:p>
      </dsp:txBody>
      <dsp:txXfrm>
        <a:off x="4720435" y="545642"/>
        <a:ext cx="910069" cy="908450"/>
      </dsp:txXfrm>
    </dsp:sp>
    <dsp:sp modelId="{402C2C77-A32C-4D99-9940-12535E1181F2}">
      <dsp:nvSpPr>
        <dsp:cNvPr id="0" name=""/>
        <dsp:cNvSpPr/>
      </dsp:nvSpPr>
      <dsp:spPr>
        <a:xfrm>
          <a:off x="8296791" y="868150"/>
          <a:ext cx="1327084" cy="885165"/>
        </a:xfrm>
        <a:prstGeom prst="rect">
          <a:avLst/>
        </a:prstGeom>
        <a:solidFill>
          <a:schemeClr val="accent1">
            <a:alpha val="90000"/>
            <a:tint val="40000"/>
            <a:hueOff val="0"/>
            <a:satOff val="0"/>
            <a:lumOff val="0"/>
            <a:alphaOff val="0"/>
          </a:schemeClr>
        </a:solidFill>
        <a:ln w="6350" cap="rnd"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0" tIns="78232" rIns="78232" bIns="78232" numCol="1" spcCol="1270" anchor="ctr" anchorCtr="0">
          <a:noAutofit/>
        </a:bodyPr>
        <a:lstStyle/>
        <a:p>
          <a:pPr lvl="0" algn="l" defTabSz="466725">
            <a:lnSpc>
              <a:spcPct val="90000"/>
            </a:lnSpc>
            <a:spcBef>
              <a:spcPct val="0"/>
            </a:spcBef>
            <a:spcAft>
              <a:spcPct val="35000"/>
            </a:spcAft>
          </a:pPr>
          <a:r>
            <a:rPr lang="en-US" sz="1050" kern="1200" dirty="0" smtClean="0"/>
            <a:t>Should be submitted on time</a:t>
          </a:r>
          <a:endParaRPr lang="en-US" sz="1050" kern="1200" dirty="0"/>
        </a:p>
      </dsp:txBody>
      <dsp:txXfrm>
        <a:off x="8509125" y="868150"/>
        <a:ext cx="1114751" cy="885165"/>
      </dsp:txXfrm>
    </dsp:sp>
    <dsp:sp modelId="{FE2B93BC-2419-4E1B-8E10-4D7BA779BA93}">
      <dsp:nvSpPr>
        <dsp:cNvPr id="0" name=""/>
        <dsp:cNvSpPr/>
      </dsp:nvSpPr>
      <dsp:spPr>
        <a:xfrm>
          <a:off x="8296791" y="1753316"/>
          <a:ext cx="1327084" cy="885165"/>
        </a:xfrm>
        <a:prstGeom prst="rect">
          <a:avLst/>
        </a:prstGeom>
        <a:solidFill>
          <a:schemeClr val="accent1">
            <a:alpha val="90000"/>
            <a:tint val="40000"/>
            <a:hueOff val="0"/>
            <a:satOff val="0"/>
            <a:lumOff val="0"/>
            <a:alphaOff val="0"/>
          </a:schemeClr>
        </a:solidFill>
        <a:ln w="6350" cap="rnd"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0" tIns="78232" rIns="78232" bIns="78232" numCol="1" spcCol="1270" anchor="ctr" anchorCtr="0">
          <a:noAutofit/>
        </a:bodyPr>
        <a:lstStyle/>
        <a:p>
          <a:pPr lvl="0" algn="l" defTabSz="466725">
            <a:lnSpc>
              <a:spcPct val="90000"/>
            </a:lnSpc>
            <a:spcBef>
              <a:spcPct val="0"/>
            </a:spcBef>
            <a:spcAft>
              <a:spcPct val="35000"/>
            </a:spcAft>
          </a:pPr>
          <a:r>
            <a:rPr lang="en-US" sz="1050" kern="1200" dirty="0" smtClean="0"/>
            <a:t>No late submission</a:t>
          </a:r>
          <a:endParaRPr lang="en-US" sz="1050" kern="1200" dirty="0"/>
        </a:p>
      </dsp:txBody>
      <dsp:txXfrm>
        <a:off x="8509125" y="1753316"/>
        <a:ext cx="1114751" cy="885165"/>
      </dsp:txXfrm>
    </dsp:sp>
    <dsp:sp modelId="{3086D0BF-AAD1-4310-88ED-4D81A687BD50}">
      <dsp:nvSpPr>
        <dsp:cNvPr id="0" name=""/>
        <dsp:cNvSpPr/>
      </dsp:nvSpPr>
      <dsp:spPr>
        <a:xfrm>
          <a:off x="8296791" y="2638481"/>
          <a:ext cx="1327084" cy="1448927"/>
        </a:xfrm>
        <a:prstGeom prst="rect">
          <a:avLst/>
        </a:prstGeom>
        <a:solidFill>
          <a:schemeClr val="accent1">
            <a:alpha val="90000"/>
            <a:tint val="40000"/>
            <a:hueOff val="0"/>
            <a:satOff val="0"/>
            <a:lumOff val="0"/>
            <a:alphaOff val="0"/>
          </a:schemeClr>
        </a:solidFill>
        <a:ln w="6350" cap="rnd"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0" tIns="78232" rIns="78232" bIns="78232" numCol="1" spcCol="1270" anchor="ctr" anchorCtr="0">
          <a:noAutofit/>
        </a:bodyPr>
        <a:lstStyle/>
        <a:p>
          <a:pPr lvl="0" algn="l" defTabSz="466725">
            <a:lnSpc>
              <a:spcPct val="90000"/>
            </a:lnSpc>
            <a:spcBef>
              <a:spcPct val="0"/>
            </a:spcBef>
            <a:spcAft>
              <a:spcPct val="35000"/>
            </a:spcAft>
          </a:pPr>
          <a:r>
            <a:rPr lang="en-US" sz="1050" kern="1200" dirty="0" smtClean="0"/>
            <a:t>Should not be copied, otherwise graded zero</a:t>
          </a:r>
          <a:endParaRPr lang="en-US" sz="1050" kern="1200" dirty="0"/>
        </a:p>
      </dsp:txBody>
      <dsp:txXfrm>
        <a:off x="8509125" y="2638481"/>
        <a:ext cx="1114751" cy="1448927"/>
      </dsp:txXfrm>
    </dsp:sp>
    <dsp:sp modelId="{9281EB27-3469-411D-A4BC-D019549A7B8C}">
      <dsp:nvSpPr>
        <dsp:cNvPr id="0" name=""/>
        <dsp:cNvSpPr/>
      </dsp:nvSpPr>
      <dsp:spPr>
        <a:xfrm>
          <a:off x="8296791" y="4087409"/>
          <a:ext cx="1327084" cy="885165"/>
        </a:xfrm>
        <a:prstGeom prst="rect">
          <a:avLst/>
        </a:prstGeom>
        <a:solidFill>
          <a:schemeClr val="accent1">
            <a:alpha val="90000"/>
            <a:tint val="40000"/>
            <a:hueOff val="0"/>
            <a:satOff val="0"/>
            <a:lumOff val="0"/>
            <a:alphaOff val="0"/>
          </a:schemeClr>
        </a:solidFill>
        <a:ln w="6350" cap="rnd"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0" tIns="78232" rIns="78232" bIns="78232" numCol="1" spcCol="1270" anchor="ctr" anchorCtr="0">
          <a:noAutofit/>
        </a:bodyPr>
        <a:lstStyle/>
        <a:p>
          <a:pPr lvl="0" algn="l" defTabSz="466725">
            <a:lnSpc>
              <a:spcPct val="90000"/>
            </a:lnSpc>
            <a:spcBef>
              <a:spcPct val="0"/>
            </a:spcBef>
            <a:spcAft>
              <a:spcPct val="35000"/>
            </a:spcAft>
          </a:pPr>
          <a:r>
            <a:rPr lang="en-US" sz="1050" kern="1200" dirty="0" smtClean="0"/>
            <a:t>No retake</a:t>
          </a:r>
          <a:endParaRPr lang="en-US" sz="1050" kern="1200" dirty="0"/>
        </a:p>
      </dsp:txBody>
      <dsp:txXfrm>
        <a:off x="8509125" y="4087409"/>
        <a:ext cx="1114751" cy="885165"/>
      </dsp:txXfrm>
    </dsp:sp>
    <dsp:sp modelId="{7453D9C8-CD6E-4AA4-8A19-7F6F667528F0}">
      <dsp:nvSpPr>
        <dsp:cNvPr id="0" name=""/>
        <dsp:cNvSpPr/>
      </dsp:nvSpPr>
      <dsp:spPr>
        <a:xfrm>
          <a:off x="7171273" y="421435"/>
          <a:ext cx="1321873" cy="1321873"/>
        </a:xfrm>
        <a:prstGeom prst="ellipse">
          <a:avLst/>
        </a:prstGeom>
        <a:gradFill rotWithShape="0">
          <a:gsLst>
            <a:gs pos="0">
              <a:schemeClr val="accent1">
                <a:hueOff val="0"/>
                <a:satOff val="0"/>
                <a:lumOff val="0"/>
                <a:alphaOff val="0"/>
                <a:shade val="100000"/>
                <a:satMod val="137000"/>
              </a:schemeClr>
            </a:gs>
            <a:gs pos="71000">
              <a:schemeClr val="accent1">
                <a:hueOff val="0"/>
                <a:satOff val="0"/>
                <a:lumOff val="0"/>
                <a:alphaOff val="0"/>
                <a:shade val="98000"/>
                <a:satMod val="137000"/>
              </a:schemeClr>
            </a:gs>
            <a:gs pos="100000">
              <a:schemeClr val="accent1">
                <a:hueOff val="0"/>
                <a:satOff val="0"/>
                <a:lumOff val="0"/>
                <a:alphaOff val="0"/>
                <a:shade val="75000"/>
                <a:satMod val="137000"/>
              </a:schemeClr>
            </a:gs>
          </a:gsLst>
          <a:path path="rect">
            <a:fillToRect l="50000" t="50000" r="50000" b="50000"/>
          </a:path>
        </a:gradFill>
        <a:ln>
          <a:noFill/>
        </a:ln>
        <a:effectLst>
          <a:outerShdw blurRad="39000" dist="25400" dir="5400000" rotWithShape="0">
            <a:srgbClr val="000000">
              <a:alpha val="38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lvl="0" algn="ctr" defTabSz="466725">
            <a:lnSpc>
              <a:spcPct val="90000"/>
            </a:lnSpc>
            <a:spcBef>
              <a:spcPct val="0"/>
            </a:spcBef>
            <a:spcAft>
              <a:spcPct val="35000"/>
            </a:spcAft>
          </a:pPr>
          <a:r>
            <a:rPr lang="en-US" sz="1050" kern="1200" dirty="0" smtClean="0"/>
            <a:t>Assignments</a:t>
          </a:r>
          <a:endParaRPr lang="en-US" sz="1050" kern="1200" dirty="0"/>
        </a:p>
      </dsp:txBody>
      <dsp:txXfrm>
        <a:off x="7364857" y="615019"/>
        <a:ext cx="934705" cy="934705"/>
      </dsp:txXfrm>
    </dsp:sp>
    <dsp:sp modelId="{7EDD953B-7F7E-4928-96E3-680C8C01683B}">
      <dsp:nvSpPr>
        <dsp:cNvPr id="0" name=""/>
        <dsp:cNvSpPr/>
      </dsp:nvSpPr>
      <dsp:spPr>
        <a:xfrm>
          <a:off x="10381394" y="899502"/>
          <a:ext cx="1327084" cy="885165"/>
        </a:xfrm>
        <a:prstGeom prst="rect">
          <a:avLst/>
        </a:prstGeom>
        <a:solidFill>
          <a:schemeClr val="accent1">
            <a:alpha val="90000"/>
            <a:tint val="40000"/>
            <a:hueOff val="0"/>
            <a:satOff val="0"/>
            <a:lumOff val="0"/>
            <a:alphaOff val="0"/>
          </a:schemeClr>
        </a:solidFill>
        <a:ln w="6350" cap="rnd"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0" tIns="78232" rIns="78232" bIns="78232" numCol="1" spcCol="1270" anchor="ctr" anchorCtr="0">
          <a:noAutofit/>
        </a:bodyPr>
        <a:lstStyle/>
        <a:p>
          <a:pPr lvl="0" algn="l" defTabSz="466725">
            <a:lnSpc>
              <a:spcPct val="90000"/>
            </a:lnSpc>
            <a:spcBef>
              <a:spcPct val="0"/>
            </a:spcBef>
            <a:spcAft>
              <a:spcPct val="35000"/>
            </a:spcAft>
          </a:pPr>
          <a:endParaRPr lang="en-US" sz="1050" kern="1200" dirty="0"/>
        </a:p>
      </dsp:txBody>
      <dsp:txXfrm>
        <a:off x="10593727" y="899502"/>
        <a:ext cx="1114751" cy="885165"/>
      </dsp:txXfrm>
    </dsp:sp>
    <dsp:sp modelId="{93D34300-8548-473D-A815-D20C90569CAD}">
      <dsp:nvSpPr>
        <dsp:cNvPr id="0" name=""/>
        <dsp:cNvSpPr/>
      </dsp:nvSpPr>
      <dsp:spPr>
        <a:xfrm>
          <a:off x="10381394" y="1768992"/>
          <a:ext cx="1327084" cy="1480289"/>
        </a:xfrm>
        <a:prstGeom prst="rect">
          <a:avLst/>
        </a:prstGeom>
        <a:solidFill>
          <a:schemeClr val="accent1">
            <a:alpha val="90000"/>
            <a:tint val="40000"/>
            <a:hueOff val="0"/>
            <a:satOff val="0"/>
            <a:lumOff val="0"/>
            <a:alphaOff val="0"/>
          </a:schemeClr>
        </a:solidFill>
        <a:ln w="6350" cap="rnd"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0" tIns="78232" rIns="78232" bIns="78232" numCol="1" spcCol="1270" anchor="ctr" anchorCtr="0">
          <a:noAutofit/>
        </a:bodyPr>
        <a:lstStyle/>
        <a:p>
          <a:pPr lvl="0" algn="l" defTabSz="466725">
            <a:lnSpc>
              <a:spcPct val="90000"/>
            </a:lnSpc>
            <a:spcBef>
              <a:spcPct val="0"/>
            </a:spcBef>
            <a:spcAft>
              <a:spcPct val="35000"/>
            </a:spcAft>
          </a:pPr>
          <a:r>
            <a:rPr lang="en-US" sz="1050" kern="1200" dirty="0" smtClean="0"/>
            <a:t>All quizzes will be graded and marks will be uploaded on cu-online</a:t>
          </a:r>
          <a:endParaRPr lang="en-US" sz="1050" kern="1200" dirty="0"/>
        </a:p>
      </dsp:txBody>
      <dsp:txXfrm>
        <a:off x="10593727" y="1768992"/>
        <a:ext cx="1114751" cy="1480289"/>
      </dsp:txXfrm>
    </dsp:sp>
    <dsp:sp modelId="{3CE68ECF-B250-458A-B39C-613932DC026D}">
      <dsp:nvSpPr>
        <dsp:cNvPr id="0" name=""/>
        <dsp:cNvSpPr/>
      </dsp:nvSpPr>
      <dsp:spPr>
        <a:xfrm>
          <a:off x="10381420" y="3264957"/>
          <a:ext cx="1327084" cy="885165"/>
        </a:xfrm>
        <a:prstGeom prst="rect">
          <a:avLst/>
        </a:prstGeom>
        <a:solidFill>
          <a:schemeClr val="accent1">
            <a:alpha val="90000"/>
            <a:tint val="40000"/>
            <a:hueOff val="0"/>
            <a:satOff val="0"/>
            <a:lumOff val="0"/>
            <a:alphaOff val="0"/>
          </a:schemeClr>
        </a:solidFill>
        <a:ln w="6350" cap="rnd"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0" tIns="78232" rIns="78232" bIns="78232" numCol="1" spcCol="1270" anchor="ctr" anchorCtr="0">
          <a:noAutofit/>
        </a:bodyPr>
        <a:lstStyle/>
        <a:p>
          <a:pPr lvl="0" algn="l" defTabSz="466725">
            <a:lnSpc>
              <a:spcPct val="90000"/>
            </a:lnSpc>
            <a:spcBef>
              <a:spcPct val="0"/>
            </a:spcBef>
            <a:spcAft>
              <a:spcPct val="35000"/>
            </a:spcAft>
          </a:pPr>
          <a:r>
            <a:rPr lang="en-US" sz="1050" kern="1200" dirty="0" smtClean="0"/>
            <a:t>No retake</a:t>
          </a:r>
          <a:endParaRPr lang="en-US" sz="1050" kern="1200" dirty="0"/>
        </a:p>
      </dsp:txBody>
      <dsp:txXfrm>
        <a:off x="10593754" y="3264957"/>
        <a:ext cx="1114751" cy="885165"/>
      </dsp:txXfrm>
    </dsp:sp>
    <dsp:sp modelId="{DA40F111-3FB7-459D-9B7A-71FD7EDB7B92}">
      <dsp:nvSpPr>
        <dsp:cNvPr id="0" name=""/>
        <dsp:cNvSpPr/>
      </dsp:nvSpPr>
      <dsp:spPr>
        <a:xfrm>
          <a:off x="9611030" y="498583"/>
          <a:ext cx="884723" cy="884723"/>
        </a:xfrm>
        <a:prstGeom prst="ellipse">
          <a:avLst/>
        </a:prstGeom>
        <a:gradFill rotWithShape="0">
          <a:gsLst>
            <a:gs pos="0">
              <a:schemeClr val="accent1">
                <a:hueOff val="0"/>
                <a:satOff val="0"/>
                <a:lumOff val="0"/>
                <a:alphaOff val="0"/>
                <a:shade val="100000"/>
                <a:satMod val="137000"/>
              </a:schemeClr>
            </a:gs>
            <a:gs pos="71000">
              <a:schemeClr val="accent1">
                <a:hueOff val="0"/>
                <a:satOff val="0"/>
                <a:lumOff val="0"/>
                <a:alphaOff val="0"/>
                <a:shade val="98000"/>
                <a:satMod val="137000"/>
              </a:schemeClr>
            </a:gs>
            <a:gs pos="100000">
              <a:schemeClr val="accent1">
                <a:hueOff val="0"/>
                <a:satOff val="0"/>
                <a:lumOff val="0"/>
                <a:alphaOff val="0"/>
                <a:shade val="75000"/>
                <a:satMod val="137000"/>
              </a:schemeClr>
            </a:gs>
          </a:gsLst>
          <a:path path="rect">
            <a:fillToRect l="50000" t="50000" r="50000" b="50000"/>
          </a:path>
        </a:gradFill>
        <a:ln>
          <a:noFill/>
        </a:ln>
        <a:effectLst>
          <a:outerShdw blurRad="39000" dist="25400" dir="5400000" rotWithShape="0">
            <a:srgbClr val="000000">
              <a:alpha val="38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lvl="0" algn="ctr" defTabSz="466725">
            <a:lnSpc>
              <a:spcPct val="90000"/>
            </a:lnSpc>
            <a:spcBef>
              <a:spcPct val="0"/>
            </a:spcBef>
            <a:spcAft>
              <a:spcPct val="35000"/>
            </a:spcAft>
          </a:pPr>
          <a:r>
            <a:rPr lang="en-US" sz="1050" kern="1200" dirty="0" smtClean="0"/>
            <a:t>Quizzes</a:t>
          </a:r>
          <a:endParaRPr lang="en-US" sz="1050" kern="1200" dirty="0"/>
        </a:p>
      </dsp:txBody>
      <dsp:txXfrm>
        <a:off x="9740595" y="628148"/>
        <a:ext cx="625593" cy="625593"/>
      </dsp:txXfrm>
    </dsp:sp>
  </dsp:spTree>
</dsp:drawing>
</file>

<file path=ppt/diagrams/layout1.xml><?xml version="1.0" encoding="utf-8"?>
<dgm:layoutDef xmlns:dgm="http://schemas.openxmlformats.org/drawingml/2006/diagram" xmlns:a="http://schemas.openxmlformats.org/drawingml/2006/main" uniqueId="urn:microsoft.com/office/officeart/2005/8/layout/hList9">
  <dgm:title val=""/>
  <dgm:desc val=""/>
  <dgm:catLst>
    <dgm:cat type="list" pri="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3" srcId="0" destId="1" srcOrd="0" destOrd="0"/>
        <dgm:cxn modelId="4"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1" destId="2" srcOrd="0" destOrd="0"/>
      </dgm:cxnLst>
      <dgm:bg/>
      <dgm:whole/>
    </dgm:dataModel>
  </dgm:styleData>
  <dgm:clrData>
    <dgm:dataModel>
      <dgm:ptLst>
        <dgm:pt modelId="0" type="doc"/>
        <dgm:pt modelId="1"/>
        <dgm:pt modelId="11"/>
        <dgm:pt modelId="12"/>
        <dgm:pt modelId="13"/>
        <dgm:pt modelId="14"/>
        <dgm:pt modelId="2"/>
        <dgm:pt modelId="21"/>
        <dgm:pt modelId="22"/>
        <dgm:pt modelId="23"/>
        <dgm:pt modelId="24"/>
        <dgm:pt modelId="3"/>
        <dgm:pt modelId="31"/>
        <dgm:pt modelId="32"/>
        <dgm:pt modelId="33"/>
        <dgm:pt modelId="34"/>
      </dgm:ptLst>
      <dgm:cxnLst>
        <dgm:cxn modelId="4" srcId="0" destId="1" srcOrd="0" destOrd="0"/>
        <dgm:cxn modelId="5" srcId="0" destId="2" srcOrd="1" destOrd="0"/>
        <dgm:cxn modelId="6" srcId="0" destId="3" srcOrd="1" destOrd="0"/>
        <dgm:cxn modelId="15" srcId="1" destId="11" srcOrd="0" destOrd="0"/>
        <dgm:cxn modelId="16" srcId="1" destId="12" srcOrd="0" destOrd="0"/>
        <dgm:cxn modelId="17" srcId="1" destId="13" srcOrd="0" destOrd="0"/>
        <dgm:cxn modelId="18" srcId="1" destId="14" srcOrd="0" destOrd="0"/>
        <dgm:cxn modelId="25" srcId="2" destId="21" srcOrd="0" destOrd="0"/>
        <dgm:cxn modelId="26" srcId="2" destId="22" srcOrd="0" destOrd="0"/>
        <dgm:cxn modelId="27" srcId="2" destId="23" srcOrd="0" destOrd="0"/>
        <dgm:cxn modelId="28" srcId="2" destId="24" srcOrd="0" destOrd="0"/>
        <dgm:cxn modelId="35" srcId="3" destId="31" srcOrd="0" destOrd="0"/>
        <dgm:cxn modelId="36" srcId="3" destId="32" srcOrd="0" destOrd="0"/>
        <dgm:cxn modelId="37" srcId="3" destId="33" srcOrd="0" destOrd="0"/>
        <dgm:cxn modelId="38" srcId="3" destId="34" srcOrd="0" destOrd="0"/>
      </dgm:cxnLst>
      <dgm:bg/>
      <dgm:whole/>
    </dgm:dataModel>
  </dgm:clrData>
  <dgm:layoutNode name="list">
    <dgm:varLst>
      <dgm:dir/>
      <dgm:animLvl val="lvl"/>
    </dgm:varLst>
    <dgm:choose name="Name0">
      <dgm:if name="Name1" func="var" arg="dir" op="equ" val="norm">
        <dgm:alg type="lin">
          <dgm:param type="linDir" val="fromL"/>
          <dgm:param type="fallback" val="2D"/>
          <dgm:param type="nodeVertAlign" val="t"/>
        </dgm:alg>
      </dgm:if>
      <dgm:else name="Name2">
        <dgm:alg type="lin">
          <dgm:param type="linDir" val="fromR"/>
          <dgm:param type="fallback" val="2D"/>
          <dgm:param type="nodeVertAlign" val="t"/>
        </dgm:alg>
      </dgm:else>
    </dgm:choose>
    <dgm:shape xmlns:r="http://schemas.openxmlformats.org/officeDocument/2006/relationships" r:blip="">
      <dgm:adjLst/>
    </dgm:shape>
    <dgm:presOf/>
    <dgm:constrLst>
      <dgm:constr type="w" for="ch" forName="circle" refType="w" fact="0.5"/>
      <dgm:constr type="w" for="ch" forName="vertFlow" refType="w" fact="0.75"/>
      <dgm:constr type="h" for="des" forName="firstComp" refType="w" refFor="ch" refForName="vertFlow" fact="0.667"/>
      <dgm:constr type="h" for="des" forName="comp" refType="h" refFor="des" refForName="firstComp" op="equ"/>
      <dgm:constr type="h" for="des" forName="topSpace" refType="w" refFor="ch" refForName="circle" op="equ" fact="0.4"/>
      <dgm:constr type="w" for="ch" forName="posSpace" refType="w" fact="0.4"/>
      <dgm:constr type="w" for="ch" forName="negSpace" refType="w" fact="-1.15"/>
      <dgm:constr type="w" for="ch" forName="transSpace" refType="w" fact="0.75"/>
      <dgm:constr type="primFontSz" for="ch" forName="circle" op="equ" val="65"/>
      <dgm:constr type="primFontSz" for="des" forName="firstChildTx" val="65"/>
      <dgm:constr type="primFontSz" for="des" forName="childTx" refType="primFontSz" refFor="des" refForName="firstChildTx" op="equ"/>
    </dgm:constrLst>
    <dgm:ruleLst/>
    <dgm:forEach name="Name3" axis="ch" ptType="node">
      <dgm:layoutNode name="posSpace">
        <dgm:alg type="sp"/>
        <dgm:shape xmlns:r="http://schemas.openxmlformats.org/officeDocument/2006/relationships" r:blip="">
          <dgm:adjLst/>
        </dgm:shape>
        <dgm:presOf/>
        <dgm:constrLst/>
        <dgm:ruleLst/>
      </dgm:layoutNode>
      <dgm:layoutNode name="vertFlow">
        <dgm:alg type="lin">
          <dgm:param type="linDir" val="fromT"/>
        </dgm:alg>
        <dgm:shape xmlns:r="http://schemas.openxmlformats.org/officeDocument/2006/relationships" r:blip="">
          <dgm:adjLst/>
        </dgm:shape>
        <dgm:presOf/>
        <dgm:constrLst>
          <dgm:constr type="w" for="ch" forName="firstComp" refType="w"/>
          <dgm:constr type="w" for="ch" forName="comp" refType="w"/>
        </dgm:constrLst>
        <dgm:ruleLst/>
        <dgm:layoutNode name="topSpace">
          <dgm:alg type="sp"/>
          <dgm:shape xmlns:r="http://schemas.openxmlformats.org/officeDocument/2006/relationships" r:blip="">
            <dgm:adjLst/>
          </dgm:shape>
          <dgm:presOf/>
          <dgm:constrLst/>
          <dgm:ruleLst/>
        </dgm:layoutNode>
        <dgm:layoutNode name="firstComp">
          <dgm:alg type="composite"/>
          <dgm:shape xmlns:r="http://schemas.openxmlformats.org/officeDocument/2006/relationships" r:blip="">
            <dgm:adjLst/>
          </dgm:shape>
          <dgm:presOf/>
          <dgm:choose name="Name4">
            <dgm:if name="Name5" func="var" arg="dir" op="equ" val="norm">
              <dgm:constrLst>
                <dgm:constr type="l" for="ch" forName="firstChild"/>
                <dgm:constr type="t" for="ch" forName="firstChild"/>
                <dgm:constr type="w" for="ch" forName="firstChild" refType="w"/>
                <dgm:constr type="h" for="ch" forName="firstChild" refType="h"/>
                <dgm:constr type="l" for="ch" forName="firstChildTx" refType="w" fact="0.16"/>
                <dgm:constr type="r" for="ch" forName="firstChildTx" refType="w"/>
                <dgm:constr type="h" for="ch" forName="firstChildTx" refFor="ch" refForName="firstChild" op="equ"/>
              </dgm:constrLst>
            </dgm:if>
            <dgm:else name="Name6">
              <dgm:constrLst>
                <dgm:constr type="l" for="ch" forName="firstChild"/>
                <dgm:constr type="t" for="ch" forName="firstChild"/>
                <dgm:constr type="w" for="ch" forName="firstChild" refType="w"/>
                <dgm:constr type="h" for="ch" forName="firstChild" refType="h"/>
                <dgm:constr type="l" for="ch" forName="firstChildTx"/>
                <dgm:constr type="r" for="ch" forName="firstChildTx" refType="w" fact="0.825"/>
                <dgm:constr type="h" for="ch" forName="firstChildTx" refFor="ch" refForName="firstChild" op="equ"/>
              </dgm:constrLst>
            </dgm:else>
          </dgm:choose>
          <dgm:ruleLst/>
          <dgm:layoutNode name="firstChild" styleLbl="bgAccFollowNode1">
            <dgm:alg type="sp"/>
            <dgm:shape xmlns:r="http://schemas.openxmlformats.org/officeDocument/2006/relationships" type="rect" r:blip="">
              <dgm:adjLst/>
            </dgm:shape>
            <dgm:presOf axis="ch desOrSelf" ptType="node node" cnt="1 0"/>
            <dgm:constrLst/>
            <dgm:ruleLst/>
          </dgm:layoutNode>
          <dgm:layoutNode name="firstChildTx" styleLbl="bgAccFollowNode1">
            <dgm:varLst>
              <dgm:bulletEnabled val="1"/>
            </dgm:varLst>
            <dgm:alg type="tx">
              <dgm:param type="parTxLTRAlign" val="l"/>
            </dgm:alg>
            <dgm:shape xmlns:r="http://schemas.openxmlformats.org/officeDocument/2006/relationships" type="rect" r:blip="" hideGeom="1">
              <dgm:adjLst/>
            </dgm:shape>
            <dgm:presOf axis="ch desOrSelf" ptType="node node" cnt="1 0"/>
            <dgm:choose name="Name7">
              <dgm:if name="Name8" func="var" arg="dir" op="equ" val="norm">
                <dgm:constrLst>
                  <dgm:constr type="primFontSz" val="65"/>
                  <dgm:constr type="lMarg"/>
                </dgm:constrLst>
              </dgm:if>
              <dgm:else name="Name9">
                <dgm:constrLst>
                  <dgm:constr type="primFontSz" val="65"/>
                  <dgm:constr type="rMarg"/>
                </dgm:constrLst>
              </dgm:else>
            </dgm:choose>
            <dgm:ruleLst>
              <dgm:rule type="primFontSz" val="5" fact="NaN" max="NaN"/>
            </dgm:ruleLst>
          </dgm:layoutNode>
        </dgm:layoutNode>
        <dgm:forEach name="Name10" axis="ch" ptType="node" st="2">
          <dgm:layoutNode name="comp">
            <dgm:alg type="composite"/>
            <dgm:shape xmlns:r="http://schemas.openxmlformats.org/officeDocument/2006/relationships" r:blip="">
              <dgm:adjLst/>
            </dgm:shape>
            <dgm:presOf/>
            <dgm:choose name="Name11">
              <dgm:if name="Name12" func="var" arg="dir" op="equ" val="norm">
                <dgm:constrLst>
                  <dgm:constr type="l" for="ch" forName="child"/>
                  <dgm:constr type="t" for="ch" forName="child"/>
                  <dgm:constr type="w" for="ch" forName="child" refType="w"/>
                  <dgm:constr type="h" for="ch" forName="child" refType="h"/>
                  <dgm:constr type="l" for="ch" forName="childTx" refType="w" fact="0.16"/>
                  <dgm:constr type="r" for="ch" forName="childTx" refType="w"/>
                  <dgm:constr type="h" for="ch" forName="childTx" refFor="ch" refForName="child" op="equ"/>
                </dgm:constrLst>
              </dgm:if>
              <dgm:else name="Name13">
                <dgm:constrLst>
                  <dgm:constr type="l" for="ch" forName="child"/>
                  <dgm:constr type="t" for="ch" forName="child"/>
                  <dgm:constr type="w" for="ch" forName="child" refType="w"/>
                  <dgm:constr type="h" for="ch" forName="child" refType="h"/>
                  <dgm:constr type="l" for="ch" forName="childTx"/>
                  <dgm:constr type="r" for="ch" forName="childTx" refType="w" fact="0.825"/>
                  <dgm:constr type="h" for="ch" forName="childTx" refFor="ch" refForName="child" op="equ"/>
                </dgm:constrLst>
              </dgm:else>
            </dgm:choose>
            <dgm:ruleLst/>
            <dgm:layoutNode name="child" styleLbl="bgAccFollowNode1">
              <dgm:alg type="sp"/>
              <dgm:shape xmlns:r="http://schemas.openxmlformats.org/officeDocument/2006/relationships" type="rect" r:blip="">
                <dgm:adjLst/>
              </dgm:shape>
              <dgm:presOf axis="desOrSelf" ptType="node"/>
              <dgm:constrLst/>
              <dgm:ruleLst/>
            </dgm:layoutNode>
            <dgm:layoutNode name="childTx" styleLbl="bgAccFollowNode1">
              <dgm:varLst>
                <dgm:bulletEnabled val="1"/>
              </dgm:varLst>
              <dgm:alg type="tx">
                <dgm:param type="parTxLTRAlign" val="l"/>
              </dgm:alg>
              <dgm:shape xmlns:r="http://schemas.openxmlformats.org/officeDocument/2006/relationships" type="rect" r:blip="" hideGeom="1">
                <dgm:adjLst/>
              </dgm:shape>
              <dgm:presOf axis="desOrSelf" ptType="node"/>
              <dgm:choose name="Name14">
                <dgm:if name="Name15" func="var" arg="dir" op="equ" val="norm">
                  <dgm:constrLst>
                    <dgm:constr type="primFontSz" val="65"/>
                    <dgm:constr type="lMarg"/>
                  </dgm:constrLst>
                </dgm:if>
                <dgm:else name="Name16">
                  <dgm:constrLst>
                    <dgm:constr type="primFontSz" val="65"/>
                    <dgm:constr type="rMarg"/>
                  </dgm:constrLst>
                </dgm:else>
              </dgm:choose>
              <dgm:ruleLst>
                <dgm:rule type="primFontSz" val="5" fact="NaN" max="NaN"/>
              </dgm:ruleLst>
            </dgm:layoutNode>
          </dgm:layoutNode>
        </dgm:forEach>
      </dgm:layoutNode>
      <dgm:layoutNode name="negSpace">
        <dgm:alg type="sp"/>
        <dgm:shape xmlns:r="http://schemas.openxmlformats.org/officeDocument/2006/relationships" r:blip="">
          <dgm:adjLst/>
        </dgm:shape>
        <dgm:presOf/>
        <dgm:constrLst/>
        <dgm:ruleLst/>
      </dgm:layoutNode>
      <dgm:layoutNode name="circle" styleLbl="node1">
        <dgm:alg type="tx"/>
        <dgm:shape xmlns:r="http://schemas.openxmlformats.org/officeDocument/2006/relationships" type="ellipse" r:blip="">
          <dgm:adjLst/>
        </dgm:shape>
        <dgm:presOf axis="self"/>
        <dgm:constrLst>
          <dgm:constr type="lMarg"/>
          <dgm:constr type="rMarg"/>
          <dgm:constr type="tMarg"/>
          <dgm:constr type="bMarg"/>
          <dgm:constr type="h" refType="w"/>
        </dgm:constrLst>
        <dgm:ruleLst>
          <dgm:rule type="primFontSz" val="5" fact="NaN" max="NaN"/>
        </dgm:ruleLst>
      </dgm:layoutNode>
      <dgm:forEach name="Name17" axis="followSib" ptType="sibTrans" cnt="1">
        <dgm:layoutNode name="trans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3CEAAF3-9831-450B-8D59-2C09DB96C8FC}" type="datetimeFigureOut">
              <a:rPr lang="en-US"/>
              <a:pPr/>
              <a:t>3/8/2025</a:t>
            </a:fld>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6834459-7356-44BF-850D-8B30C4FB3B6B}" type="slidenum">
              <a:rPr/>
              <a:pPr/>
              <a:t>‹#›</a:t>
            </a:fld>
            <a:endParaRPr/>
          </a:p>
        </p:txBody>
      </p:sp>
    </p:spTree>
    <p:extLst>
      <p:ext uri="{BB962C8B-B14F-4D97-AF65-F5344CB8AC3E}">
        <p14:creationId xmlns:p14="http://schemas.microsoft.com/office/powerpoint/2010/main" val="24690165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50CD79-FC16-4410-AB61-17F26E6D3BC8}" type="datetimeFigureOut">
              <a:rPr lang="en-US"/>
              <a:pPr/>
              <a:t>3/8/2025</a:t>
            </a:fld>
            <a:endParaRP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a:t>Click to edit Master text styles</a:t>
            </a:r>
          </a:p>
          <a:p>
            <a:pPr lvl="1"/>
            <a:r>
              <a:rPr/>
              <a:t>Second level</a:t>
            </a:r>
          </a:p>
          <a:p>
            <a:pPr lvl="2"/>
            <a:r>
              <a:rPr/>
              <a:t>Third level</a:t>
            </a:r>
          </a:p>
          <a:p>
            <a:pPr lvl="3"/>
            <a:r>
              <a:rPr/>
              <a:t>Fourth level</a:t>
            </a:r>
          </a:p>
          <a:p>
            <a:pPr lvl="4"/>
            <a:r>
              <a:rP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3C37BE-C303-496D-B5CD-85F2937540FC}" type="slidenum">
              <a:rPr/>
              <a:pPr/>
              <a:t>‹#›</a:t>
            </a:fld>
            <a:endParaRPr/>
          </a:p>
        </p:txBody>
      </p:sp>
    </p:spTree>
    <p:extLst>
      <p:ext uri="{BB962C8B-B14F-4D97-AF65-F5344CB8AC3E}">
        <p14:creationId xmlns:p14="http://schemas.microsoft.com/office/powerpoint/2010/main" val="33508422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1" dirty="0">
                <a:latin typeface="Arial" pitchFamily="34" charset="0"/>
                <a:cs typeface="Arial" pitchFamily="34" charset="0"/>
              </a:rPr>
              <a:t>NOTE:</a:t>
            </a:r>
          </a:p>
          <a:p>
            <a:r>
              <a:rPr lang="en-US" i="1" dirty="0">
                <a:latin typeface="Arial" pitchFamily="34" charset="0"/>
                <a:cs typeface="Arial" pitchFamily="34" charset="0"/>
              </a:rPr>
              <a:t>To change the  image on this slide, select the picture and delete it. Then click the Pictures icon in the placeholder to insert your own image.</a:t>
            </a:r>
          </a:p>
        </p:txBody>
      </p:sp>
      <p:sp>
        <p:nvSpPr>
          <p:cNvPr id="4" name="Slide Number Placeholder 3"/>
          <p:cNvSpPr>
            <a:spLocks noGrp="1"/>
          </p:cNvSpPr>
          <p:nvPr>
            <p:ph type="sldNum" sz="quarter" idx="10"/>
          </p:nvPr>
        </p:nvSpPr>
        <p:spPr/>
        <p:txBody>
          <a:bodyPr/>
          <a:lstStyle/>
          <a:p>
            <a:fld id="{0A3C37BE-C303-496D-B5CD-85F2937540FC}" type="slidenum">
              <a:rPr lang="en-US" smtClean="0"/>
              <a:pPr/>
              <a:t>1</a:t>
            </a:fld>
            <a:endParaRPr lang="en-US"/>
          </a:p>
        </p:txBody>
      </p:sp>
    </p:spTree>
    <p:extLst>
      <p:ext uri="{BB962C8B-B14F-4D97-AF65-F5344CB8AC3E}">
        <p14:creationId xmlns:p14="http://schemas.microsoft.com/office/powerpoint/2010/main" val="24061502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304587F-79A6-4172-A9D5-AFC62B482304}" type="slidenum">
              <a:rPr lang="en-US" smtClean="0"/>
              <a:pPr/>
              <a:t>9</a:t>
            </a:fld>
            <a:endParaRPr lang="en-US"/>
          </a:p>
        </p:txBody>
      </p:sp>
    </p:spTree>
    <p:extLst>
      <p:ext uri="{BB962C8B-B14F-4D97-AF65-F5344CB8AC3E}">
        <p14:creationId xmlns:p14="http://schemas.microsoft.com/office/powerpoint/2010/main" val="36412439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304587F-79A6-4172-A9D5-AFC62B482304}" type="slidenum">
              <a:rPr lang="en-US" smtClean="0"/>
              <a:pPr/>
              <a:t>10</a:t>
            </a:fld>
            <a:endParaRPr lang="en-US"/>
          </a:p>
        </p:txBody>
      </p:sp>
    </p:spTree>
    <p:extLst>
      <p:ext uri="{BB962C8B-B14F-4D97-AF65-F5344CB8AC3E}">
        <p14:creationId xmlns:p14="http://schemas.microsoft.com/office/powerpoint/2010/main" val="36412439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304587F-79A6-4172-A9D5-AFC62B482304}" type="slidenum">
              <a:rPr lang="en-US" smtClean="0"/>
              <a:pPr/>
              <a:t>11</a:t>
            </a:fld>
            <a:endParaRPr lang="en-US"/>
          </a:p>
        </p:txBody>
      </p:sp>
    </p:spTree>
    <p:extLst>
      <p:ext uri="{BB962C8B-B14F-4D97-AF65-F5344CB8AC3E}">
        <p14:creationId xmlns:p14="http://schemas.microsoft.com/office/powerpoint/2010/main" val="36412439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304587F-79A6-4172-A9D5-AFC62B482304}" type="slidenum">
              <a:rPr lang="en-US" smtClean="0"/>
              <a:pPr/>
              <a:t>12</a:t>
            </a:fld>
            <a:endParaRPr lang="en-US"/>
          </a:p>
        </p:txBody>
      </p:sp>
    </p:spTree>
    <p:extLst>
      <p:ext uri="{BB962C8B-B14F-4D97-AF65-F5344CB8AC3E}">
        <p14:creationId xmlns:p14="http://schemas.microsoft.com/office/powerpoint/2010/main" val="36412439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304587F-79A6-4172-A9D5-AFC62B482304}" type="slidenum">
              <a:rPr lang="en-US" smtClean="0"/>
              <a:pPr/>
              <a:t>13</a:t>
            </a:fld>
            <a:endParaRPr lang="en-US"/>
          </a:p>
        </p:txBody>
      </p:sp>
    </p:spTree>
    <p:extLst>
      <p:ext uri="{BB962C8B-B14F-4D97-AF65-F5344CB8AC3E}">
        <p14:creationId xmlns:p14="http://schemas.microsoft.com/office/powerpoint/2010/main" val="36412439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304587F-79A6-4172-A9D5-AFC62B482304}" type="slidenum">
              <a:rPr lang="en-US" smtClean="0"/>
              <a:pPr/>
              <a:t>14</a:t>
            </a:fld>
            <a:endParaRPr lang="en-US"/>
          </a:p>
        </p:txBody>
      </p:sp>
    </p:spTree>
    <p:extLst>
      <p:ext uri="{BB962C8B-B14F-4D97-AF65-F5344CB8AC3E}">
        <p14:creationId xmlns:p14="http://schemas.microsoft.com/office/powerpoint/2010/main" val="36412439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304587F-79A6-4172-A9D5-AFC62B482304}" type="slidenum">
              <a:rPr lang="en-US" smtClean="0"/>
              <a:pPr/>
              <a:t>15</a:t>
            </a:fld>
            <a:endParaRPr lang="en-US"/>
          </a:p>
        </p:txBody>
      </p:sp>
    </p:spTree>
    <p:extLst>
      <p:ext uri="{BB962C8B-B14F-4D97-AF65-F5344CB8AC3E}">
        <p14:creationId xmlns:p14="http://schemas.microsoft.com/office/powerpoint/2010/main" val="36412439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304587F-79A6-4172-A9D5-AFC62B482304}" type="slidenum">
              <a:rPr lang="en-US" smtClean="0"/>
              <a:pPr/>
              <a:t>16</a:t>
            </a:fld>
            <a:endParaRPr lang="en-US"/>
          </a:p>
        </p:txBody>
      </p:sp>
    </p:spTree>
    <p:extLst>
      <p:ext uri="{BB962C8B-B14F-4D97-AF65-F5344CB8AC3E}">
        <p14:creationId xmlns:p14="http://schemas.microsoft.com/office/powerpoint/2010/main" val="36412439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304587F-79A6-4172-A9D5-AFC62B482304}" type="slidenum">
              <a:rPr lang="en-US" smtClean="0"/>
              <a:pPr/>
              <a:t>17</a:t>
            </a:fld>
            <a:endParaRPr lang="en-US"/>
          </a:p>
        </p:txBody>
      </p:sp>
    </p:spTree>
    <p:extLst>
      <p:ext uri="{BB962C8B-B14F-4D97-AF65-F5344CB8AC3E}">
        <p14:creationId xmlns:p14="http://schemas.microsoft.com/office/powerpoint/2010/main" val="36412439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304587F-79A6-4172-A9D5-AFC62B482304}" type="slidenum">
              <a:rPr lang="en-US" smtClean="0"/>
              <a:pPr/>
              <a:t>18</a:t>
            </a:fld>
            <a:endParaRPr lang="en-US"/>
          </a:p>
        </p:txBody>
      </p:sp>
    </p:spTree>
    <p:extLst>
      <p:ext uri="{BB962C8B-B14F-4D97-AF65-F5344CB8AC3E}">
        <p14:creationId xmlns:p14="http://schemas.microsoft.com/office/powerpoint/2010/main" val="36412439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304587F-79A6-4172-A9D5-AFC62B482304}" type="slidenum">
              <a:rPr lang="en-US" smtClean="0"/>
              <a:pPr/>
              <a:t>19</a:t>
            </a:fld>
            <a:endParaRPr lang="en-US"/>
          </a:p>
        </p:txBody>
      </p:sp>
    </p:spTree>
    <p:extLst>
      <p:ext uri="{BB962C8B-B14F-4D97-AF65-F5344CB8AC3E}">
        <p14:creationId xmlns:p14="http://schemas.microsoft.com/office/powerpoint/2010/main" val="364124397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smtClean="0"/>
              <a:t>Product Specification: “an agreement among the software development team. It defines the product they are creating, detailing what it will be, how it will act, what it will do, and what it won't do”</a:t>
            </a:r>
          </a:p>
          <a:p>
            <a:endParaRPr lang="en-US" dirty="0"/>
          </a:p>
        </p:txBody>
      </p:sp>
      <p:sp>
        <p:nvSpPr>
          <p:cNvPr id="4" name="Slide Number Placeholder 3"/>
          <p:cNvSpPr>
            <a:spLocks noGrp="1"/>
          </p:cNvSpPr>
          <p:nvPr>
            <p:ph type="sldNum" sz="quarter" idx="10"/>
          </p:nvPr>
        </p:nvSpPr>
        <p:spPr/>
        <p:txBody>
          <a:bodyPr/>
          <a:lstStyle/>
          <a:p>
            <a:fld id="{E304587F-79A6-4172-A9D5-AFC62B482304}" type="slidenum">
              <a:rPr lang="en-US" smtClean="0"/>
              <a:pPr/>
              <a:t>27</a:t>
            </a:fld>
            <a:endParaRPr lang="en-US"/>
          </a:p>
        </p:txBody>
      </p:sp>
    </p:spTree>
    <p:extLst>
      <p:ext uri="{BB962C8B-B14F-4D97-AF65-F5344CB8AC3E}">
        <p14:creationId xmlns:p14="http://schemas.microsoft.com/office/powerpoint/2010/main" val="36412439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8098" name="Rectangle 2"/>
          <p:cNvSpPr>
            <a:spLocks noGrp="1" noRot="1" noChangeAspect="1" noChangeArrowheads="1" noTextEdit="1"/>
          </p:cNvSpPr>
          <p:nvPr>
            <p:ph type="sldImg"/>
          </p:nvPr>
        </p:nvSpPr>
        <p:spPr/>
      </p:sp>
      <p:sp>
        <p:nvSpPr>
          <p:cNvPr id="388099" name="Rectangle 3"/>
          <p:cNvSpPr>
            <a:spLocks noGrp="1" noChangeArrowheads="1"/>
          </p:cNvSpPr>
          <p:nvPr>
            <p:ph type="body" idx="1"/>
          </p:nvPr>
        </p:nvSpPr>
        <p:spPr bwMode="auto">
          <a:xfrm>
            <a:off x="685638" y="4343103"/>
            <a:ext cx="5486726" cy="4115692"/>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extLst>
      <p:ext uri="{BB962C8B-B14F-4D97-AF65-F5344CB8AC3E}">
        <p14:creationId xmlns:p14="http://schemas.microsoft.com/office/powerpoint/2010/main" val="402626436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304587F-79A6-4172-A9D5-AFC62B482304}" type="slidenum">
              <a:rPr lang="en-US" smtClean="0"/>
              <a:pPr/>
              <a:t>29</a:t>
            </a:fld>
            <a:endParaRPr lang="en-US"/>
          </a:p>
        </p:txBody>
      </p:sp>
    </p:spTree>
    <p:extLst>
      <p:ext uri="{BB962C8B-B14F-4D97-AF65-F5344CB8AC3E}">
        <p14:creationId xmlns:p14="http://schemas.microsoft.com/office/powerpoint/2010/main" val="364124397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0146" name="Rectangle 2"/>
          <p:cNvSpPr>
            <a:spLocks noGrp="1" noRot="1" noChangeAspect="1" noChangeArrowheads="1" noTextEdit="1"/>
          </p:cNvSpPr>
          <p:nvPr>
            <p:ph type="sldImg"/>
          </p:nvPr>
        </p:nvSpPr>
        <p:spPr/>
      </p:sp>
      <p:sp>
        <p:nvSpPr>
          <p:cNvPr id="390147" name="Rectangle 3"/>
          <p:cNvSpPr>
            <a:spLocks noGrp="1" noChangeArrowheads="1"/>
          </p:cNvSpPr>
          <p:nvPr>
            <p:ph type="body" idx="1"/>
          </p:nvPr>
        </p:nvSpPr>
        <p:spPr bwMode="auto">
          <a:xfrm>
            <a:off x="685638" y="4343103"/>
            <a:ext cx="5486726" cy="4115692"/>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extLst>
      <p:ext uri="{BB962C8B-B14F-4D97-AF65-F5344CB8AC3E}">
        <p14:creationId xmlns:p14="http://schemas.microsoft.com/office/powerpoint/2010/main" val="1065482347"/>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Rectangle 7"/>
          <p:cNvSpPr/>
          <p:nvPr/>
        </p:nvSpPr>
        <p:spPr>
          <a:xfrm>
            <a:off x="0" y="0"/>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1" name="Picture 10"/>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p:blipFill>
        <p:spPr>
          <a:xfrm>
            <a:off x="1324445" y="0"/>
            <a:ext cx="1747524" cy="2292094"/>
          </a:xfrm>
          <a:prstGeom prst="rect">
            <a:avLst/>
          </a:prstGeom>
        </p:spPr>
      </p:pic>
      <p:sp>
        <p:nvSpPr>
          <p:cNvPr id="2" name="Title 1"/>
          <p:cNvSpPr>
            <a:spLocks noGrp="1"/>
          </p:cNvSpPr>
          <p:nvPr>
            <p:ph type="ctrTitle"/>
          </p:nvPr>
        </p:nvSpPr>
        <p:spPr>
          <a:xfrm>
            <a:off x="1104900" y="2292094"/>
            <a:ext cx="10096500" cy="2219691"/>
          </a:xfrm>
        </p:spPr>
        <p:txBody>
          <a:bodyPr anchor="ctr">
            <a:normAutofit/>
          </a:bodyPr>
          <a:lstStyle>
            <a:lvl1pPr algn="l">
              <a:defRPr sz="4400" cap="all" baseline="0"/>
            </a:lvl1pPr>
          </a:lstStyle>
          <a:p>
            <a:r>
              <a:rPr lang="en-US" smtClean="0"/>
              <a:t>Click to edit Master title style</a:t>
            </a:r>
            <a:endParaRPr/>
          </a:p>
        </p:txBody>
      </p:sp>
      <p:sp>
        <p:nvSpPr>
          <p:cNvPr id="3" name="Subtitle 2"/>
          <p:cNvSpPr>
            <a:spLocks noGrp="1"/>
          </p:cNvSpPr>
          <p:nvPr>
            <p:ph type="subTitle" idx="1"/>
          </p:nvPr>
        </p:nvSpPr>
        <p:spPr>
          <a:xfrm>
            <a:off x="1104898" y="4511784"/>
            <a:ext cx="10096501" cy="955565"/>
          </a:xfrm>
        </p:spPr>
        <p:txBody>
          <a:bodyPr>
            <a:normAutofit/>
          </a:bodyPr>
          <a:lstStyle>
            <a:lvl1pPr marL="0" indent="0" algn="l">
              <a:spcBef>
                <a:spcPts val="0"/>
              </a:spcBef>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a:p>
        </p:txBody>
      </p:sp>
      <p:sp>
        <p:nvSpPr>
          <p:cNvPr id="7" name="Rectangle 6"/>
          <p:cNvSpPr/>
          <p:nvPr/>
        </p:nvSpPr>
        <p:spPr>
          <a:xfrm>
            <a:off x="0" y="5778124"/>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 name="Date Placeholder 3"/>
          <p:cNvSpPr>
            <a:spLocks noGrp="1"/>
          </p:cNvSpPr>
          <p:nvPr>
            <p:ph type="dt" sz="half" idx="10"/>
          </p:nvPr>
        </p:nvSpPr>
        <p:spPr/>
        <p:txBody>
          <a:bodyPr/>
          <a:lstStyle>
            <a:lvl1pPr>
              <a:defRPr baseline="0">
                <a:solidFill>
                  <a:schemeClr val="tx1">
                    <a:lumMod val="20000"/>
                    <a:lumOff val="80000"/>
                  </a:schemeClr>
                </a:solidFill>
              </a:defRPr>
            </a:lvl1pPr>
          </a:lstStyle>
          <a:p>
            <a:fld id="{402B9795-92DC-40DC-A1CA-9A4B349D7824}" type="datetimeFigureOut">
              <a:rPr lang="en-US" smtClean="0"/>
              <a:pPr/>
              <a:t>3/8/2025</a:t>
            </a:fld>
            <a:endParaRPr lang="en-US" dirty="0"/>
          </a:p>
        </p:txBody>
      </p:sp>
      <p:sp>
        <p:nvSpPr>
          <p:cNvPr id="5" name="Footer Placeholder 4"/>
          <p:cNvSpPr>
            <a:spLocks noGrp="1"/>
          </p:cNvSpPr>
          <p:nvPr>
            <p:ph type="ftr" sz="quarter" idx="11"/>
          </p:nvPr>
        </p:nvSpPr>
        <p:spPr/>
        <p:txBody>
          <a:bodyPr/>
          <a:lstStyle>
            <a:lvl1pPr>
              <a:defRPr baseline="0">
                <a:solidFill>
                  <a:schemeClr val="tx1">
                    <a:lumMod val="20000"/>
                    <a:lumOff val="80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baseline="0">
                <a:solidFill>
                  <a:schemeClr val="tx1">
                    <a:lumMod val="20000"/>
                    <a:lumOff val="80000"/>
                  </a:schemeClr>
                </a:solidFill>
              </a:defRPr>
            </a:lvl1pPr>
          </a:lstStyle>
          <a:p>
            <a:fld id="{0FF54DE5-C571-48E8-A5BC-B369434E2F44}" type="slidenum">
              <a:rPr lang="en-US" smtClean="0"/>
              <a:pPr/>
              <a:t>‹#›</a:t>
            </a:fld>
            <a:endParaRPr lang="en-US"/>
          </a:p>
        </p:txBody>
      </p:sp>
    </p:spTree>
    <p:extLst>
      <p:ext uri="{BB962C8B-B14F-4D97-AF65-F5344CB8AC3E}">
        <p14:creationId xmlns:p14="http://schemas.microsoft.com/office/powerpoint/2010/main" val="16597565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fld id="{402B9795-92DC-40DC-A1CA-9A4B349D7824}" type="datetimeFigureOut">
              <a:rPr lang="en-US"/>
              <a:pPr/>
              <a:t>3/8/2025</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pPr/>
              <a:t>‹#›</a:t>
            </a:fld>
            <a:endParaRPr/>
          </a:p>
        </p:txBody>
      </p:sp>
    </p:spTree>
    <p:extLst>
      <p:ext uri="{BB962C8B-B14F-4D97-AF65-F5344CB8AC3E}">
        <p14:creationId xmlns:p14="http://schemas.microsoft.com/office/powerpoint/2010/main" val="3786876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with Picture">
    <p:spTree>
      <p:nvGrpSpPr>
        <p:cNvPr id="1" name=""/>
        <p:cNvGrpSpPr/>
        <p:nvPr/>
      </p:nvGrpSpPr>
      <p:grpSpPr>
        <a:xfrm>
          <a:off x="0" y="0"/>
          <a:ext cx="0" cy="0"/>
          <a:chOff x="0" y="0"/>
          <a:chExt cx="0" cy="0"/>
        </a:xfrm>
      </p:grpSpPr>
      <p:sp>
        <p:nvSpPr>
          <p:cNvPr id="2" name="Title 1"/>
          <p:cNvSpPr>
            <a:spLocks noGrp="1"/>
          </p:cNvSpPr>
          <p:nvPr>
            <p:ph type="ctrTitle"/>
          </p:nvPr>
        </p:nvSpPr>
        <p:spPr>
          <a:xfrm>
            <a:off x="1104900" y="2292094"/>
            <a:ext cx="5734050" cy="2219691"/>
          </a:xfrm>
        </p:spPr>
        <p:txBody>
          <a:bodyPr anchor="ctr">
            <a:normAutofit/>
          </a:bodyPr>
          <a:lstStyle>
            <a:lvl1pPr algn="l">
              <a:defRPr sz="4400" cap="all" baseline="0"/>
            </a:lvl1pPr>
          </a:lstStyle>
          <a:p>
            <a:r>
              <a:rPr lang="en-US" smtClean="0"/>
              <a:t>Click to edit Master title style</a:t>
            </a:r>
            <a:endParaRPr/>
          </a:p>
        </p:txBody>
      </p:sp>
      <p:sp>
        <p:nvSpPr>
          <p:cNvPr id="3" name="Subtitle 2"/>
          <p:cNvSpPr>
            <a:spLocks noGrp="1"/>
          </p:cNvSpPr>
          <p:nvPr>
            <p:ph type="subTitle" idx="1"/>
          </p:nvPr>
        </p:nvSpPr>
        <p:spPr>
          <a:xfrm>
            <a:off x="1104900" y="4511784"/>
            <a:ext cx="5734050" cy="955565"/>
          </a:xfrm>
        </p:spPr>
        <p:txBody>
          <a:bodyPr>
            <a:normAutofit/>
          </a:bodyPr>
          <a:lstStyle>
            <a:lvl1pPr marL="0" indent="0" algn="l">
              <a:spcBef>
                <a:spcPts val="0"/>
              </a:spcBef>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a:p>
        </p:txBody>
      </p:sp>
      <p:sp>
        <p:nvSpPr>
          <p:cNvPr id="11" name="Picture Placeholder 10" descr="An empty placeholder to add an image. Click on the placeholder and select the image that you wish to add."/>
          <p:cNvSpPr>
            <a:spLocks noGrp="1"/>
          </p:cNvSpPr>
          <p:nvPr>
            <p:ph type="pic" sz="quarter" idx="13"/>
          </p:nvPr>
        </p:nvSpPr>
        <p:spPr>
          <a:xfrm>
            <a:off x="6981063" y="1310656"/>
            <a:ext cx="5210937" cy="4208604"/>
          </a:xfrm>
          <a:solidFill>
            <a:schemeClr val="tx1">
              <a:lumMod val="20000"/>
              <a:lumOff val="80000"/>
            </a:schemeClr>
          </a:solidFill>
        </p:spPr>
        <p:txBody>
          <a:bodyPr tIns="1005840"/>
          <a:lstStyle>
            <a:lvl1pPr marL="0" indent="0" algn="ctr">
              <a:buNone/>
              <a:defRPr/>
            </a:lvl1pPr>
          </a:lstStyle>
          <a:p>
            <a:r>
              <a:rPr lang="en-US" smtClean="0"/>
              <a:t>Click icon to add picture</a:t>
            </a:r>
            <a:endParaRPr/>
          </a:p>
        </p:txBody>
      </p:sp>
      <p:sp>
        <p:nvSpPr>
          <p:cNvPr id="8" name="Rectangle 7"/>
          <p:cNvSpPr/>
          <p:nvPr/>
        </p:nvSpPr>
        <p:spPr>
          <a:xfrm>
            <a:off x="0" y="0"/>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4" name="Group 13"/>
          <p:cNvGrpSpPr/>
          <p:nvPr/>
        </p:nvGrpSpPr>
        <p:grpSpPr>
          <a:xfrm>
            <a:off x="0" y="1143000"/>
            <a:ext cx="12192000" cy="63125"/>
            <a:chOff x="507492" y="1501519"/>
            <a:chExt cx="8129016" cy="63125"/>
          </a:xfrm>
        </p:grpSpPr>
        <p:cxnSp>
          <p:nvCxnSpPr>
            <p:cNvPr id="15" name="Straight Connector 14"/>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pic>
        <p:nvPicPr>
          <p:cNvPr id="10" name="Picture 9"/>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p:blipFill>
        <p:spPr>
          <a:xfrm>
            <a:off x="1325880" y="0"/>
            <a:ext cx="1747524" cy="2292094"/>
          </a:xfrm>
          <a:prstGeom prst="rect">
            <a:avLst/>
          </a:prstGeom>
        </p:spPr>
      </p:pic>
      <p:grpSp>
        <p:nvGrpSpPr>
          <p:cNvPr id="13" name="Group 12"/>
          <p:cNvGrpSpPr/>
          <p:nvPr/>
        </p:nvGrpSpPr>
        <p:grpSpPr>
          <a:xfrm rot="10800000">
            <a:off x="0" y="5645510"/>
            <a:ext cx="12192000" cy="63125"/>
            <a:chOff x="507492" y="1501519"/>
            <a:chExt cx="8129016" cy="63125"/>
          </a:xfrm>
        </p:grpSpPr>
        <p:cxnSp>
          <p:nvCxnSpPr>
            <p:cNvPr id="17" name="Straight Connector 16"/>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7" name="Rectangle 6"/>
          <p:cNvSpPr/>
          <p:nvPr/>
        </p:nvSpPr>
        <p:spPr>
          <a:xfrm>
            <a:off x="0" y="5778124"/>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26739436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2514600"/>
            <a:ext cx="12192000" cy="3194035"/>
            <a:chOff x="647402" y="2514600"/>
            <a:chExt cx="10838688" cy="3194035"/>
          </a:xfrm>
        </p:grpSpPr>
        <p:grpSp>
          <p:nvGrpSpPr>
            <p:cNvPr id="9" name="Group 8"/>
            <p:cNvGrpSpPr/>
            <p:nvPr/>
          </p:nvGrpSpPr>
          <p:grpSpPr>
            <a:xfrm>
              <a:off x="647402" y="2514600"/>
              <a:ext cx="10838688" cy="63125"/>
              <a:chOff x="507492" y="1501519"/>
              <a:chExt cx="8129016" cy="63125"/>
            </a:xfrm>
          </p:grpSpPr>
          <p:cxnSp>
            <p:nvCxnSpPr>
              <p:cNvPr id="14" name="Straight Connector 13"/>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10" name="Rectangle 9"/>
            <p:cNvSpPr/>
            <p:nvPr/>
          </p:nvSpPr>
          <p:spPr>
            <a:xfrm>
              <a:off x="647402" y="2640850"/>
              <a:ext cx="10838688" cy="294153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rot="10800000">
              <a:off x="647402" y="5645510"/>
              <a:ext cx="10838688" cy="63125"/>
              <a:chOff x="507492" y="1501519"/>
              <a:chExt cx="8129016" cy="63125"/>
            </a:xfrm>
          </p:grpSpPr>
          <p:cxnSp>
            <p:nvCxnSpPr>
              <p:cNvPr id="12" name="Straight Connector 11"/>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pic>
        <p:nvPicPr>
          <p:cNvPr id="7" name="Picture 6"/>
          <p:cNvPicPr>
            <a:picLocks noChangeAspect="1"/>
          </p:cNvPicPr>
          <p:nvPr/>
        </p:nvPicPr>
        <p:blipFill>
          <a:blip r:embed="rId2" cstate="print">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1325880" y="0"/>
            <a:ext cx="1783188" cy="2971806"/>
          </a:xfrm>
          <a:prstGeom prst="rect">
            <a:avLst/>
          </a:prstGeom>
        </p:spPr>
      </p:pic>
      <p:sp>
        <p:nvSpPr>
          <p:cNvPr id="2" name="Title 1"/>
          <p:cNvSpPr>
            <a:spLocks noGrp="1"/>
          </p:cNvSpPr>
          <p:nvPr>
            <p:ph type="title"/>
          </p:nvPr>
        </p:nvSpPr>
        <p:spPr>
          <a:xfrm>
            <a:off x="1104899" y="2971806"/>
            <a:ext cx="10071099" cy="1684150"/>
          </a:xfrm>
        </p:spPr>
        <p:txBody>
          <a:bodyPr anchor="ctr">
            <a:normAutofit/>
          </a:bodyPr>
          <a:lstStyle>
            <a:lvl1pPr>
              <a:defRPr sz="4400" cap="all" baseline="0">
                <a:solidFill>
                  <a:schemeClr val="bg1"/>
                </a:solidFill>
              </a:defRPr>
            </a:lvl1pPr>
          </a:lstStyle>
          <a:p>
            <a:r>
              <a:rPr lang="en-US" smtClean="0"/>
              <a:t>Click to edit Master title style</a:t>
            </a:r>
            <a:endParaRPr/>
          </a:p>
        </p:txBody>
      </p:sp>
      <p:sp>
        <p:nvSpPr>
          <p:cNvPr id="3" name="Text Placeholder 2"/>
          <p:cNvSpPr>
            <a:spLocks noGrp="1"/>
          </p:cNvSpPr>
          <p:nvPr>
            <p:ph type="body" idx="1"/>
          </p:nvPr>
        </p:nvSpPr>
        <p:spPr>
          <a:xfrm>
            <a:off x="1104899" y="4655956"/>
            <a:ext cx="10071099" cy="509750"/>
          </a:xfrm>
        </p:spPr>
        <p:txBody>
          <a:bodyPr>
            <a:normAutofit/>
          </a:bodyPr>
          <a:lstStyle>
            <a:lvl1pPr marL="0" indent="0">
              <a:spcBef>
                <a:spcPts val="0"/>
              </a:spcBef>
              <a:buNone/>
              <a:defRPr sz="16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02B9795-92DC-40DC-A1CA-9A4B349D7824}" type="datetimeFigureOut">
              <a:rPr lang="en-US"/>
              <a:pPr/>
              <a:t>3/8/2025</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pPr/>
              <a:t>‹#›</a:t>
            </a:fld>
            <a:endParaRPr/>
          </a:p>
        </p:txBody>
      </p:sp>
    </p:spTree>
    <p:extLst>
      <p:ext uri="{BB962C8B-B14F-4D97-AF65-F5344CB8AC3E}">
        <p14:creationId xmlns:p14="http://schemas.microsoft.com/office/powerpoint/2010/main" val="3602678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sz="half" idx="1"/>
          </p:nvPr>
        </p:nvSpPr>
        <p:spPr>
          <a:xfrm>
            <a:off x="1104900" y="1600200"/>
            <a:ext cx="4914900" cy="4571999"/>
          </a:xfrm>
        </p:spPr>
        <p:txBody>
          <a:bodyPr/>
          <a:lstStyle>
            <a:lvl5pPr>
              <a:defRPr/>
            </a:lvl5pPr>
            <a:lvl6pPr>
              <a:defRPr/>
            </a:lvl6pPr>
            <a:lvl7pPr>
              <a:defRPr/>
            </a:lvl7pPr>
            <a:lvl8pPr>
              <a:defRPr/>
            </a:lvl8pPr>
            <a:lvl9pPr>
              <a:defRPr/>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Content Placeholder 3"/>
          <p:cNvSpPr>
            <a:spLocks noGrp="1"/>
          </p:cNvSpPr>
          <p:nvPr>
            <p:ph sz="half" idx="2"/>
          </p:nvPr>
        </p:nvSpPr>
        <p:spPr>
          <a:xfrm>
            <a:off x="6172200" y="1600200"/>
            <a:ext cx="4914900" cy="4571999"/>
          </a:xfrm>
        </p:spPr>
        <p:txBody>
          <a:bodyPr/>
          <a:lstStyle>
            <a:lvl5pPr>
              <a:defRPr/>
            </a:lvl5pPr>
            <a:lvl6pPr>
              <a:defRPr/>
            </a:lvl6pPr>
            <a:lvl7pPr>
              <a:defRPr/>
            </a:lvl7pPr>
            <a:lvl8pPr>
              <a:defRPr/>
            </a:lvl8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Date Placeholder 4"/>
          <p:cNvSpPr>
            <a:spLocks noGrp="1"/>
          </p:cNvSpPr>
          <p:nvPr>
            <p:ph type="dt" sz="half" idx="10"/>
          </p:nvPr>
        </p:nvSpPr>
        <p:spPr/>
        <p:txBody>
          <a:bodyPr/>
          <a:lstStyle/>
          <a:p>
            <a:fld id="{402B9795-92DC-40DC-A1CA-9A4B349D7824}" type="datetimeFigureOut">
              <a:rPr lang="en-US"/>
              <a:pPr/>
              <a:t>3/8/2025</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0FF54DE5-C571-48E8-A5BC-B369434E2F44}" type="slidenum">
              <a:rPr/>
              <a:pPr/>
              <a:t>‹#›</a:t>
            </a:fld>
            <a:endParaRPr/>
          </a:p>
        </p:txBody>
      </p:sp>
    </p:spTree>
    <p:extLst>
      <p:ext uri="{BB962C8B-B14F-4D97-AF65-F5344CB8AC3E}">
        <p14:creationId xmlns:p14="http://schemas.microsoft.com/office/powerpoint/2010/main" val="35277910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Text Placeholder 2"/>
          <p:cNvSpPr>
            <a:spLocks noGrp="1"/>
          </p:cNvSpPr>
          <p:nvPr>
            <p:ph type="body" idx="1"/>
          </p:nvPr>
        </p:nvSpPr>
        <p:spPr>
          <a:xfrm>
            <a:off x="1104900" y="1600200"/>
            <a:ext cx="4919472" cy="823912"/>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104900" y="2424112"/>
            <a:ext cx="4919472" cy="37480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Text Placeholder 4"/>
          <p:cNvSpPr>
            <a:spLocks noGrp="1"/>
          </p:cNvSpPr>
          <p:nvPr>
            <p:ph type="body" sz="quarter" idx="3"/>
          </p:nvPr>
        </p:nvSpPr>
        <p:spPr>
          <a:xfrm>
            <a:off x="6166110" y="1600200"/>
            <a:ext cx="4919472" cy="823912"/>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66110" y="2424112"/>
            <a:ext cx="4919472" cy="37480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7" name="Date Placeholder 6"/>
          <p:cNvSpPr>
            <a:spLocks noGrp="1"/>
          </p:cNvSpPr>
          <p:nvPr>
            <p:ph type="dt" sz="half" idx="10"/>
          </p:nvPr>
        </p:nvSpPr>
        <p:spPr/>
        <p:txBody>
          <a:bodyPr/>
          <a:lstStyle/>
          <a:p>
            <a:fld id="{402B9795-92DC-40DC-A1CA-9A4B349D7824}" type="datetimeFigureOut">
              <a:rPr lang="en-US"/>
              <a:pPr/>
              <a:t>3/8/2025</a:t>
            </a:fld>
            <a:endParaRPr/>
          </a:p>
        </p:txBody>
      </p:sp>
      <p:sp>
        <p:nvSpPr>
          <p:cNvPr id="8" name="Footer Placeholder 7"/>
          <p:cNvSpPr>
            <a:spLocks noGrp="1"/>
          </p:cNvSpPr>
          <p:nvPr>
            <p:ph type="ftr" sz="quarter" idx="11"/>
          </p:nvPr>
        </p:nvSpPr>
        <p:spPr/>
        <p:txBody>
          <a:bodyPr/>
          <a:lstStyle/>
          <a:p>
            <a:endParaRPr/>
          </a:p>
        </p:txBody>
      </p:sp>
      <p:sp>
        <p:nvSpPr>
          <p:cNvPr id="9" name="Slide Number Placeholder 8"/>
          <p:cNvSpPr>
            <a:spLocks noGrp="1"/>
          </p:cNvSpPr>
          <p:nvPr>
            <p:ph type="sldNum" sz="quarter" idx="12"/>
          </p:nvPr>
        </p:nvSpPr>
        <p:spPr/>
        <p:txBody>
          <a:bodyPr/>
          <a:lstStyle/>
          <a:p>
            <a:fld id="{0FF54DE5-C571-48E8-A5BC-B369434E2F44}" type="slidenum">
              <a:rPr/>
              <a:pPr/>
              <a:t>‹#›</a:t>
            </a:fld>
            <a:endParaRPr/>
          </a:p>
        </p:txBody>
      </p:sp>
    </p:spTree>
    <p:extLst>
      <p:ext uri="{BB962C8B-B14F-4D97-AF65-F5344CB8AC3E}">
        <p14:creationId xmlns:p14="http://schemas.microsoft.com/office/powerpoint/2010/main" val="39710161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Date Placeholder 2"/>
          <p:cNvSpPr>
            <a:spLocks noGrp="1"/>
          </p:cNvSpPr>
          <p:nvPr>
            <p:ph type="dt" sz="half" idx="10"/>
          </p:nvPr>
        </p:nvSpPr>
        <p:spPr/>
        <p:txBody>
          <a:bodyPr/>
          <a:lstStyle/>
          <a:p>
            <a:fld id="{402B9795-92DC-40DC-A1CA-9A4B349D7824}" type="datetimeFigureOut">
              <a:rPr lang="en-US"/>
              <a:pPr/>
              <a:t>3/8/2025</a:t>
            </a:fld>
            <a:endParaRPr/>
          </a:p>
        </p:txBody>
      </p:sp>
      <p:sp>
        <p:nvSpPr>
          <p:cNvPr id="4" name="Footer Placeholder 3"/>
          <p:cNvSpPr>
            <a:spLocks noGrp="1"/>
          </p:cNvSpPr>
          <p:nvPr>
            <p:ph type="ftr" sz="quarter" idx="11"/>
          </p:nvPr>
        </p:nvSpPr>
        <p:spPr/>
        <p:txBody>
          <a:bodyPr/>
          <a:lstStyle/>
          <a:p>
            <a:endParaRPr/>
          </a:p>
        </p:txBody>
      </p:sp>
      <p:sp>
        <p:nvSpPr>
          <p:cNvPr id="5" name="Slide Number Placeholder 4"/>
          <p:cNvSpPr>
            <a:spLocks noGrp="1"/>
          </p:cNvSpPr>
          <p:nvPr>
            <p:ph type="sldNum" sz="quarter" idx="12"/>
          </p:nvPr>
        </p:nvSpPr>
        <p:spPr/>
        <p:txBody>
          <a:bodyPr/>
          <a:lstStyle/>
          <a:p>
            <a:fld id="{0FF54DE5-C571-48E8-A5BC-B369434E2F44}" type="slidenum">
              <a:rPr/>
              <a:pPr/>
              <a:t>‹#›</a:t>
            </a:fld>
            <a:endParaRPr/>
          </a:p>
        </p:txBody>
      </p:sp>
    </p:spTree>
    <p:extLst>
      <p:ext uri="{BB962C8B-B14F-4D97-AF65-F5344CB8AC3E}">
        <p14:creationId xmlns:p14="http://schemas.microsoft.com/office/powerpoint/2010/main" val="17581115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02B9795-92DC-40DC-A1CA-9A4B349D7824}" type="datetimeFigureOut">
              <a:rPr lang="en-US"/>
              <a:pPr/>
              <a:t>3/8/2025</a:t>
            </a:fld>
            <a:endParaRPr/>
          </a:p>
        </p:txBody>
      </p:sp>
      <p:sp>
        <p:nvSpPr>
          <p:cNvPr id="3" name="Footer Placeholder 2"/>
          <p:cNvSpPr>
            <a:spLocks noGrp="1"/>
          </p:cNvSpPr>
          <p:nvPr>
            <p:ph type="ftr" sz="quarter" idx="11"/>
          </p:nvPr>
        </p:nvSpPr>
        <p:spPr/>
        <p:txBody>
          <a:bodyPr/>
          <a:lstStyle/>
          <a:p>
            <a:endParaRPr/>
          </a:p>
        </p:txBody>
      </p:sp>
      <p:sp>
        <p:nvSpPr>
          <p:cNvPr id="4" name="Slide Number Placeholder 3"/>
          <p:cNvSpPr>
            <a:spLocks noGrp="1"/>
          </p:cNvSpPr>
          <p:nvPr>
            <p:ph type="sldNum" sz="quarter" idx="12"/>
          </p:nvPr>
        </p:nvSpPr>
        <p:spPr/>
        <p:txBody>
          <a:bodyPr/>
          <a:lstStyle/>
          <a:p>
            <a:fld id="{0FF54DE5-C571-48E8-A5BC-B369434E2F44}" type="slidenum">
              <a:rPr/>
              <a:pPr/>
              <a:t>‹#›</a:t>
            </a:fld>
            <a:endParaRPr/>
          </a:p>
        </p:txBody>
      </p:sp>
    </p:spTree>
    <p:extLst>
      <p:ext uri="{BB962C8B-B14F-4D97-AF65-F5344CB8AC3E}">
        <p14:creationId xmlns:p14="http://schemas.microsoft.com/office/powerpoint/2010/main" val="302416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defRPr sz="3200"/>
            </a:lvl1pPr>
          </a:lstStyle>
          <a:p>
            <a:r>
              <a:rPr lang="en-US" smtClean="0"/>
              <a:t>Click to edit Master title style</a:t>
            </a:r>
            <a:endParaRPr/>
          </a:p>
        </p:txBody>
      </p:sp>
      <p:sp>
        <p:nvSpPr>
          <p:cNvPr id="4" name="Text Placeholder 3"/>
          <p:cNvSpPr>
            <a:spLocks noGrp="1"/>
          </p:cNvSpPr>
          <p:nvPr>
            <p:ph type="body" sz="half" idx="2"/>
          </p:nvPr>
        </p:nvSpPr>
        <p:spPr>
          <a:xfrm>
            <a:off x="1104900" y="1600200"/>
            <a:ext cx="4384548" cy="4572000"/>
          </a:xfrm>
        </p:spPr>
        <p:txBody>
          <a:bodyPr>
            <a:normAutofit/>
          </a:bodyPr>
          <a:lstStyle>
            <a:lvl1pPr marL="0" indent="0">
              <a:spcBef>
                <a:spcPts val="12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3" name="Content Placeholder 2"/>
          <p:cNvSpPr>
            <a:spLocks noGrp="1"/>
          </p:cNvSpPr>
          <p:nvPr>
            <p:ph idx="1"/>
          </p:nvPr>
        </p:nvSpPr>
        <p:spPr>
          <a:xfrm>
            <a:off x="5641848" y="1600199"/>
            <a:ext cx="5445252" cy="4572001"/>
          </a:xfrm>
        </p:spPr>
        <p:txBody>
          <a:bodyPr>
            <a:normAutofit/>
          </a:bodyPr>
          <a:lstStyle>
            <a:lvl1pPr>
              <a:defRPr sz="2000"/>
            </a:lvl1pPr>
            <a:lvl2pPr>
              <a:defRPr sz="16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Date Placeholder 4"/>
          <p:cNvSpPr>
            <a:spLocks noGrp="1"/>
          </p:cNvSpPr>
          <p:nvPr>
            <p:ph type="dt" sz="half" idx="10"/>
          </p:nvPr>
        </p:nvSpPr>
        <p:spPr/>
        <p:txBody>
          <a:bodyPr/>
          <a:lstStyle/>
          <a:p>
            <a:fld id="{402B9795-92DC-40DC-A1CA-9A4B349D7824}" type="datetimeFigureOut">
              <a:rPr lang="en-US"/>
              <a:pPr/>
              <a:t>3/8/2025</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0FF54DE5-C571-48E8-A5BC-B369434E2F44}" type="slidenum">
              <a:rPr/>
              <a:pPr/>
              <a:t>‹#›</a:t>
            </a:fld>
            <a:endParaRPr/>
          </a:p>
        </p:txBody>
      </p:sp>
    </p:spTree>
    <p:extLst>
      <p:ext uri="{BB962C8B-B14F-4D97-AF65-F5344CB8AC3E}">
        <p14:creationId xmlns:p14="http://schemas.microsoft.com/office/powerpoint/2010/main" val="37697646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defRPr sz="3200"/>
            </a:lvl1pPr>
          </a:lstStyle>
          <a:p>
            <a:r>
              <a:rPr lang="en-US" smtClean="0"/>
              <a:t>Click to edit Master title style</a:t>
            </a:r>
            <a:endParaRPr/>
          </a:p>
        </p:txBody>
      </p:sp>
      <p:sp>
        <p:nvSpPr>
          <p:cNvPr id="4" name="Text Placeholder 3"/>
          <p:cNvSpPr>
            <a:spLocks noGrp="1"/>
          </p:cNvSpPr>
          <p:nvPr>
            <p:ph type="body" sz="half" idx="2"/>
          </p:nvPr>
        </p:nvSpPr>
        <p:spPr>
          <a:xfrm>
            <a:off x="1104900" y="1600200"/>
            <a:ext cx="3396996" cy="4572000"/>
          </a:xfrm>
        </p:spPr>
        <p:txBody>
          <a:bodyPr>
            <a:normAutofit/>
          </a:bodyPr>
          <a:lstStyle>
            <a:lvl1pPr marL="0" indent="0">
              <a:spcBef>
                <a:spcPts val="12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3" name="Picture Placeholder 2" descr="An empty placeholder to add an image. Click on the placeholder and select the image that you wish to add."/>
          <p:cNvSpPr>
            <a:spLocks noGrp="1"/>
          </p:cNvSpPr>
          <p:nvPr>
            <p:ph type="pic" idx="1"/>
          </p:nvPr>
        </p:nvSpPr>
        <p:spPr>
          <a:xfrm>
            <a:off x="4654671" y="1600199"/>
            <a:ext cx="6430912" cy="4572001"/>
          </a:xfrm>
        </p:spPr>
        <p:txBody>
          <a:bodyPr tIns="118872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a:p>
        </p:txBody>
      </p:sp>
      <p:sp>
        <p:nvSpPr>
          <p:cNvPr id="5" name="Date Placeholder 4"/>
          <p:cNvSpPr>
            <a:spLocks noGrp="1"/>
          </p:cNvSpPr>
          <p:nvPr>
            <p:ph type="dt" sz="half" idx="10"/>
          </p:nvPr>
        </p:nvSpPr>
        <p:spPr/>
        <p:txBody>
          <a:bodyPr/>
          <a:lstStyle/>
          <a:p>
            <a:fld id="{402B9795-92DC-40DC-A1CA-9A4B349D7824}" type="datetimeFigureOut">
              <a:rPr lang="en-US"/>
              <a:pPr/>
              <a:t>3/8/2025</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0FF54DE5-C571-48E8-A5BC-B369434E2F44}" type="slidenum">
              <a:rPr/>
              <a:pPr/>
              <a:t>‹#›</a:t>
            </a:fld>
            <a:endParaRPr/>
          </a:p>
        </p:txBody>
      </p:sp>
    </p:spTree>
    <p:extLst>
      <p:ext uri="{BB962C8B-B14F-4D97-AF65-F5344CB8AC3E}">
        <p14:creationId xmlns:p14="http://schemas.microsoft.com/office/powerpoint/2010/main" val="7696370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fld id="{402B9795-92DC-40DC-A1CA-9A4B349D7824}" type="datetimeFigureOut">
              <a:rPr lang="en-US"/>
              <a:pPr/>
              <a:t>3/8/2025</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pPr/>
              <a:t>‹#›</a:t>
            </a:fld>
            <a:endParaRPr/>
          </a:p>
        </p:txBody>
      </p:sp>
    </p:spTree>
    <p:extLst>
      <p:ext uri="{BB962C8B-B14F-4D97-AF65-F5344CB8AC3E}">
        <p14:creationId xmlns:p14="http://schemas.microsoft.com/office/powerpoint/2010/main" val="20120767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372600" y="365125"/>
            <a:ext cx="1714500" cy="5811838"/>
          </a:xfrm>
        </p:spPr>
        <p:txBody>
          <a:bodyPr vert="eaVert"/>
          <a:lstStyle/>
          <a:p>
            <a:r>
              <a:rPr lang="en-US" smtClean="0"/>
              <a:t>Click to edit Master title style</a:t>
            </a:r>
            <a:endParaRPr/>
          </a:p>
        </p:txBody>
      </p:sp>
      <p:sp>
        <p:nvSpPr>
          <p:cNvPr id="3" name="Vertical Text Placeholder 2"/>
          <p:cNvSpPr>
            <a:spLocks noGrp="1"/>
          </p:cNvSpPr>
          <p:nvPr>
            <p:ph type="body" orient="vert" idx="1"/>
          </p:nvPr>
        </p:nvSpPr>
        <p:spPr>
          <a:xfrm>
            <a:off x="1104900" y="365125"/>
            <a:ext cx="8098896"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fld id="{402B9795-92DC-40DC-A1CA-9A4B349D7824}" type="datetimeFigureOut">
              <a:rPr lang="en-US"/>
              <a:pPr/>
              <a:t>3/8/2025</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pPr/>
              <a:t>‹#›</a:t>
            </a:fld>
            <a:endParaRPr/>
          </a:p>
        </p:txBody>
      </p:sp>
      <p:grpSp>
        <p:nvGrpSpPr>
          <p:cNvPr id="7" name="Group 6"/>
          <p:cNvGrpSpPr/>
          <p:nvPr/>
        </p:nvGrpSpPr>
        <p:grpSpPr>
          <a:xfrm rot="5400000">
            <a:off x="6514047" y="3228843"/>
            <a:ext cx="5632704" cy="84403"/>
            <a:chOff x="1073150" y="1219201"/>
            <a:chExt cx="10058400" cy="63125"/>
          </a:xfrm>
        </p:grpSpPr>
        <p:cxnSp>
          <p:nvCxnSpPr>
            <p:cNvPr id="8" name="Straight Connector 7"/>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45927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04900" y="76200"/>
            <a:ext cx="9980682" cy="1096962"/>
          </a:xfrm>
          <a:prstGeom prst="rect">
            <a:avLst/>
          </a:prstGeom>
        </p:spPr>
        <p:txBody>
          <a:bodyPr vert="horz" lIns="0" tIns="45720" rIns="0" bIns="45720" rtlCol="0" anchor="b">
            <a:normAutofit/>
          </a:bodyPr>
          <a:lstStyle/>
          <a:p>
            <a:r>
              <a:rPr lang="en-US" smtClean="0"/>
              <a:t>Click to edit Master title style</a:t>
            </a:r>
            <a:endParaRPr/>
          </a:p>
        </p:txBody>
      </p:sp>
      <p:sp>
        <p:nvSpPr>
          <p:cNvPr id="3" name="Text Placeholder 2"/>
          <p:cNvSpPr>
            <a:spLocks noGrp="1"/>
          </p:cNvSpPr>
          <p:nvPr>
            <p:ph type="body" idx="1"/>
          </p:nvPr>
        </p:nvSpPr>
        <p:spPr>
          <a:xfrm>
            <a:off x="1104900" y="1600200"/>
            <a:ext cx="9982200" cy="4572000"/>
          </a:xfrm>
          <a:prstGeom prst="rect">
            <a:avLst/>
          </a:prstGeom>
        </p:spPr>
        <p:txBody>
          <a:bodyPr vert="horz" lIns="0" tIns="45720" rIns="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2"/>
          </p:nvPr>
        </p:nvSpPr>
        <p:spPr>
          <a:xfrm>
            <a:off x="1104899" y="6356351"/>
            <a:ext cx="1829559" cy="365125"/>
          </a:xfrm>
          <a:prstGeom prst="rect">
            <a:avLst/>
          </a:prstGeom>
        </p:spPr>
        <p:txBody>
          <a:bodyPr vert="horz" lIns="0" tIns="45720" rIns="0" bIns="45720" rtlCol="0" anchor="ctr"/>
          <a:lstStyle>
            <a:lvl1pPr algn="l">
              <a:defRPr sz="1200" baseline="0">
                <a:solidFill>
                  <a:schemeClr val="tx1">
                    <a:lumMod val="75000"/>
                  </a:schemeClr>
                </a:solidFill>
              </a:defRPr>
            </a:lvl1pPr>
          </a:lstStyle>
          <a:p>
            <a:fld id="{402B9795-92DC-40DC-A1CA-9A4B349D7824}" type="datetimeFigureOut">
              <a:rPr lang="en-US" smtClean="0"/>
              <a:pPr/>
              <a:t>3/8/2025</a:t>
            </a:fld>
            <a:endParaRPr lang="en-US"/>
          </a:p>
        </p:txBody>
      </p:sp>
      <p:sp>
        <p:nvSpPr>
          <p:cNvPr id="5" name="Footer Placeholder 4"/>
          <p:cNvSpPr>
            <a:spLocks noGrp="1"/>
          </p:cNvSpPr>
          <p:nvPr>
            <p:ph type="ftr" sz="quarter" idx="3"/>
          </p:nvPr>
        </p:nvSpPr>
        <p:spPr>
          <a:xfrm>
            <a:off x="2934459" y="6356350"/>
            <a:ext cx="6323082" cy="365126"/>
          </a:xfrm>
          <a:prstGeom prst="rect">
            <a:avLst/>
          </a:prstGeom>
        </p:spPr>
        <p:txBody>
          <a:bodyPr vert="horz" lIns="0" tIns="45720" rIns="0" bIns="45720" rtlCol="0" anchor="ctr"/>
          <a:lstStyle>
            <a:lvl1pPr algn="ctr">
              <a:defRPr sz="1200" baseline="0">
                <a:solidFill>
                  <a:schemeClr val="tx1">
                    <a:lumMod val="75000"/>
                  </a:schemeClr>
                </a:solidFill>
              </a:defRPr>
            </a:lvl1pPr>
          </a:lstStyle>
          <a:p>
            <a:endParaRPr lang="en-US"/>
          </a:p>
        </p:txBody>
      </p:sp>
      <p:sp>
        <p:nvSpPr>
          <p:cNvPr id="6" name="Slide Number Placeholder 5"/>
          <p:cNvSpPr>
            <a:spLocks noGrp="1"/>
          </p:cNvSpPr>
          <p:nvPr>
            <p:ph type="sldNum" sz="quarter" idx="4"/>
          </p:nvPr>
        </p:nvSpPr>
        <p:spPr>
          <a:xfrm>
            <a:off x="9256782" y="6356351"/>
            <a:ext cx="1828800" cy="365125"/>
          </a:xfrm>
          <a:prstGeom prst="rect">
            <a:avLst/>
          </a:prstGeom>
        </p:spPr>
        <p:txBody>
          <a:bodyPr vert="horz" lIns="0" tIns="45720" rIns="0" bIns="45720" rtlCol="0" anchor="ctr"/>
          <a:lstStyle>
            <a:lvl1pPr algn="r">
              <a:defRPr sz="1200" baseline="0">
                <a:solidFill>
                  <a:schemeClr val="tx1">
                    <a:lumMod val="75000"/>
                  </a:schemeClr>
                </a:solidFill>
              </a:defRPr>
            </a:lvl1pPr>
          </a:lstStyle>
          <a:p>
            <a:fld id="{0FF54DE5-C571-48E8-A5BC-B369434E2F44}" type="slidenum">
              <a:rPr lang="en-US" smtClean="0"/>
              <a:pPr/>
              <a:t>‹#›</a:t>
            </a:fld>
            <a:endParaRPr lang="en-US"/>
          </a:p>
        </p:txBody>
      </p:sp>
      <p:grpSp>
        <p:nvGrpSpPr>
          <p:cNvPr id="15" name="Group 14"/>
          <p:cNvGrpSpPr/>
          <p:nvPr/>
        </p:nvGrpSpPr>
        <p:grpSpPr>
          <a:xfrm>
            <a:off x="1103376" y="1219201"/>
            <a:ext cx="9985248" cy="84403"/>
            <a:chOff x="1073150" y="1219201"/>
            <a:chExt cx="10058400" cy="63125"/>
          </a:xfrm>
        </p:grpSpPr>
        <p:cxnSp>
          <p:nvCxnSpPr>
            <p:cNvPr id="13" name="Straight Connector 12"/>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462510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28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696">
          <p15:clr>
            <a:srgbClr val="F26B43"/>
          </p15:clr>
        </p15:guide>
        <p15:guide id="2" pos="6984">
          <p15:clr>
            <a:srgbClr val="F26B43"/>
          </p15:clr>
        </p15:guide>
        <p15:guide id="3" orient="horz" pos="1008">
          <p15:clr>
            <a:srgbClr val="F26B43"/>
          </p15:clr>
        </p15:guide>
        <p15:guide id="4" orient="horz" pos="388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4.wmf"/></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7.gi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321128" y="1527060"/>
            <a:ext cx="5734050" cy="2219691"/>
          </a:xfrm>
        </p:spPr>
        <p:txBody>
          <a:bodyPr anchor="ctr"/>
          <a:lstStyle/>
          <a:p>
            <a:r>
              <a:rPr lang="en-US" dirty="0" smtClean="0"/>
              <a:t>CSE </a:t>
            </a:r>
            <a:r>
              <a:rPr lang="en-US" dirty="0"/>
              <a:t>455 </a:t>
            </a:r>
            <a:r>
              <a:rPr lang="en-US" dirty="0" smtClean="0"/>
              <a:t/>
            </a:r>
            <a:br>
              <a:rPr lang="en-US" dirty="0" smtClean="0"/>
            </a:br>
            <a:r>
              <a:rPr lang="en-US" dirty="0" smtClean="0"/>
              <a:t>software Testing</a:t>
            </a:r>
            <a:endParaRPr lang="en-US" dirty="0"/>
          </a:p>
        </p:txBody>
      </p:sp>
      <p:sp>
        <p:nvSpPr>
          <p:cNvPr id="7" name="Subtitle 6"/>
          <p:cNvSpPr>
            <a:spLocks noGrp="1"/>
          </p:cNvSpPr>
          <p:nvPr>
            <p:ph type="subTitle" idx="1"/>
          </p:nvPr>
        </p:nvSpPr>
        <p:spPr>
          <a:xfrm>
            <a:off x="321128" y="4472596"/>
            <a:ext cx="5734050" cy="955565"/>
          </a:xfrm>
        </p:spPr>
        <p:txBody>
          <a:bodyPr/>
          <a:lstStyle/>
          <a:p>
            <a:r>
              <a:rPr lang="en-US" dirty="0"/>
              <a:t>This course is offered to the students </a:t>
            </a:r>
            <a:r>
              <a:rPr lang="en-US" dirty="0" smtClean="0"/>
              <a:t>of </a:t>
            </a:r>
            <a:r>
              <a:rPr lang="en-US" dirty="0"/>
              <a:t>BS Software Engineering who are enrolled in 8</a:t>
            </a:r>
            <a:r>
              <a:rPr lang="en-US" baseline="30000" dirty="0"/>
              <a:t>th</a:t>
            </a:r>
            <a:r>
              <a:rPr lang="en-US" dirty="0"/>
              <a:t> semester</a:t>
            </a:r>
          </a:p>
          <a:p>
            <a:r>
              <a:rPr lang="en-US" dirty="0" smtClean="0"/>
              <a:t>	</a:t>
            </a:r>
            <a:endParaRPr lang="en-US" dirty="0"/>
          </a:p>
        </p:txBody>
      </p:sp>
      <p:sp>
        <p:nvSpPr>
          <p:cNvPr id="5" name="Picture Placeholder 4"/>
          <p:cNvSpPr>
            <a:spLocks noGrp="1"/>
          </p:cNvSpPr>
          <p:nvPr>
            <p:ph type="pic" sz="quarter" idx="13"/>
          </p:nvPr>
        </p:nvSpPr>
        <p:spPr/>
      </p:sp>
      <p:pic>
        <p:nvPicPr>
          <p:cNvPr id="1026" name="Picture 2" descr="H:\CIIT\software testing\Final Slides\software-testing.jpg"/>
          <p:cNvPicPr>
            <a:picLocks noChangeAspect="1" noChangeArrowheads="1"/>
          </p:cNvPicPr>
          <p:nvPr/>
        </p:nvPicPr>
        <p:blipFill>
          <a:blip r:embed="rId3"/>
          <a:srcRect/>
          <a:stretch>
            <a:fillRect/>
          </a:stretch>
        </p:blipFill>
        <p:spPr bwMode="auto">
          <a:xfrm>
            <a:off x="6083300" y="1276534"/>
            <a:ext cx="6096000" cy="4267200"/>
          </a:xfrm>
          <a:prstGeom prst="rect">
            <a:avLst/>
          </a:prstGeom>
          <a:noFill/>
        </p:spPr>
      </p:pic>
      <p:sp>
        <p:nvSpPr>
          <p:cNvPr id="8" name="Subtitle 6"/>
          <p:cNvSpPr txBox="1">
            <a:spLocks/>
          </p:cNvSpPr>
          <p:nvPr/>
        </p:nvSpPr>
        <p:spPr>
          <a:xfrm>
            <a:off x="1466850" y="3655068"/>
            <a:ext cx="1045441" cy="454605"/>
          </a:xfrm>
          <a:prstGeom prst="rect">
            <a:avLst/>
          </a:prstGeom>
        </p:spPr>
        <p:txBody>
          <a:bodyPr vert="horz" lIns="0" tIns="45720" rIns="0" bIns="45720" rtlCol="0">
            <a:normAutofit fontScale="92500" lnSpcReduction="20000"/>
          </a:bodyPr>
          <a:lstStyle>
            <a:lvl1pPr marL="0" indent="0" algn="l" defTabSz="914400" rtl="0" eaLnBrk="1" latinLnBrk="0" hangingPunct="1">
              <a:lnSpc>
                <a:spcPct val="90000"/>
              </a:lnSpc>
              <a:spcBef>
                <a:spcPts val="0"/>
              </a:spcBef>
              <a:buFont typeface="Wingdings" panose="05000000000000000000" pitchFamily="2" charset="2"/>
              <a:buNone/>
              <a:defRPr sz="1800" kern="1200">
                <a:solidFill>
                  <a:schemeClr val="tx1"/>
                </a:solidFill>
                <a:latin typeface="+mn-lt"/>
                <a:ea typeface="+mn-ea"/>
                <a:cs typeface="+mn-cs"/>
              </a:defRPr>
            </a:lvl1pPr>
            <a:lvl2pPr marL="457200" indent="0" algn="ctr" defTabSz="914400" rtl="0" eaLnBrk="1" latinLnBrk="0" hangingPunct="1">
              <a:lnSpc>
                <a:spcPct val="90000"/>
              </a:lnSpc>
              <a:spcBef>
                <a:spcPts val="600"/>
              </a:spcBef>
              <a:buFont typeface="Wingdings" panose="05000000000000000000" pitchFamily="2" charset="2"/>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600"/>
              </a:spcBef>
              <a:buFont typeface="Wingdings" panose="05000000000000000000" pitchFamily="2" charset="2"/>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600"/>
              </a:spcBef>
              <a:buFont typeface="Wingdings" panose="05000000000000000000" pitchFamily="2" charset="2"/>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600"/>
              </a:spcBef>
              <a:buFont typeface="Wingdings" panose="05000000000000000000" pitchFamily="2" charset="2"/>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Wingdings" panose="05000000000000000000" pitchFamily="2" charset="2"/>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Wingdings" panose="05000000000000000000" pitchFamily="2" charset="2"/>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Wingdings" panose="05000000000000000000" pitchFamily="2" charset="2"/>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Wingdings" panose="05000000000000000000" pitchFamily="2" charset="2"/>
              <a:buNone/>
              <a:defRPr sz="1600" kern="1200">
                <a:solidFill>
                  <a:schemeClr val="tx1"/>
                </a:solidFill>
                <a:latin typeface="+mn-lt"/>
                <a:ea typeface="+mn-ea"/>
                <a:cs typeface="+mn-cs"/>
              </a:defRPr>
            </a:lvl9pPr>
          </a:lstStyle>
          <a:p>
            <a:r>
              <a:rPr lang="en-US" dirty="0" smtClean="0"/>
              <a:t>Lecture 1</a:t>
            </a:r>
          </a:p>
          <a:p>
            <a:r>
              <a:rPr lang="en-US" dirty="0" smtClean="0"/>
              <a:t>	</a:t>
            </a:r>
            <a:endParaRPr lang="en-US" dirty="0"/>
          </a:p>
        </p:txBody>
      </p: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088385" y="0"/>
            <a:ext cx="1090915" cy="1089498"/>
          </a:xfrm>
          <a:prstGeom prst="rect">
            <a:avLst/>
          </a:prstGeom>
        </p:spPr>
      </p:pic>
    </p:spTree>
    <p:extLst>
      <p:ext uri="{BB962C8B-B14F-4D97-AF65-F5344CB8AC3E}">
        <p14:creationId xmlns:p14="http://schemas.microsoft.com/office/powerpoint/2010/main" val="16521339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306618" y="1830275"/>
            <a:ext cx="5301673" cy="2219691"/>
          </a:xfrm>
        </p:spPr>
        <p:style>
          <a:lnRef idx="3">
            <a:schemeClr val="lt1"/>
          </a:lnRef>
          <a:fillRef idx="1">
            <a:schemeClr val="accent3"/>
          </a:fillRef>
          <a:effectRef idx="1">
            <a:schemeClr val="accent3"/>
          </a:effectRef>
          <a:fontRef idx="minor">
            <a:schemeClr val="lt1"/>
          </a:fontRef>
        </p:style>
        <p:txBody>
          <a:bodyPr>
            <a:normAutofit/>
          </a:bodyPr>
          <a:lstStyle/>
          <a:p>
            <a:r>
              <a:rPr lang="en-US" sz="3000" dirty="0" smtClean="0">
                <a:latin typeface="Castellar" panose="020A0402060406010301" pitchFamily="18" charset="0"/>
              </a:rPr>
              <a:t>   Course instructor</a:t>
            </a:r>
            <a:br>
              <a:rPr lang="en-US" sz="3000" dirty="0" smtClean="0">
                <a:latin typeface="Castellar" panose="020A0402060406010301" pitchFamily="18" charset="0"/>
              </a:rPr>
            </a:br>
            <a:r>
              <a:rPr lang="en-US" sz="3000" dirty="0" smtClean="0">
                <a:latin typeface="Castellar" panose="020A0402060406010301" pitchFamily="18" charset="0"/>
              </a:rPr>
              <a:t/>
            </a:r>
            <a:br>
              <a:rPr lang="en-US" sz="3000" dirty="0" smtClean="0">
                <a:latin typeface="Castellar" panose="020A0402060406010301" pitchFamily="18" charset="0"/>
              </a:rPr>
            </a:br>
            <a:r>
              <a:rPr lang="en-US" sz="3000" dirty="0" smtClean="0">
                <a:latin typeface="Castellar" panose="020A0402060406010301" pitchFamily="18" charset="0"/>
              </a:rPr>
              <a:t>          Yella </a:t>
            </a:r>
            <a:r>
              <a:rPr lang="en-US" sz="3000" dirty="0" err="1" smtClean="0">
                <a:latin typeface="Castellar" panose="020A0402060406010301" pitchFamily="18" charset="0"/>
              </a:rPr>
              <a:t>mehroze</a:t>
            </a:r>
            <a:endParaRPr lang="en-US" sz="3000" dirty="0">
              <a:latin typeface="Castellar" panose="020A0402060406010301" pitchFamily="18" charset="0"/>
            </a:endParaRPr>
          </a:p>
        </p:txBody>
      </p:sp>
      <p:sp>
        <p:nvSpPr>
          <p:cNvPr id="3" name="Subtitle 2"/>
          <p:cNvSpPr>
            <a:spLocks noGrp="1"/>
          </p:cNvSpPr>
          <p:nvPr>
            <p:ph type="subTitle" idx="1"/>
          </p:nvPr>
        </p:nvSpPr>
        <p:spPr>
          <a:xfrm>
            <a:off x="3546765" y="4230255"/>
            <a:ext cx="4895272" cy="1126835"/>
          </a:xfrm>
        </p:spPr>
        <p:style>
          <a:lnRef idx="1">
            <a:schemeClr val="accent3"/>
          </a:lnRef>
          <a:fillRef idx="2">
            <a:schemeClr val="accent3"/>
          </a:fillRef>
          <a:effectRef idx="1">
            <a:schemeClr val="accent3"/>
          </a:effectRef>
          <a:fontRef idx="minor">
            <a:schemeClr val="dk1"/>
          </a:fontRef>
        </p:style>
        <p:txBody>
          <a:bodyPr>
            <a:normAutofit/>
          </a:bodyPr>
          <a:lstStyle/>
          <a:p>
            <a:endParaRPr lang="en-US" dirty="0" smtClean="0"/>
          </a:p>
          <a:p>
            <a:r>
              <a:rPr lang="en-US" dirty="0">
                <a:latin typeface="Castellar" panose="020A0402060406010301" pitchFamily="18" charset="0"/>
              </a:rPr>
              <a:t> </a:t>
            </a:r>
            <a:r>
              <a:rPr lang="en-US" dirty="0" smtClean="0">
                <a:latin typeface="Castellar" panose="020A0402060406010301" pitchFamily="18" charset="0"/>
              </a:rPr>
              <a:t>   </a:t>
            </a:r>
          </a:p>
          <a:p>
            <a:r>
              <a:rPr lang="en-US" dirty="0" smtClean="0">
                <a:latin typeface="Castellar" panose="020A0402060406010301" pitchFamily="18" charset="0"/>
              </a:rPr>
              <a:t>yellamehroze@cuilahore.edu.pk</a:t>
            </a:r>
            <a:endParaRPr lang="en-US" dirty="0">
              <a:latin typeface="Castellar" panose="020A0402060406010301" pitchFamily="18" charset="0"/>
            </a:endParaRPr>
          </a:p>
        </p:txBody>
      </p:sp>
    </p:spTree>
    <p:extLst>
      <p:ext uri="{BB962C8B-B14F-4D97-AF65-F5344CB8AC3E}">
        <p14:creationId xmlns:p14="http://schemas.microsoft.com/office/powerpoint/2010/main" val="32168495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smtClean="0"/>
              <a:t>Outline</a:t>
            </a:r>
            <a:endParaRPr lang="en-US" dirty="0"/>
          </a:p>
        </p:txBody>
      </p:sp>
      <p:sp>
        <p:nvSpPr>
          <p:cNvPr id="14" name="Content Placeholder 13"/>
          <p:cNvSpPr>
            <a:spLocks noGrp="1"/>
          </p:cNvSpPr>
          <p:nvPr>
            <p:ph idx="1"/>
          </p:nvPr>
        </p:nvSpPr>
        <p:spPr>
          <a:xfrm>
            <a:off x="1104900" y="1430382"/>
            <a:ext cx="9982200" cy="5257801"/>
          </a:xfrm>
        </p:spPr>
        <p:txBody>
          <a:bodyPr>
            <a:normAutofit lnSpcReduction="10000"/>
          </a:bodyPr>
          <a:lstStyle/>
          <a:p>
            <a:r>
              <a:rPr lang="en-US" altLang="en-US" dirty="0" smtClean="0"/>
              <a:t>Introduction</a:t>
            </a:r>
          </a:p>
          <a:p>
            <a:r>
              <a:rPr lang="en-US" altLang="en-US" dirty="0" smtClean="0"/>
              <a:t>Learning Objectives</a:t>
            </a:r>
          </a:p>
          <a:p>
            <a:r>
              <a:rPr lang="en-US" altLang="en-US" dirty="0" smtClean="0"/>
              <a:t>Text / Reference Books</a:t>
            </a:r>
          </a:p>
          <a:p>
            <a:r>
              <a:rPr lang="en-US" altLang="en-US" dirty="0" smtClean="0"/>
              <a:t>Rules</a:t>
            </a:r>
          </a:p>
          <a:p>
            <a:r>
              <a:rPr lang="en-GB" dirty="0" smtClean="0"/>
              <a:t>Verification v/s Validation</a:t>
            </a:r>
          </a:p>
          <a:p>
            <a:r>
              <a:rPr lang="en-GB" altLang="en-US" dirty="0" smtClean="0"/>
              <a:t>Quality Assurance v/s Quality Control</a:t>
            </a:r>
          </a:p>
          <a:p>
            <a:r>
              <a:rPr lang="en-US" dirty="0" smtClean="0"/>
              <a:t>Formal Definition of Software Testing</a:t>
            </a:r>
          </a:p>
          <a:p>
            <a:r>
              <a:rPr lang="en-US" altLang="en-US" dirty="0" smtClean="0"/>
              <a:t>What is a Bug?</a:t>
            </a:r>
          </a:p>
          <a:p>
            <a:r>
              <a:rPr lang="en-US" altLang="en-US" dirty="0" smtClean="0"/>
              <a:t>Why do Bugs Occur?</a:t>
            </a:r>
          </a:p>
          <a:p>
            <a:r>
              <a:rPr lang="en-US" altLang="en-US" dirty="0" smtClean="0"/>
              <a:t>Symptoms and Root Causes of Bugs</a:t>
            </a:r>
          </a:p>
          <a:p>
            <a:r>
              <a:rPr lang="en-US" altLang="en-US" dirty="0" smtClean="0"/>
              <a:t>Cost of Bugs</a:t>
            </a:r>
            <a:endParaRPr lang="en-GB" altLang="en-US" dirty="0" smtClean="0"/>
          </a:p>
          <a:p>
            <a:endParaRPr lang="en-US" altLang="en-US" dirty="0" smtClean="0"/>
          </a:p>
        </p:txBody>
      </p:sp>
    </p:spTree>
    <p:extLst>
      <p:ext uri="{BB962C8B-B14F-4D97-AF65-F5344CB8AC3E}">
        <p14:creationId xmlns:p14="http://schemas.microsoft.com/office/powerpoint/2010/main" val="16542553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Introduction</a:t>
            </a:r>
            <a:endParaRPr lang="en-GB" dirty="0"/>
          </a:p>
        </p:txBody>
      </p:sp>
      <p:sp>
        <p:nvSpPr>
          <p:cNvPr id="3" name="Content Placeholder 2"/>
          <p:cNvSpPr>
            <a:spLocks noGrp="1"/>
          </p:cNvSpPr>
          <p:nvPr>
            <p:ph idx="1"/>
          </p:nvPr>
        </p:nvSpPr>
        <p:spPr/>
        <p:txBody>
          <a:bodyPr/>
          <a:lstStyle/>
          <a:p>
            <a:r>
              <a:rPr lang="en-US" dirty="0" smtClean="0"/>
              <a:t>What is your Name?</a:t>
            </a:r>
          </a:p>
          <a:p>
            <a:r>
              <a:rPr lang="en-US" dirty="0" smtClean="0"/>
              <a:t>What is your Final Year Project?</a:t>
            </a:r>
          </a:p>
          <a:p>
            <a:r>
              <a:rPr lang="en-US" dirty="0" smtClean="0"/>
              <a:t>What you know about Software Testing?</a:t>
            </a:r>
          </a:p>
          <a:p>
            <a:r>
              <a:rPr lang="en-US" dirty="0" smtClean="0"/>
              <a:t>What are your expectations from this course?</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66" name="Rectangle 2"/>
          <p:cNvSpPr>
            <a:spLocks noGrp="1" noChangeArrowheads="1"/>
          </p:cNvSpPr>
          <p:nvPr>
            <p:ph type="title"/>
          </p:nvPr>
        </p:nvSpPr>
        <p:spPr/>
        <p:txBody>
          <a:bodyPr/>
          <a:lstStyle/>
          <a:p>
            <a:r>
              <a:rPr lang="en-US" dirty="0" smtClean="0"/>
              <a:t>Learning Objectives</a:t>
            </a:r>
            <a:endParaRPr lang="en-US" altLang="en-US" dirty="0"/>
          </a:p>
        </p:txBody>
      </p:sp>
      <p:sp>
        <p:nvSpPr>
          <p:cNvPr id="395267" name="Rectangle 3"/>
          <p:cNvSpPr>
            <a:spLocks noGrp="1" noChangeArrowheads="1"/>
          </p:cNvSpPr>
          <p:nvPr>
            <p:ph idx="1"/>
          </p:nvPr>
        </p:nvSpPr>
        <p:spPr>
          <a:xfrm>
            <a:off x="1108893" y="1447800"/>
            <a:ext cx="9929221" cy="4800600"/>
          </a:xfrm>
        </p:spPr>
        <p:txBody>
          <a:bodyPr>
            <a:normAutofit/>
          </a:bodyPr>
          <a:lstStyle/>
          <a:p>
            <a:pPr algn="just"/>
            <a:r>
              <a:rPr lang="en-GB" dirty="0"/>
              <a:t>After completing this course the students will be able to:</a:t>
            </a:r>
            <a:endParaRPr lang="en-US" dirty="0"/>
          </a:p>
          <a:p>
            <a:pPr lvl="1" algn="just"/>
            <a:r>
              <a:rPr lang="en-GB" sz="1800" dirty="0"/>
              <a:t>Determine software testing objectives and criteria</a:t>
            </a:r>
            <a:endParaRPr lang="en-US" sz="1800" dirty="0"/>
          </a:p>
          <a:p>
            <a:pPr lvl="1" algn="just"/>
            <a:r>
              <a:rPr lang="en-GB" sz="1800" dirty="0"/>
              <a:t>Select and prepare minimum number of test cases in case of both black box and white box testing</a:t>
            </a:r>
            <a:endParaRPr lang="en-US" sz="1800" dirty="0"/>
          </a:p>
          <a:p>
            <a:pPr lvl="1" algn="just"/>
            <a:r>
              <a:rPr lang="en-GB" sz="1800" dirty="0"/>
              <a:t>Develop and validate a test plan</a:t>
            </a:r>
            <a:endParaRPr lang="en-US" sz="1800" dirty="0"/>
          </a:p>
          <a:p>
            <a:pPr lvl="1" algn="just"/>
            <a:r>
              <a:rPr lang="en-GB" sz="1800" dirty="0"/>
              <a:t>Do effective test reporting</a:t>
            </a:r>
            <a:endParaRPr lang="en-US" sz="1800" dirty="0"/>
          </a:p>
          <a:p>
            <a:pPr lvl="1" algn="just"/>
            <a:r>
              <a:rPr lang="en-GB" sz="1800" dirty="0"/>
              <a:t>Observe bug’s life cycle and bugs categories</a:t>
            </a:r>
            <a:endParaRPr lang="en-US" sz="1800" dirty="0"/>
          </a:p>
          <a:p>
            <a:pPr lvl="1" algn="just"/>
            <a:r>
              <a:rPr lang="en-GB" sz="1800" dirty="0"/>
              <a:t>Identify the need for testing</a:t>
            </a:r>
            <a:endParaRPr lang="en-US" sz="1800" dirty="0"/>
          </a:p>
          <a:p>
            <a:pPr lvl="1" algn="just"/>
            <a:r>
              <a:rPr lang="en-GB" sz="1800" dirty="0"/>
              <a:t>Perform different types of testing on your projects</a:t>
            </a:r>
            <a:endParaRPr lang="en-US" sz="1800" dirty="0"/>
          </a:p>
          <a:p>
            <a:pPr lvl="1" algn="just"/>
            <a:r>
              <a:rPr lang="en-GB" sz="1800" dirty="0"/>
              <a:t>Measure the success of testing effort</a:t>
            </a:r>
            <a:endParaRPr lang="en-US" sz="1800" dirty="0" smtClean="0"/>
          </a:p>
        </p:txBody>
      </p:sp>
    </p:spTree>
    <p:extLst>
      <p:ext uri="{BB962C8B-B14F-4D97-AF65-F5344CB8AC3E}">
        <p14:creationId xmlns:p14="http://schemas.microsoft.com/office/powerpoint/2010/main" val="1369620794"/>
      </p:ext>
    </p:extLst>
  </p:cSld>
  <p:clrMapOvr>
    <a:masterClrMapping/>
  </p:clrMapOvr>
  <p:transition spd="med">
    <p:fad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66" name="Rectangle 2"/>
          <p:cNvSpPr>
            <a:spLocks noGrp="1" noChangeArrowheads="1"/>
          </p:cNvSpPr>
          <p:nvPr>
            <p:ph type="title"/>
          </p:nvPr>
        </p:nvSpPr>
        <p:spPr/>
        <p:txBody>
          <a:bodyPr/>
          <a:lstStyle/>
          <a:p>
            <a:r>
              <a:rPr lang="en-US" dirty="0" smtClean="0"/>
              <a:t>Text / Reference Books</a:t>
            </a:r>
            <a:endParaRPr lang="en-US" altLang="en-US" dirty="0"/>
          </a:p>
        </p:txBody>
      </p:sp>
      <p:sp>
        <p:nvSpPr>
          <p:cNvPr id="395267" name="Rectangle 3"/>
          <p:cNvSpPr>
            <a:spLocks noGrp="1" noChangeArrowheads="1"/>
          </p:cNvSpPr>
          <p:nvPr>
            <p:ph idx="1"/>
          </p:nvPr>
        </p:nvSpPr>
        <p:spPr>
          <a:xfrm>
            <a:off x="1095830" y="1447800"/>
            <a:ext cx="10007600" cy="4800600"/>
          </a:xfrm>
        </p:spPr>
        <p:txBody>
          <a:bodyPr>
            <a:normAutofit/>
          </a:bodyPr>
          <a:lstStyle/>
          <a:p>
            <a:pPr algn="just"/>
            <a:r>
              <a:rPr lang="en-US" dirty="0"/>
              <a:t>Text Book</a:t>
            </a:r>
          </a:p>
          <a:p>
            <a:pPr lvl="1" algn="just"/>
            <a:r>
              <a:rPr lang="en-US" sz="1800" dirty="0" smtClean="0"/>
              <a:t>Software </a:t>
            </a:r>
            <a:r>
              <a:rPr lang="en-US" sz="1800" dirty="0"/>
              <a:t>Testing by Ron Patton Second Edition</a:t>
            </a:r>
          </a:p>
          <a:p>
            <a:pPr algn="just"/>
            <a:r>
              <a:rPr lang="en-US" dirty="0"/>
              <a:t>Reference Books	</a:t>
            </a:r>
            <a:endParaRPr lang="en-US" dirty="0" smtClean="0"/>
          </a:p>
          <a:p>
            <a:pPr lvl="1" algn="just"/>
            <a:r>
              <a:rPr lang="en-US" sz="1800" dirty="0" smtClean="0"/>
              <a:t>Software </a:t>
            </a:r>
            <a:r>
              <a:rPr lang="en-US" sz="1800" dirty="0"/>
              <a:t>Testing Principles and Practices by Srinivasan </a:t>
            </a:r>
            <a:r>
              <a:rPr lang="en-US" sz="1800" dirty="0" err="1"/>
              <a:t>Desikan</a:t>
            </a:r>
            <a:r>
              <a:rPr lang="en-US" sz="1800" dirty="0"/>
              <a:t> and Gopal </a:t>
            </a:r>
            <a:r>
              <a:rPr lang="en-US" sz="1800" dirty="0" err="1"/>
              <a:t>Aswamy</a:t>
            </a:r>
            <a:r>
              <a:rPr lang="en-US" sz="1800" dirty="0"/>
              <a:t> Ramesh</a:t>
            </a:r>
          </a:p>
          <a:p>
            <a:pPr lvl="1" algn="just"/>
            <a:r>
              <a:rPr lang="en-US" sz="1800" dirty="0" smtClean="0"/>
              <a:t>Software </a:t>
            </a:r>
            <a:r>
              <a:rPr lang="en-US" sz="1800" dirty="0"/>
              <a:t>Testing Techniques 2nd Edition by Boris </a:t>
            </a:r>
            <a:r>
              <a:rPr lang="en-US" sz="1800" dirty="0" err="1"/>
              <a:t>Beizer</a:t>
            </a:r>
            <a:endParaRPr lang="en-US" sz="1800" dirty="0"/>
          </a:p>
          <a:p>
            <a:pPr lvl="1" algn="just"/>
            <a:r>
              <a:rPr lang="en-US" sz="1800" dirty="0" smtClean="0"/>
              <a:t>Software </a:t>
            </a:r>
            <a:r>
              <a:rPr lang="en-US" sz="1800" dirty="0"/>
              <a:t>Quality Assurance from Theory to Implementation By Daniel </a:t>
            </a:r>
            <a:r>
              <a:rPr lang="en-US" sz="1800" dirty="0" err="1"/>
              <a:t>Galin</a:t>
            </a:r>
            <a:endParaRPr lang="en-US" sz="1800" dirty="0"/>
          </a:p>
          <a:p>
            <a:endParaRPr lang="en-US" dirty="0" smtClean="0"/>
          </a:p>
        </p:txBody>
      </p:sp>
    </p:spTree>
    <p:extLst>
      <p:ext uri="{BB962C8B-B14F-4D97-AF65-F5344CB8AC3E}">
        <p14:creationId xmlns:p14="http://schemas.microsoft.com/office/powerpoint/2010/main" val="3829176286"/>
      </p:ext>
    </p:extLst>
  </p:cSld>
  <p:clrMapOvr>
    <a:masterClrMapping/>
  </p:clrMapOvr>
  <p:transition spd="med">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Some Rules</a:t>
            </a:r>
            <a:endParaRPr lang="en-US" dirty="0"/>
          </a:p>
        </p:txBody>
      </p:sp>
      <p:graphicFrame>
        <p:nvGraphicFramePr>
          <p:cNvPr id="4" name="Content Placeholder 3" descr="Stacked List showing 4 groups arranged from left to right with task descriptions under each group"/>
          <p:cNvGraphicFramePr>
            <a:graphicFrameLocks noGrp="1"/>
          </p:cNvGraphicFramePr>
          <p:nvPr>
            <p:ph idx="1"/>
            <p:extLst>
              <p:ext uri="{D42A27DB-BD31-4B8C-83A1-F6EECF244321}">
                <p14:modId xmlns:p14="http://schemas.microsoft.com/office/powerpoint/2010/main" val="1219107771"/>
              </p:ext>
            </p:extLst>
          </p:nvPr>
        </p:nvGraphicFramePr>
        <p:xfrm>
          <a:off x="85986" y="1299750"/>
          <a:ext cx="11979592" cy="548683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245094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Basic  definitions</a:t>
            </a:r>
            <a:endParaRPr lang="en-US" dirty="0"/>
          </a:p>
        </p:txBody>
      </p:sp>
      <p:sp>
        <p:nvSpPr>
          <p:cNvPr id="3" name="Subtitle 2"/>
          <p:cNvSpPr>
            <a:spLocks noGrp="1"/>
          </p:cNvSpPr>
          <p:nvPr>
            <p:ph type="subTitle" idx="1"/>
          </p:nvPr>
        </p:nvSpPr>
        <p:spPr/>
        <p:txBody>
          <a:bodyPr/>
          <a:lstStyle/>
          <a:p>
            <a:r>
              <a:rPr lang="en-US" dirty="0" smtClean="0"/>
              <a:t>Revision of some basic concepts</a:t>
            </a:r>
            <a:endParaRPr lang="en-US" dirty="0"/>
          </a:p>
        </p:txBody>
      </p:sp>
    </p:spTree>
    <p:extLst>
      <p:ext uri="{BB962C8B-B14F-4D97-AF65-F5344CB8AC3E}">
        <p14:creationId xmlns:p14="http://schemas.microsoft.com/office/powerpoint/2010/main" val="13156475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66" name="Rectangle 2"/>
          <p:cNvSpPr>
            <a:spLocks noGrp="1" noChangeArrowheads="1"/>
          </p:cNvSpPr>
          <p:nvPr>
            <p:ph type="title"/>
          </p:nvPr>
        </p:nvSpPr>
        <p:spPr>
          <a:xfrm>
            <a:off x="1096312" y="0"/>
            <a:ext cx="10176933" cy="1143000"/>
          </a:xfrm>
        </p:spPr>
        <p:txBody>
          <a:bodyPr>
            <a:normAutofit/>
          </a:bodyPr>
          <a:lstStyle/>
          <a:p>
            <a:pPr fontAlgn="auto">
              <a:lnSpc>
                <a:spcPct val="93000"/>
              </a:lnSpc>
              <a:spcAft>
                <a:spcPts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dirty="0"/>
              <a:t>Verification v/s Validation</a:t>
            </a:r>
          </a:p>
        </p:txBody>
      </p:sp>
      <p:sp>
        <p:nvSpPr>
          <p:cNvPr id="395267" name="Rectangle 3"/>
          <p:cNvSpPr>
            <a:spLocks noGrp="1" noChangeArrowheads="1"/>
          </p:cNvSpPr>
          <p:nvPr>
            <p:ph idx="1"/>
          </p:nvPr>
        </p:nvSpPr>
        <p:spPr>
          <a:xfrm>
            <a:off x="1108893" y="1460863"/>
            <a:ext cx="9929221" cy="4724400"/>
          </a:xfrm>
        </p:spPr>
        <p:txBody>
          <a:bodyPr>
            <a:normAutofit/>
          </a:bodyPr>
          <a:lstStyle/>
          <a:p>
            <a:pPr algn="just"/>
            <a:r>
              <a:rPr lang="en-GB" b="1" dirty="0">
                <a:solidFill>
                  <a:schemeClr val="accent1"/>
                </a:solidFill>
              </a:rPr>
              <a:t>Verification:  </a:t>
            </a:r>
            <a:r>
              <a:rPr lang="en-GB" dirty="0"/>
              <a:t>The software should confirm to its specification (Are we building the product right</a:t>
            </a:r>
            <a:r>
              <a:rPr lang="en-GB" dirty="0" smtClean="0"/>
              <a:t>?)</a:t>
            </a:r>
          </a:p>
          <a:p>
            <a:pPr algn="just"/>
            <a:endParaRPr lang="en-GB" dirty="0" smtClean="0"/>
          </a:p>
          <a:p>
            <a:pPr algn="just"/>
            <a:r>
              <a:rPr lang="en-GB" b="1" dirty="0">
                <a:solidFill>
                  <a:schemeClr val="accent1"/>
                </a:solidFill>
              </a:rPr>
              <a:t>Validation:</a:t>
            </a:r>
            <a:r>
              <a:rPr lang="en-GB" b="1" dirty="0"/>
              <a:t> </a:t>
            </a:r>
            <a:r>
              <a:rPr lang="en-GB" dirty="0"/>
              <a:t>The software should do what the user really requires (Are we building the right product?)</a:t>
            </a:r>
            <a:endParaRPr lang="en-US" dirty="0"/>
          </a:p>
        </p:txBody>
      </p:sp>
    </p:spTree>
    <p:extLst>
      <p:ext uri="{BB962C8B-B14F-4D97-AF65-F5344CB8AC3E}">
        <p14:creationId xmlns:p14="http://schemas.microsoft.com/office/powerpoint/2010/main" val="119673213"/>
      </p:ext>
    </p:extLst>
  </p:cSld>
  <p:clrMapOvr>
    <a:masterClrMapping/>
  </p:clrMapOvr>
  <p:transition spd="med">
    <p:fad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66" name="Rectangle 2"/>
          <p:cNvSpPr>
            <a:spLocks noGrp="1" noChangeArrowheads="1"/>
          </p:cNvSpPr>
          <p:nvPr>
            <p:ph type="title"/>
          </p:nvPr>
        </p:nvSpPr>
        <p:spPr>
          <a:xfrm>
            <a:off x="1083249" y="0"/>
            <a:ext cx="10176933" cy="1143000"/>
          </a:xfrm>
        </p:spPr>
        <p:txBody>
          <a:bodyPr>
            <a:normAutofit/>
          </a:bodyPr>
          <a:lstStyle/>
          <a:p>
            <a:pPr fontAlgn="auto">
              <a:lnSpc>
                <a:spcPct val="93000"/>
              </a:lnSpc>
              <a:spcAft>
                <a:spcPts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sz="4000" dirty="0"/>
              <a:t>	</a:t>
            </a:r>
            <a:r>
              <a:rPr lang="en-GB" dirty="0" smtClean="0"/>
              <a:t>Quality Assurance v/s Quality Control</a:t>
            </a:r>
            <a:endParaRPr lang="en-GB" dirty="0"/>
          </a:p>
        </p:txBody>
      </p:sp>
      <p:sp>
        <p:nvSpPr>
          <p:cNvPr id="395267" name="Rectangle 3"/>
          <p:cNvSpPr>
            <a:spLocks noGrp="1" noChangeArrowheads="1"/>
          </p:cNvSpPr>
          <p:nvPr>
            <p:ph idx="1"/>
          </p:nvPr>
        </p:nvSpPr>
        <p:spPr>
          <a:xfrm>
            <a:off x="1108892" y="1473926"/>
            <a:ext cx="9968411" cy="4724400"/>
          </a:xfrm>
        </p:spPr>
        <p:txBody>
          <a:bodyPr>
            <a:normAutofit/>
          </a:bodyPr>
          <a:lstStyle/>
          <a:p>
            <a:pPr marL="82550" indent="0" algn="just">
              <a:buNone/>
            </a:pPr>
            <a:r>
              <a:rPr lang="en-GB" b="1" u="sng" dirty="0" smtClean="0">
                <a:solidFill>
                  <a:srgbClr val="00B0F0"/>
                </a:solidFill>
              </a:rPr>
              <a:t>DEFINITION</a:t>
            </a:r>
          </a:p>
          <a:p>
            <a:pPr algn="just"/>
            <a:r>
              <a:rPr lang="en-GB" b="1" dirty="0" smtClean="0">
                <a:solidFill>
                  <a:schemeClr val="accent1">
                    <a:lumMod val="75000"/>
                  </a:schemeClr>
                </a:solidFill>
              </a:rPr>
              <a:t>Quality Assurance:</a:t>
            </a:r>
            <a:r>
              <a:rPr lang="en-GB" b="1" dirty="0" smtClean="0"/>
              <a:t>  </a:t>
            </a:r>
            <a:r>
              <a:rPr lang="en-US" dirty="0"/>
              <a:t>QA is a set of activities for ensuring quality in the processes by which products are </a:t>
            </a:r>
            <a:r>
              <a:rPr lang="en-US" dirty="0" smtClean="0"/>
              <a:t>developed.</a:t>
            </a:r>
          </a:p>
          <a:p>
            <a:pPr algn="just"/>
            <a:endParaRPr lang="en-GB" dirty="0" smtClean="0"/>
          </a:p>
          <a:p>
            <a:pPr algn="just"/>
            <a:r>
              <a:rPr lang="en-GB" b="1" dirty="0" smtClean="0">
                <a:solidFill>
                  <a:schemeClr val="accent1">
                    <a:lumMod val="75000"/>
                  </a:schemeClr>
                </a:solidFill>
              </a:rPr>
              <a:t>Quality Control</a:t>
            </a:r>
            <a:r>
              <a:rPr lang="en-GB" b="1" dirty="0" smtClean="0"/>
              <a:t>: </a:t>
            </a:r>
            <a:r>
              <a:rPr lang="en-US" dirty="0"/>
              <a:t>QC is a set of activities for ensuring quality in products. The activities focus on identifying defects in the actual products </a:t>
            </a:r>
            <a:r>
              <a:rPr lang="en-US" dirty="0" smtClean="0"/>
              <a:t>produced.</a:t>
            </a:r>
            <a:endParaRPr lang="en-US" dirty="0"/>
          </a:p>
        </p:txBody>
      </p:sp>
    </p:spTree>
    <p:extLst>
      <p:ext uri="{BB962C8B-B14F-4D97-AF65-F5344CB8AC3E}">
        <p14:creationId xmlns:p14="http://schemas.microsoft.com/office/powerpoint/2010/main" val="494381442"/>
      </p:ext>
    </p:extLst>
  </p:cSld>
  <p:clrMapOvr>
    <a:masterClrMapping/>
  </p:clrMapOvr>
  <p:transition spd="med">
    <p:fad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66" name="Rectangle 2"/>
          <p:cNvSpPr>
            <a:spLocks noGrp="1" noChangeArrowheads="1"/>
          </p:cNvSpPr>
          <p:nvPr>
            <p:ph type="title"/>
          </p:nvPr>
        </p:nvSpPr>
        <p:spPr>
          <a:xfrm>
            <a:off x="1096313" y="0"/>
            <a:ext cx="10176933" cy="1143000"/>
          </a:xfrm>
        </p:spPr>
        <p:txBody>
          <a:bodyPr>
            <a:normAutofit/>
          </a:bodyPr>
          <a:lstStyle/>
          <a:p>
            <a:pPr fontAlgn="auto">
              <a:lnSpc>
                <a:spcPct val="93000"/>
              </a:lnSpc>
              <a:spcAft>
                <a:spcPts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sz="4000" dirty="0"/>
              <a:t>	</a:t>
            </a:r>
            <a:r>
              <a:rPr lang="en-GB" dirty="0" smtClean="0"/>
              <a:t>Quality Assurance v/s Quality Control</a:t>
            </a:r>
            <a:endParaRPr lang="en-GB" dirty="0"/>
          </a:p>
        </p:txBody>
      </p:sp>
      <p:sp>
        <p:nvSpPr>
          <p:cNvPr id="395267" name="Rectangle 3"/>
          <p:cNvSpPr>
            <a:spLocks noGrp="1" noChangeArrowheads="1"/>
          </p:cNvSpPr>
          <p:nvPr>
            <p:ph idx="1"/>
          </p:nvPr>
        </p:nvSpPr>
        <p:spPr>
          <a:xfrm>
            <a:off x="1095829" y="1460863"/>
            <a:ext cx="9994537" cy="4724400"/>
          </a:xfrm>
        </p:spPr>
        <p:txBody>
          <a:bodyPr>
            <a:normAutofit/>
          </a:bodyPr>
          <a:lstStyle/>
          <a:p>
            <a:pPr marL="82550" indent="0" algn="just">
              <a:buNone/>
            </a:pPr>
            <a:r>
              <a:rPr lang="en-GB" b="1" u="sng" dirty="0" smtClean="0">
                <a:solidFill>
                  <a:srgbClr val="00B0F0"/>
                </a:solidFill>
              </a:rPr>
              <a:t>FOCUS ON</a:t>
            </a:r>
          </a:p>
          <a:p>
            <a:pPr algn="just"/>
            <a:r>
              <a:rPr lang="en-GB" b="1" dirty="0" smtClean="0">
                <a:solidFill>
                  <a:schemeClr val="accent1">
                    <a:lumMod val="75000"/>
                  </a:schemeClr>
                </a:solidFill>
              </a:rPr>
              <a:t>Quality Assurance:</a:t>
            </a:r>
            <a:r>
              <a:rPr lang="en-GB" b="1" dirty="0" smtClean="0"/>
              <a:t>  </a:t>
            </a:r>
            <a:r>
              <a:rPr lang="en-US" dirty="0"/>
              <a:t>QA aims to prevent defects with a focus on the process used to make the product. It is a proactive quality process.</a:t>
            </a:r>
            <a:endParaRPr lang="en-US" dirty="0" smtClean="0"/>
          </a:p>
          <a:p>
            <a:pPr algn="just"/>
            <a:endParaRPr lang="en-GB" dirty="0" smtClean="0"/>
          </a:p>
          <a:p>
            <a:pPr algn="just"/>
            <a:r>
              <a:rPr lang="en-GB" b="1" dirty="0" smtClean="0">
                <a:solidFill>
                  <a:schemeClr val="accent1">
                    <a:lumMod val="75000"/>
                  </a:schemeClr>
                </a:solidFill>
              </a:rPr>
              <a:t>Quality Control</a:t>
            </a:r>
            <a:r>
              <a:rPr lang="en-GB" b="1" dirty="0" smtClean="0"/>
              <a:t>: </a:t>
            </a:r>
            <a:r>
              <a:rPr lang="en-US" dirty="0"/>
              <a:t>QC aims to identify (and correct) defects in the finished product. Quality control, therefore, is a reactive process.</a:t>
            </a:r>
          </a:p>
        </p:txBody>
      </p:sp>
    </p:spTree>
    <p:extLst>
      <p:ext uri="{BB962C8B-B14F-4D97-AF65-F5344CB8AC3E}">
        <p14:creationId xmlns:p14="http://schemas.microsoft.com/office/powerpoint/2010/main" val="1449352325"/>
      </p:ext>
    </p:extLst>
  </p:cSld>
  <p:clrMapOvr>
    <a:masterClrMapping/>
  </p:clrMapOvr>
  <p:transition spd="med">
    <p:fad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66" name="Rectangle 2"/>
          <p:cNvSpPr>
            <a:spLocks noGrp="1" noChangeArrowheads="1"/>
          </p:cNvSpPr>
          <p:nvPr>
            <p:ph type="title"/>
          </p:nvPr>
        </p:nvSpPr>
        <p:spPr>
          <a:xfrm>
            <a:off x="1096312" y="0"/>
            <a:ext cx="10176933" cy="1143000"/>
          </a:xfrm>
        </p:spPr>
        <p:txBody>
          <a:bodyPr>
            <a:normAutofit/>
          </a:bodyPr>
          <a:lstStyle/>
          <a:p>
            <a:pPr fontAlgn="auto">
              <a:lnSpc>
                <a:spcPct val="93000"/>
              </a:lnSpc>
              <a:spcAft>
                <a:spcPts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sz="4000" dirty="0"/>
              <a:t>	</a:t>
            </a:r>
            <a:r>
              <a:rPr lang="en-GB" dirty="0" smtClean="0"/>
              <a:t>Quality Assurance v/s Quality Control</a:t>
            </a:r>
            <a:endParaRPr lang="en-GB" dirty="0"/>
          </a:p>
        </p:txBody>
      </p:sp>
      <p:sp>
        <p:nvSpPr>
          <p:cNvPr id="395267" name="Rectangle 3"/>
          <p:cNvSpPr>
            <a:spLocks noGrp="1" noChangeArrowheads="1"/>
          </p:cNvSpPr>
          <p:nvPr>
            <p:ph idx="1"/>
          </p:nvPr>
        </p:nvSpPr>
        <p:spPr>
          <a:xfrm>
            <a:off x="1108892" y="1447800"/>
            <a:ext cx="9968411" cy="4724400"/>
          </a:xfrm>
        </p:spPr>
        <p:txBody>
          <a:bodyPr>
            <a:normAutofit/>
          </a:bodyPr>
          <a:lstStyle/>
          <a:p>
            <a:pPr marL="82550" indent="0" algn="just">
              <a:buNone/>
            </a:pPr>
            <a:r>
              <a:rPr lang="en-GB" b="1" u="sng" dirty="0" smtClean="0">
                <a:solidFill>
                  <a:srgbClr val="00B0F0"/>
                </a:solidFill>
              </a:rPr>
              <a:t>GOAL</a:t>
            </a:r>
          </a:p>
          <a:p>
            <a:pPr algn="just"/>
            <a:r>
              <a:rPr lang="en-GB" b="1" dirty="0" smtClean="0">
                <a:solidFill>
                  <a:schemeClr val="accent1">
                    <a:lumMod val="75000"/>
                  </a:schemeClr>
                </a:solidFill>
              </a:rPr>
              <a:t>Quality Assurance:</a:t>
            </a:r>
            <a:r>
              <a:rPr lang="en-GB" b="1" dirty="0" smtClean="0"/>
              <a:t>  </a:t>
            </a:r>
            <a:r>
              <a:rPr lang="en-US" dirty="0"/>
              <a:t>The goal of QA is to improve development and test processes so that defects do not arise when the product is being developed.</a:t>
            </a:r>
            <a:endParaRPr lang="en-US" dirty="0" smtClean="0"/>
          </a:p>
          <a:p>
            <a:pPr algn="just"/>
            <a:endParaRPr lang="en-GB" dirty="0" smtClean="0"/>
          </a:p>
          <a:p>
            <a:pPr algn="just"/>
            <a:r>
              <a:rPr lang="en-GB" b="1" dirty="0" smtClean="0">
                <a:solidFill>
                  <a:schemeClr val="accent1">
                    <a:lumMod val="75000"/>
                  </a:schemeClr>
                </a:solidFill>
              </a:rPr>
              <a:t>Quality Control</a:t>
            </a:r>
            <a:r>
              <a:rPr lang="en-GB" b="1" dirty="0" smtClean="0"/>
              <a:t>: </a:t>
            </a:r>
            <a:r>
              <a:rPr lang="en-US" dirty="0"/>
              <a:t>The goal of QC is to identify defects after a product is developed and before it's released.</a:t>
            </a:r>
          </a:p>
        </p:txBody>
      </p:sp>
    </p:spTree>
    <p:extLst>
      <p:ext uri="{BB962C8B-B14F-4D97-AF65-F5344CB8AC3E}">
        <p14:creationId xmlns:p14="http://schemas.microsoft.com/office/powerpoint/2010/main" val="1753662484"/>
      </p:ext>
    </p:extLst>
  </p:cSld>
  <p:clrMapOvr>
    <a:masterClrMapping/>
  </p:clrMapOvr>
  <p:transition spd="med">
    <p:fad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66" name="Rectangle 2"/>
          <p:cNvSpPr>
            <a:spLocks noGrp="1" noChangeArrowheads="1"/>
          </p:cNvSpPr>
          <p:nvPr>
            <p:ph type="title"/>
          </p:nvPr>
        </p:nvSpPr>
        <p:spPr>
          <a:xfrm>
            <a:off x="1083250" y="0"/>
            <a:ext cx="10176933" cy="1143000"/>
          </a:xfrm>
        </p:spPr>
        <p:txBody>
          <a:bodyPr>
            <a:normAutofit/>
          </a:bodyPr>
          <a:lstStyle/>
          <a:p>
            <a:pPr fontAlgn="auto">
              <a:lnSpc>
                <a:spcPct val="93000"/>
              </a:lnSpc>
              <a:spcAft>
                <a:spcPts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sz="4000" dirty="0"/>
              <a:t>	</a:t>
            </a:r>
            <a:r>
              <a:rPr lang="en-GB" dirty="0" smtClean="0"/>
              <a:t>Quality Assurance v/s Quality Control</a:t>
            </a:r>
            <a:endParaRPr lang="en-GB" dirty="0"/>
          </a:p>
        </p:txBody>
      </p:sp>
      <p:sp>
        <p:nvSpPr>
          <p:cNvPr id="395267" name="Rectangle 3"/>
          <p:cNvSpPr>
            <a:spLocks noGrp="1" noChangeArrowheads="1"/>
          </p:cNvSpPr>
          <p:nvPr>
            <p:ph idx="1"/>
          </p:nvPr>
        </p:nvSpPr>
        <p:spPr>
          <a:xfrm>
            <a:off x="1108893" y="1460863"/>
            <a:ext cx="9981474" cy="4724400"/>
          </a:xfrm>
        </p:spPr>
        <p:txBody>
          <a:bodyPr>
            <a:normAutofit/>
          </a:bodyPr>
          <a:lstStyle/>
          <a:p>
            <a:pPr marL="82550" indent="0" algn="just">
              <a:buNone/>
            </a:pPr>
            <a:r>
              <a:rPr lang="en-GB" b="1" u="sng" dirty="0" smtClean="0">
                <a:solidFill>
                  <a:srgbClr val="00B0F0"/>
                </a:solidFill>
              </a:rPr>
              <a:t>HOW</a:t>
            </a:r>
          </a:p>
          <a:p>
            <a:pPr algn="just"/>
            <a:r>
              <a:rPr lang="en-GB" b="1" dirty="0" smtClean="0">
                <a:solidFill>
                  <a:schemeClr val="accent1">
                    <a:lumMod val="75000"/>
                  </a:schemeClr>
                </a:solidFill>
              </a:rPr>
              <a:t>Quality Assurance:</a:t>
            </a:r>
            <a:r>
              <a:rPr lang="en-GB" b="1" dirty="0" smtClean="0"/>
              <a:t>  </a:t>
            </a:r>
            <a:r>
              <a:rPr lang="en-US" dirty="0"/>
              <a:t>Establish a good quality management system and the assessment of its adequacy. Periodic conformance audits of the operations of the system.</a:t>
            </a:r>
            <a:endParaRPr lang="en-US" dirty="0" smtClean="0"/>
          </a:p>
          <a:p>
            <a:pPr algn="just"/>
            <a:endParaRPr lang="en-GB" dirty="0" smtClean="0"/>
          </a:p>
          <a:p>
            <a:pPr algn="just"/>
            <a:r>
              <a:rPr lang="en-GB" b="1" dirty="0" smtClean="0">
                <a:solidFill>
                  <a:schemeClr val="accent1">
                    <a:lumMod val="75000"/>
                  </a:schemeClr>
                </a:solidFill>
              </a:rPr>
              <a:t>Quality Control</a:t>
            </a:r>
            <a:r>
              <a:rPr lang="en-GB" b="1" dirty="0" smtClean="0"/>
              <a:t>: </a:t>
            </a:r>
            <a:r>
              <a:rPr lang="en-US" dirty="0"/>
              <a:t>Finding &amp; eliminating sources of quality problems through tools &amp; equipment so that customer's requirements are continually met.</a:t>
            </a:r>
          </a:p>
        </p:txBody>
      </p:sp>
    </p:spTree>
    <p:extLst>
      <p:ext uri="{BB962C8B-B14F-4D97-AF65-F5344CB8AC3E}">
        <p14:creationId xmlns:p14="http://schemas.microsoft.com/office/powerpoint/2010/main" val="2338573544"/>
      </p:ext>
    </p:extLst>
  </p:cSld>
  <p:clrMapOvr>
    <a:masterClrMapping/>
  </p:clrMapOvr>
  <p:transition spd="med">
    <p:fad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66" name="Rectangle 2"/>
          <p:cNvSpPr>
            <a:spLocks noGrp="1" noChangeArrowheads="1"/>
          </p:cNvSpPr>
          <p:nvPr>
            <p:ph type="title"/>
          </p:nvPr>
        </p:nvSpPr>
        <p:spPr>
          <a:xfrm>
            <a:off x="1083250" y="0"/>
            <a:ext cx="10176933" cy="1143000"/>
          </a:xfrm>
        </p:spPr>
        <p:txBody>
          <a:bodyPr>
            <a:normAutofit/>
          </a:bodyPr>
          <a:lstStyle/>
          <a:p>
            <a:pPr fontAlgn="auto">
              <a:lnSpc>
                <a:spcPct val="93000"/>
              </a:lnSpc>
              <a:spcAft>
                <a:spcPts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sz="4000" dirty="0"/>
              <a:t>	</a:t>
            </a:r>
            <a:r>
              <a:rPr lang="en-GB" dirty="0" smtClean="0"/>
              <a:t>Quality Assurance v/s Quality Control</a:t>
            </a:r>
            <a:endParaRPr lang="en-GB" dirty="0"/>
          </a:p>
        </p:txBody>
      </p:sp>
      <p:sp>
        <p:nvSpPr>
          <p:cNvPr id="395267" name="Rectangle 3"/>
          <p:cNvSpPr>
            <a:spLocks noGrp="1" noChangeArrowheads="1"/>
          </p:cNvSpPr>
          <p:nvPr>
            <p:ph idx="1"/>
          </p:nvPr>
        </p:nvSpPr>
        <p:spPr>
          <a:xfrm>
            <a:off x="1108893" y="1486989"/>
            <a:ext cx="9955347" cy="4724400"/>
          </a:xfrm>
        </p:spPr>
        <p:txBody>
          <a:bodyPr>
            <a:normAutofit/>
          </a:bodyPr>
          <a:lstStyle/>
          <a:p>
            <a:pPr marL="82550" indent="0" algn="just">
              <a:buNone/>
            </a:pPr>
            <a:r>
              <a:rPr lang="en-GB" b="1" u="sng" dirty="0" smtClean="0">
                <a:solidFill>
                  <a:srgbClr val="00B0F0"/>
                </a:solidFill>
              </a:rPr>
              <a:t>WHAT</a:t>
            </a:r>
          </a:p>
          <a:p>
            <a:pPr algn="just"/>
            <a:r>
              <a:rPr lang="en-GB" b="1" dirty="0" smtClean="0">
                <a:solidFill>
                  <a:schemeClr val="accent1">
                    <a:lumMod val="75000"/>
                  </a:schemeClr>
                </a:solidFill>
              </a:rPr>
              <a:t>Quality Assurance:</a:t>
            </a:r>
            <a:r>
              <a:rPr lang="en-GB" b="1" dirty="0" smtClean="0"/>
              <a:t>  </a:t>
            </a:r>
            <a:r>
              <a:rPr lang="en-US" dirty="0"/>
              <a:t>Prevention of quality problems through planned and systematic activities including documentation.</a:t>
            </a:r>
            <a:endParaRPr lang="en-US" dirty="0" smtClean="0"/>
          </a:p>
          <a:p>
            <a:pPr algn="just"/>
            <a:endParaRPr lang="en-GB" dirty="0" smtClean="0"/>
          </a:p>
          <a:p>
            <a:pPr algn="just"/>
            <a:r>
              <a:rPr lang="en-GB" b="1" dirty="0" smtClean="0">
                <a:solidFill>
                  <a:schemeClr val="accent1">
                    <a:lumMod val="75000"/>
                  </a:schemeClr>
                </a:solidFill>
              </a:rPr>
              <a:t>Quality Control</a:t>
            </a:r>
            <a:r>
              <a:rPr lang="en-GB" b="1" dirty="0" smtClean="0"/>
              <a:t>: </a:t>
            </a:r>
            <a:r>
              <a:rPr lang="en-US" dirty="0"/>
              <a:t>The activities or techniques used to achieve and maintain the product quality, process and service.</a:t>
            </a:r>
          </a:p>
        </p:txBody>
      </p:sp>
    </p:spTree>
    <p:extLst>
      <p:ext uri="{BB962C8B-B14F-4D97-AF65-F5344CB8AC3E}">
        <p14:creationId xmlns:p14="http://schemas.microsoft.com/office/powerpoint/2010/main" val="1180458623"/>
      </p:ext>
    </p:extLst>
  </p:cSld>
  <p:clrMapOvr>
    <a:masterClrMapping/>
  </p:clrMapOvr>
  <p:transition spd="med">
    <p:fad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66" name="Rectangle 2"/>
          <p:cNvSpPr>
            <a:spLocks noGrp="1" noChangeArrowheads="1"/>
          </p:cNvSpPr>
          <p:nvPr>
            <p:ph type="title"/>
          </p:nvPr>
        </p:nvSpPr>
        <p:spPr>
          <a:xfrm>
            <a:off x="1096312" y="0"/>
            <a:ext cx="10176933" cy="1143000"/>
          </a:xfrm>
        </p:spPr>
        <p:txBody>
          <a:bodyPr>
            <a:normAutofit/>
          </a:bodyPr>
          <a:lstStyle/>
          <a:p>
            <a:pPr fontAlgn="auto">
              <a:lnSpc>
                <a:spcPct val="93000"/>
              </a:lnSpc>
              <a:spcAft>
                <a:spcPts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sz="4000" dirty="0"/>
              <a:t>	</a:t>
            </a:r>
            <a:r>
              <a:rPr lang="en-GB" dirty="0" smtClean="0"/>
              <a:t>Quality Assurance v/s Quality Control</a:t>
            </a:r>
            <a:endParaRPr lang="en-GB" dirty="0"/>
          </a:p>
        </p:txBody>
      </p:sp>
      <p:sp>
        <p:nvSpPr>
          <p:cNvPr id="395267" name="Rectangle 3"/>
          <p:cNvSpPr>
            <a:spLocks noGrp="1" noChangeArrowheads="1"/>
          </p:cNvSpPr>
          <p:nvPr>
            <p:ph idx="1"/>
          </p:nvPr>
        </p:nvSpPr>
        <p:spPr>
          <a:xfrm>
            <a:off x="1108893" y="1447800"/>
            <a:ext cx="9929222" cy="4724400"/>
          </a:xfrm>
        </p:spPr>
        <p:txBody>
          <a:bodyPr>
            <a:normAutofit/>
          </a:bodyPr>
          <a:lstStyle/>
          <a:p>
            <a:pPr marL="82550" indent="0" algn="just">
              <a:buNone/>
            </a:pPr>
            <a:r>
              <a:rPr lang="en-GB" b="1" u="sng" dirty="0" smtClean="0">
                <a:solidFill>
                  <a:srgbClr val="00B0F0"/>
                </a:solidFill>
              </a:rPr>
              <a:t>RESPONSIBILITY</a:t>
            </a:r>
          </a:p>
          <a:p>
            <a:pPr algn="just"/>
            <a:r>
              <a:rPr lang="en-GB" b="1" dirty="0" smtClean="0">
                <a:solidFill>
                  <a:schemeClr val="accent1">
                    <a:lumMod val="75000"/>
                  </a:schemeClr>
                </a:solidFill>
              </a:rPr>
              <a:t>Quality Assurance:</a:t>
            </a:r>
            <a:r>
              <a:rPr lang="en-GB" b="1" dirty="0" smtClean="0"/>
              <a:t>  </a:t>
            </a:r>
            <a:r>
              <a:rPr lang="en-US" dirty="0"/>
              <a:t>Everyone on the team involved in developing the product is responsible for quality assurance.</a:t>
            </a:r>
            <a:endParaRPr lang="en-US" dirty="0" smtClean="0"/>
          </a:p>
          <a:p>
            <a:pPr algn="just"/>
            <a:endParaRPr lang="en-GB" dirty="0" smtClean="0"/>
          </a:p>
          <a:p>
            <a:pPr algn="just"/>
            <a:r>
              <a:rPr lang="en-GB" b="1" dirty="0" smtClean="0">
                <a:solidFill>
                  <a:schemeClr val="accent1">
                    <a:lumMod val="75000"/>
                  </a:schemeClr>
                </a:solidFill>
              </a:rPr>
              <a:t>Quality Control</a:t>
            </a:r>
            <a:r>
              <a:rPr lang="en-GB" b="1" dirty="0" smtClean="0"/>
              <a:t>: </a:t>
            </a:r>
            <a:r>
              <a:rPr lang="en-US" dirty="0"/>
              <a:t>Quality control is usually the responsibility of a specific team that tests the product for defects.</a:t>
            </a:r>
          </a:p>
        </p:txBody>
      </p:sp>
    </p:spTree>
    <p:extLst>
      <p:ext uri="{BB962C8B-B14F-4D97-AF65-F5344CB8AC3E}">
        <p14:creationId xmlns:p14="http://schemas.microsoft.com/office/powerpoint/2010/main" val="3019989208"/>
      </p:ext>
    </p:extLst>
  </p:cSld>
  <p:clrMapOvr>
    <a:masterClrMapping/>
  </p:clrMapOvr>
  <p:transition spd="med">
    <p:fad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66" name="Rectangle 2"/>
          <p:cNvSpPr>
            <a:spLocks noGrp="1" noChangeArrowheads="1"/>
          </p:cNvSpPr>
          <p:nvPr>
            <p:ph type="title"/>
          </p:nvPr>
        </p:nvSpPr>
        <p:spPr>
          <a:xfrm>
            <a:off x="1083250" y="0"/>
            <a:ext cx="10176933" cy="1143000"/>
          </a:xfrm>
        </p:spPr>
        <p:txBody>
          <a:bodyPr>
            <a:normAutofit/>
          </a:bodyPr>
          <a:lstStyle/>
          <a:p>
            <a:pPr fontAlgn="auto">
              <a:lnSpc>
                <a:spcPct val="93000"/>
              </a:lnSpc>
              <a:spcAft>
                <a:spcPts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dirty="0"/>
              <a:t>	</a:t>
            </a:r>
            <a:r>
              <a:rPr lang="en-GB" dirty="0" smtClean="0"/>
              <a:t>Questions</a:t>
            </a:r>
            <a:endParaRPr lang="en-GB" dirty="0"/>
          </a:p>
        </p:txBody>
      </p:sp>
      <p:sp>
        <p:nvSpPr>
          <p:cNvPr id="395267" name="Rectangle 3"/>
          <p:cNvSpPr>
            <a:spLocks noGrp="1" noChangeArrowheads="1"/>
          </p:cNvSpPr>
          <p:nvPr>
            <p:ph idx="1"/>
          </p:nvPr>
        </p:nvSpPr>
        <p:spPr>
          <a:xfrm>
            <a:off x="1108893" y="1473926"/>
            <a:ext cx="9955348" cy="4724400"/>
          </a:xfrm>
        </p:spPr>
        <p:txBody>
          <a:bodyPr>
            <a:normAutofit/>
          </a:bodyPr>
          <a:lstStyle/>
          <a:p>
            <a:r>
              <a:rPr lang="en-US" dirty="0" smtClean="0"/>
              <a:t>Verification is an example of?</a:t>
            </a:r>
          </a:p>
          <a:p>
            <a:pPr lvl="1"/>
            <a:r>
              <a:rPr lang="en-US" sz="2000" dirty="0" smtClean="0"/>
              <a:t>Quality Assurance</a:t>
            </a:r>
          </a:p>
          <a:p>
            <a:pPr lvl="1"/>
            <a:r>
              <a:rPr lang="en-US" sz="2000" dirty="0" smtClean="0"/>
              <a:t>Quality Control</a:t>
            </a:r>
          </a:p>
          <a:p>
            <a:pPr lvl="1"/>
            <a:endParaRPr lang="en-US" sz="2000" dirty="0" smtClean="0"/>
          </a:p>
          <a:p>
            <a:r>
              <a:rPr lang="en-US" dirty="0" smtClean="0"/>
              <a:t>Validation is an example of?</a:t>
            </a:r>
          </a:p>
          <a:p>
            <a:pPr lvl="1"/>
            <a:r>
              <a:rPr lang="en-US" sz="2000" dirty="0" smtClean="0"/>
              <a:t>Quality Assurance</a:t>
            </a:r>
          </a:p>
          <a:p>
            <a:pPr lvl="1"/>
            <a:r>
              <a:rPr lang="en-US" sz="2000" dirty="0" smtClean="0"/>
              <a:t>Quality Control</a:t>
            </a:r>
          </a:p>
        </p:txBody>
      </p:sp>
    </p:spTree>
    <p:extLst>
      <p:ext uri="{BB962C8B-B14F-4D97-AF65-F5344CB8AC3E}">
        <p14:creationId xmlns:p14="http://schemas.microsoft.com/office/powerpoint/2010/main" val="4135738868"/>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95267">
                                            <p:txEl>
                                              <p:pRg st="0" end="0"/>
                                            </p:txEl>
                                          </p:spTgt>
                                        </p:tgtEl>
                                        <p:attrNameLst>
                                          <p:attrName>style.visibility</p:attrName>
                                        </p:attrNameLst>
                                      </p:cBhvr>
                                      <p:to>
                                        <p:strVal val="visible"/>
                                      </p:to>
                                    </p:set>
                                    <p:animEffect transition="in" filter="fade">
                                      <p:cBhvr>
                                        <p:cTn id="7" dur="500"/>
                                        <p:tgtEl>
                                          <p:spTgt spid="395267">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95267">
                                            <p:txEl>
                                              <p:pRg st="1" end="1"/>
                                            </p:txEl>
                                          </p:spTgt>
                                        </p:tgtEl>
                                        <p:attrNameLst>
                                          <p:attrName>style.visibility</p:attrName>
                                        </p:attrNameLst>
                                      </p:cBhvr>
                                      <p:to>
                                        <p:strVal val="visible"/>
                                      </p:to>
                                    </p:set>
                                    <p:animEffect transition="in" filter="fade">
                                      <p:cBhvr>
                                        <p:cTn id="10" dur="500"/>
                                        <p:tgtEl>
                                          <p:spTgt spid="395267">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95267">
                                            <p:txEl>
                                              <p:pRg st="2" end="2"/>
                                            </p:txEl>
                                          </p:spTgt>
                                        </p:tgtEl>
                                        <p:attrNameLst>
                                          <p:attrName>style.visibility</p:attrName>
                                        </p:attrNameLst>
                                      </p:cBhvr>
                                      <p:to>
                                        <p:strVal val="visible"/>
                                      </p:to>
                                    </p:set>
                                    <p:animEffect transition="in" filter="fade">
                                      <p:cBhvr>
                                        <p:cTn id="13" dur="500"/>
                                        <p:tgtEl>
                                          <p:spTgt spid="395267">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395267">
                                            <p:txEl>
                                              <p:pRg st="4" end="4"/>
                                            </p:txEl>
                                          </p:spTgt>
                                        </p:tgtEl>
                                        <p:attrNameLst>
                                          <p:attrName>style.visibility</p:attrName>
                                        </p:attrNameLst>
                                      </p:cBhvr>
                                      <p:to>
                                        <p:strVal val="visible"/>
                                      </p:to>
                                    </p:set>
                                    <p:animEffect transition="in" filter="fade">
                                      <p:cBhvr>
                                        <p:cTn id="18" dur="500"/>
                                        <p:tgtEl>
                                          <p:spTgt spid="395267">
                                            <p:txEl>
                                              <p:pRg st="4" end="4"/>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95267">
                                            <p:txEl>
                                              <p:pRg st="5" end="5"/>
                                            </p:txEl>
                                          </p:spTgt>
                                        </p:tgtEl>
                                        <p:attrNameLst>
                                          <p:attrName>style.visibility</p:attrName>
                                        </p:attrNameLst>
                                      </p:cBhvr>
                                      <p:to>
                                        <p:strVal val="visible"/>
                                      </p:to>
                                    </p:set>
                                    <p:animEffect transition="in" filter="fade">
                                      <p:cBhvr>
                                        <p:cTn id="21" dur="500"/>
                                        <p:tgtEl>
                                          <p:spTgt spid="395267">
                                            <p:txEl>
                                              <p:pRg st="5" end="5"/>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95267">
                                            <p:txEl>
                                              <p:pRg st="6" end="6"/>
                                            </p:txEl>
                                          </p:spTgt>
                                        </p:tgtEl>
                                        <p:attrNameLst>
                                          <p:attrName>style.visibility</p:attrName>
                                        </p:attrNameLst>
                                      </p:cBhvr>
                                      <p:to>
                                        <p:strVal val="visible"/>
                                      </p:to>
                                    </p:set>
                                    <p:animEffect transition="in" filter="fade">
                                      <p:cBhvr>
                                        <p:cTn id="24" dur="500"/>
                                        <p:tgtEl>
                                          <p:spTgt spid="39526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5267"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66" name="Rectangle 2"/>
          <p:cNvSpPr>
            <a:spLocks noGrp="1" noChangeArrowheads="1"/>
          </p:cNvSpPr>
          <p:nvPr>
            <p:ph type="title"/>
          </p:nvPr>
        </p:nvSpPr>
        <p:spPr>
          <a:xfrm>
            <a:off x="1083249" y="0"/>
            <a:ext cx="10176933" cy="1143000"/>
          </a:xfrm>
        </p:spPr>
        <p:txBody>
          <a:bodyPr>
            <a:normAutofit/>
          </a:bodyPr>
          <a:lstStyle/>
          <a:p>
            <a:pPr fontAlgn="auto">
              <a:lnSpc>
                <a:spcPct val="93000"/>
              </a:lnSpc>
              <a:spcAft>
                <a:spcPts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sz="4000" dirty="0"/>
              <a:t>	</a:t>
            </a:r>
            <a:r>
              <a:rPr lang="en-GB" dirty="0" smtClean="0"/>
              <a:t>Quality Assurance v/s Quality Control</a:t>
            </a:r>
            <a:endParaRPr lang="en-GB" dirty="0"/>
          </a:p>
        </p:txBody>
      </p:sp>
      <p:sp>
        <p:nvSpPr>
          <p:cNvPr id="395267" name="Rectangle 3"/>
          <p:cNvSpPr>
            <a:spLocks noGrp="1" noChangeArrowheads="1"/>
          </p:cNvSpPr>
          <p:nvPr>
            <p:ph idx="1"/>
          </p:nvPr>
        </p:nvSpPr>
        <p:spPr>
          <a:xfrm>
            <a:off x="1108892" y="1447800"/>
            <a:ext cx="10490201" cy="4724400"/>
          </a:xfrm>
        </p:spPr>
        <p:txBody>
          <a:bodyPr>
            <a:normAutofit/>
          </a:bodyPr>
          <a:lstStyle/>
          <a:p>
            <a:pPr marL="82550" indent="0">
              <a:buNone/>
            </a:pPr>
            <a:r>
              <a:rPr lang="en-GB" b="1" u="sng" dirty="0" smtClean="0">
                <a:solidFill>
                  <a:srgbClr val="00B0F0"/>
                </a:solidFill>
              </a:rPr>
              <a:t>EXAMPLE</a:t>
            </a:r>
          </a:p>
          <a:p>
            <a:r>
              <a:rPr lang="en-GB" b="1" dirty="0" smtClean="0">
                <a:solidFill>
                  <a:schemeClr val="accent1">
                    <a:lumMod val="75000"/>
                  </a:schemeClr>
                </a:solidFill>
              </a:rPr>
              <a:t>Quality Assurance:</a:t>
            </a:r>
            <a:r>
              <a:rPr lang="en-GB" b="1" dirty="0" smtClean="0"/>
              <a:t>  </a:t>
            </a:r>
            <a:r>
              <a:rPr lang="en-US" dirty="0"/>
              <a:t>Verification is an example of QA.</a:t>
            </a:r>
            <a:endParaRPr lang="en-US" dirty="0" smtClean="0"/>
          </a:p>
          <a:p>
            <a:endParaRPr lang="en-GB" dirty="0" smtClean="0"/>
          </a:p>
          <a:p>
            <a:r>
              <a:rPr lang="en-GB" b="1" dirty="0" smtClean="0">
                <a:solidFill>
                  <a:schemeClr val="accent1">
                    <a:lumMod val="75000"/>
                  </a:schemeClr>
                </a:solidFill>
              </a:rPr>
              <a:t>Quality Control</a:t>
            </a:r>
            <a:r>
              <a:rPr lang="en-GB" b="1" dirty="0" smtClean="0"/>
              <a:t>: </a:t>
            </a:r>
            <a:r>
              <a:rPr lang="en-US" dirty="0"/>
              <a:t>Validation/Software Testing is an example of </a:t>
            </a:r>
            <a:r>
              <a:rPr lang="en-US" dirty="0" smtClean="0"/>
              <a:t>QC.</a:t>
            </a:r>
            <a:endParaRPr lang="en-US" dirty="0"/>
          </a:p>
        </p:txBody>
      </p:sp>
    </p:spTree>
    <p:extLst>
      <p:ext uri="{BB962C8B-B14F-4D97-AF65-F5344CB8AC3E}">
        <p14:creationId xmlns:p14="http://schemas.microsoft.com/office/powerpoint/2010/main" val="2471082354"/>
      </p:ext>
    </p:extLst>
  </p:cSld>
  <p:clrMapOvr>
    <a:masterClrMapping/>
  </p:clrMapOvr>
  <p:transition spd="med">
    <p:fad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66" name="Rectangle 2"/>
          <p:cNvSpPr>
            <a:spLocks noGrp="1" noChangeArrowheads="1"/>
          </p:cNvSpPr>
          <p:nvPr>
            <p:ph type="title"/>
          </p:nvPr>
        </p:nvSpPr>
        <p:spPr>
          <a:xfrm>
            <a:off x="1083250" y="0"/>
            <a:ext cx="10176933" cy="1143000"/>
          </a:xfrm>
        </p:spPr>
        <p:txBody>
          <a:bodyPr>
            <a:normAutofit/>
          </a:bodyPr>
          <a:lstStyle/>
          <a:p>
            <a:pPr fontAlgn="auto">
              <a:lnSpc>
                <a:spcPct val="93000"/>
              </a:lnSpc>
              <a:spcAft>
                <a:spcPts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sz="4000" dirty="0"/>
              <a:t>	</a:t>
            </a:r>
            <a:r>
              <a:rPr lang="en-GB" dirty="0" smtClean="0"/>
              <a:t>Quality Assurance v/s Quality Control</a:t>
            </a:r>
            <a:endParaRPr lang="en-GB" dirty="0"/>
          </a:p>
        </p:txBody>
      </p:sp>
      <p:sp>
        <p:nvSpPr>
          <p:cNvPr id="395267" name="Rectangle 3"/>
          <p:cNvSpPr>
            <a:spLocks noGrp="1" noChangeArrowheads="1"/>
          </p:cNvSpPr>
          <p:nvPr>
            <p:ph idx="1"/>
          </p:nvPr>
        </p:nvSpPr>
        <p:spPr>
          <a:xfrm>
            <a:off x="1095829" y="1421675"/>
            <a:ext cx="10490201" cy="4724400"/>
          </a:xfrm>
        </p:spPr>
        <p:txBody>
          <a:bodyPr>
            <a:normAutofit/>
          </a:bodyPr>
          <a:lstStyle/>
          <a:p>
            <a:pPr marL="82550" indent="0">
              <a:buNone/>
            </a:pPr>
            <a:r>
              <a:rPr lang="en-GB" b="1" u="sng" dirty="0" smtClean="0">
                <a:solidFill>
                  <a:srgbClr val="00B0F0"/>
                </a:solidFill>
              </a:rPr>
              <a:t>AS a TOOL</a:t>
            </a:r>
          </a:p>
          <a:p>
            <a:r>
              <a:rPr lang="en-GB" b="1" dirty="0" smtClean="0">
                <a:solidFill>
                  <a:schemeClr val="accent1">
                    <a:lumMod val="75000"/>
                  </a:schemeClr>
                </a:solidFill>
              </a:rPr>
              <a:t>Quality Assurance:</a:t>
            </a:r>
            <a:r>
              <a:rPr lang="en-GB" b="1" dirty="0" smtClean="0"/>
              <a:t>  </a:t>
            </a:r>
            <a:r>
              <a:rPr lang="en-US" dirty="0"/>
              <a:t>QA is a managerial </a:t>
            </a:r>
            <a:r>
              <a:rPr lang="en-US" dirty="0" smtClean="0"/>
              <a:t>tool.</a:t>
            </a:r>
          </a:p>
          <a:p>
            <a:endParaRPr lang="en-GB" dirty="0" smtClean="0"/>
          </a:p>
          <a:p>
            <a:r>
              <a:rPr lang="en-GB" b="1" dirty="0" smtClean="0">
                <a:solidFill>
                  <a:schemeClr val="accent1">
                    <a:lumMod val="75000"/>
                  </a:schemeClr>
                </a:solidFill>
              </a:rPr>
              <a:t>Quality Control</a:t>
            </a:r>
            <a:r>
              <a:rPr lang="en-GB" b="1" dirty="0" smtClean="0"/>
              <a:t>: </a:t>
            </a:r>
            <a:r>
              <a:rPr lang="en-US" dirty="0"/>
              <a:t>QC is a corrective </a:t>
            </a:r>
            <a:r>
              <a:rPr lang="en-US" dirty="0" smtClean="0"/>
              <a:t>tool.</a:t>
            </a:r>
            <a:endParaRPr lang="en-US" dirty="0"/>
          </a:p>
        </p:txBody>
      </p:sp>
    </p:spTree>
    <p:extLst>
      <p:ext uri="{BB962C8B-B14F-4D97-AF65-F5344CB8AC3E}">
        <p14:creationId xmlns:p14="http://schemas.microsoft.com/office/powerpoint/2010/main" val="4211353782"/>
      </p:ext>
    </p:extLst>
  </p:cSld>
  <p:clrMapOvr>
    <a:masterClrMapping/>
  </p:clrMapOvr>
  <p:transition spd="med">
    <p:fade/>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66" name="Rectangle 2"/>
          <p:cNvSpPr>
            <a:spLocks noGrp="1" noChangeArrowheads="1"/>
          </p:cNvSpPr>
          <p:nvPr>
            <p:ph type="title"/>
          </p:nvPr>
        </p:nvSpPr>
        <p:spPr>
          <a:xfrm>
            <a:off x="1070182" y="0"/>
            <a:ext cx="10176933" cy="1143000"/>
          </a:xfrm>
        </p:spPr>
        <p:txBody>
          <a:bodyPr>
            <a:normAutofit/>
          </a:bodyPr>
          <a:lstStyle/>
          <a:p>
            <a:pPr fontAlgn="auto">
              <a:lnSpc>
                <a:spcPct val="93000"/>
              </a:lnSpc>
              <a:spcAft>
                <a:spcPts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sz="4000" dirty="0"/>
              <a:t>	</a:t>
            </a:r>
            <a:r>
              <a:rPr lang="en-GB" dirty="0" smtClean="0"/>
              <a:t>Quality Assurance v/s Quality Control</a:t>
            </a:r>
            <a:endParaRPr lang="en-GB" dirty="0"/>
          </a:p>
        </p:txBody>
      </p:sp>
      <p:sp>
        <p:nvSpPr>
          <p:cNvPr id="395267" name="Rectangle 3"/>
          <p:cNvSpPr>
            <a:spLocks noGrp="1" noChangeArrowheads="1"/>
          </p:cNvSpPr>
          <p:nvPr>
            <p:ph idx="1"/>
          </p:nvPr>
        </p:nvSpPr>
        <p:spPr>
          <a:xfrm>
            <a:off x="1148081" y="1434737"/>
            <a:ext cx="10490201" cy="4724400"/>
          </a:xfrm>
        </p:spPr>
        <p:txBody>
          <a:bodyPr>
            <a:normAutofit/>
          </a:bodyPr>
          <a:lstStyle/>
          <a:p>
            <a:pPr marL="82550" indent="0">
              <a:buNone/>
            </a:pPr>
            <a:r>
              <a:rPr lang="en-GB" b="1" u="sng" dirty="0" smtClean="0">
                <a:solidFill>
                  <a:srgbClr val="00B0F0"/>
                </a:solidFill>
              </a:rPr>
              <a:t>ORIENTATION</a:t>
            </a:r>
          </a:p>
          <a:p>
            <a:r>
              <a:rPr lang="en-GB" b="1" dirty="0" smtClean="0">
                <a:solidFill>
                  <a:schemeClr val="accent1">
                    <a:lumMod val="75000"/>
                  </a:schemeClr>
                </a:solidFill>
              </a:rPr>
              <a:t>Quality Assurance:</a:t>
            </a:r>
            <a:r>
              <a:rPr lang="en-GB" b="1" dirty="0" smtClean="0"/>
              <a:t>  </a:t>
            </a:r>
            <a:r>
              <a:rPr lang="en-US" dirty="0"/>
              <a:t>QA is process </a:t>
            </a:r>
            <a:r>
              <a:rPr lang="en-US" dirty="0" smtClean="0"/>
              <a:t>oriented.</a:t>
            </a:r>
          </a:p>
          <a:p>
            <a:endParaRPr lang="en-GB" dirty="0" smtClean="0"/>
          </a:p>
          <a:p>
            <a:r>
              <a:rPr lang="en-GB" b="1" dirty="0" smtClean="0">
                <a:solidFill>
                  <a:schemeClr val="accent1">
                    <a:lumMod val="75000"/>
                  </a:schemeClr>
                </a:solidFill>
              </a:rPr>
              <a:t>Quality Control</a:t>
            </a:r>
            <a:r>
              <a:rPr lang="en-GB" b="1" dirty="0" smtClean="0"/>
              <a:t>: </a:t>
            </a:r>
            <a:r>
              <a:rPr lang="en-US" dirty="0"/>
              <a:t>QC is product </a:t>
            </a:r>
            <a:r>
              <a:rPr lang="en-US" dirty="0" smtClean="0"/>
              <a:t>oriented.</a:t>
            </a:r>
            <a:endParaRPr lang="en-US" dirty="0"/>
          </a:p>
        </p:txBody>
      </p:sp>
    </p:spTree>
    <p:extLst>
      <p:ext uri="{BB962C8B-B14F-4D97-AF65-F5344CB8AC3E}">
        <p14:creationId xmlns:p14="http://schemas.microsoft.com/office/powerpoint/2010/main" val="1873016526"/>
      </p:ext>
    </p:extLst>
  </p:cSld>
  <p:clrMapOvr>
    <a:masterClrMapping/>
  </p:clrMapOvr>
  <p:transition spd="med">
    <p:fade/>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Software Testing</a:t>
            </a:r>
            <a:endParaRPr lang="en-US" dirty="0"/>
          </a:p>
        </p:txBody>
      </p:sp>
      <p:sp>
        <p:nvSpPr>
          <p:cNvPr id="3" name="Content Placeholder 2"/>
          <p:cNvSpPr>
            <a:spLocks noGrp="1"/>
          </p:cNvSpPr>
          <p:nvPr>
            <p:ph idx="1"/>
          </p:nvPr>
        </p:nvSpPr>
        <p:spPr/>
        <p:txBody>
          <a:bodyPr/>
          <a:lstStyle/>
          <a:p>
            <a:r>
              <a:rPr lang="en-US" dirty="0" smtClean="0"/>
              <a:t>Testing is the process of executing a program with intention of finding errors.</a:t>
            </a:r>
            <a:endParaRPr lang="en-US" dirty="0"/>
          </a:p>
        </p:txBody>
      </p:sp>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Formal Definition of Software Testing</a:t>
            </a:r>
            <a:endParaRPr lang="en-US" dirty="0"/>
          </a:p>
        </p:txBody>
      </p:sp>
      <p:sp>
        <p:nvSpPr>
          <p:cNvPr id="3" name="Content Placeholder 2"/>
          <p:cNvSpPr>
            <a:spLocks noGrp="1"/>
          </p:cNvSpPr>
          <p:nvPr>
            <p:ph idx="1"/>
          </p:nvPr>
        </p:nvSpPr>
        <p:spPr/>
        <p:txBody>
          <a:bodyPr>
            <a:normAutofit/>
          </a:bodyPr>
          <a:lstStyle/>
          <a:p>
            <a:pPr algn="just"/>
            <a:r>
              <a:rPr lang="en-US" dirty="0" smtClean="0"/>
              <a:t>Software testing is a </a:t>
            </a:r>
            <a:r>
              <a:rPr lang="en-US" b="1" dirty="0" smtClean="0"/>
              <a:t>formal </a:t>
            </a:r>
            <a:r>
              <a:rPr lang="en-US" dirty="0" smtClean="0"/>
              <a:t>process carried out by a</a:t>
            </a:r>
            <a:r>
              <a:rPr lang="en-US" b="1" dirty="0" smtClean="0"/>
              <a:t> specialized testing team </a:t>
            </a:r>
            <a:r>
              <a:rPr lang="en-US" dirty="0" smtClean="0"/>
              <a:t>in which a software unit, several integrated software units or an entire software package are examined by </a:t>
            </a:r>
            <a:r>
              <a:rPr lang="en-US" b="1" dirty="0" smtClean="0"/>
              <a:t>running the programs on a computer. </a:t>
            </a:r>
            <a:r>
              <a:rPr lang="en-US" dirty="0" smtClean="0"/>
              <a:t>All</a:t>
            </a:r>
            <a:r>
              <a:rPr lang="en-US" b="1" dirty="0" smtClean="0"/>
              <a:t> </a:t>
            </a:r>
            <a:r>
              <a:rPr lang="en-US" dirty="0" smtClean="0"/>
              <a:t>the associated tests are performed according to </a:t>
            </a:r>
            <a:r>
              <a:rPr lang="en-US" b="1" dirty="0" smtClean="0"/>
              <a:t>approved test  procedures </a:t>
            </a:r>
            <a:r>
              <a:rPr lang="en-US" dirty="0" smtClean="0"/>
              <a:t>on</a:t>
            </a:r>
            <a:r>
              <a:rPr lang="en-US" b="1" dirty="0" smtClean="0"/>
              <a:t> approved test cases.</a:t>
            </a:r>
            <a:endParaRPr lang="en-US" dirty="0"/>
          </a:p>
        </p:txBody>
      </p:sp>
    </p:spTree>
  </p:cSld>
  <p:clrMapOvr>
    <a:masterClrMapping/>
  </p:clrMapOvr>
  <p:transition spd="med">
    <p:fade/>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Formal Definition of Software Testing</a:t>
            </a:r>
            <a:endParaRPr lang="en-US" dirty="0"/>
          </a:p>
        </p:txBody>
      </p:sp>
      <p:sp>
        <p:nvSpPr>
          <p:cNvPr id="3" name="Content Placeholder 2"/>
          <p:cNvSpPr>
            <a:spLocks noGrp="1"/>
          </p:cNvSpPr>
          <p:nvPr>
            <p:ph idx="1"/>
          </p:nvPr>
        </p:nvSpPr>
        <p:spPr/>
        <p:txBody>
          <a:bodyPr/>
          <a:lstStyle/>
          <a:p>
            <a:pPr algn="just"/>
            <a:r>
              <a:rPr lang="en-US" b="1" dirty="0" smtClean="0"/>
              <a:t>Formal: </a:t>
            </a:r>
          </a:p>
          <a:p>
            <a:pPr lvl="1" algn="just"/>
            <a:r>
              <a:rPr lang="en-US" sz="2000" dirty="0" smtClean="0"/>
              <a:t>Software test plans are part of project’s development and quality plans, scheduled in advance</a:t>
            </a:r>
          </a:p>
          <a:p>
            <a:pPr lvl="1" algn="just"/>
            <a:r>
              <a:rPr lang="en-US" sz="2000" dirty="0" smtClean="0"/>
              <a:t>It is often signed between developer and customer</a:t>
            </a:r>
          </a:p>
          <a:p>
            <a:pPr lvl="1" algn="just"/>
            <a:r>
              <a:rPr lang="en-US" sz="2000" dirty="0" smtClean="0"/>
              <a:t>Ad hoc examination by colleague and or regular checks by the programming team leader cannot be considered software tests</a:t>
            </a:r>
            <a:endParaRPr lang="en-US" sz="2000" dirty="0"/>
          </a:p>
        </p:txBody>
      </p:sp>
    </p:spTree>
  </p:cSld>
  <p:clrMapOvr>
    <a:masterClrMapping/>
  </p:clrMapOvr>
  <p:transition spd="med">
    <p:fade/>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Formal Definition of Software Testing</a:t>
            </a:r>
            <a:endParaRPr lang="en-US" dirty="0"/>
          </a:p>
        </p:txBody>
      </p:sp>
      <p:sp>
        <p:nvSpPr>
          <p:cNvPr id="3" name="Content Placeholder 2"/>
          <p:cNvSpPr>
            <a:spLocks noGrp="1"/>
          </p:cNvSpPr>
          <p:nvPr>
            <p:ph idx="1"/>
          </p:nvPr>
        </p:nvSpPr>
        <p:spPr/>
        <p:txBody>
          <a:bodyPr>
            <a:normAutofit/>
          </a:bodyPr>
          <a:lstStyle/>
          <a:p>
            <a:pPr algn="just"/>
            <a:r>
              <a:rPr lang="en-US" b="1" dirty="0" smtClean="0"/>
              <a:t>Specialized testing team:</a:t>
            </a:r>
          </a:p>
          <a:p>
            <a:pPr lvl="1" algn="just"/>
            <a:r>
              <a:rPr lang="en-US" sz="2000" dirty="0" smtClean="0"/>
              <a:t>An independent team or external consultants who specialize in testing are assigned to perform these tasks to</a:t>
            </a:r>
          </a:p>
          <a:p>
            <a:pPr lvl="2" algn="just"/>
            <a:r>
              <a:rPr lang="en-US" sz="2000" dirty="0" smtClean="0"/>
              <a:t>Eliminate bias</a:t>
            </a:r>
          </a:p>
          <a:p>
            <a:pPr lvl="2" algn="just"/>
            <a:r>
              <a:rPr lang="en-US" sz="2000" dirty="0" smtClean="0"/>
              <a:t>Guarantee effective testing</a:t>
            </a:r>
          </a:p>
          <a:p>
            <a:pPr lvl="1" algn="just"/>
            <a:r>
              <a:rPr lang="en-US" sz="2000" dirty="0" smtClean="0"/>
              <a:t>Tests performed by the developers themselves will yield poor results</a:t>
            </a:r>
          </a:p>
          <a:p>
            <a:pPr lvl="1" algn="just"/>
            <a:r>
              <a:rPr lang="en-US" sz="2000" dirty="0" smtClean="0"/>
              <a:t>Unit tests continue to be performed by developers in many organizations</a:t>
            </a:r>
          </a:p>
          <a:p>
            <a:pPr lvl="2" algn="just"/>
            <a:endParaRPr lang="en-US" dirty="0"/>
          </a:p>
        </p:txBody>
      </p:sp>
    </p:spTree>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Formal Definition of Software Testing</a:t>
            </a:r>
            <a:endParaRPr lang="en-US" dirty="0"/>
          </a:p>
        </p:txBody>
      </p:sp>
      <p:sp>
        <p:nvSpPr>
          <p:cNvPr id="3" name="Content Placeholder 2"/>
          <p:cNvSpPr>
            <a:spLocks noGrp="1"/>
          </p:cNvSpPr>
          <p:nvPr>
            <p:ph idx="1"/>
          </p:nvPr>
        </p:nvSpPr>
        <p:spPr/>
        <p:txBody>
          <a:bodyPr>
            <a:normAutofit/>
          </a:bodyPr>
          <a:lstStyle/>
          <a:p>
            <a:pPr algn="just"/>
            <a:r>
              <a:rPr lang="en-US" b="1" dirty="0" smtClean="0"/>
              <a:t>Running the programs:</a:t>
            </a:r>
          </a:p>
          <a:p>
            <a:pPr lvl="1" algn="just"/>
            <a:r>
              <a:rPr lang="en-US" sz="2000" dirty="0" smtClean="0"/>
              <a:t>Any form of quality assurance activity that does not involve running the software, for example code inspection cannot be considered as a test.</a:t>
            </a:r>
          </a:p>
          <a:p>
            <a:pPr algn="just"/>
            <a:r>
              <a:rPr lang="en-US" b="1" dirty="0" smtClean="0"/>
              <a:t>Approved test procedures:</a:t>
            </a:r>
          </a:p>
          <a:p>
            <a:pPr lvl="1" algn="just"/>
            <a:r>
              <a:rPr lang="en-US" sz="2000" dirty="0" smtClean="0"/>
              <a:t>The testing process performed according to a test plan and testing procedures</a:t>
            </a:r>
          </a:p>
          <a:p>
            <a:pPr lvl="1" algn="just"/>
            <a:r>
              <a:rPr lang="en-US" sz="2000" dirty="0" smtClean="0"/>
              <a:t>These are approved SQA procedures adopted by the developing organizations</a:t>
            </a:r>
            <a:endParaRPr lang="en-US" sz="2000" dirty="0"/>
          </a:p>
        </p:txBody>
      </p:sp>
    </p:spTree>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Formal Definition of Software Testing</a:t>
            </a:r>
            <a:endParaRPr lang="en-US" dirty="0"/>
          </a:p>
        </p:txBody>
      </p:sp>
      <p:sp>
        <p:nvSpPr>
          <p:cNvPr id="3" name="Content Placeholder 2"/>
          <p:cNvSpPr>
            <a:spLocks noGrp="1"/>
          </p:cNvSpPr>
          <p:nvPr>
            <p:ph idx="1"/>
          </p:nvPr>
        </p:nvSpPr>
        <p:spPr/>
        <p:txBody>
          <a:bodyPr>
            <a:normAutofit/>
          </a:bodyPr>
          <a:lstStyle/>
          <a:p>
            <a:r>
              <a:rPr lang="en-US" b="1" dirty="0" smtClean="0"/>
              <a:t>Approved test cases:</a:t>
            </a:r>
          </a:p>
          <a:p>
            <a:pPr lvl="1"/>
            <a:r>
              <a:rPr lang="en-US" sz="2000" dirty="0" smtClean="0"/>
              <a:t>The test cases to be examined are defined in full by the test plan.</a:t>
            </a:r>
          </a:p>
          <a:p>
            <a:pPr lvl="1"/>
            <a:r>
              <a:rPr lang="en-US" sz="2000" dirty="0" smtClean="0"/>
              <a:t>No omissions or additions are expected to occur during testing.</a:t>
            </a:r>
            <a:endParaRPr lang="en-US" sz="2000" dirty="0"/>
          </a:p>
        </p:txBody>
      </p:sp>
    </p:spTree>
  </p:cSld>
  <p:clrMapOvr>
    <a:masterClrMapping/>
  </p:clrMapOvr>
  <p:transition spd="med">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66" name="Rectangle 2"/>
          <p:cNvSpPr>
            <a:spLocks noGrp="1" noChangeArrowheads="1"/>
          </p:cNvSpPr>
          <p:nvPr>
            <p:ph type="title"/>
          </p:nvPr>
        </p:nvSpPr>
        <p:spPr>
          <a:xfrm>
            <a:off x="1077444" y="0"/>
            <a:ext cx="10176933" cy="1143000"/>
          </a:xfrm>
        </p:spPr>
        <p:txBody>
          <a:bodyPr>
            <a:normAutofit/>
          </a:bodyPr>
          <a:lstStyle/>
          <a:p>
            <a:r>
              <a:rPr lang="en-US" altLang="en-US" dirty="0"/>
              <a:t>What is a Bug?</a:t>
            </a:r>
          </a:p>
        </p:txBody>
      </p:sp>
      <p:sp>
        <p:nvSpPr>
          <p:cNvPr id="395267" name="Rectangle 3"/>
          <p:cNvSpPr>
            <a:spLocks noGrp="1" noChangeArrowheads="1"/>
          </p:cNvSpPr>
          <p:nvPr>
            <p:ph idx="1"/>
          </p:nvPr>
        </p:nvSpPr>
        <p:spPr>
          <a:xfrm>
            <a:off x="1110343" y="1447800"/>
            <a:ext cx="9980023" cy="4724400"/>
          </a:xfrm>
        </p:spPr>
        <p:txBody>
          <a:bodyPr>
            <a:normAutofit/>
          </a:bodyPr>
          <a:lstStyle/>
          <a:p>
            <a:pPr algn="just"/>
            <a:r>
              <a:rPr lang="en-US" altLang="en-US" dirty="0" smtClean="0"/>
              <a:t>Informally, it is “</a:t>
            </a:r>
            <a:r>
              <a:rPr lang="en-US" altLang="en-US" i="1" dirty="0" smtClean="0"/>
              <a:t>what happens when software fails</a:t>
            </a:r>
            <a:r>
              <a:rPr lang="en-US" altLang="en-US" dirty="0" smtClean="0"/>
              <a:t>”, whether the failure was</a:t>
            </a:r>
          </a:p>
          <a:p>
            <a:pPr marL="759270" lvl="1" indent="-457200" algn="just" fontAlgn="auto">
              <a:spcAft>
                <a:spcPts val="0"/>
              </a:spcAft>
              <a:buSzPct val="60000"/>
              <a:buFont typeface="Courier New" panose="02070309020205020404" pitchFamily="49" charset="0"/>
              <a:buChar char="o"/>
              <a:defRPr/>
            </a:pPr>
            <a:r>
              <a:rPr lang="en-US" altLang="en-US" sz="2000" dirty="0" smtClean="0"/>
              <a:t>Inconvenient</a:t>
            </a:r>
          </a:p>
          <a:p>
            <a:pPr marL="759270" lvl="1" indent="-457200" algn="just" fontAlgn="auto">
              <a:spcAft>
                <a:spcPts val="0"/>
              </a:spcAft>
              <a:buSzPct val="60000"/>
              <a:buFont typeface="Courier New" panose="02070309020205020404" pitchFamily="49" charset="0"/>
              <a:buChar char="o"/>
              <a:defRPr/>
            </a:pPr>
            <a:r>
              <a:rPr lang="en-US" altLang="en-US" sz="2000" dirty="0" smtClean="0"/>
              <a:t>Catastrophic</a:t>
            </a:r>
          </a:p>
          <a:p>
            <a:pPr algn="just"/>
            <a:r>
              <a:rPr lang="en-US" altLang="en-US" dirty="0"/>
              <a:t>Terms for software </a:t>
            </a:r>
            <a:r>
              <a:rPr lang="en-US" altLang="en-US" dirty="0" smtClean="0"/>
              <a:t>failure</a:t>
            </a:r>
          </a:p>
          <a:p>
            <a:pPr lvl="2" algn="just">
              <a:buFontTx/>
              <a:buNone/>
            </a:pPr>
            <a:r>
              <a:rPr lang="en-US" altLang="en-US" sz="2000" dirty="0" smtClean="0"/>
              <a:t>* Fault		 * Anomaly	* Problem	</a:t>
            </a:r>
          </a:p>
          <a:p>
            <a:pPr lvl="2" algn="just">
              <a:buFontTx/>
              <a:buNone/>
            </a:pPr>
            <a:r>
              <a:rPr lang="en-US" altLang="en-US" sz="2000" dirty="0" smtClean="0"/>
              <a:t>* Inconsistency  * </a:t>
            </a:r>
            <a:r>
              <a:rPr lang="en-US" altLang="en-US" sz="2000" dirty="0"/>
              <a:t>Failure	* Incident	</a:t>
            </a:r>
            <a:endParaRPr lang="en-US" altLang="en-US" sz="2000" dirty="0" smtClean="0"/>
          </a:p>
          <a:p>
            <a:pPr lvl="2" algn="just">
              <a:buFontTx/>
              <a:buNone/>
            </a:pPr>
            <a:r>
              <a:rPr lang="en-US" altLang="en-US" sz="2000" dirty="0" smtClean="0"/>
              <a:t>* Error</a:t>
            </a:r>
            <a:r>
              <a:rPr lang="en-US" altLang="en-US" sz="2000" dirty="0"/>
              <a:t>	</a:t>
            </a:r>
            <a:r>
              <a:rPr lang="en-US" altLang="en-US" sz="2000" dirty="0" smtClean="0"/>
              <a:t>	* </a:t>
            </a:r>
            <a:r>
              <a:rPr lang="en-US" altLang="en-US" sz="2000" dirty="0"/>
              <a:t>Defect	</a:t>
            </a:r>
            <a:endParaRPr lang="en-US" altLang="en-US" sz="2000" dirty="0" smtClean="0"/>
          </a:p>
          <a:p>
            <a:pPr lvl="2" algn="just">
              <a:buFontTx/>
              <a:buNone/>
            </a:pPr>
            <a:r>
              <a:rPr lang="en-US" altLang="en-US" sz="2000" dirty="0" smtClean="0"/>
              <a:t>* </a:t>
            </a:r>
            <a:r>
              <a:rPr lang="en-US" altLang="en-US" sz="2000" dirty="0"/>
              <a:t>Variance	</a:t>
            </a:r>
            <a:r>
              <a:rPr lang="en-US" altLang="en-US" sz="2000" dirty="0" smtClean="0"/>
              <a:t> * </a:t>
            </a:r>
            <a:r>
              <a:rPr lang="en-US" altLang="en-US" sz="2000" dirty="0"/>
              <a:t>Bug</a:t>
            </a:r>
          </a:p>
          <a:p>
            <a:pPr marL="82550" indent="0" algn="just">
              <a:buNone/>
            </a:pPr>
            <a:endParaRPr lang="en-US" altLang="en-US" dirty="0"/>
          </a:p>
          <a:p>
            <a:pPr marL="302070" lvl="1" indent="0" algn="just" fontAlgn="auto">
              <a:spcAft>
                <a:spcPts val="0"/>
              </a:spcAft>
              <a:buSzPct val="60000"/>
              <a:buNone/>
              <a:defRPr/>
            </a:pPr>
            <a:endParaRPr lang="en-US" dirty="0"/>
          </a:p>
        </p:txBody>
      </p:sp>
      <p:pic>
        <p:nvPicPr>
          <p:cNvPr id="4" name="Picture 1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64857" y="561703"/>
            <a:ext cx="660400" cy="598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16973932"/>
      </p:ext>
    </p:extLst>
  </p:cSld>
  <p:clrMapOvr>
    <a:masterClrMapping/>
  </p:clrMapOvr>
  <p:transition spd="med">
    <p:fade/>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66" name="Rectangle 2"/>
          <p:cNvSpPr>
            <a:spLocks noGrp="1" noChangeArrowheads="1"/>
          </p:cNvSpPr>
          <p:nvPr>
            <p:ph type="title"/>
          </p:nvPr>
        </p:nvSpPr>
        <p:spPr>
          <a:xfrm>
            <a:off x="1103570" y="0"/>
            <a:ext cx="10176933" cy="1143000"/>
          </a:xfrm>
        </p:spPr>
        <p:txBody>
          <a:bodyPr>
            <a:normAutofit/>
          </a:bodyPr>
          <a:lstStyle/>
          <a:p>
            <a:r>
              <a:rPr lang="en-US" altLang="en-US" dirty="0"/>
              <a:t>What is a Bug?</a:t>
            </a:r>
          </a:p>
        </p:txBody>
      </p:sp>
      <p:sp>
        <p:nvSpPr>
          <p:cNvPr id="395267" name="Rectangle 3"/>
          <p:cNvSpPr>
            <a:spLocks noGrp="1" noChangeArrowheads="1"/>
          </p:cNvSpPr>
          <p:nvPr>
            <p:ph idx="1"/>
          </p:nvPr>
        </p:nvSpPr>
        <p:spPr>
          <a:xfrm>
            <a:off x="1110344" y="1447800"/>
            <a:ext cx="9993086" cy="4724400"/>
          </a:xfrm>
        </p:spPr>
        <p:txBody>
          <a:bodyPr>
            <a:normAutofit/>
          </a:bodyPr>
          <a:lstStyle/>
          <a:p>
            <a:pPr algn="just"/>
            <a:r>
              <a:rPr lang="en-US" altLang="en-US" dirty="0"/>
              <a:t>Formally, we say that a </a:t>
            </a:r>
            <a:r>
              <a:rPr lang="en-US" altLang="en-US" dirty="0" smtClean="0"/>
              <a:t>software </a:t>
            </a:r>
            <a:r>
              <a:rPr lang="en-US" altLang="en-US" dirty="0"/>
              <a:t>bug occurs when one or more of the following five rules is true: when the software</a:t>
            </a:r>
            <a:endParaRPr lang="en-US" altLang="en-US" dirty="0" smtClean="0"/>
          </a:p>
          <a:p>
            <a:pPr marL="759270" lvl="1" indent="-457200" algn="just" fontAlgn="auto">
              <a:spcAft>
                <a:spcPts val="0"/>
              </a:spcAft>
              <a:buSzPct val="60000"/>
              <a:buFont typeface="Courier New" panose="02070309020205020404" pitchFamily="49" charset="0"/>
              <a:buChar char="o"/>
              <a:defRPr/>
            </a:pPr>
            <a:r>
              <a:rPr lang="en-US" altLang="en-US" sz="2000" dirty="0"/>
              <a:t>doesn't do something that the product specification says it should do.</a:t>
            </a:r>
            <a:endParaRPr lang="en-US" altLang="en-US" sz="2000" dirty="0" smtClean="0"/>
          </a:p>
          <a:p>
            <a:pPr marL="759270" lvl="1" indent="-457200" algn="just" fontAlgn="auto">
              <a:spcAft>
                <a:spcPts val="0"/>
              </a:spcAft>
              <a:buSzPct val="60000"/>
              <a:buFont typeface="Courier New" panose="02070309020205020404" pitchFamily="49" charset="0"/>
              <a:buChar char="o"/>
              <a:defRPr/>
            </a:pPr>
            <a:r>
              <a:rPr lang="en-US" altLang="en-US" sz="2000" dirty="0"/>
              <a:t>does something that the product specification says it shouldn't do</a:t>
            </a:r>
            <a:r>
              <a:rPr lang="en-US" altLang="en-US" sz="2000" dirty="0" smtClean="0"/>
              <a:t>.</a:t>
            </a:r>
          </a:p>
          <a:p>
            <a:pPr marL="759270" lvl="1" indent="-457200" algn="just" fontAlgn="auto">
              <a:spcAft>
                <a:spcPts val="0"/>
              </a:spcAft>
              <a:buSzPct val="60000"/>
              <a:buFont typeface="Courier New" panose="02070309020205020404" pitchFamily="49" charset="0"/>
              <a:buChar char="o"/>
              <a:defRPr/>
            </a:pPr>
            <a:r>
              <a:rPr lang="en-US" altLang="en-US" sz="2000" dirty="0"/>
              <a:t>does something that the product specification doesn't mention</a:t>
            </a:r>
            <a:r>
              <a:rPr lang="en-US" altLang="en-US" sz="2000" dirty="0" smtClean="0"/>
              <a:t>.</a:t>
            </a:r>
            <a:endParaRPr lang="en-US" altLang="en-US" sz="2000" dirty="0"/>
          </a:p>
          <a:p>
            <a:pPr marL="759270" lvl="1" indent="-457200" algn="just" fontAlgn="auto">
              <a:spcAft>
                <a:spcPts val="0"/>
              </a:spcAft>
              <a:buSzPct val="60000"/>
              <a:buFont typeface="Courier New" panose="02070309020205020404" pitchFamily="49" charset="0"/>
              <a:buChar char="o"/>
              <a:defRPr/>
            </a:pPr>
            <a:r>
              <a:rPr lang="en-US" altLang="en-US" sz="2000" dirty="0"/>
              <a:t>doesn't do something that the product specification doesn't mention but should</a:t>
            </a:r>
            <a:r>
              <a:rPr lang="en-US" altLang="en-US" sz="2000" dirty="0" smtClean="0"/>
              <a:t>.</a:t>
            </a:r>
          </a:p>
          <a:p>
            <a:pPr marL="759270" lvl="1" indent="-457200" algn="just" fontAlgn="auto">
              <a:spcAft>
                <a:spcPts val="0"/>
              </a:spcAft>
              <a:buSzPct val="60000"/>
              <a:buFont typeface="Courier New" panose="02070309020205020404" pitchFamily="49" charset="0"/>
              <a:buChar char="o"/>
              <a:defRPr/>
            </a:pPr>
            <a:r>
              <a:rPr lang="en-US" altLang="en-US" sz="2000" dirty="0"/>
              <a:t>is difficult to understand, hard to use, slow, </a:t>
            </a:r>
            <a:r>
              <a:rPr lang="en-US" altLang="en-US" sz="2000"/>
              <a:t>or </a:t>
            </a:r>
            <a:r>
              <a:rPr lang="en-US" altLang="en-US" sz="2000" smtClean="0"/>
              <a:t>will </a:t>
            </a:r>
            <a:r>
              <a:rPr lang="en-US" altLang="en-US" sz="2000" dirty="0"/>
              <a:t>be viewed by the end user as just </a:t>
            </a:r>
            <a:r>
              <a:rPr lang="en-US" altLang="en-US" sz="2000" dirty="0" smtClean="0"/>
              <a:t>pain </a:t>
            </a:r>
            <a:r>
              <a:rPr lang="en-US" altLang="en-US" sz="2000" dirty="0"/>
              <a:t>not right.</a:t>
            </a:r>
          </a:p>
          <a:p>
            <a:pPr marL="302070" lvl="1" indent="0" algn="just" fontAlgn="auto">
              <a:spcAft>
                <a:spcPts val="0"/>
              </a:spcAft>
              <a:buSzPct val="60000"/>
              <a:buNone/>
              <a:defRPr/>
            </a:pPr>
            <a:endParaRPr lang="en-US" dirty="0"/>
          </a:p>
        </p:txBody>
      </p:sp>
      <p:pic>
        <p:nvPicPr>
          <p:cNvPr id="4" name="Picture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43234" y="587829"/>
            <a:ext cx="660400" cy="598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8004909"/>
      </p:ext>
    </p:extLst>
  </p:cSld>
  <p:clrMapOvr>
    <a:masterClrMapping/>
  </p:clrMapOvr>
  <p:transition spd="med">
    <p:fade/>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074" name="Rectangle 2"/>
          <p:cNvSpPr>
            <a:spLocks noGrp="1" noChangeArrowheads="1"/>
          </p:cNvSpPr>
          <p:nvPr>
            <p:ph type="title"/>
          </p:nvPr>
        </p:nvSpPr>
        <p:spPr/>
        <p:txBody>
          <a:bodyPr/>
          <a:lstStyle/>
          <a:p>
            <a:r>
              <a:rPr lang="en-US" altLang="en-US" dirty="0"/>
              <a:t>Why do Bugs Occur?</a:t>
            </a:r>
          </a:p>
        </p:txBody>
      </p:sp>
      <p:pic>
        <p:nvPicPr>
          <p:cNvPr id="38707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0" y="1363029"/>
            <a:ext cx="7620000" cy="5205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Picture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99577" y="559961"/>
            <a:ext cx="660400" cy="598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61315532"/>
      </p:ext>
    </p:extLst>
  </p:cSld>
  <p:clrMapOvr>
    <a:masterClrMapping/>
  </p:clrMapOvr>
  <p:transition spd="med">
    <p:fade/>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66" name="Rectangle 2"/>
          <p:cNvSpPr>
            <a:spLocks noGrp="1" noChangeArrowheads="1"/>
          </p:cNvSpPr>
          <p:nvPr>
            <p:ph type="title"/>
          </p:nvPr>
        </p:nvSpPr>
        <p:spPr>
          <a:xfrm>
            <a:off x="1096312" y="0"/>
            <a:ext cx="10176933" cy="1143000"/>
          </a:xfrm>
        </p:spPr>
        <p:txBody>
          <a:bodyPr>
            <a:normAutofit/>
          </a:bodyPr>
          <a:lstStyle/>
          <a:p>
            <a:r>
              <a:rPr lang="en-US" altLang="en-US" dirty="0"/>
              <a:t>Symptoms and Root Causes of Bugs</a:t>
            </a:r>
          </a:p>
        </p:txBody>
      </p:sp>
      <p:sp>
        <p:nvSpPr>
          <p:cNvPr id="395267" name="Rectangle 3"/>
          <p:cNvSpPr>
            <a:spLocks noGrp="1" noChangeArrowheads="1"/>
          </p:cNvSpPr>
          <p:nvPr>
            <p:ph idx="1"/>
          </p:nvPr>
        </p:nvSpPr>
        <p:spPr>
          <a:xfrm>
            <a:off x="1110343" y="1447800"/>
            <a:ext cx="9980023" cy="4724400"/>
          </a:xfrm>
        </p:spPr>
        <p:txBody>
          <a:bodyPr>
            <a:normAutofit/>
          </a:bodyPr>
          <a:lstStyle/>
          <a:p>
            <a:pPr algn="just">
              <a:lnSpc>
                <a:spcPct val="90000"/>
              </a:lnSpc>
            </a:pPr>
            <a:r>
              <a:rPr lang="en-US" altLang="en-US" dirty="0"/>
              <a:t>Inaccurate understanding of end user needs</a:t>
            </a:r>
          </a:p>
          <a:p>
            <a:pPr algn="just">
              <a:lnSpc>
                <a:spcPct val="90000"/>
              </a:lnSpc>
            </a:pPr>
            <a:r>
              <a:rPr lang="en-US" altLang="en-US" dirty="0"/>
              <a:t>Inability to deal with changing requirements</a:t>
            </a:r>
          </a:p>
          <a:p>
            <a:pPr algn="just">
              <a:lnSpc>
                <a:spcPct val="90000"/>
              </a:lnSpc>
            </a:pPr>
            <a:r>
              <a:rPr lang="en-US" altLang="en-US" dirty="0"/>
              <a:t>Modules that don’t fit together</a:t>
            </a:r>
          </a:p>
          <a:p>
            <a:pPr algn="just">
              <a:lnSpc>
                <a:spcPct val="90000"/>
              </a:lnSpc>
            </a:pPr>
            <a:r>
              <a:rPr lang="en-US" altLang="en-US" dirty="0"/>
              <a:t>Software that is hard to maintain or extend</a:t>
            </a:r>
          </a:p>
          <a:p>
            <a:pPr algn="just">
              <a:lnSpc>
                <a:spcPct val="90000"/>
              </a:lnSpc>
            </a:pPr>
            <a:r>
              <a:rPr lang="en-US" altLang="en-US" dirty="0"/>
              <a:t>Late discovery of serious project </a:t>
            </a:r>
            <a:r>
              <a:rPr lang="en-US" altLang="en-US" dirty="0" smtClean="0"/>
              <a:t>flaws</a:t>
            </a:r>
            <a:endParaRPr lang="en-US" altLang="en-US" dirty="0"/>
          </a:p>
          <a:p>
            <a:pPr algn="just">
              <a:lnSpc>
                <a:spcPct val="90000"/>
              </a:lnSpc>
            </a:pPr>
            <a:r>
              <a:rPr lang="en-US" altLang="en-US" dirty="0"/>
              <a:t>Poor software quality</a:t>
            </a:r>
          </a:p>
          <a:p>
            <a:pPr algn="just">
              <a:lnSpc>
                <a:spcPct val="90000"/>
              </a:lnSpc>
            </a:pPr>
            <a:r>
              <a:rPr lang="en-US" altLang="en-US" dirty="0"/>
              <a:t>Unacceptable software performance</a:t>
            </a:r>
          </a:p>
          <a:p>
            <a:pPr algn="just">
              <a:lnSpc>
                <a:spcPct val="90000"/>
              </a:lnSpc>
            </a:pPr>
            <a:r>
              <a:rPr lang="en-US" altLang="en-US" dirty="0"/>
              <a:t>Team members in each other’s way, making it impossible to reconstruct who changed what, when, </a:t>
            </a:r>
            <a:r>
              <a:rPr lang="en-US" altLang="en-US" dirty="0" smtClean="0"/>
              <a:t>where </a:t>
            </a:r>
            <a:r>
              <a:rPr lang="en-US" altLang="en-US" dirty="0"/>
              <a:t>and why</a:t>
            </a:r>
          </a:p>
          <a:p>
            <a:pPr algn="just">
              <a:lnSpc>
                <a:spcPct val="90000"/>
              </a:lnSpc>
            </a:pPr>
            <a:r>
              <a:rPr lang="en-US" altLang="en-US" dirty="0"/>
              <a:t>An untrustworthy build-and-release process</a:t>
            </a:r>
            <a:endParaRPr lang="en-US" dirty="0"/>
          </a:p>
        </p:txBody>
      </p:sp>
    </p:spTree>
    <p:extLst>
      <p:ext uri="{BB962C8B-B14F-4D97-AF65-F5344CB8AC3E}">
        <p14:creationId xmlns:p14="http://schemas.microsoft.com/office/powerpoint/2010/main" val="2782898726"/>
      </p:ext>
    </p:extLst>
  </p:cSld>
  <p:clrMapOvr>
    <a:masterClrMapping/>
  </p:clrMapOvr>
  <p:transition spd="med">
    <p:fade/>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22" name="Rectangle 2"/>
          <p:cNvSpPr>
            <a:spLocks noGrp="1" noChangeArrowheads="1"/>
          </p:cNvSpPr>
          <p:nvPr>
            <p:ph type="title"/>
          </p:nvPr>
        </p:nvSpPr>
        <p:spPr/>
        <p:txBody>
          <a:bodyPr/>
          <a:lstStyle/>
          <a:p>
            <a:r>
              <a:rPr lang="en-US" altLang="en-US" dirty="0"/>
              <a:t>The Cost of Bugs</a:t>
            </a:r>
          </a:p>
        </p:txBody>
      </p:sp>
      <p:pic>
        <p:nvPicPr>
          <p:cNvPr id="38912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99838" y="1407571"/>
            <a:ext cx="8964084" cy="4464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61319896"/>
      </p:ext>
    </p:extLst>
  </p:cSld>
  <p:clrMapOvr>
    <a:masterClrMapping/>
  </p:clrMapOvr>
  <p:transition spd="med">
    <p:fade/>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mtClean="0"/>
              <a:t>The Cost of Bugs</a:t>
            </a:r>
            <a:endParaRPr lang="en-GB"/>
          </a:p>
        </p:txBody>
      </p:sp>
      <p:sp>
        <p:nvSpPr>
          <p:cNvPr id="3" name="Content Placeholder 2"/>
          <p:cNvSpPr>
            <a:spLocks noGrp="1"/>
          </p:cNvSpPr>
          <p:nvPr>
            <p:ph idx="1"/>
          </p:nvPr>
        </p:nvSpPr>
        <p:spPr/>
        <p:txBody>
          <a:bodyPr/>
          <a:lstStyle/>
          <a:p>
            <a:endParaRPr lang="en-GB"/>
          </a:p>
        </p:txBody>
      </p:sp>
      <p:pic>
        <p:nvPicPr>
          <p:cNvPr id="1026" name="Picture 2" descr="H:\CIIT\software testing\Final Slides\software-bugs.png"/>
          <p:cNvPicPr>
            <a:picLocks noChangeAspect="1" noChangeArrowheads="1"/>
          </p:cNvPicPr>
          <p:nvPr/>
        </p:nvPicPr>
        <p:blipFill>
          <a:blip r:embed="rId2"/>
          <a:srcRect/>
          <a:stretch>
            <a:fillRect/>
          </a:stretch>
        </p:blipFill>
        <p:spPr bwMode="auto">
          <a:xfrm>
            <a:off x="1121637" y="1614260"/>
            <a:ext cx="9979022" cy="3100624"/>
          </a:xfrm>
          <a:prstGeom prst="rect">
            <a:avLst/>
          </a:prstGeom>
          <a:noFill/>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Lecture 1">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TF03431380.potx" id="{B573BD99-E105-4D2A-964B-B901A176567A}" vid="{B1D363B9-18DE-4874-9E2B-FD69B5C6548D}"/>
    </a:ext>
  </a:extLst>
</a:theme>
</file>

<file path=ppt/theme/theme2.xml><?xml version="1.0" encoding="utf-8"?>
<a:theme xmlns:a="http://schemas.openxmlformats.org/drawingml/2006/main" name="Office Theme">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TemplateFile" ma:contentTypeID="0x0101006EDDDB5EE6D98C44930B742096920B300400F5B6D36B3EF94B4E9A635CDF2A18F5B8" ma:contentTypeVersion="72" ma:contentTypeDescription="Create a new document." ma:contentTypeScope="" ma:versionID="a23e56308344d904b51738559c3d67c9">
  <xsd:schema xmlns:xsd="http://www.w3.org/2001/XMLSchema" xmlns:xs="http://www.w3.org/2001/XMLSchema" xmlns:p="http://schemas.microsoft.com/office/2006/metadata/properties" xmlns:ns2="4873beb7-5857-4685-be1f-d57550cc96cc" targetNamespace="http://schemas.microsoft.com/office/2006/metadata/properties" ma:root="true" ma:fieldsID="cd0908cc4600e77bf5da051303e00c8d" ns2:_="">
    <xsd:import namespace="4873beb7-5857-4685-be1f-d57550cc96cc"/>
    <xsd:element name="properties">
      <xsd:complexType>
        <xsd:sequence>
          <xsd:element name="documentManagement">
            <xsd:complexType>
              <xsd:all>
                <xsd:element ref="ns2:AcquiredFrom" minOccurs="0"/>
                <xsd:element ref="ns2:UACurrentWords" minOccurs="0"/>
                <xsd:element ref="ns2:TPApplication" minOccurs="0"/>
                <xsd:element ref="ns2:ApprovalLog" minOccurs="0"/>
                <xsd:element ref="ns2:ApprovalStatus" minOccurs="0"/>
                <xsd:element ref="ns2:AssetStart" minOccurs="0"/>
                <xsd:element ref="ns2:AssetExpire" minOccurs="0"/>
                <xsd:element ref="ns2:AssetId" minOccurs="0"/>
                <xsd:element ref="ns2:IsSearchable" minOccurs="0"/>
                <xsd:element ref="ns2:AssetType" minOccurs="0"/>
                <xsd:element ref="ns2:APAuthor" minOccurs="0"/>
                <xsd:element ref="ns2:AverageRating" minOccurs="0"/>
                <xsd:element ref="ns2:BlockPublish" minOccurs="0"/>
                <xsd:element ref="ns2:BugNumber" minOccurs="0"/>
                <xsd:element ref="ns2:CampaignTagsTaxHTField0" minOccurs="0"/>
                <xsd:element ref="ns2:TPClientViewer" minOccurs="0"/>
                <xsd:element ref="ns2:ClipArtFilename" minOccurs="0"/>
                <xsd:element ref="ns2:TPCommandLine" minOccurs="0"/>
                <xsd:element ref="ns2:TPComponent" minOccurs="0"/>
                <xsd:element ref="ns2:ContentItem" minOccurs="0"/>
                <xsd:element ref="ns2:CrawlForDependencies" minOccurs="0"/>
                <xsd:element ref="ns2:CSXHash" minOccurs="0"/>
                <xsd:element ref="ns2:CSXSubmissionMarket" minOccurs="0"/>
                <xsd:element ref="ns2:CSXUpdate" minOccurs="0"/>
                <xsd:element ref="ns2:IntlLangReviewDate" minOccurs="0"/>
                <xsd:element ref="ns2:IsDeleted" minOccurs="0"/>
                <xsd:element ref="ns2:APDescription" minOccurs="0"/>
                <xsd:element ref="ns2:DirectSourceMarket" minOccurs="0"/>
                <xsd:element ref="ns2:Downloads" minOccurs="0"/>
                <xsd:element ref="ns2:DSATActionTaken" minOccurs="0"/>
                <xsd:element ref="ns2:APEditor" minOccurs="0"/>
                <xsd:element ref="ns2:EditorialStatus" minOccurs="0"/>
                <xsd:element ref="ns2:EditorialTags" minOccurs="0"/>
                <xsd:element ref="ns2:TPExecutable" minOccurs="0"/>
                <xsd:element ref="ns2:FeatureTagsTaxHTField0" minOccurs="0"/>
                <xsd:element ref="ns2:TPFriendlyName" minOccurs="0"/>
                <xsd:element ref="ns2:FriendlyTitle" minOccurs="0"/>
                <xsd:element ref="ns2:PrimaryImageGen" minOccurs="0"/>
                <xsd:element ref="ns2:HandoffToMSDN" minOccurs="0"/>
                <xsd:element ref="ns2:InProjectListLookup" minOccurs="0"/>
                <xsd:element ref="ns2:TPInstallLocation" minOccurs="0"/>
                <xsd:element ref="ns2:InternalTagsTaxHTField0" minOccurs="0"/>
                <xsd:element ref="ns2:IntlLangReview" minOccurs="0"/>
                <xsd:element ref="ns2:IntlLangReviewer" minOccurs="0"/>
                <xsd:element ref="ns2:MarketSpecific" minOccurs="0"/>
                <xsd:element ref="ns2:LastCompleteVersionLookup" minOccurs="0"/>
                <xsd:element ref="ns2:LastHandOff" minOccurs="0"/>
                <xsd:element ref="ns2:LastModifiedDateTime" minOccurs="0"/>
                <xsd:element ref="ns2:LastPreviewErrorLookup" minOccurs="0"/>
                <xsd:element ref="ns2:LastPreviewResultLookup" minOccurs="0"/>
                <xsd:element ref="ns2:LastPreviewAttemptDateLookup" minOccurs="0"/>
                <xsd:element ref="ns2:LastPreviewedByLookup" minOccurs="0"/>
                <xsd:element ref="ns2:LastPreviewTimeLookup" minOccurs="0"/>
                <xsd:element ref="ns2:LastPreviewVersionLookup" minOccurs="0"/>
                <xsd:element ref="ns2:LastPublishErrorLookup" minOccurs="0"/>
                <xsd:element ref="ns2:LastPublishResultLookup" minOccurs="0"/>
                <xsd:element ref="ns2:LastPublishAttemptDateLookup" minOccurs="0"/>
                <xsd:element ref="ns2:LastPublishedByLookup" minOccurs="0"/>
                <xsd:element ref="ns2:LastPublishTimeLookup" minOccurs="0"/>
                <xsd:element ref="ns2:LastPublishVersionLookup" minOccurs="0"/>
                <xsd:element ref="ns2:TPLaunchHelpLinkType" minOccurs="0"/>
                <xsd:element ref="ns2:LegacyData" minOccurs="0"/>
                <xsd:element ref="ns2:TPLaunchHelpLink" minOccurs="0"/>
                <xsd:element ref="ns2:LocComments" minOccurs="0"/>
                <xsd:element ref="ns2:LocLastLocAttemptVersionLookup" minOccurs="0"/>
                <xsd:element ref="ns2:LocLastLocAttemptVersionTypeLookup" minOccurs="0"/>
                <xsd:element ref="ns2:LocManualTestRequired" minOccurs="0"/>
                <xsd:element ref="ns2:LocMarketGroupTiers2" minOccurs="0"/>
                <xsd:element ref="ns2:LocNewPublishedVersionLookup" minOccurs="0"/>
                <xsd:element ref="ns2:LocOverallHandbackStatusLookup" minOccurs="0"/>
                <xsd:element ref="ns2:LocOverallLocStatusLookup" minOccurs="0"/>
                <xsd:element ref="ns2:LocOverallPreviewStatusLookup" minOccurs="0"/>
                <xsd:element ref="ns2:LocOverallPublishStatusLookup" minOccurs="0"/>
                <xsd:element ref="ns2:IntlLocPriority" minOccurs="0"/>
                <xsd:element ref="ns2:LocProcessedForHandoffsLookup" minOccurs="0"/>
                <xsd:element ref="ns2:LocProcessedForMarketsLookup" minOccurs="0"/>
                <xsd:element ref="ns2:LocPublishedDependentAssetsLookup" minOccurs="0"/>
                <xsd:element ref="ns2:LocPublishedLinkedAssetsLookup" minOccurs="0"/>
                <xsd:element ref="ns2:LocRecommendedHandoff" minOccurs="0"/>
                <xsd:element ref="ns2:LocalizationTagsTaxHTField0" minOccurs="0"/>
                <xsd:element ref="ns2:MachineTranslated" minOccurs="0"/>
                <xsd:element ref="ns2:Manager" minOccurs="0"/>
                <xsd:element ref="ns2:Markets" minOccurs="0"/>
                <xsd:element ref="ns2:Milestone" minOccurs="0"/>
                <xsd:element ref="ns2:TPNamespace" minOccurs="0"/>
                <xsd:element ref="ns2:NumericId" minOccurs="0"/>
                <xsd:element ref="ns2:NumOfRatingsLookup" minOccurs="0"/>
                <xsd:element ref="ns2:OOCacheId" minOccurs="0"/>
                <xsd:element ref="ns2:OpenTemplate" minOccurs="0"/>
                <xsd:element ref="ns2:OriginAsset" minOccurs="0"/>
                <xsd:element ref="ns2:OriginalRelease" minOccurs="0"/>
                <xsd:element ref="ns2:OriginalSourceMarket" minOccurs="0"/>
                <xsd:element ref="ns2:OutputCachingOn" minOccurs="0"/>
                <xsd:element ref="ns2:ParentAssetId" minOccurs="0"/>
                <xsd:element ref="ns2:PlannedPubDate" minOccurs="0"/>
                <xsd:element ref="ns2:PolicheckWords" minOccurs="0"/>
                <xsd:element ref="ns2:BusinessGroup" minOccurs="0"/>
                <xsd:element ref="ns2:UAProjectedTotalWords" minOccurs="0"/>
                <xsd:element ref="ns2:Provider" minOccurs="0"/>
                <xsd:element ref="ns2:Providers" minOccurs="0"/>
                <xsd:element ref="ns2:PublishStatusLookup" minOccurs="0"/>
                <xsd:element ref="ns2:PublishTargets" minOccurs="0"/>
                <xsd:element ref="ns2:RecommendationsModifier" minOccurs="0"/>
                <xsd:element ref="ns2:ArtSampleDocs" minOccurs="0"/>
                <xsd:element ref="ns2:ScenarioTagsTaxHTField0" minOccurs="0"/>
                <xsd:element ref="ns2:ShowIn" minOccurs="0"/>
                <xsd:element ref="ns2:SourceTitle" minOccurs="0"/>
                <xsd:element ref="ns2:CSXSubmissionDate" minOccurs="0"/>
                <xsd:element ref="ns2:SubmitterId" minOccurs="0"/>
                <xsd:element ref="ns2:TaxCatchAll" minOccurs="0"/>
                <xsd:element ref="ns2:TaxCatchAllLabel" minOccurs="0"/>
                <xsd:element ref="ns2:TemplateStatus" minOccurs="0"/>
                <xsd:element ref="ns2:TemplateTemplateType" minOccurs="0"/>
                <xsd:element ref="ns2:ThumbnailAssetId" minOccurs="0"/>
                <xsd:element ref="ns2:TimesCloned" minOccurs="0"/>
                <xsd:element ref="ns2:TrustLevel" minOccurs="0"/>
                <xsd:element ref="ns2:UALocComments" minOccurs="0"/>
                <xsd:element ref="ns2:UALocRecommendation" minOccurs="0"/>
                <xsd:element ref="ns2:UANotes" minOccurs="0"/>
                <xsd:element ref="ns2:TPAppVersion" minOccurs="0"/>
                <xsd:element ref="ns2:VoteCou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73beb7-5857-4685-be1f-d57550cc96cc" elementFormDefault="qualified">
    <xsd:import namespace="http://schemas.microsoft.com/office/2006/documentManagement/types"/>
    <xsd:import namespace="http://schemas.microsoft.com/office/infopath/2007/PartnerControls"/>
    <xsd:element name="AcquiredFrom" ma:index="1" nillable="true" ma:displayName="Acquired From" ma:default="Internal MS" ma:internalName="AcquiredFrom" ma:readOnly="false">
      <xsd:simpleType>
        <xsd:restriction base="dms:Choice">
          <xsd:enumeration value="Internal MS"/>
          <xsd:enumeration value="Community"/>
          <xsd:enumeration value="MVP"/>
          <xsd:enumeration value="Publisher"/>
          <xsd:enumeration value="Partner"/>
          <xsd:enumeration value="None"/>
        </xsd:restriction>
      </xsd:simpleType>
    </xsd:element>
    <xsd:element name="UACurrentWords" ma:index="2" nillable="true" ma:displayName="Actual Word Count" ma:default="" ma:internalName="UACurrentWords" ma:readOnly="false">
      <xsd:simpleType>
        <xsd:restriction base="dms:Unknown"/>
      </xsd:simpleType>
    </xsd:element>
    <xsd:element name="TPApplication" ma:index="3" nillable="true" ma:displayName="Application to Open Template With" ma:default="" ma:internalName="TPApplication">
      <xsd:simpleType>
        <xsd:restriction base="dms:Text"/>
      </xsd:simpleType>
    </xsd:element>
    <xsd:element name="ApprovalLog" ma:index="4" nillable="true" ma:displayName="Approval Log" ma:default="" ma:hidden="true" ma:internalName="ApprovalLog" ma:readOnly="false">
      <xsd:simpleType>
        <xsd:restriction base="dms:Note"/>
      </xsd:simpleType>
    </xsd:element>
    <xsd:element name="ApprovalStatus" ma:index="5" nillable="true" ma:displayName="Approval Status" ma:default="InProgress" ma:internalName="ApprovalStatus" ma:readOnly="false">
      <xsd:simpleType>
        <xsd:restriction base="dms:Choice">
          <xsd:enumeration value="InProgress"/>
          <xsd:enumeration value="Rejected"/>
          <xsd:enumeration value="Questionable"/>
          <xsd:enumeration value="ApprovedAutomatic"/>
          <xsd:enumeration value="ApprovedManual"/>
          <xsd:enumeration value="On Hold"/>
          <xsd:enumeration value="Needs Review"/>
          <xsd:enumeration value="A Violation"/>
          <xsd:enumeration value="Unpublished Violation"/>
        </xsd:restriction>
      </xsd:simpleType>
    </xsd:element>
    <xsd:element name="AssetStart" ma:index="6" nillable="true" ma:displayName="Asset Begin Date" ma:default="[Today]" ma:internalName="AssetStart" ma:readOnly="false">
      <xsd:simpleType>
        <xsd:restriction base="dms:DateTime"/>
      </xsd:simpleType>
    </xsd:element>
    <xsd:element name="AssetExpire" ma:index="7" nillable="true" ma:displayName="Asset End Date" ma:default="2029-01-01T08:00:00Z" ma:format="DateTime" ma:internalName="AssetExpire" ma:readOnly="false">
      <xsd:simpleType>
        <xsd:restriction base="dms:DateTime"/>
      </xsd:simpleType>
    </xsd:element>
    <xsd:element name="AssetId" ma:index="8" nillable="true" ma:displayName="Asset ID" ma:default="" ma:indexed="true" ma:internalName="AssetId" ma:readOnly="false">
      <xsd:simpleType>
        <xsd:restriction base="dms:Text">
          <xsd:maxLength value="255"/>
        </xsd:restriction>
      </xsd:simpleType>
    </xsd:element>
    <xsd:element name="IsSearchable" ma:index="9" nillable="true" ma:displayName="Asset Searchable?" ma:default="true" ma:internalName="IsSearchable" ma:readOnly="false">
      <xsd:simpleType>
        <xsd:restriction base="dms:Boolean"/>
      </xsd:simpleType>
    </xsd:element>
    <xsd:element name="AssetType" ma:index="10" nillable="true" ma:displayName="Asset Type" ma:default="" ma:internalName="AssetType" ma:readOnly="false">
      <xsd:simpleType>
        <xsd:restriction base="dms:Unknown"/>
      </xsd:simpleType>
    </xsd:element>
    <xsd:element name="APAuthor" ma:index="11" nillable="true" ma:displayName="Author" ma:default="" ma:list="UserInfo" ma:internalName="APAuth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verageRating" ma:index="12" nillable="true" ma:displayName="Average Rating" ma:internalName="AverageRating" ma:readOnly="false">
      <xsd:simpleType>
        <xsd:restriction base="dms:Text"/>
      </xsd:simpleType>
    </xsd:element>
    <xsd:element name="BlockPublish" ma:index="13" nillable="true" ma:displayName="Block from Publishing?" ma:default="" ma:internalName="BlockPublish" ma:readOnly="false">
      <xsd:simpleType>
        <xsd:restriction base="dms:Boolean"/>
      </xsd:simpleType>
    </xsd:element>
    <xsd:element name="BugNumber" ma:index="14" nillable="true" ma:displayName="Bug Number" ma:default="" ma:internalName="BugNumber" ma:readOnly="false">
      <xsd:simpleType>
        <xsd:restriction base="dms:Text"/>
      </xsd:simpleType>
    </xsd:element>
    <xsd:element name="CampaignTagsTaxHTField0" ma:index="16" nillable="true" ma:taxonomy="true" ma:internalName="CampaignTagsTaxHTField0" ma:taxonomyFieldName="CampaignTags" ma:displayName="Campaigns" ma:readOnly="false" ma:default="" ma:fieldId="{1df42cc3-2301-4f11-a52a-6ead923c29ed}" ma:taxonomyMulti="true" ma:sspId="8f79753a-75d3-41f5-8ca3-40b843941b4f" ma:termSetId="ca0e50d4-faa1-44ce-961e-bb1441c60e66" ma:anchorId="00000000-0000-0000-0000-000000000000" ma:open="false" ma:isKeyword="false">
      <xsd:complexType>
        <xsd:sequence>
          <xsd:element ref="pc:Terms" minOccurs="0" maxOccurs="1"/>
        </xsd:sequence>
      </xsd:complexType>
    </xsd:element>
    <xsd:element name="TPClientViewer" ma:index="17" nillable="true" ma:displayName="Client Viewer" ma:default="" ma:internalName="TPClientViewer">
      <xsd:simpleType>
        <xsd:restriction base="dms:Text"/>
      </xsd:simpleType>
    </xsd:element>
    <xsd:element name="ClipArtFilename" ma:index="18" nillable="true" ma:displayName="Clip Art Name" ma:default="" ma:internalName="ClipArtFilename" ma:readOnly="false">
      <xsd:simpleType>
        <xsd:restriction base="dms:Text"/>
      </xsd:simpleType>
    </xsd:element>
    <xsd:element name="TPCommandLine" ma:index="19" nillable="true" ma:displayName="Command Line" ma:default="" ma:internalName="TPCommandLine">
      <xsd:simpleType>
        <xsd:restriction base="dms:Text"/>
      </xsd:simpleType>
    </xsd:element>
    <xsd:element name="TPComponent" ma:index="20" nillable="true" ma:displayName="Component" ma:default="" ma:internalName="TPComponent">
      <xsd:simpleType>
        <xsd:restriction base="dms:Text"/>
      </xsd:simpleType>
    </xsd:element>
    <xsd:element name="ContentItem" ma:index="21" nillable="true" ma:displayName="Content Item" ma:default="" ma:hidden="true" ma:internalName="ContentItem" ma:readOnly="false">
      <xsd:simpleType>
        <xsd:restriction base="dms:Unknown"/>
      </xsd:simpleType>
    </xsd:element>
    <xsd:element name="CrawlForDependencies" ma:index="23" nillable="true" ma:displayName="Crawl for Dependencies?" ma:default="true" ma:internalName="CrawlForDependencies" ma:readOnly="false">
      <xsd:simpleType>
        <xsd:restriction base="dms:Boolean"/>
      </xsd:simpleType>
    </xsd:element>
    <xsd:element name="CSXHash" ma:index="26" nillable="true" ma:displayName="CSX Hash" ma:default="" ma:indexed="true" ma:internalName="CSXHash" ma:readOnly="false">
      <xsd:simpleType>
        <xsd:restriction base="dms:Text"/>
      </xsd:simpleType>
    </xsd:element>
    <xsd:element name="CSXSubmissionMarket" ma:index="27" nillable="true" ma:displayName="CSX Submission Market" ma:default="" ma:list="{2FBD1B11-2ACE-4FDC-B5A3-635D4ADF6F1B}" ma:internalName="CSXSubmissionMarket" ma:readOnly="false" ma:showField="MarketName" ma:web="4873beb7-5857-4685-be1f-d57550cc96cc">
      <xsd:simpleType>
        <xsd:restriction base="dms:Lookup"/>
      </xsd:simpleType>
    </xsd:element>
    <xsd:element name="CSXUpdate" ma:index="28" nillable="true" ma:displayName="CSX Updated?" ma:default="false" ma:internalName="CSXUpdate" ma:readOnly="false">
      <xsd:simpleType>
        <xsd:restriction base="dms:Boolean"/>
      </xsd:simpleType>
    </xsd:element>
    <xsd:element name="IntlLangReviewDate" ma:index="29" nillable="true" ma:displayName="Date to Complete Intl QA" ma:default="" ma:internalName="IntlLangReviewDate" ma:readOnly="false">
      <xsd:simpleType>
        <xsd:restriction base="dms:DateTime"/>
      </xsd:simpleType>
    </xsd:element>
    <xsd:element name="IsDeleted" ma:index="30" nillable="true" ma:displayName="Deleted?" ma:default="" ma:internalName="IsDeleted" ma:readOnly="false">
      <xsd:simpleType>
        <xsd:restriction base="dms:Boolean"/>
      </xsd:simpleType>
    </xsd:element>
    <xsd:element name="APDescription" ma:index="31" nillable="true" ma:displayName="Description" ma:default="" ma:internalName="APDescription" ma:readOnly="false">
      <xsd:simpleType>
        <xsd:restriction base="dms:Note"/>
      </xsd:simpleType>
    </xsd:element>
    <xsd:element name="DirectSourceMarket" ma:index="32" nillable="true" ma:displayName="Direct Source Market Group" ma:default="" ma:internalName="DirectSourceMarket" ma:readOnly="false">
      <xsd:simpleType>
        <xsd:restriction base="dms:Text"/>
      </xsd:simpleType>
    </xsd:element>
    <xsd:element name="Downloads" ma:index="33" nillable="true" ma:displayName="Downloads" ma:default="0" ma:hidden="true" ma:internalName="Downloads" ma:readOnly="false">
      <xsd:simpleType>
        <xsd:restriction base="dms:Unknown"/>
      </xsd:simpleType>
    </xsd:element>
    <xsd:element name="DSATActionTaken" ma:index="34" nillable="true" ma:displayName="DSAT Action Taken" ma:default="" ma:internalName="DSATActionTaken" ma:readOnly="false">
      <xsd:simpleType>
        <xsd:restriction base="dms:Choice">
          <xsd:enumeration value="Best Bets"/>
          <xsd:enumeration value="Expire"/>
          <xsd:enumeration value="Hide"/>
          <xsd:enumeration value="None"/>
        </xsd:restriction>
      </xsd:simpleType>
    </xsd:element>
    <xsd:element name="APEditor" ma:index="35" nillable="true" ma:displayName="Editor" ma:default="" ma:list="UserInfo" ma:internalName="APEdit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ditorialStatus" ma:index="36" nillable="true" ma:displayName="Editorial Status" ma:default="" ma:internalName="EditorialStatus" ma:readOnly="false">
      <xsd:simpleType>
        <xsd:restriction base="dms:Unknown"/>
      </xsd:simpleType>
    </xsd:element>
    <xsd:element name="EditorialTags" ma:index="37" nillable="true" ma:displayName="Editorial Tags" ma:default="" ma:internalName="EditorialTags">
      <xsd:simpleType>
        <xsd:restriction base="dms:Unknown"/>
      </xsd:simpleType>
    </xsd:element>
    <xsd:element name="TPExecutable" ma:index="38" nillable="true" ma:displayName="Executable" ma:default="" ma:internalName="TPExecutable">
      <xsd:simpleType>
        <xsd:restriction base="dms:Text"/>
      </xsd:simpleType>
    </xsd:element>
    <xsd:element name="FeatureTagsTaxHTField0" ma:index="40" nillable="true" ma:taxonomy="true" ma:internalName="FeatureTagsTaxHTField0" ma:taxonomyFieldName="FeatureTags" ma:displayName="Features" ma:readOnly="false" ma:default="" ma:fieldId="{7fc0d542-15c6-4882-a8e3-13bca44403fb}" ma:taxonomyMulti="true" ma:sspId="8f79753a-75d3-41f5-8ca3-40b843941b4f" ma:termSetId="f1ab6845-967d-4854-a0ba-4ec07f0f8113" ma:anchorId="00000000-0000-0000-0000-000000000000" ma:open="false" ma:isKeyword="false">
      <xsd:complexType>
        <xsd:sequence>
          <xsd:element ref="pc:Terms" minOccurs="0" maxOccurs="1"/>
        </xsd:sequence>
      </xsd:complexType>
    </xsd:element>
    <xsd:element name="TPFriendlyName" ma:index="41" nillable="true" ma:displayName="Friendly Name" ma:default="" ma:internalName="TPFriendlyName">
      <xsd:simpleType>
        <xsd:restriction base="dms:Text"/>
      </xsd:simpleType>
    </xsd:element>
    <xsd:element name="FriendlyTitle" ma:index="42" nillable="true" ma:displayName="Friendly Title" ma:default="" ma:description="Shorter title to be used when displaying search results" ma:internalName="FriendlyTitle" ma:readOnly="false">
      <xsd:simpleType>
        <xsd:restriction base="dms:Text"/>
      </xsd:simpleType>
    </xsd:element>
    <xsd:element name="PrimaryImageGen" ma:index="43" nillable="true" ma:displayName="Generate Images?" ma:default="true" ma:internalName="PrimaryImageGen">
      <xsd:simpleType>
        <xsd:restriction base="dms:Boolean"/>
      </xsd:simpleType>
    </xsd:element>
    <xsd:element name="HandoffToMSDN" ma:index="44" nillable="true" ma:displayName="Handoff To MSDN Date" ma:default="" ma:internalName="HandoffToMSDN" ma:readOnly="false">
      <xsd:simpleType>
        <xsd:restriction base="dms:DateTime"/>
      </xsd:simpleType>
    </xsd:element>
    <xsd:element name="InProjectListLookup" ma:index="45" nillable="true" ma:displayName="InProjectListLookup" ma:list="{9E343742-310B-4684-A24C-1D137CB4B230}" ma:internalName="InProjectListLookup" ma:readOnly="true" ma:showField="InProjectLis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InstallLocation" ma:index="46" nillable="true" ma:displayName="Install Location" ma:default="" ma:internalName="TPInstallLocation">
      <xsd:simpleType>
        <xsd:restriction base="dms:Text"/>
      </xsd:simpleType>
    </xsd:element>
    <xsd:element name="InternalTagsTaxHTField0" ma:index="48" nillable="true" ma:taxonomy="true" ma:internalName="InternalTagsTaxHTField0" ma:taxonomyFieldName="InternalTags" ma:displayName="Internal Tags" ma:readOnly="false" ma:default="" ma:fieldId="{1490b8a4-2706-41ec-b5e3-73176dccf34e}" ma:taxonomyMulti="true" ma:sspId="8f79753a-75d3-41f5-8ca3-40b843941b4f" ma:termSetId="82b6639e-f7fc-4c18-ad2d-003a6e707765" ma:anchorId="00000000-0000-0000-0000-000000000000" ma:open="false" ma:isKeyword="false">
      <xsd:complexType>
        <xsd:sequence>
          <xsd:element ref="pc:Terms" minOccurs="0" maxOccurs="1"/>
        </xsd:sequence>
      </xsd:complexType>
    </xsd:element>
    <xsd:element name="IntlLangReview" ma:index="49" nillable="true" ma:displayName="Intl Lang QA Review Required?" ma:default="" ma:internalName="IntlLangReview" ma:readOnly="false">
      <xsd:simpleType>
        <xsd:restriction base="dms:Boolean"/>
      </xsd:simpleType>
    </xsd:element>
    <xsd:element name="IntlLangReviewer" ma:index="50" nillable="true" ma:displayName="Intl Lang QA Reviewer" ma:default="" ma:internalName="IntlLangReviewer" ma:readOnly="false">
      <xsd:simpleType>
        <xsd:restriction base="dms:Text"/>
      </xsd:simpleType>
    </xsd:element>
    <xsd:element name="MarketSpecific" ma:index="51" nillable="true" ma:displayName="Is Market Specific?" ma:default="" ma:internalName="MarketSpecific" ma:readOnly="false">
      <xsd:simpleType>
        <xsd:restriction base="dms:Boolean"/>
      </xsd:simpleType>
    </xsd:element>
    <xsd:element name="LastCompleteVersionLookup" ma:index="52" nillable="true" ma:displayName="Last Complete Version Lookup" ma:default="" ma:list="{9E343742-310B-4684-A24C-1D137CB4B230}" ma:internalName="LastCompleteVersionLookup" ma:readOnly="true" ma:showField="LastComplete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HandOff" ma:index="53" nillable="true" ma:displayName="Last Hand-off" ma:default="" ma:internalName="LastHandOff" ma:readOnly="false">
      <xsd:simpleType>
        <xsd:restriction base="dms:DateTime"/>
      </xsd:simpleType>
    </xsd:element>
    <xsd:element name="LastModifiedDateTime" ma:index="54" nillable="true" ma:displayName="Last Modified Date" ma:default="" ma:internalName="LastModifiedDateTime" ma:readOnly="false">
      <xsd:simpleType>
        <xsd:restriction base="dms:DateTime"/>
      </xsd:simpleType>
    </xsd:element>
    <xsd:element name="LastPreviewErrorLookup" ma:index="55" nillable="true" ma:displayName="Last Preview Attempt Error" ma:default="" ma:list="{9E343742-310B-4684-A24C-1D137CB4B230}" ma:internalName="LastPreviewErrorLookup" ma:readOnly="true" ma:showField="LastPreview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ResultLookup" ma:index="56" nillable="true" ma:displayName="Last Preview Attempt Result" ma:default="" ma:list="{9E343742-310B-4684-A24C-1D137CB4B230}" ma:internalName="LastPreviewResultLookup" ma:readOnly="true" ma:showField="LastPreview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AttemptDateLookup" ma:index="57" nillable="true" ma:displayName="Last Preview Attempted On" ma:default="" ma:list="{9E343742-310B-4684-A24C-1D137CB4B230}" ma:internalName="LastPreviewAttemptDateLookup" ma:readOnly="true" ma:showField="LastPreview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edByLookup" ma:index="58" nillable="true" ma:displayName="Last Previewed By" ma:default="" ma:list="{9E343742-310B-4684-A24C-1D137CB4B230}" ma:internalName="LastPreviewedByLookup" ma:readOnly="true" ma:showField="LastPreview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TimeLookup" ma:index="59" nillable="true" ma:displayName="Last Previewed Date" ma:default="" ma:list="{9E343742-310B-4684-A24C-1D137CB4B230}" ma:internalName="LastPreviewTimeLookup" ma:readOnly="true" ma:showField="LastPreview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VersionLookup" ma:index="60" nillable="true" ma:displayName="Last Previewed Version" ma:default="" ma:list="{9E343742-310B-4684-A24C-1D137CB4B230}" ma:internalName="LastPreviewVersionLookup" ma:readOnly="true" ma:showField="LastPreview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rrorLookup" ma:index="61" nillable="true" ma:displayName="Last Publish Attempt Error" ma:default="" ma:list="{9E343742-310B-4684-A24C-1D137CB4B230}" ma:internalName="LastPublishErrorLookup" ma:readOnly="true" ma:showField="LastPublish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ResultLookup" ma:index="62" nillable="true" ma:displayName="Last Publish Attempt Result" ma:default="" ma:list="{9E343742-310B-4684-A24C-1D137CB4B230}" ma:internalName="LastPublishResultLookup" ma:readOnly="true" ma:showField="LastPublish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AttemptDateLookup" ma:index="63" nillable="true" ma:displayName="Last Publish Attempted On" ma:default="" ma:list="{9E343742-310B-4684-A24C-1D137CB4B230}" ma:internalName="LastPublishAttemptDateLookup" ma:readOnly="true" ma:showField="LastPublish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dByLookup" ma:index="64" nillable="true" ma:displayName="Last Published By" ma:default="" ma:list="{9E343742-310B-4684-A24C-1D137CB4B230}" ma:internalName="LastPublishedByLookup" ma:readOnly="true" ma:showField="LastPublish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TimeLookup" ma:index="65" nillable="true" ma:displayName="Last Published Date" ma:default="" ma:list="{9E343742-310B-4684-A24C-1D137CB4B230}" ma:internalName="LastPublishTimeLookup" ma:readOnly="true" ma:showField="LastPublish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VersionLookup" ma:index="66" nillable="true" ma:displayName="Last Published Version" ma:default="" ma:list="{9E343742-310B-4684-A24C-1D137CB4B230}" ma:internalName="LastPublishVersionLookup" ma:readOnly="true" ma:showField="LastPublish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LaunchHelpLinkType" ma:index="67" nillable="true" ma:displayName="Launch Help Link Type" ma:default="Template" ma:internalName="TPLaunchHelpLinkType">
      <xsd:simpleType>
        <xsd:restriction base="dms:Choice">
          <xsd:enumeration value="Template"/>
          <xsd:enumeration value="Training"/>
          <xsd:enumeration value="URL"/>
          <xsd:enumeration value="None"/>
        </xsd:restriction>
      </xsd:simpleType>
    </xsd:element>
    <xsd:element name="LegacyData" ma:index="68" nillable="true" ma:displayName="Legacy Data" ma:default="" ma:internalName="LegacyData" ma:readOnly="false">
      <xsd:simpleType>
        <xsd:restriction base="dms:Note"/>
      </xsd:simpleType>
    </xsd:element>
    <xsd:element name="TPLaunchHelpLink" ma:index="69" nillable="true" ma:displayName="Link to Launch Help Topic" ma:default="" ma:internalName="TPLaunchHelpLink">
      <xsd:simpleType>
        <xsd:restriction base="dms:Text"/>
      </xsd:simpleType>
    </xsd:element>
    <xsd:element name="LocComments" ma:index="70" nillable="true" ma:displayName="Loc Approval Comments" ma:default="" ma:internalName="LocComments" ma:readOnly="false">
      <xsd:simpleType>
        <xsd:restriction base="dms:Note"/>
      </xsd:simpleType>
    </xsd:element>
    <xsd:element name="LocLastLocAttemptVersionLookup" ma:index="71" nillable="true" ma:displayName="Loc Last Loc Attempt Version" ma:default="" ma:list="{7DD1DCEC-E449-43D3-891F-7DC62F62AD21}" ma:internalName="LocLastLocAttemptVersionLookup" ma:readOnly="false" ma:showField="LastLocAttemptVersion" ma:web="4873beb7-5857-4685-be1f-d57550cc96cc">
      <xsd:simpleType>
        <xsd:restriction base="dms:Lookup"/>
      </xsd:simpleType>
    </xsd:element>
    <xsd:element name="LocLastLocAttemptVersionTypeLookup" ma:index="72" nillable="true" ma:displayName="Loc Last Loc Attempt Version Type" ma:default="" ma:list="{7DD1DCEC-E449-43D3-891F-7DC62F62AD21}" ma:internalName="LocLastLocAttemptVersionTypeLookup" ma:readOnly="true" ma:showField="LastLocAttemptVersionType" ma:web="4873beb7-5857-4685-be1f-d57550cc96cc">
      <xsd:simpleType>
        <xsd:restriction base="dms:Lookup"/>
      </xsd:simpleType>
    </xsd:element>
    <xsd:element name="LocManualTestRequired" ma:index="73" nillable="true" ma:displayName="Loc Manual Test Required" ma:default="" ma:internalName="LocManualTestRequired" ma:readOnly="false">
      <xsd:simpleType>
        <xsd:restriction base="dms:Boolean"/>
      </xsd:simpleType>
    </xsd:element>
    <xsd:element name="LocMarketGroupTiers2" ma:index="74" nillable="true" ma:displayName="Loc Market Group Tiers" ma:internalName="LocMarketGroupTiers2" ma:readOnly="false">
      <xsd:simpleType>
        <xsd:restriction base="dms:Unknown"/>
      </xsd:simpleType>
    </xsd:element>
    <xsd:element name="LocNewPublishedVersionLookup" ma:index="75" nillable="true" ma:displayName="Loc New Published Version Lookup" ma:default="" ma:list="{7DD1DCEC-E449-43D3-891F-7DC62F62AD21}" ma:internalName="LocNewPublishedVersionLookup" ma:readOnly="true" ma:showField="NewPublishedVersion" ma:web="4873beb7-5857-4685-be1f-d57550cc96cc">
      <xsd:simpleType>
        <xsd:restriction base="dms:Lookup"/>
      </xsd:simpleType>
    </xsd:element>
    <xsd:element name="LocOverallHandbackStatusLookup" ma:index="76" nillable="true" ma:displayName="Loc Overall Handback Status" ma:default="" ma:list="{7DD1DCEC-E449-43D3-891F-7DC62F62AD21}" ma:internalName="LocOverallHandbackStatusLookup" ma:readOnly="true" ma:showField="OverallHandbackStatus" ma:web="4873beb7-5857-4685-be1f-d57550cc96cc">
      <xsd:simpleType>
        <xsd:restriction base="dms:Lookup"/>
      </xsd:simpleType>
    </xsd:element>
    <xsd:element name="LocOverallLocStatusLookup" ma:index="77" nillable="true" ma:displayName="Loc Overall Localize Status" ma:default="" ma:list="{7DD1DCEC-E449-43D3-891F-7DC62F62AD21}" ma:internalName="LocOverallLocStatusLookup" ma:readOnly="true" ma:showField="OverallLocStatus" ma:web="4873beb7-5857-4685-be1f-d57550cc96cc">
      <xsd:simpleType>
        <xsd:restriction base="dms:Lookup"/>
      </xsd:simpleType>
    </xsd:element>
    <xsd:element name="LocOverallPreviewStatusLookup" ma:index="78" nillable="true" ma:displayName="Loc Overall Preview Status" ma:default="" ma:list="{7DD1DCEC-E449-43D3-891F-7DC62F62AD21}" ma:internalName="LocOverallPreviewStatusLookup" ma:readOnly="true" ma:showField="OverallPreviewStatus" ma:web="4873beb7-5857-4685-be1f-d57550cc96cc">
      <xsd:simpleType>
        <xsd:restriction base="dms:Lookup"/>
      </xsd:simpleType>
    </xsd:element>
    <xsd:element name="LocOverallPublishStatusLookup" ma:index="79" nillable="true" ma:displayName="Loc Overall Publish Status" ma:default="" ma:list="{7DD1DCEC-E449-43D3-891F-7DC62F62AD21}" ma:internalName="LocOverallPublishStatusLookup" ma:readOnly="true" ma:showField="OverallPublishStatus" ma:web="4873beb7-5857-4685-be1f-d57550cc96cc">
      <xsd:simpleType>
        <xsd:restriction base="dms:Lookup"/>
      </xsd:simpleType>
    </xsd:element>
    <xsd:element name="IntlLocPriority" ma:index="80" nillable="true" ma:displayName="Loc Priority" ma:default="" ma:internalName="IntlLocPriority" ma:readOnly="false">
      <xsd:simpleType>
        <xsd:restriction base="dms:Unknown"/>
      </xsd:simpleType>
    </xsd:element>
    <xsd:element name="LocProcessedForHandoffsLookup" ma:index="81" nillable="true" ma:displayName="Loc Processed For Handoffs" ma:default="" ma:list="{7DD1DCEC-E449-43D3-891F-7DC62F62AD21}" ma:internalName="LocProcessedForHandoffsLookup" ma:readOnly="true" ma:showField="ProcessedForHandoffs" ma:web="4873beb7-5857-4685-be1f-d57550cc96cc">
      <xsd:simpleType>
        <xsd:restriction base="dms:Lookup"/>
      </xsd:simpleType>
    </xsd:element>
    <xsd:element name="LocProcessedForMarketsLookup" ma:index="82" nillable="true" ma:displayName="Loc Processed For Markets" ma:default="" ma:list="{7DD1DCEC-E449-43D3-891F-7DC62F62AD21}" ma:internalName="LocProcessedForMarketsLookup" ma:readOnly="true" ma:showField="ProcessedForMarkets" ma:web="4873beb7-5857-4685-be1f-d57550cc96cc">
      <xsd:simpleType>
        <xsd:restriction base="dms:Lookup"/>
      </xsd:simpleType>
    </xsd:element>
    <xsd:element name="LocPublishedDependentAssetsLookup" ma:index="83" nillable="true" ma:displayName="Loc Published Dependent Assets" ma:default="" ma:list="{7DD1DCEC-E449-43D3-891F-7DC62F62AD21}" ma:internalName="LocPublishedDependentAssetsLookup" ma:readOnly="true" ma:showField="PublishedDependentAssets" ma:web="4873beb7-5857-4685-be1f-d57550cc96cc">
      <xsd:simpleType>
        <xsd:restriction base="dms:Lookup"/>
      </xsd:simpleType>
    </xsd:element>
    <xsd:element name="LocPublishedLinkedAssetsLookup" ma:index="84" nillable="true" ma:displayName="Loc Published Linked Assets" ma:default="" ma:list="{7DD1DCEC-E449-43D3-891F-7DC62F62AD21}" ma:internalName="LocPublishedLinkedAssetsLookup" ma:readOnly="true" ma:showField="PublishedLinkedAssets" ma:web="4873beb7-5857-4685-be1f-d57550cc96cc">
      <xsd:simpleType>
        <xsd:restriction base="dms:Lookup"/>
      </xsd:simpleType>
    </xsd:element>
    <xsd:element name="LocRecommendedHandoff" ma:index="85" nillable="true" ma:displayName="Loc Recommended Handoff" ma:default="" ma:indexed="true" ma:internalName="LocRecommendedHandoff" ma:readOnly="false">
      <xsd:simpleType>
        <xsd:restriction base="dms:Text"/>
      </xsd:simpleType>
    </xsd:element>
    <xsd:element name="LocalizationTagsTaxHTField0" ma:index="87" nillable="true" ma:taxonomy="true" ma:internalName="LocalizationTagsTaxHTField0" ma:taxonomyFieldName="LocalizationTags" ma:displayName="Localization Tags" ma:readOnly="false" ma:default="" ma:fieldId="{00f02cb3-2c7c-424a-9c61-10e9b6878429}" ma:taxonomyMulti="true" ma:sspId="8f79753a-75d3-41f5-8ca3-40b843941b4f" ma:termSetId="5b7703a5-8e8b-4b58-8b31-1cea35331da3" ma:anchorId="00000000-0000-0000-0000-000000000000" ma:open="false" ma:isKeyword="false">
      <xsd:complexType>
        <xsd:sequence>
          <xsd:element ref="pc:Terms" minOccurs="0" maxOccurs="1"/>
        </xsd:sequence>
      </xsd:complexType>
    </xsd:element>
    <xsd:element name="MachineTranslated" ma:index="88" nillable="true" ma:displayName="Machine Translated" ma:default="" ma:internalName="MachineTranslated" ma:readOnly="false">
      <xsd:simpleType>
        <xsd:restriction base="dms:Boolean"/>
      </xsd:simpleType>
    </xsd:element>
    <xsd:element name="Manager" ma:index="89" nillable="true" ma:displayName="Manager" ma:hidden="true" ma:internalName="Manager" ma:readOnly="false">
      <xsd:simpleType>
        <xsd:restriction base="dms:Text"/>
      </xsd:simpleType>
    </xsd:element>
    <xsd:element name="Markets" ma:index="90" nillable="true" ma:displayName="Markets" ma:default="" ma:description="Leave blank to show in all markets" ma:list="{2FBD1B11-2ACE-4FDC-B5A3-635D4ADF6F1B}" ma:internalName="Markets" ma:readOnly="false" ma:showField="MarketNa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Milestone" ma:index="91" nillable="true" ma:displayName="Milestone" ma:default="" ma:internalName="Milestone" ma:readOnly="false">
      <xsd:simpleType>
        <xsd:restriction base="dms:Unknown"/>
      </xsd:simpleType>
    </xsd:element>
    <xsd:element name="TPNamespace" ma:index="94" nillable="true" ma:displayName="Namespace" ma:default="" ma:internalName="TPNamespace">
      <xsd:simpleType>
        <xsd:restriction base="dms:Text"/>
      </xsd:simpleType>
    </xsd:element>
    <xsd:element name="NumericId" ma:index="95" nillable="true" ma:displayName="Numeric ID" ma:default="" ma:indexed="true" ma:internalName="NumericId" ma:readOnly="false">
      <xsd:simpleType>
        <xsd:restriction base="dms:Number"/>
      </xsd:simpleType>
    </xsd:element>
    <xsd:element name="NumOfRatingsLookup" ma:index="96" nillable="true" ma:displayName="NumOfRatings" ma:default="" ma:list="{9E343742-310B-4684-A24C-1D137CB4B230}" ma:internalName="NumOfRatingsLookup" ma:readOnly="true" ma:showField="NumOfRating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OOCacheId" ma:index="97" nillable="true" ma:displayName="OOCacheId" ma:internalName="OOCacheId" ma:readOnly="false">
      <xsd:simpleType>
        <xsd:restriction base="dms:Text"/>
      </xsd:simpleType>
    </xsd:element>
    <xsd:element name="OpenTemplate" ma:index="98" nillable="true" ma:displayName="Open Template" ma:default="true" ma:internalName="OpenTemplate">
      <xsd:simpleType>
        <xsd:restriction base="dms:Boolean"/>
      </xsd:simpleType>
    </xsd:element>
    <xsd:element name="OriginAsset" ma:index="99" nillable="true" ma:displayName="Origin Asset" ma:default="" ma:internalName="OriginAsset" ma:readOnly="false">
      <xsd:simpleType>
        <xsd:restriction base="dms:Text"/>
      </xsd:simpleType>
    </xsd:element>
    <xsd:element name="OriginalRelease" ma:index="100" nillable="true" ma:displayName="Original Release" ma:default="15" ma:internalName="OriginalRelease" ma:readOnly="false">
      <xsd:simpleType>
        <xsd:restriction base="dms:Choice">
          <xsd:enumeration value="14"/>
          <xsd:enumeration value="15"/>
          <xsd:enumeration value="16"/>
        </xsd:restriction>
      </xsd:simpleType>
    </xsd:element>
    <xsd:element name="OriginalSourceMarket" ma:index="101" nillable="true" ma:displayName="Original Source Market Group" ma:default="" ma:internalName="OriginalSourceMarket" ma:readOnly="false">
      <xsd:simpleType>
        <xsd:restriction base="dms:Text"/>
      </xsd:simpleType>
    </xsd:element>
    <xsd:element name="OutputCachingOn" ma:index="102" nillable="true" ma:displayName="Output Caching" ma:default="true" ma:hidden="true" ma:internalName="OutputCachingOn" ma:readOnly="false">
      <xsd:simpleType>
        <xsd:restriction base="dms:Boolean"/>
      </xsd:simpleType>
    </xsd:element>
    <xsd:element name="ParentAssetId" ma:index="103" nillable="true" ma:displayName="Parent Asset Id" ma:default="" ma:internalName="ParentAssetId" ma:readOnly="false">
      <xsd:simpleType>
        <xsd:restriction base="dms:Text"/>
      </xsd:simpleType>
    </xsd:element>
    <xsd:element name="PlannedPubDate" ma:index="104" nillable="true" ma:displayName="Planned Publish Date" ma:default="" ma:indexed="true" ma:internalName="PlannedPubDate" ma:readOnly="false">
      <xsd:simpleType>
        <xsd:restriction base="dms:DateTime"/>
      </xsd:simpleType>
    </xsd:element>
    <xsd:element name="PolicheckWords" ma:index="105" nillable="true" ma:displayName="Policheck Words" ma:default="" ma:internalName="PolicheckWords" ma:readOnly="false">
      <xsd:simpleType>
        <xsd:restriction base="dms:Text"/>
      </xsd:simpleType>
    </xsd:element>
    <xsd:element name="BusinessGroup" ma:index="106" nillable="true" ma:displayName="Product Division Owner" ma:default="" ma:internalName="BusinessGroup" ma:readOnly="false">
      <xsd:simpleType>
        <xsd:restriction base="dms:Unknown"/>
      </xsd:simpleType>
    </xsd:element>
    <xsd:element name="UAProjectedTotalWords" ma:index="107" nillable="true" ma:displayName="Projected Word Count" ma:default="" ma:internalName="UAProjectedTotalWords" ma:readOnly="false">
      <xsd:simpleType>
        <xsd:restriction base="dms:Unknown"/>
      </xsd:simpleType>
    </xsd:element>
    <xsd:element name="Provider" ma:index="108" nillable="true" ma:displayName="Provider" ma:default="" ma:internalName="Provider" ma:readOnly="false">
      <xsd:simpleType>
        <xsd:restriction base="dms:Unknown"/>
      </xsd:simpleType>
    </xsd:element>
    <xsd:element name="Providers" ma:index="109" nillable="true" ma:displayName="Providers" ma:default="" ma:internalName="Providers">
      <xsd:simpleType>
        <xsd:restriction base="dms:Unknown"/>
      </xsd:simpleType>
    </xsd:element>
    <xsd:element name="PublishStatusLookup" ma:index="110" nillable="true" ma:displayName="Publish Status" ma:default="" ma:list="{9E343742-310B-4684-A24C-1D137CB4B230}" ma:internalName="PublishStatusLookup" ma:readOnly="false" ma:showField="PublishStatu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PublishTargets" ma:index="111" nillable="true" ma:displayName="Publish Target" ma:default="OfficeOnlineVNext" ma:internalName="PublishTargets" ma:readOnly="false">
      <xsd:simpleType>
        <xsd:restriction base="dms:Unknown"/>
      </xsd:simpleType>
    </xsd:element>
    <xsd:element name="RecommendationsModifier" ma:index="112" nillable="true" ma:displayName="Recommendations Modifier" ma:default="" ma:internalName="RecommendationsModifier" ma:readOnly="false">
      <xsd:simpleType>
        <xsd:restriction base="dms:Number"/>
      </xsd:simpleType>
    </xsd:element>
    <xsd:element name="ArtSampleDocs" ma:index="113" nillable="true" ma:displayName="Sample Docs" ma:default="" ma:hidden="true" ma:internalName="ArtSampleDocs" ma:readOnly="false">
      <xsd:simpleType>
        <xsd:restriction base="dms:Text"/>
      </xsd:simpleType>
    </xsd:element>
    <xsd:element name="ScenarioTagsTaxHTField0" ma:index="115" nillable="true" ma:taxonomy="true" ma:internalName="ScenarioTagsTaxHTField0" ma:taxonomyFieldName="ScenarioTags" ma:displayName="Scenarios" ma:readOnly="false" ma:default="" ma:fieldId="{93aef74d-6c78-4815-8310-51477dceeccc}" ma:taxonomyMulti="true" ma:sspId="8f79753a-75d3-41f5-8ca3-40b843941b4f" ma:termSetId="4b7d5f16-e2f2-4fc0-bab3-6e8b931e57d6" ma:anchorId="00000000-0000-0000-0000-000000000000" ma:open="false" ma:isKeyword="false">
      <xsd:complexType>
        <xsd:sequence>
          <xsd:element ref="pc:Terms" minOccurs="0" maxOccurs="1"/>
        </xsd:sequence>
      </xsd:complexType>
    </xsd:element>
    <xsd:element name="ShowIn" ma:index="117" nillable="true" ma:displayName="Show In" ma:default="Show everywhere" ma:internalName="ShowIn" ma:readOnly="false">
      <xsd:simpleType>
        <xsd:restriction base="dms:Choice">
          <xsd:enumeration value="Hide on web"/>
          <xsd:enumeration value="On Web no search"/>
          <xsd:enumeration value="Show everywhere"/>
          <xsd:enumeration value="Special use only"/>
        </xsd:restriction>
      </xsd:simpleType>
    </xsd:element>
    <xsd:element name="SourceTitle" ma:index="118" nillable="true" ma:displayName="Source Title" ma:default="" ma:indexed="true" ma:internalName="SourceTitle" ma:readOnly="false">
      <xsd:simpleType>
        <xsd:restriction base="dms:Text"/>
      </xsd:simpleType>
    </xsd:element>
    <xsd:element name="CSXSubmissionDate" ma:index="119" nillable="true" ma:displayName="Submission Date" ma:default="" ma:internalName="CSXSubmissionDate" ma:readOnly="false">
      <xsd:simpleType>
        <xsd:restriction base="dms:DateTime"/>
      </xsd:simpleType>
    </xsd:element>
    <xsd:element name="SubmitterId" ma:index="120" nillable="true" ma:displayName="Submitter ID" ma:default="" ma:internalName="SubmitterId" ma:readOnly="false">
      <xsd:simpleType>
        <xsd:restriction base="dms:Text"/>
      </xsd:simpleType>
    </xsd:element>
    <xsd:element name="TaxCatchAll" ma:index="121" nillable="true" ma:displayName="Taxonomy Catch All Column" ma:hidden="true" ma:list="{530f955b-6704-4601-bd83-f81d87f1e440}" ma:internalName="TaxCatchAll" ma:showField="CatchAllData"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axCatchAllLabel" ma:index="122" nillable="true" ma:displayName="Taxonomy Catch All Column1" ma:hidden="true" ma:list="{530f955b-6704-4601-bd83-f81d87f1e440}" ma:internalName="TaxCatchAllLabel" ma:readOnly="true" ma:showField="CatchAllDataLabel"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emplateStatus" ma:index="123" nillable="true" ma:displayName="Template Status" ma:default="" ma:internalName="TemplateStatus">
      <xsd:simpleType>
        <xsd:restriction base="dms:Unknown"/>
      </xsd:simpleType>
    </xsd:element>
    <xsd:element name="TemplateTemplateType" ma:index="124" nillable="true" ma:displayName="Template Type" ma:default="" ma:internalName="TemplateTemplateType">
      <xsd:simpleType>
        <xsd:restriction base="dms:Unknown"/>
      </xsd:simpleType>
    </xsd:element>
    <xsd:element name="ThumbnailAssetId" ma:index="125" nillable="true" ma:displayName="Thumbnail Image Asset" ma:default="" ma:internalName="ThumbnailAssetId" ma:readOnly="false">
      <xsd:simpleType>
        <xsd:restriction base="dms:Text"/>
      </xsd:simpleType>
    </xsd:element>
    <xsd:element name="TimesCloned" ma:index="126" nillable="true" ma:displayName="Times Cloned" ma:default="" ma:internalName="TimesCloned" ma:readOnly="false">
      <xsd:simpleType>
        <xsd:restriction base="dms:Number"/>
      </xsd:simpleType>
    </xsd:element>
    <xsd:element name="TrustLevel" ma:index="128" nillable="true" ma:displayName="Trust Level" ma:default="1 Microsoft Managed Content" ma:internalName="TrustLevel" ma:readOnly="false">
      <xsd:simpleType>
        <xsd:restriction base="dms:Unknown"/>
      </xsd:simpleType>
    </xsd:element>
    <xsd:element name="UALocComments" ma:index="129" nillable="true" ma:displayName="UA Loc Comments" ma:default="" ma:internalName="UALocComments" ma:readOnly="false">
      <xsd:simpleType>
        <xsd:restriction base="dms:Note"/>
      </xsd:simpleType>
    </xsd:element>
    <xsd:element name="UALocRecommendation" ma:index="130" nillable="true" ma:displayName="UA Loc Recommendation" ma:default="Localize" ma:internalName="UALocRecommendation" ma:readOnly="false">
      <xsd:simpleType>
        <xsd:restriction base="dms:Choice">
          <xsd:enumeration value="Localize"/>
          <xsd:enumeration value="Never Localize"/>
          <xsd:enumeration value="Priority Localize"/>
        </xsd:restriction>
      </xsd:simpleType>
    </xsd:element>
    <xsd:element name="UANotes" ma:index="131" nillable="true" ma:displayName="UA Notes" ma:default="" ma:internalName="UANotes" ma:readOnly="false">
      <xsd:simpleType>
        <xsd:restriction base="dms:Note"/>
      </xsd:simpleType>
    </xsd:element>
    <xsd:element name="TPAppVersion" ma:index="132" nillable="true" ma:displayName="Version" ma:default="" ma:internalName="TPAppVersion">
      <xsd:simpleType>
        <xsd:restriction base="dms:Text"/>
      </xsd:simpleType>
    </xsd:element>
    <xsd:element name="VoteCount" ma:index="133" nillable="true" ma:displayName="Vote Count" ma:default="" ma:internalName="VoteCount" ma:readOnly="fals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2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APDescription xmlns="4873beb7-5857-4685-be1f-d57550cc96cc" xsi:nil="true"/>
    <AssetExpire xmlns="4873beb7-5857-4685-be1f-d57550cc96cc">2029-01-01T08:00:00+00:00</AssetExpire>
    <CampaignTagsTaxHTField0 xmlns="4873beb7-5857-4685-be1f-d57550cc96cc">
      <Terms xmlns="http://schemas.microsoft.com/office/infopath/2007/PartnerControls"/>
    </CampaignTagsTaxHTField0>
    <IntlLangReviewDate xmlns="4873beb7-5857-4685-be1f-d57550cc96cc" xsi:nil="true"/>
    <TPFriendlyName xmlns="4873beb7-5857-4685-be1f-d57550cc96cc" xsi:nil="true"/>
    <IntlLangReview xmlns="4873beb7-5857-4685-be1f-d57550cc96cc">false</IntlLangReview>
    <LocLastLocAttemptVersionLookup xmlns="4873beb7-5857-4685-be1f-d57550cc96cc">855024</LocLastLocAttemptVersionLookup>
    <PolicheckWords xmlns="4873beb7-5857-4685-be1f-d57550cc96cc" xsi:nil="true"/>
    <SubmitterId xmlns="4873beb7-5857-4685-be1f-d57550cc96cc" xsi:nil="true"/>
    <AcquiredFrom xmlns="4873beb7-5857-4685-be1f-d57550cc96cc">Internal MS</AcquiredFrom>
    <EditorialStatus xmlns="4873beb7-5857-4685-be1f-d57550cc96cc">Complete</EditorialStatus>
    <Markets xmlns="4873beb7-5857-4685-be1f-d57550cc96cc"/>
    <OriginAsset xmlns="4873beb7-5857-4685-be1f-d57550cc96cc" xsi:nil="true"/>
    <AssetStart xmlns="4873beb7-5857-4685-be1f-d57550cc96cc">2012-08-31T08:50:00+00:00</AssetStart>
    <FriendlyTitle xmlns="4873beb7-5857-4685-be1f-d57550cc96cc" xsi:nil="true"/>
    <MarketSpecific xmlns="4873beb7-5857-4685-be1f-d57550cc96cc">false</MarketSpecific>
    <TPNamespace xmlns="4873beb7-5857-4685-be1f-d57550cc96cc" xsi:nil="true"/>
    <PublishStatusLookup xmlns="4873beb7-5857-4685-be1f-d57550cc96cc">
      <Value>1616423</Value>
    </PublishStatusLookup>
    <APAuthor xmlns="4873beb7-5857-4685-be1f-d57550cc96cc">
      <UserInfo>
        <DisplayName>REDMOND\kristaa</DisplayName>
        <AccountId>136</AccountId>
        <AccountType/>
      </UserInfo>
    </APAuthor>
    <TPCommandLine xmlns="4873beb7-5857-4685-be1f-d57550cc96cc" xsi:nil="true"/>
    <IntlLangReviewer xmlns="4873beb7-5857-4685-be1f-d57550cc96cc" xsi:nil="true"/>
    <OpenTemplate xmlns="4873beb7-5857-4685-be1f-d57550cc96cc">true</OpenTemplate>
    <CSXSubmissionDate xmlns="4873beb7-5857-4685-be1f-d57550cc96cc" xsi:nil="true"/>
    <TaxCatchAll xmlns="4873beb7-5857-4685-be1f-d57550cc96cc"/>
    <Manager xmlns="4873beb7-5857-4685-be1f-d57550cc96cc" xsi:nil="true"/>
    <NumericId xmlns="4873beb7-5857-4685-be1f-d57550cc96cc" xsi:nil="true"/>
    <ParentAssetId xmlns="4873beb7-5857-4685-be1f-d57550cc96cc" xsi:nil="true"/>
    <OriginalSourceMarket xmlns="4873beb7-5857-4685-be1f-d57550cc96cc" xsi:nil="true"/>
    <ApprovalStatus xmlns="4873beb7-5857-4685-be1f-d57550cc96cc">InProgress</ApprovalStatus>
    <TPComponent xmlns="4873beb7-5857-4685-be1f-d57550cc96cc" xsi:nil="true"/>
    <EditorialTags xmlns="4873beb7-5857-4685-be1f-d57550cc96cc" xsi:nil="true"/>
    <TPExecutable xmlns="4873beb7-5857-4685-be1f-d57550cc96cc" xsi:nil="true"/>
    <TPLaunchHelpLink xmlns="4873beb7-5857-4685-be1f-d57550cc96cc" xsi:nil="true"/>
    <LocComments xmlns="4873beb7-5857-4685-be1f-d57550cc96cc" xsi:nil="true"/>
    <LocRecommendedHandoff xmlns="4873beb7-5857-4685-be1f-d57550cc96cc" xsi:nil="true"/>
    <SourceTitle xmlns="4873beb7-5857-4685-be1f-d57550cc96cc" xsi:nil="true"/>
    <CSXUpdate xmlns="4873beb7-5857-4685-be1f-d57550cc96cc">false</CSXUpdate>
    <IntlLocPriority xmlns="4873beb7-5857-4685-be1f-d57550cc96cc" xsi:nil="true"/>
    <UAProjectedTotalWords xmlns="4873beb7-5857-4685-be1f-d57550cc96cc" xsi:nil="true"/>
    <AssetType xmlns="4873beb7-5857-4685-be1f-d57550cc96cc">TP</AssetType>
    <MachineTranslated xmlns="4873beb7-5857-4685-be1f-d57550cc96cc">false</MachineTranslated>
    <OutputCachingOn xmlns="4873beb7-5857-4685-be1f-d57550cc96cc">false</OutputCachingOn>
    <TemplateStatus xmlns="4873beb7-5857-4685-be1f-d57550cc96cc">Complete</TemplateStatus>
    <IsSearchable xmlns="4873beb7-5857-4685-be1f-d57550cc96cc">true</IsSearchable>
    <ContentItem xmlns="4873beb7-5857-4685-be1f-d57550cc96cc" xsi:nil="true"/>
    <HandoffToMSDN xmlns="4873beb7-5857-4685-be1f-d57550cc96cc" xsi:nil="true"/>
    <ShowIn xmlns="4873beb7-5857-4685-be1f-d57550cc96cc">Show everywhere</ShowIn>
    <ThumbnailAssetId xmlns="4873beb7-5857-4685-be1f-d57550cc96cc" xsi:nil="true"/>
    <UALocComments xmlns="4873beb7-5857-4685-be1f-d57550cc96cc" xsi:nil="true"/>
    <UALocRecommendation xmlns="4873beb7-5857-4685-be1f-d57550cc96cc">Localize</UALocRecommendation>
    <LastModifiedDateTime xmlns="4873beb7-5857-4685-be1f-d57550cc96cc" xsi:nil="true"/>
    <LegacyData xmlns="4873beb7-5857-4685-be1f-d57550cc96cc" xsi:nil="true"/>
    <LocManualTestRequired xmlns="4873beb7-5857-4685-be1f-d57550cc96cc">false</LocManualTestRequired>
    <LocMarketGroupTiers2 xmlns="4873beb7-5857-4685-be1f-d57550cc96cc" xsi:nil="true"/>
    <ClipArtFilename xmlns="4873beb7-5857-4685-be1f-d57550cc96cc" xsi:nil="true"/>
    <TPApplication xmlns="4873beb7-5857-4685-be1f-d57550cc96cc" xsi:nil="true"/>
    <CSXHash xmlns="4873beb7-5857-4685-be1f-d57550cc96cc" xsi:nil="true"/>
    <DirectSourceMarket xmlns="4873beb7-5857-4685-be1f-d57550cc96cc" xsi:nil="true"/>
    <PrimaryImageGen xmlns="4873beb7-5857-4685-be1f-d57550cc96cc">true</PrimaryImageGen>
    <PlannedPubDate xmlns="4873beb7-5857-4685-be1f-d57550cc96cc" xsi:nil="true"/>
    <CSXSubmissionMarket xmlns="4873beb7-5857-4685-be1f-d57550cc96cc" xsi:nil="true"/>
    <Downloads xmlns="4873beb7-5857-4685-be1f-d57550cc96cc">0</Downloads>
    <ArtSampleDocs xmlns="4873beb7-5857-4685-be1f-d57550cc96cc" xsi:nil="true"/>
    <TrustLevel xmlns="4873beb7-5857-4685-be1f-d57550cc96cc">1 Microsoft Managed Content</TrustLevel>
    <BlockPublish xmlns="4873beb7-5857-4685-be1f-d57550cc96cc">false</BlockPublish>
    <TPLaunchHelpLinkType xmlns="4873beb7-5857-4685-be1f-d57550cc96cc">Template</TPLaunchHelpLinkType>
    <LocalizationTagsTaxHTField0 xmlns="4873beb7-5857-4685-be1f-d57550cc96cc">
      <Terms xmlns="http://schemas.microsoft.com/office/infopath/2007/PartnerControls"/>
    </LocalizationTagsTaxHTField0>
    <BusinessGroup xmlns="4873beb7-5857-4685-be1f-d57550cc96cc" xsi:nil="true"/>
    <Providers xmlns="4873beb7-5857-4685-be1f-d57550cc96cc" xsi:nil="true"/>
    <TemplateTemplateType xmlns="4873beb7-5857-4685-be1f-d57550cc96cc">PowerPoint Presentation Template</TemplateTemplateType>
    <TimesCloned xmlns="4873beb7-5857-4685-be1f-d57550cc96cc" xsi:nil="true"/>
    <TPAppVersion xmlns="4873beb7-5857-4685-be1f-d57550cc96cc" xsi:nil="true"/>
    <VoteCount xmlns="4873beb7-5857-4685-be1f-d57550cc96cc" xsi:nil="true"/>
    <AverageRating xmlns="4873beb7-5857-4685-be1f-d57550cc96cc" xsi:nil="true"/>
    <FeatureTagsTaxHTField0 xmlns="4873beb7-5857-4685-be1f-d57550cc96cc">
      <Terms xmlns="http://schemas.microsoft.com/office/infopath/2007/PartnerControls"/>
    </FeatureTagsTaxHTField0>
    <Provider xmlns="4873beb7-5857-4685-be1f-d57550cc96cc" xsi:nil="true"/>
    <UACurrentWords xmlns="4873beb7-5857-4685-be1f-d57550cc96cc" xsi:nil="true"/>
    <AssetId xmlns="4873beb7-5857-4685-be1f-d57550cc96cc">TP103431361</AssetId>
    <TPClientViewer xmlns="4873beb7-5857-4685-be1f-d57550cc96cc" xsi:nil="true"/>
    <DSATActionTaken xmlns="4873beb7-5857-4685-be1f-d57550cc96cc" xsi:nil="true"/>
    <APEditor xmlns="4873beb7-5857-4685-be1f-d57550cc96cc">
      <UserInfo>
        <DisplayName/>
        <AccountId xsi:nil="true"/>
        <AccountType/>
      </UserInfo>
    </APEditor>
    <TPInstallLocation xmlns="4873beb7-5857-4685-be1f-d57550cc96cc" xsi:nil="true"/>
    <OOCacheId xmlns="4873beb7-5857-4685-be1f-d57550cc96cc" xsi:nil="true"/>
    <IsDeleted xmlns="4873beb7-5857-4685-be1f-d57550cc96cc">false</IsDeleted>
    <PublishTargets xmlns="4873beb7-5857-4685-be1f-d57550cc96cc">OfficeOnlineVNext</PublishTargets>
    <ApprovalLog xmlns="4873beb7-5857-4685-be1f-d57550cc96cc" xsi:nil="true"/>
    <BugNumber xmlns="4873beb7-5857-4685-be1f-d57550cc96cc" xsi:nil="true"/>
    <CrawlForDependencies xmlns="4873beb7-5857-4685-be1f-d57550cc96cc">false</CrawlForDependencies>
    <InternalTagsTaxHTField0 xmlns="4873beb7-5857-4685-be1f-d57550cc96cc">
      <Terms xmlns="http://schemas.microsoft.com/office/infopath/2007/PartnerControls"/>
    </InternalTagsTaxHTField0>
    <LastHandOff xmlns="4873beb7-5857-4685-be1f-d57550cc96cc" xsi:nil="true"/>
    <Milestone xmlns="4873beb7-5857-4685-be1f-d57550cc96cc" xsi:nil="true"/>
    <OriginalRelease xmlns="4873beb7-5857-4685-be1f-d57550cc96cc">15</OriginalRelease>
    <RecommendationsModifier xmlns="4873beb7-5857-4685-be1f-d57550cc96cc" xsi:nil="true"/>
    <ScenarioTagsTaxHTField0 xmlns="4873beb7-5857-4685-be1f-d57550cc96cc">
      <Terms xmlns="http://schemas.microsoft.com/office/infopath/2007/PartnerControls"/>
    </ScenarioTagsTaxHTField0>
    <UANotes xmlns="4873beb7-5857-4685-be1f-d57550cc96cc" xsi:nil="true"/>
  </documentManagement>
</p:properties>
</file>

<file path=customXml/item3.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28C8B9CA-0273-4370-889A-FC05DA5C2FA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73beb7-5857-4685-be1f-d57550cc96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CDDBB83-77C1-4099-A0AA-289882E745E2}">
  <ds:schemaRefs>
    <ds:schemaRef ds:uri="http://purl.org/dc/elements/1.1/"/>
    <ds:schemaRef ds:uri="http://schemas.microsoft.com/office/2006/metadata/properties"/>
    <ds:schemaRef ds:uri="4873beb7-5857-4685-be1f-d57550cc96cc"/>
    <ds:schemaRef ds:uri="http://schemas.openxmlformats.org/package/2006/metadata/core-properties"/>
    <ds:schemaRef ds:uri="http://purl.org/dc/terms/"/>
    <ds:schemaRef ds:uri="http://schemas.microsoft.com/office/2006/documentManagement/types"/>
    <ds:schemaRef ds:uri="http://schemas.microsoft.com/office/infopath/2007/PartnerControls"/>
    <ds:schemaRef ds:uri="http://www.w3.org/XML/1998/namespace"/>
    <ds:schemaRef ds:uri="http://purl.org/dc/dcmitype/"/>
  </ds:schemaRefs>
</ds:datastoreItem>
</file>

<file path=customXml/itemProps3.xml><?xml version="1.0" encoding="utf-8"?>
<ds:datastoreItem xmlns:ds="http://schemas.openxmlformats.org/officeDocument/2006/customXml" ds:itemID="{561E720F-F05D-4536-9C34-0CFCED65D3B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404</TotalTime>
  <Words>1355</Words>
  <Application>Microsoft Office PowerPoint</Application>
  <PresentationFormat>Widescreen</PresentationFormat>
  <Paragraphs>192</Paragraphs>
  <Slides>31</Slides>
  <Notes>16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31</vt:i4>
      </vt:variant>
    </vt:vector>
  </HeadingPairs>
  <TitlesOfParts>
    <vt:vector size="38" baseType="lpstr">
      <vt:lpstr>Arial</vt:lpstr>
      <vt:lpstr>Castellar</vt:lpstr>
      <vt:lpstr>Courier New</vt:lpstr>
      <vt:lpstr>Euphemia</vt:lpstr>
      <vt:lpstr>Plantagenet Cherokee</vt:lpstr>
      <vt:lpstr>Wingdings</vt:lpstr>
      <vt:lpstr>Lecture 1</vt:lpstr>
      <vt:lpstr>CSE 455  software Testing</vt:lpstr>
      <vt:lpstr>   Course instructor            Yella mehroze</vt:lpstr>
      <vt:lpstr>Outline</vt:lpstr>
      <vt:lpstr>Introduction</vt:lpstr>
      <vt:lpstr>Learning Objectives</vt:lpstr>
      <vt:lpstr>Text / Reference Books</vt:lpstr>
      <vt:lpstr>Some Rules</vt:lpstr>
      <vt:lpstr>Basic  definitions</vt:lpstr>
      <vt:lpstr>Verification v/s Validation</vt:lpstr>
      <vt:lpstr> Quality Assurance v/s Quality Control</vt:lpstr>
      <vt:lpstr> Quality Assurance v/s Quality Control</vt:lpstr>
      <vt:lpstr> Quality Assurance v/s Quality Control</vt:lpstr>
      <vt:lpstr> Quality Assurance v/s Quality Control</vt:lpstr>
      <vt:lpstr> Quality Assurance v/s Quality Control</vt:lpstr>
      <vt:lpstr> Quality Assurance v/s Quality Control</vt:lpstr>
      <vt:lpstr> Questions</vt:lpstr>
      <vt:lpstr> Quality Assurance v/s Quality Control</vt:lpstr>
      <vt:lpstr> Quality Assurance v/s Quality Control</vt:lpstr>
      <vt:lpstr> Quality Assurance v/s Quality Control</vt:lpstr>
      <vt:lpstr>Software Testing</vt:lpstr>
      <vt:lpstr>Formal Definition of Software Testing</vt:lpstr>
      <vt:lpstr>Formal Definition of Software Testing</vt:lpstr>
      <vt:lpstr>Formal Definition of Software Testing</vt:lpstr>
      <vt:lpstr>Formal Definition of Software Testing</vt:lpstr>
      <vt:lpstr>Formal Definition of Software Testing</vt:lpstr>
      <vt:lpstr>What is a Bug?</vt:lpstr>
      <vt:lpstr>What is a Bug?</vt:lpstr>
      <vt:lpstr>Why do Bugs Occur?</vt:lpstr>
      <vt:lpstr>Symptoms and Root Causes of Bugs</vt:lpstr>
      <vt:lpstr>The Cost of Bugs</vt:lpstr>
      <vt:lpstr>The Cost of Bugs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Testing</dc:title>
  <dc:creator>sabeen amjad</dc:creator>
  <cp:lastModifiedBy>aounhaidersandhu@gmail.com</cp:lastModifiedBy>
  <cp:revision>60</cp:revision>
  <dcterms:created xsi:type="dcterms:W3CDTF">2017-08-10T06:42:43Z</dcterms:created>
  <dcterms:modified xsi:type="dcterms:W3CDTF">2025-03-08T10:10:50Z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0x0101006EDDDB5EE6D98C44930B742096920B300400F5B6D36B3EF94B4E9A635CDF2A18F5B8</vt:lpwstr>
  </property>
  <property fmtid="{D5CDD505-2E9C-101B-9397-08002B2CF9AE}" pid="3" name="InternalTags">
    <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