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5"/>
  </p:notesMasterIdLst>
  <p:handoutMasterIdLst>
    <p:handoutMasterId r:id="rId36"/>
  </p:handoutMasterIdLst>
  <p:sldIdLst>
    <p:sldId id="302" r:id="rId5"/>
    <p:sldId id="303" r:id="rId6"/>
    <p:sldId id="256" r:id="rId7"/>
    <p:sldId id="297" r:id="rId8"/>
    <p:sldId id="301" r:id="rId9"/>
    <p:sldId id="269" r:id="rId10"/>
    <p:sldId id="270" r:id="rId11"/>
    <p:sldId id="298" r:id="rId12"/>
    <p:sldId id="271" r:id="rId13"/>
    <p:sldId id="272" r:id="rId14"/>
    <p:sldId id="273" r:id="rId15"/>
    <p:sldId id="274" r:id="rId16"/>
    <p:sldId id="275" r:id="rId17"/>
    <p:sldId id="276" r:id="rId18"/>
    <p:sldId id="277" r:id="rId19"/>
    <p:sldId id="299" r:id="rId20"/>
    <p:sldId id="279" r:id="rId21"/>
    <p:sldId id="280" r:id="rId22"/>
    <p:sldId id="281" r:id="rId23"/>
    <p:sldId id="282" r:id="rId24"/>
    <p:sldId id="284" r:id="rId25"/>
    <p:sldId id="285" r:id="rId26"/>
    <p:sldId id="286" r:id="rId27"/>
    <p:sldId id="287" r:id="rId28"/>
    <p:sldId id="288" r:id="rId29"/>
    <p:sldId id="291" r:id="rId30"/>
    <p:sldId id="293" r:id="rId31"/>
    <p:sldId id="294" r:id="rId32"/>
    <p:sldId id="296" r:id="rId33"/>
    <p:sldId id="30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81183" autoAdjust="0"/>
  </p:normalViewPr>
  <p:slideViewPr>
    <p:cSldViewPr snapToGrid="0" showGuides="1">
      <p:cViewPr varScale="1">
        <p:scale>
          <a:sx n="67" d="100"/>
          <a:sy n="67" d="100"/>
        </p:scale>
        <p:origin x="1248" y="53"/>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FA21B0-FF73-4FB8-B847-6D69CEAF0572}"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
        </a:p>
      </dgm:t>
    </dgm:pt>
    <dgm:pt modelId="{F3C7778B-8B30-4E34-A6A6-0BBB4240A698}">
      <dgm:prSet/>
      <dgm:spPr/>
      <dgm:t>
        <a:bodyPr/>
        <a:lstStyle/>
        <a:p>
          <a:pPr rtl="0"/>
          <a:r>
            <a:rPr lang="en-US" b="1"/>
            <a:t>The PC/ System</a:t>
          </a:r>
          <a:endParaRPr lang="x-none"/>
        </a:p>
      </dgm:t>
    </dgm:pt>
    <dgm:pt modelId="{9D476EF2-F211-4160-BC67-2AD8D6399E9E}" type="parTrans" cxnId="{D012607E-4B6D-4AE8-B3F5-CDF25FAAA3DF}">
      <dgm:prSet/>
      <dgm:spPr/>
      <dgm:t>
        <a:bodyPr/>
        <a:lstStyle/>
        <a:p>
          <a:endParaRPr lang=""/>
        </a:p>
      </dgm:t>
    </dgm:pt>
    <dgm:pt modelId="{F29F7265-1C45-4E3A-9016-90D7E6D21168}" type="sibTrans" cxnId="{D012607E-4B6D-4AE8-B3F5-CDF25FAAA3DF}">
      <dgm:prSet/>
      <dgm:spPr/>
      <dgm:t>
        <a:bodyPr/>
        <a:lstStyle/>
        <a:p>
          <a:endParaRPr lang=""/>
        </a:p>
      </dgm:t>
    </dgm:pt>
    <dgm:pt modelId="{36EBCB52-47B2-4A9C-8046-1BDA81FEE813}">
      <dgm:prSet/>
      <dgm:spPr/>
      <dgm:t>
        <a:bodyPr/>
        <a:lstStyle/>
        <a:p>
          <a:pPr rtl="0"/>
          <a:r>
            <a:rPr lang="en-US" b="1"/>
            <a:t>Components</a:t>
          </a:r>
          <a:endParaRPr lang="x-none"/>
        </a:p>
      </dgm:t>
    </dgm:pt>
    <dgm:pt modelId="{0480604D-DE5E-4E54-AB02-6DB0D7759788}" type="parTrans" cxnId="{3D71C545-5114-4373-8089-60463100F2E8}">
      <dgm:prSet/>
      <dgm:spPr/>
      <dgm:t>
        <a:bodyPr/>
        <a:lstStyle/>
        <a:p>
          <a:endParaRPr lang=""/>
        </a:p>
      </dgm:t>
    </dgm:pt>
    <dgm:pt modelId="{98A2F415-6DF9-432A-B6B6-8E034F940ED7}" type="sibTrans" cxnId="{3D71C545-5114-4373-8089-60463100F2E8}">
      <dgm:prSet/>
      <dgm:spPr/>
      <dgm:t>
        <a:bodyPr/>
        <a:lstStyle/>
        <a:p>
          <a:endParaRPr lang=""/>
        </a:p>
      </dgm:t>
    </dgm:pt>
    <dgm:pt modelId="{2BF8C48E-5832-4513-A900-A150E0E3D481}">
      <dgm:prSet/>
      <dgm:spPr/>
      <dgm:t>
        <a:bodyPr/>
        <a:lstStyle/>
        <a:p>
          <a:pPr rtl="0"/>
          <a:r>
            <a:rPr lang="en-US" b="1"/>
            <a:t>Peripherals</a:t>
          </a:r>
          <a:endParaRPr lang="x-none"/>
        </a:p>
      </dgm:t>
    </dgm:pt>
    <dgm:pt modelId="{77B439A1-BA0E-484F-8E08-0DF955E6BFD3}" type="parTrans" cxnId="{BE96F17E-24F9-4ABB-8097-940788DC62AF}">
      <dgm:prSet/>
      <dgm:spPr/>
      <dgm:t>
        <a:bodyPr/>
        <a:lstStyle/>
        <a:p>
          <a:endParaRPr lang=""/>
        </a:p>
      </dgm:t>
    </dgm:pt>
    <dgm:pt modelId="{DD88DD2A-3A5D-4E08-A508-A561CAEF3CA5}" type="sibTrans" cxnId="{BE96F17E-24F9-4ABB-8097-940788DC62AF}">
      <dgm:prSet/>
      <dgm:spPr/>
      <dgm:t>
        <a:bodyPr/>
        <a:lstStyle/>
        <a:p>
          <a:endParaRPr lang=""/>
        </a:p>
      </dgm:t>
    </dgm:pt>
    <dgm:pt modelId="{B9B76007-FF27-498A-B1C0-63861B74246C}">
      <dgm:prSet/>
      <dgm:spPr/>
      <dgm:t>
        <a:bodyPr/>
        <a:lstStyle/>
        <a:p>
          <a:pPr rtl="0"/>
          <a:r>
            <a:rPr lang="en-US" b="1"/>
            <a:t>Interfaces</a:t>
          </a:r>
          <a:endParaRPr lang="x-none"/>
        </a:p>
      </dgm:t>
    </dgm:pt>
    <dgm:pt modelId="{782B7AE2-C67C-43F3-AADD-BCC04621C22C}" type="parTrans" cxnId="{C7B99371-B42C-4BB1-9B70-BC7BE00E5CED}">
      <dgm:prSet/>
      <dgm:spPr/>
      <dgm:t>
        <a:bodyPr/>
        <a:lstStyle/>
        <a:p>
          <a:endParaRPr lang=""/>
        </a:p>
      </dgm:t>
    </dgm:pt>
    <dgm:pt modelId="{648AF234-6EC7-469F-8E97-348DA81BA4EB}" type="sibTrans" cxnId="{C7B99371-B42C-4BB1-9B70-BC7BE00E5CED}">
      <dgm:prSet/>
      <dgm:spPr/>
      <dgm:t>
        <a:bodyPr/>
        <a:lstStyle/>
        <a:p>
          <a:endParaRPr lang=""/>
        </a:p>
      </dgm:t>
    </dgm:pt>
    <dgm:pt modelId="{2C5C481A-6518-4770-BE17-C40B48DB3E6E}">
      <dgm:prSet/>
      <dgm:spPr/>
      <dgm:t>
        <a:bodyPr/>
        <a:lstStyle/>
        <a:p>
          <a:pPr rtl="0"/>
          <a:r>
            <a:rPr lang="en-US" b="1"/>
            <a:t>Options and Memory</a:t>
          </a:r>
          <a:endParaRPr lang="x-none"/>
        </a:p>
      </dgm:t>
    </dgm:pt>
    <dgm:pt modelId="{1318F7AF-384E-47FF-81F6-BE6DFD1F2A46}" type="parTrans" cxnId="{8C4FA06E-F187-49C3-9A68-650C5BD5F6C9}">
      <dgm:prSet/>
      <dgm:spPr/>
      <dgm:t>
        <a:bodyPr/>
        <a:lstStyle/>
        <a:p>
          <a:endParaRPr lang=""/>
        </a:p>
      </dgm:t>
    </dgm:pt>
    <dgm:pt modelId="{2E47552F-3ADB-4F4C-9B4C-71942C091D67}" type="sibTrans" cxnId="{8C4FA06E-F187-49C3-9A68-650C5BD5F6C9}">
      <dgm:prSet/>
      <dgm:spPr/>
      <dgm:t>
        <a:bodyPr/>
        <a:lstStyle/>
        <a:p>
          <a:endParaRPr lang=""/>
        </a:p>
      </dgm:t>
    </dgm:pt>
    <dgm:pt modelId="{F0AB5AF6-C3C5-4F00-8914-81D8C5994933}">
      <dgm:prSet/>
      <dgm:spPr/>
      <dgm:t>
        <a:bodyPr/>
        <a:lstStyle/>
        <a:p>
          <a:pPr rtl="0"/>
          <a:r>
            <a:rPr lang="en-US" b="1"/>
            <a:t>Device Drivers</a:t>
          </a:r>
          <a:endParaRPr lang="x-none"/>
        </a:p>
      </dgm:t>
    </dgm:pt>
    <dgm:pt modelId="{158D4105-85F7-4DBD-947D-26E12A053B34}" type="parTrans" cxnId="{0801E9FB-109E-4D94-B234-9978DB5E400C}">
      <dgm:prSet/>
      <dgm:spPr/>
      <dgm:t>
        <a:bodyPr/>
        <a:lstStyle/>
        <a:p>
          <a:endParaRPr lang=""/>
        </a:p>
      </dgm:t>
    </dgm:pt>
    <dgm:pt modelId="{A2EC6426-4CDA-4E60-8426-B7B45DF36246}" type="sibTrans" cxnId="{0801E9FB-109E-4D94-B234-9978DB5E400C}">
      <dgm:prSet/>
      <dgm:spPr/>
      <dgm:t>
        <a:bodyPr/>
        <a:lstStyle/>
        <a:p>
          <a:endParaRPr lang=""/>
        </a:p>
      </dgm:t>
    </dgm:pt>
    <dgm:pt modelId="{EFD27392-D06D-436A-BDD1-0FEF8BA6B2AF}" type="pres">
      <dgm:prSet presAssocID="{92FA21B0-FF73-4FB8-B847-6D69CEAF0572}" presName="diagram" presStyleCnt="0">
        <dgm:presLayoutVars>
          <dgm:dir/>
          <dgm:resizeHandles val="exact"/>
        </dgm:presLayoutVars>
      </dgm:prSet>
      <dgm:spPr/>
    </dgm:pt>
    <dgm:pt modelId="{24D6EF1C-C60E-4DBB-871D-C673D251FE52}" type="pres">
      <dgm:prSet presAssocID="{F3C7778B-8B30-4E34-A6A6-0BBB4240A698}" presName="node" presStyleLbl="node1" presStyleIdx="0" presStyleCnt="6">
        <dgm:presLayoutVars>
          <dgm:bulletEnabled val="1"/>
        </dgm:presLayoutVars>
      </dgm:prSet>
      <dgm:spPr/>
    </dgm:pt>
    <dgm:pt modelId="{652E8476-8449-4023-AA86-CBA943F123DE}" type="pres">
      <dgm:prSet presAssocID="{F29F7265-1C45-4E3A-9016-90D7E6D21168}" presName="sibTrans" presStyleCnt="0"/>
      <dgm:spPr/>
    </dgm:pt>
    <dgm:pt modelId="{2AD13381-70CB-4E44-9E49-2024B391B2F3}" type="pres">
      <dgm:prSet presAssocID="{36EBCB52-47B2-4A9C-8046-1BDA81FEE813}" presName="node" presStyleLbl="node1" presStyleIdx="1" presStyleCnt="6">
        <dgm:presLayoutVars>
          <dgm:bulletEnabled val="1"/>
        </dgm:presLayoutVars>
      </dgm:prSet>
      <dgm:spPr/>
    </dgm:pt>
    <dgm:pt modelId="{7FEABACC-5068-4E15-8B1B-6B80E29C357B}" type="pres">
      <dgm:prSet presAssocID="{98A2F415-6DF9-432A-B6B6-8E034F940ED7}" presName="sibTrans" presStyleCnt="0"/>
      <dgm:spPr/>
    </dgm:pt>
    <dgm:pt modelId="{67865F77-919E-4CF3-9D00-500F918B3A9E}" type="pres">
      <dgm:prSet presAssocID="{2BF8C48E-5832-4513-A900-A150E0E3D481}" presName="node" presStyleLbl="node1" presStyleIdx="2" presStyleCnt="6">
        <dgm:presLayoutVars>
          <dgm:bulletEnabled val="1"/>
        </dgm:presLayoutVars>
      </dgm:prSet>
      <dgm:spPr/>
    </dgm:pt>
    <dgm:pt modelId="{4FC66644-9009-4509-8835-FB0D7FC7A7DB}" type="pres">
      <dgm:prSet presAssocID="{DD88DD2A-3A5D-4E08-A508-A561CAEF3CA5}" presName="sibTrans" presStyleCnt="0"/>
      <dgm:spPr/>
    </dgm:pt>
    <dgm:pt modelId="{204902FF-BF53-4D1F-A7E0-6617DE14D23E}" type="pres">
      <dgm:prSet presAssocID="{B9B76007-FF27-498A-B1C0-63861B74246C}" presName="node" presStyleLbl="node1" presStyleIdx="3" presStyleCnt="6">
        <dgm:presLayoutVars>
          <dgm:bulletEnabled val="1"/>
        </dgm:presLayoutVars>
      </dgm:prSet>
      <dgm:spPr/>
    </dgm:pt>
    <dgm:pt modelId="{C54A7E79-7099-446E-B075-B424D8414C67}" type="pres">
      <dgm:prSet presAssocID="{648AF234-6EC7-469F-8E97-348DA81BA4EB}" presName="sibTrans" presStyleCnt="0"/>
      <dgm:spPr/>
    </dgm:pt>
    <dgm:pt modelId="{7AC77525-BAF9-423E-B791-FE098664FCA9}" type="pres">
      <dgm:prSet presAssocID="{2C5C481A-6518-4770-BE17-C40B48DB3E6E}" presName="node" presStyleLbl="node1" presStyleIdx="4" presStyleCnt="6">
        <dgm:presLayoutVars>
          <dgm:bulletEnabled val="1"/>
        </dgm:presLayoutVars>
      </dgm:prSet>
      <dgm:spPr/>
    </dgm:pt>
    <dgm:pt modelId="{6667981E-02D0-469D-B0A8-A7FBFB3F5916}" type="pres">
      <dgm:prSet presAssocID="{2E47552F-3ADB-4F4C-9B4C-71942C091D67}" presName="sibTrans" presStyleCnt="0"/>
      <dgm:spPr/>
    </dgm:pt>
    <dgm:pt modelId="{94B74A70-6B3C-4C8F-B456-250BA20E590A}" type="pres">
      <dgm:prSet presAssocID="{F0AB5AF6-C3C5-4F00-8914-81D8C5994933}" presName="node" presStyleLbl="node1" presStyleIdx="5" presStyleCnt="6">
        <dgm:presLayoutVars>
          <dgm:bulletEnabled val="1"/>
        </dgm:presLayoutVars>
      </dgm:prSet>
      <dgm:spPr/>
    </dgm:pt>
  </dgm:ptLst>
  <dgm:cxnLst>
    <dgm:cxn modelId="{0E6ABB0A-F419-4623-BD44-9C41A211C756}" type="presOf" srcId="{F3C7778B-8B30-4E34-A6A6-0BBB4240A698}" destId="{24D6EF1C-C60E-4DBB-871D-C673D251FE52}" srcOrd="0" destOrd="0" presId="urn:microsoft.com/office/officeart/2005/8/layout/default"/>
    <dgm:cxn modelId="{1736B116-25FB-467D-B3AA-EC81500B500E}" type="presOf" srcId="{2BF8C48E-5832-4513-A900-A150E0E3D481}" destId="{67865F77-919E-4CF3-9D00-500F918B3A9E}" srcOrd="0" destOrd="0" presId="urn:microsoft.com/office/officeart/2005/8/layout/default"/>
    <dgm:cxn modelId="{3A9BAF30-0682-4DD4-AB0E-52EA776D10D9}" type="presOf" srcId="{92FA21B0-FF73-4FB8-B847-6D69CEAF0572}" destId="{EFD27392-D06D-436A-BDD1-0FEF8BA6B2AF}" srcOrd="0" destOrd="0" presId="urn:microsoft.com/office/officeart/2005/8/layout/default"/>
    <dgm:cxn modelId="{E2BC7A38-6FF6-458E-A414-10201D43509D}" type="presOf" srcId="{36EBCB52-47B2-4A9C-8046-1BDA81FEE813}" destId="{2AD13381-70CB-4E44-9E49-2024B391B2F3}" srcOrd="0" destOrd="0" presId="urn:microsoft.com/office/officeart/2005/8/layout/default"/>
    <dgm:cxn modelId="{3D71C545-5114-4373-8089-60463100F2E8}" srcId="{92FA21B0-FF73-4FB8-B847-6D69CEAF0572}" destId="{36EBCB52-47B2-4A9C-8046-1BDA81FEE813}" srcOrd="1" destOrd="0" parTransId="{0480604D-DE5E-4E54-AB02-6DB0D7759788}" sibTransId="{98A2F415-6DF9-432A-B6B6-8E034F940ED7}"/>
    <dgm:cxn modelId="{8C4FA06E-F187-49C3-9A68-650C5BD5F6C9}" srcId="{92FA21B0-FF73-4FB8-B847-6D69CEAF0572}" destId="{2C5C481A-6518-4770-BE17-C40B48DB3E6E}" srcOrd="4" destOrd="0" parTransId="{1318F7AF-384E-47FF-81F6-BE6DFD1F2A46}" sibTransId="{2E47552F-3ADB-4F4C-9B4C-71942C091D67}"/>
    <dgm:cxn modelId="{C7B99371-B42C-4BB1-9B70-BC7BE00E5CED}" srcId="{92FA21B0-FF73-4FB8-B847-6D69CEAF0572}" destId="{B9B76007-FF27-498A-B1C0-63861B74246C}" srcOrd="3" destOrd="0" parTransId="{782B7AE2-C67C-43F3-AADD-BCC04621C22C}" sibTransId="{648AF234-6EC7-469F-8E97-348DA81BA4EB}"/>
    <dgm:cxn modelId="{D012607E-4B6D-4AE8-B3F5-CDF25FAAA3DF}" srcId="{92FA21B0-FF73-4FB8-B847-6D69CEAF0572}" destId="{F3C7778B-8B30-4E34-A6A6-0BBB4240A698}" srcOrd="0" destOrd="0" parTransId="{9D476EF2-F211-4160-BC67-2AD8D6399E9E}" sibTransId="{F29F7265-1C45-4E3A-9016-90D7E6D21168}"/>
    <dgm:cxn modelId="{BE96F17E-24F9-4ABB-8097-940788DC62AF}" srcId="{92FA21B0-FF73-4FB8-B847-6D69CEAF0572}" destId="{2BF8C48E-5832-4513-A900-A150E0E3D481}" srcOrd="2" destOrd="0" parTransId="{77B439A1-BA0E-484F-8E08-0DF955E6BFD3}" sibTransId="{DD88DD2A-3A5D-4E08-A508-A561CAEF3CA5}"/>
    <dgm:cxn modelId="{C2864681-3F29-4FBE-AFE0-9480957B4FCF}" type="presOf" srcId="{2C5C481A-6518-4770-BE17-C40B48DB3E6E}" destId="{7AC77525-BAF9-423E-B791-FE098664FCA9}" srcOrd="0" destOrd="0" presId="urn:microsoft.com/office/officeart/2005/8/layout/default"/>
    <dgm:cxn modelId="{53EAF994-B181-4DA3-96A2-7D79F7363688}" type="presOf" srcId="{F0AB5AF6-C3C5-4F00-8914-81D8C5994933}" destId="{94B74A70-6B3C-4C8F-B456-250BA20E590A}" srcOrd="0" destOrd="0" presId="urn:microsoft.com/office/officeart/2005/8/layout/default"/>
    <dgm:cxn modelId="{CC07CCA3-11C4-408B-9150-4743A3FCFBBE}" type="presOf" srcId="{B9B76007-FF27-498A-B1C0-63861B74246C}" destId="{204902FF-BF53-4D1F-A7E0-6617DE14D23E}" srcOrd="0" destOrd="0" presId="urn:microsoft.com/office/officeart/2005/8/layout/default"/>
    <dgm:cxn modelId="{0801E9FB-109E-4D94-B234-9978DB5E400C}" srcId="{92FA21B0-FF73-4FB8-B847-6D69CEAF0572}" destId="{F0AB5AF6-C3C5-4F00-8914-81D8C5994933}" srcOrd="5" destOrd="0" parTransId="{158D4105-85F7-4DBD-947D-26E12A053B34}" sibTransId="{A2EC6426-4CDA-4E60-8426-B7B45DF36246}"/>
    <dgm:cxn modelId="{E283949A-E887-4528-9881-8FCCCB65122C}" type="presParOf" srcId="{EFD27392-D06D-436A-BDD1-0FEF8BA6B2AF}" destId="{24D6EF1C-C60E-4DBB-871D-C673D251FE52}" srcOrd="0" destOrd="0" presId="urn:microsoft.com/office/officeart/2005/8/layout/default"/>
    <dgm:cxn modelId="{D8A46F44-5548-4628-B141-A1E7DADF70DE}" type="presParOf" srcId="{EFD27392-D06D-436A-BDD1-0FEF8BA6B2AF}" destId="{652E8476-8449-4023-AA86-CBA943F123DE}" srcOrd="1" destOrd="0" presId="urn:microsoft.com/office/officeart/2005/8/layout/default"/>
    <dgm:cxn modelId="{2EA87ACA-84A7-48EB-9884-CC970BF3F0B6}" type="presParOf" srcId="{EFD27392-D06D-436A-BDD1-0FEF8BA6B2AF}" destId="{2AD13381-70CB-4E44-9E49-2024B391B2F3}" srcOrd="2" destOrd="0" presId="urn:microsoft.com/office/officeart/2005/8/layout/default"/>
    <dgm:cxn modelId="{22182B9A-18FD-40D6-946A-22F28410F200}" type="presParOf" srcId="{EFD27392-D06D-436A-BDD1-0FEF8BA6B2AF}" destId="{7FEABACC-5068-4E15-8B1B-6B80E29C357B}" srcOrd="3" destOrd="0" presId="urn:microsoft.com/office/officeart/2005/8/layout/default"/>
    <dgm:cxn modelId="{5928128A-403F-45E7-9A04-BF8D3D386070}" type="presParOf" srcId="{EFD27392-D06D-436A-BDD1-0FEF8BA6B2AF}" destId="{67865F77-919E-4CF3-9D00-500F918B3A9E}" srcOrd="4" destOrd="0" presId="urn:microsoft.com/office/officeart/2005/8/layout/default"/>
    <dgm:cxn modelId="{64535199-0383-4393-91FA-160C0C83EFEC}" type="presParOf" srcId="{EFD27392-D06D-436A-BDD1-0FEF8BA6B2AF}" destId="{4FC66644-9009-4509-8835-FB0D7FC7A7DB}" srcOrd="5" destOrd="0" presId="urn:microsoft.com/office/officeart/2005/8/layout/default"/>
    <dgm:cxn modelId="{02F81D93-BC7A-4846-921C-AE62424E12E9}" type="presParOf" srcId="{EFD27392-D06D-436A-BDD1-0FEF8BA6B2AF}" destId="{204902FF-BF53-4D1F-A7E0-6617DE14D23E}" srcOrd="6" destOrd="0" presId="urn:microsoft.com/office/officeart/2005/8/layout/default"/>
    <dgm:cxn modelId="{81DF9718-335E-4121-A438-F39A90E84891}" type="presParOf" srcId="{EFD27392-D06D-436A-BDD1-0FEF8BA6B2AF}" destId="{C54A7E79-7099-446E-B075-B424D8414C67}" srcOrd="7" destOrd="0" presId="urn:microsoft.com/office/officeart/2005/8/layout/default"/>
    <dgm:cxn modelId="{09110769-47C2-44D5-A576-E1AFCC47AEA2}" type="presParOf" srcId="{EFD27392-D06D-436A-BDD1-0FEF8BA6B2AF}" destId="{7AC77525-BAF9-423E-B791-FE098664FCA9}" srcOrd="8" destOrd="0" presId="urn:microsoft.com/office/officeart/2005/8/layout/default"/>
    <dgm:cxn modelId="{57B6585E-3E87-4A1E-8D0A-E4A3E88CF688}" type="presParOf" srcId="{EFD27392-D06D-436A-BDD1-0FEF8BA6B2AF}" destId="{6667981E-02D0-469D-B0A8-A7FBFB3F5916}" srcOrd="9" destOrd="0" presId="urn:microsoft.com/office/officeart/2005/8/layout/default"/>
    <dgm:cxn modelId="{EA9E6094-0B0E-432C-8A76-4C1E5DA5F741}" type="presParOf" srcId="{EFD27392-D06D-436A-BDD1-0FEF8BA6B2AF}" destId="{94B74A70-6B3C-4C8F-B456-250BA20E590A}"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C14200-53E0-4865-8FE7-E6A4845623F1}"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
        </a:p>
      </dgm:t>
    </dgm:pt>
    <dgm:pt modelId="{A994801F-966E-4747-B48B-CDE3CA24364C}">
      <dgm:prSet/>
      <dgm:spPr/>
      <dgm:t>
        <a:bodyPr/>
        <a:lstStyle/>
        <a:p>
          <a:pPr rtl="0"/>
          <a:r>
            <a:rPr lang="en-US" b="1"/>
            <a:t>Peripherals</a:t>
          </a:r>
          <a:endParaRPr lang="x-none"/>
        </a:p>
      </dgm:t>
    </dgm:pt>
    <dgm:pt modelId="{FEFDAC6E-CB29-4674-9CCF-34C02833650F}" type="parTrans" cxnId="{D9F3CD72-2BDA-4843-9AC3-B9612867885E}">
      <dgm:prSet/>
      <dgm:spPr/>
      <dgm:t>
        <a:bodyPr/>
        <a:lstStyle/>
        <a:p>
          <a:endParaRPr lang=""/>
        </a:p>
      </dgm:t>
    </dgm:pt>
    <dgm:pt modelId="{EDED7573-2B7E-433E-A84C-FDBC3F87D772}" type="sibTrans" cxnId="{D9F3CD72-2BDA-4843-9AC3-B9612867885E}">
      <dgm:prSet/>
      <dgm:spPr/>
      <dgm:t>
        <a:bodyPr/>
        <a:lstStyle/>
        <a:p>
          <a:endParaRPr lang=""/>
        </a:p>
      </dgm:t>
    </dgm:pt>
    <dgm:pt modelId="{20ECA79F-D69A-4A41-B211-50EA0CF941FE}">
      <dgm:prSet/>
      <dgm:spPr/>
      <dgm:t>
        <a:bodyPr/>
        <a:lstStyle/>
        <a:p>
          <a:pPr rtl="0"/>
          <a:r>
            <a:rPr lang="en-US"/>
            <a:t>Printers</a:t>
          </a:r>
          <a:endParaRPr lang="x-none"/>
        </a:p>
      </dgm:t>
    </dgm:pt>
    <dgm:pt modelId="{B5787003-F9B6-41CE-8524-F429AA18DAD4}" type="parTrans" cxnId="{F5E8C62D-291A-442B-AE40-87F44C9D666D}">
      <dgm:prSet/>
      <dgm:spPr/>
      <dgm:t>
        <a:bodyPr/>
        <a:lstStyle/>
        <a:p>
          <a:endParaRPr lang=""/>
        </a:p>
      </dgm:t>
    </dgm:pt>
    <dgm:pt modelId="{629ACD1A-8E25-4CC8-9D72-2548473F5F87}" type="sibTrans" cxnId="{F5E8C62D-291A-442B-AE40-87F44C9D666D}">
      <dgm:prSet/>
      <dgm:spPr/>
      <dgm:t>
        <a:bodyPr/>
        <a:lstStyle/>
        <a:p>
          <a:endParaRPr lang=""/>
        </a:p>
      </dgm:t>
    </dgm:pt>
    <dgm:pt modelId="{91BA46EA-3FCC-40D2-97A7-04A320FE4D9C}">
      <dgm:prSet/>
      <dgm:spPr/>
      <dgm:t>
        <a:bodyPr/>
        <a:lstStyle/>
        <a:p>
          <a:pPr rtl="0"/>
          <a:r>
            <a:rPr lang="en-US"/>
            <a:t>Scanners</a:t>
          </a:r>
          <a:endParaRPr lang="x-none"/>
        </a:p>
      </dgm:t>
    </dgm:pt>
    <dgm:pt modelId="{EA638A01-080C-4DA5-B40E-164BC523859A}" type="parTrans" cxnId="{9E903165-7681-4245-8145-7EE55FDF4C8A}">
      <dgm:prSet/>
      <dgm:spPr/>
      <dgm:t>
        <a:bodyPr/>
        <a:lstStyle/>
        <a:p>
          <a:endParaRPr lang=""/>
        </a:p>
      </dgm:t>
    </dgm:pt>
    <dgm:pt modelId="{11901547-8573-4F22-81DF-C4DEB316AF2A}" type="sibTrans" cxnId="{9E903165-7681-4245-8145-7EE55FDF4C8A}">
      <dgm:prSet/>
      <dgm:spPr/>
      <dgm:t>
        <a:bodyPr/>
        <a:lstStyle/>
        <a:p>
          <a:endParaRPr lang=""/>
        </a:p>
      </dgm:t>
    </dgm:pt>
    <dgm:pt modelId="{B07FC2F8-7A5F-4FAC-8077-5868046A3BD1}">
      <dgm:prSet/>
      <dgm:spPr/>
      <dgm:t>
        <a:bodyPr/>
        <a:lstStyle/>
        <a:p>
          <a:pPr rtl="0"/>
          <a:r>
            <a:rPr lang="en-US"/>
            <a:t>Mouse</a:t>
          </a:r>
          <a:endParaRPr lang="x-none"/>
        </a:p>
      </dgm:t>
    </dgm:pt>
    <dgm:pt modelId="{7B27528A-9150-4AA5-945C-C3D1E602C4B5}" type="parTrans" cxnId="{06F220D3-AC48-448E-BE57-E31DA744357E}">
      <dgm:prSet/>
      <dgm:spPr/>
      <dgm:t>
        <a:bodyPr/>
        <a:lstStyle/>
        <a:p>
          <a:endParaRPr lang=""/>
        </a:p>
      </dgm:t>
    </dgm:pt>
    <dgm:pt modelId="{529EFBB4-7311-4871-8211-B893FC3B7A62}" type="sibTrans" cxnId="{06F220D3-AC48-448E-BE57-E31DA744357E}">
      <dgm:prSet/>
      <dgm:spPr/>
      <dgm:t>
        <a:bodyPr/>
        <a:lstStyle/>
        <a:p>
          <a:endParaRPr lang=""/>
        </a:p>
      </dgm:t>
    </dgm:pt>
    <dgm:pt modelId="{11757AAC-E45E-4309-8B49-372A68397D8B}">
      <dgm:prSet/>
      <dgm:spPr/>
      <dgm:t>
        <a:bodyPr/>
        <a:lstStyle/>
        <a:p>
          <a:pPr rtl="0"/>
          <a:r>
            <a:rPr lang="en-US"/>
            <a:t>Keyboards</a:t>
          </a:r>
          <a:endParaRPr lang="x-none"/>
        </a:p>
      </dgm:t>
    </dgm:pt>
    <dgm:pt modelId="{2A4CF49F-A7A4-4530-95AD-10E643C37432}" type="parTrans" cxnId="{55A5C1E4-BE26-42FC-84AF-E18E3BC68DA5}">
      <dgm:prSet/>
      <dgm:spPr/>
      <dgm:t>
        <a:bodyPr/>
        <a:lstStyle/>
        <a:p>
          <a:endParaRPr lang=""/>
        </a:p>
      </dgm:t>
    </dgm:pt>
    <dgm:pt modelId="{8850CB8E-BDFE-497D-815D-26057AD369B9}" type="sibTrans" cxnId="{55A5C1E4-BE26-42FC-84AF-E18E3BC68DA5}">
      <dgm:prSet/>
      <dgm:spPr/>
      <dgm:t>
        <a:bodyPr/>
        <a:lstStyle/>
        <a:p>
          <a:endParaRPr lang=""/>
        </a:p>
      </dgm:t>
    </dgm:pt>
    <dgm:pt modelId="{C947C0D8-5A6B-49A1-AD2C-C33FB0708046}">
      <dgm:prSet/>
      <dgm:spPr/>
      <dgm:t>
        <a:bodyPr/>
        <a:lstStyle/>
        <a:p>
          <a:pPr rtl="0"/>
          <a:r>
            <a:rPr lang="en-US"/>
            <a:t>Monitors </a:t>
          </a:r>
          <a:endParaRPr lang="x-none"/>
        </a:p>
      </dgm:t>
    </dgm:pt>
    <dgm:pt modelId="{81665695-C61D-4CFD-A62A-F0EDDAD8B4ED}" type="parTrans" cxnId="{1ADB3B3F-5D40-4D10-958D-5D5BFAF9BD2B}">
      <dgm:prSet/>
      <dgm:spPr/>
      <dgm:t>
        <a:bodyPr/>
        <a:lstStyle/>
        <a:p>
          <a:endParaRPr lang=""/>
        </a:p>
      </dgm:t>
    </dgm:pt>
    <dgm:pt modelId="{968CF4CB-2062-4188-B955-9BFBACCEB6D0}" type="sibTrans" cxnId="{1ADB3B3F-5D40-4D10-958D-5D5BFAF9BD2B}">
      <dgm:prSet/>
      <dgm:spPr/>
      <dgm:t>
        <a:bodyPr/>
        <a:lstStyle/>
        <a:p>
          <a:endParaRPr lang=""/>
        </a:p>
      </dgm:t>
    </dgm:pt>
    <dgm:pt modelId="{F5701E58-1EB4-47AF-801C-16710087AD90}">
      <dgm:prSet/>
      <dgm:spPr/>
      <dgm:t>
        <a:bodyPr/>
        <a:lstStyle/>
        <a:p>
          <a:pPr rtl="0"/>
          <a:r>
            <a:rPr lang="en-US"/>
            <a:t>Cameras</a:t>
          </a:r>
          <a:endParaRPr lang="x-none"/>
        </a:p>
      </dgm:t>
    </dgm:pt>
    <dgm:pt modelId="{859C6406-F87D-4E38-A057-47065592D530}" type="parTrans" cxnId="{40A59ABA-6D4E-470C-8F8E-1EE9D2627F7E}">
      <dgm:prSet/>
      <dgm:spPr/>
      <dgm:t>
        <a:bodyPr/>
        <a:lstStyle/>
        <a:p>
          <a:endParaRPr lang=""/>
        </a:p>
      </dgm:t>
    </dgm:pt>
    <dgm:pt modelId="{6675A193-1B5A-4B08-96CB-779E11EE8058}" type="sibTrans" cxnId="{40A59ABA-6D4E-470C-8F8E-1EE9D2627F7E}">
      <dgm:prSet/>
      <dgm:spPr/>
      <dgm:t>
        <a:bodyPr/>
        <a:lstStyle/>
        <a:p>
          <a:endParaRPr lang=""/>
        </a:p>
      </dgm:t>
    </dgm:pt>
    <dgm:pt modelId="{BBF9DEA8-4315-4D95-A27E-E3EAFB4E66F6}">
      <dgm:prSet/>
      <dgm:spPr/>
      <dgm:t>
        <a:bodyPr/>
        <a:lstStyle/>
        <a:p>
          <a:pPr rtl="0"/>
          <a:r>
            <a:rPr lang="en-US"/>
            <a:t>Joysticks</a:t>
          </a:r>
          <a:endParaRPr lang="x-none"/>
        </a:p>
      </dgm:t>
    </dgm:pt>
    <dgm:pt modelId="{62840E3A-6EB9-4CB7-948F-65FB250C3387}" type="parTrans" cxnId="{664C7AE7-C6CC-442A-B9B9-056EA4E35815}">
      <dgm:prSet/>
      <dgm:spPr/>
      <dgm:t>
        <a:bodyPr/>
        <a:lstStyle/>
        <a:p>
          <a:endParaRPr lang=""/>
        </a:p>
      </dgm:t>
    </dgm:pt>
    <dgm:pt modelId="{97324CA0-499C-4476-9BDA-5E7EA16BC89D}" type="sibTrans" cxnId="{664C7AE7-C6CC-442A-B9B9-056EA4E35815}">
      <dgm:prSet/>
      <dgm:spPr/>
      <dgm:t>
        <a:bodyPr/>
        <a:lstStyle/>
        <a:p>
          <a:endParaRPr lang=""/>
        </a:p>
      </dgm:t>
    </dgm:pt>
    <dgm:pt modelId="{3146B330-E4A3-4A19-BB1D-09ECB8591050}" type="pres">
      <dgm:prSet presAssocID="{28C14200-53E0-4865-8FE7-E6A4845623F1}" presName="hierChild1" presStyleCnt="0">
        <dgm:presLayoutVars>
          <dgm:orgChart val="1"/>
          <dgm:chPref val="1"/>
          <dgm:dir/>
          <dgm:animOne val="branch"/>
          <dgm:animLvl val="lvl"/>
          <dgm:resizeHandles/>
        </dgm:presLayoutVars>
      </dgm:prSet>
      <dgm:spPr/>
    </dgm:pt>
    <dgm:pt modelId="{66B97C89-B4D5-46CB-9556-E0B5B05C3570}" type="pres">
      <dgm:prSet presAssocID="{A994801F-966E-4747-B48B-CDE3CA24364C}" presName="hierRoot1" presStyleCnt="0">
        <dgm:presLayoutVars>
          <dgm:hierBranch val="init"/>
        </dgm:presLayoutVars>
      </dgm:prSet>
      <dgm:spPr/>
    </dgm:pt>
    <dgm:pt modelId="{278888DE-A885-4DC8-A31C-3502CD2BEDB9}" type="pres">
      <dgm:prSet presAssocID="{A994801F-966E-4747-B48B-CDE3CA24364C}" presName="rootComposite1" presStyleCnt="0"/>
      <dgm:spPr/>
    </dgm:pt>
    <dgm:pt modelId="{B9AD4C6D-B162-4B06-9944-2D6DD409EAA9}" type="pres">
      <dgm:prSet presAssocID="{A994801F-966E-4747-B48B-CDE3CA24364C}" presName="rootText1" presStyleLbl="node0" presStyleIdx="0" presStyleCnt="1">
        <dgm:presLayoutVars>
          <dgm:chPref val="3"/>
        </dgm:presLayoutVars>
      </dgm:prSet>
      <dgm:spPr/>
    </dgm:pt>
    <dgm:pt modelId="{46640081-CCAB-4AC9-B0FD-9892198C0539}" type="pres">
      <dgm:prSet presAssocID="{A994801F-966E-4747-B48B-CDE3CA24364C}" presName="rootConnector1" presStyleLbl="node1" presStyleIdx="0" presStyleCnt="0"/>
      <dgm:spPr/>
    </dgm:pt>
    <dgm:pt modelId="{67CBE560-531C-4342-B11E-36F79E19490D}" type="pres">
      <dgm:prSet presAssocID="{A994801F-966E-4747-B48B-CDE3CA24364C}" presName="hierChild2" presStyleCnt="0"/>
      <dgm:spPr/>
    </dgm:pt>
    <dgm:pt modelId="{29EE4C0F-E75F-496C-962F-5270E737820E}" type="pres">
      <dgm:prSet presAssocID="{B5787003-F9B6-41CE-8524-F429AA18DAD4}" presName="Name37" presStyleLbl="parChTrans1D2" presStyleIdx="0" presStyleCnt="7"/>
      <dgm:spPr/>
    </dgm:pt>
    <dgm:pt modelId="{C9225911-9471-47B1-8CBD-F0D0198FD038}" type="pres">
      <dgm:prSet presAssocID="{20ECA79F-D69A-4A41-B211-50EA0CF941FE}" presName="hierRoot2" presStyleCnt="0">
        <dgm:presLayoutVars>
          <dgm:hierBranch val="init"/>
        </dgm:presLayoutVars>
      </dgm:prSet>
      <dgm:spPr/>
    </dgm:pt>
    <dgm:pt modelId="{1788F888-1B7F-42BD-A59C-C9A1459064CD}" type="pres">
      <dgm:prSet presAssocID="{20ECA79F-D69A-4A41-B211-50EA0CF941FE}" presName="rootComposite" presStyleCnt="0"/>
      <dgm:spPr/>
    </dgm:pt>
    <dgm:pt modelId="{F4A916B4-49F0-4B2B-A393-9F42DC923B9D}" type="pres">
      <dgm:prSet presAssocID="{20ECA79F-D69A-4A41-B211-50EA0CF941FE}" presName="rootText" presStyleLbl="node2" presStyleIdx="0" presStyleCnt="7">
        <dgm:presLayoutVars>
          <dgm:chPref val="3"/>
        </dgm:presLayoutVars>
      </dgm:prSet>
      <dgm:spPr/>
    </dgm:pt>
    <dgm:pt modelId="{E7D437B1-3F69-4433-88B6-995096475A98}" type="pres">
      <dgm:prSet presAssocID="{20ECA79F-D69A-4A41-B211-50EA0CF941FE}" presName="rootConnector" presStyleLbl="node2" presStyleIdx="0" presStyleCnt="7"/>
      <dgm:spPr/>
    </dgm:pt>
    <dgm:pt modelId="{F283F335-A208-492B-B2B5-781EE5EA838C}" type="pres">
      <dgm:prSet presAssocID="{20ECA79F-D69A-4A41-B211-50EA0CF941FE}" presName="hierChild4" presStyleCnt="0"/>
      <dgm:spPr/>
    </dgm:pt>
    <dgm:pt modelId="{DBA9A582-A7D4-4D54-8C63-D0DED8A3E2B7}" type="pres">
      <dgm:prSet presAssocID="{20ECA79F-D69A-4A41-B211-50EA0CF941FE}" presName="hierChild5" presStyleCnt="0"/>
      <dgm:spPr/>
    </dgm:pt>
    <dgm:pt modelId="{E1F31EBB-189B-45C6-B1B2-DCB74683A4C1}" type="pres">
      <dgm:prSet presAssocID="{EA638A01-080C-4DA5-B40E-164BC523859A}" presName="Name37" presStyleLbl="parChTrans1D2" presStyleIdx="1" presStyleCnt="7"/>
      <dgm:spPr/>
    </dgm:pt>
    <dgm:pt modelId="{978A9232-2675-48C6-900E-6C110781E283}" type="pres">
      <dgm:prSet presAssocID="{91BA46EA-3FCC-40D2-97A7-04A320FE4D9C}" presName="hierRoot2" presStyleCnt="0">
        <dgm:presLayoutVars>
          <dgm:hierBranch val="init"/>
        </dgm:presLayoutVars>
      </dgm:prSet>
      <dgm:spPr/>
    </dgm:pt>
    <dgm:pt modelId="{AA2569E8-A457-4ACF-851D-BFE81C88FF4A}" type="pres">
      <dgm:prSet presAssocID="{91BA46EA-3FCC-40D2-97A7-04A320FE4D9C}" presName="rootComposite" presStyleCnt="0"/>
      <dgm:spPr/>
    </dgm:pt>
    <dgm:pt modelId="{283255D8-AF68-467F-8301-A429313A2A94}" type="pres">
      <dgm:prSet presAssocID="{91BA46EA-3FCC-40D2-97A7-04A320FE4D9C}" presName="rootText" presStyleLbl="node2" presStyleIdx="1" presStyleCnt="7">
        <dgm:presLayoutVars>
          <dgm:chPref val="3"/>
        </dgm:presLayoutVars>
      </dgm:prSet>
      <dgm:spPr/>
    </dgm:pt>
    <dgm:pt modelId="{E49A6221-5CA3-43B9-AF5E-1815B681EDBB}" type="pres">
      <dgm:prSet presAssocID="{91BA46EA-3FCC-40D2-97A7-04A320FE4D9C}" presName="rootConnector" presStyleLbl="node2" presStyleIdx="1" presStyleCnt="7"/>
      <dgm:spPr/>
    </dgm:pt>
    <dgm:pt modelId="{E654933D-0DED-4B75-A916-CD306F01B0B0}" type="pres">
      <dgm:prSet presAssocID="{91BA46EA-3FCC-40D2-97A7-04A320FE4D9C}" presName="hierChild4" presStyleCnt="0"/>
      <dgm:spPr/>
    </dgm:pt>
    <dgm:pt modelId="{4817B83C-B238-45CD-89FC-A8AA415607B0}" type="pres">
      <dgm:prSet presAssocID="{91BA46EA-3FCC-40D2-97A7-04A320FE4D9C}" presName="hierChild5" presStyleCnt="0"/>
      <dgm:spPr/>
    </dgm:pt>
    <dgm:pt modelId="{9C60D28C-D843-4AF9-AF15-CE263ADBACCD}" type="pres">
      <dgm:prSet presAssocID="{7B27528A-9150-4AA5-945C-C3D1E602C4B5}" presName="Name37" presStyleLbl="parChTrans1D2" presStyleIdx="2" presStyleCnt="7"/>
      <dgm:spPr/>
    </dgm:pt>
    <dgm:pt modelId="{FECAB763-CF4C-429E-82C0-980400C21D97}" type="pres">
      <dgm:prSet presAssocID="{B07FC2F8-7A5F-4FAC-8077-5868046A3BD1}" presName="hierRoot2" presStyleCnt="0">
        <dgm:presLayoutVars>
          <dgm:hierBranch val="init"/>
        </dgm:presLayoutVars>
      </dgm:prSet>
      <dgm:spPr/>
    </dgm:pt>
    <dgm:pt modelId="{67013B9B-53CE-425A-86D1-7D8B7FAF533E}" type="pres">
      <dgm:prSet presAssocID="{B07FC2F8-7A5F-4FAC-8077-5868046A3BD1}" presName="rootComposite" presStyleCnt="0"/>
      <dgm:spPr/>
    </dgm:pt>
    <dgm:pt modelId="{16B1BADB-1A23-4F67-83C1-3F04636DB557}" type="pres">
      <dgm:prSet presAssocID="{B07FC2F8-7A5F-4FAC-8077-5868046A3BD1}" presName="rootText" presStyleLbl="node2" presStyleIdx="2" presStyleCnt="7">
        <dgm:presLayoutVars>
          <dgm:chPref val="3"/>
        </dgm:presLayoutVars>
      </dgm:prSet>
      <dgm:spPr/>
    </dgm:pt>
    <dgm:pt modelId="{8135D203-2A1D-472A-AD80-98C65E666EF8}" type="pres">
      <dgm:prSet presAssocID="{B07FC2F8-7A5F-4FAC-8077-5868046A3BD1}" presName="rootConnector" presStyleLbl="node2" presStyleIdx="2" presStyleCnt="7"/>
      <dgm:spPr/>
    </dgm:pt>
    <dgm:pt modelId="{4C045C8A-5818-44CA-AC47-3AFCD25FC085}" type="pres">
      <dgm:prSet presAssocID="{B07FC2F8-7A5F-4FAC-8077-5868046A3BD1}" presName="hierChild4" presStyleCnt="0"/>
      <dgm:spPr/>
    </dgm:pt>
    <dgm:pt modelId="{42B2301C-E175-4A9A-9B56-C1178C85DE94}" type="pres">
      <dgm:prSet presAssocID="{B07FC2F8-7A5F-4FAC-8077-5868046A3BD1}" presName="hierChild5" presStyleCnt="0"/>
      <dgm:spPr/>
    </dgm:pt>
    <dgm:pt modelId="{DCFB1007-340D-4D8E-8306-EAE935AEC3E8}" type="pres">
      <dgm:prSet presAssocID="{2A4CF49F-A7A4-4530-95AD-10E643C37432}" presName="Name37" presStyleLbl="parChTrans1D2" presStyleIdx="3" presStyleCnt="7"/>
      <dgm:spPr/>
    </dgm:pt>
    <dgm:pt modelId="{15473538-8ECB-4D73-B5A3-BE562EFE1FD5}" type="pres">
      <dgm:prSet presAssocID="{11757AAC-E45E-4309-8B49-372A68397D8B}" presName="hierRoot2" presStyleCnt="0">
        <dgm:presLayoutVars>
          <dgm:hierBranch val="init"/>
        </dgm:presLayoutVars>
      </dgm:prSet>
      <dgm:spPr/>
    </dgm:pt>
    <dgm:pt modelId="{0E6AF29A-C68F-4362-808B-B71513EA2A12}" type="pres">
      <dgm:prSet presAssocID="{11757AAC-E45E-4309-8B49-372A68397D8B}" presName="rootComposite" presStyleCnt="0"/>
      <dgm:spPr/>
    </dgm:pt>
    <dgm:pt modelId="{8DFB8EA3-6490-4E10-AD73-836A7DBE8603}" type="pres">
      <dgm:prSet presAssocID="{11757AAC-E45E-4309-8B49-372A68397D8B}" presName="rootText" presStyleLbl="node2" presStyleIdx="3" presStyleCnt="7">
        <dgm:presLayoutVars>
          <dgm:chPref val="3"/>
        </dgm:presLayoutVars>
      </dgm:prSet>
      <dgm:spPr/>
    </dgm:pt>
    <dgm:pt modelId="{C1C1A35C-AA49-4E8F-A402-3DC586877018}" type="pres">
      <dgm:prSet presAssocID="{11757AAC-E45E-4309-8B49-372A68397D8B}" presName="rootConnector" presStyleLbl="node2" presStyleIdx="3" presStyleCnt="7"/>
      <dgm:spPr/>
    </dgm:pt>
    <dgm:pt modelId="{254A3A1F-2C09-478E-899A-179B63F9E398}" type="pres">
      <dgm:prSet presAssocID="{11757AAC-E45E-4309-8B49-372A68397D8B}" presName="hierChild4" presStyleCnt="0"/>
      <dgm:spPr/>
    </dgm:pt>
    <dgm:pt modelId="{42EACF08-E176-408B-B8A8-867BAC9B577A}" type="pres">
      <dgm:prSet presAssocID="{11757AAC-E45E-4309-8B49-372A68397D8B}" presName="hierChild5" presStyleCnt="0"/>
      <dgm:spPr/>
    </dgm:pt>
    <dgm:pt modelId="{CE122F0C-3616-4002-9972-CB4948EEB9F3}" type="pres">
      <dgm:prSet presAssocID="{81665695-C61D-4CFD-A62A-F0EDDAD8B4ED}" presName="Name37" presStyleLbl="parChTrans1D2" presStyleIdx="4" presStyleCnt="7"/>
      <dgm:spPr/>
    </dgm:pt>
    <dgm:pt modelId="{A2FA97FD-8642-4A27-9765-B27C25520E42}" type="pres">
      <dgm:prSet presAssocID="{C947C0D8-5A6B-49A1-AD2C-C33FB0708046}" presName="hierRoot2" presStyleCnt="0">
        <dgm:presLayoutVars>
          <dgm:hierBranch val="init"/>
        </dgm:presLayoutVars>
      </dgm:prSet>
      <dgm:spPr/>
    </dgm:pt>
    <dgm:pt modelId="{CFB723F3-5566-4B75-842E-22DFC9E240AF}" type="pres">
      <dgm:prSet presAssocID="{C947C0D8-5A6B-49A1-AD2C-C33FB0708046}" presName="rootComposite" presStyleCnt="0"/>
      <dgm:spPr/>
    </dgm:pt>
    <dgm:pt modelId="{498C4FCD-154A-41F9-BD5E-90CF79EAEE0B}" type="pres">
      <dgm:prSet presAssocID="{C947C0D8-5A6B-49A1-AD2C-C33FB0708046}" presName="rootText" presStyleLbl="node2" presStyleIdx="4" presStyleCnt="7">
        <dgm:presLayoutVars>
          <dgm:chPref val="3"/>
        </dgm:presLayoutVars>
      </dgm:prSet>
      <dgm:spPr/>
    </dgm:pt>
    <dgm:pt modelId="{345FA415-19FA-4B33-B615-ED0C06055C1C}" type="pres">
      <dgm:prSet presAssocID="{C947C0D8-5A6B-49A1-AD2C-C33FB0708046}" presName="rootConnector" presStyleLbl="node2" presStyleIdx="4" presStyleCnt="7"/>
      <dgm:spPr/>
    </dgm:pt>
    <dgm:pt modelId="{E654A781-C3F4-4718-B257-10EC865DA0D8}" type="pres">
      <dgm:prSet presAssocID="{C947C0D8-5A6B-49A1-AD2C-C33FB0708046}" presName="hierChild4" presStyleCnt="0"/>
      <dgm:spPr/>
    </dgm:pt>
    <dgm:pt modelId="{2D7DDF43-8BA7-4308-8742-128037AFBC72}" type="pres">
      <dgm:prSet presAssocID="{C947C0D8-5A6B-49A1-AD2C-C33FB0708046}" presName="hierChild5" presStyleCnt="0"/>
      <dgm:spPr/>
    </dgm:pt>
    <dgm:pt modelId="{62910772-C8E6-468D-8D8B-A576A85B5C4C}" type="pres">
      <dgm:prSet presAssocID="{859C6406-F87D-4E38-A057-47065592D530}" presName="Name37" presStyleLbl="parChTrans1D2" presStyleIdx="5" presStyleCnt="7"/>
      <dgm:spPr/>
    </dgm:pt>
    <dgm:pt modelId="{DD8DD7EE-1FE3-4595-B9D1-8EC481E2F672}" type="pres">
      <dgm:prSet presAssocID="{F5701E58-1EB4-47AF-801C-16710087AD90}" presName="hierRoot2" presStyleCnt="0">
        <dgm:presLayoutVars>
          <dgm:hierBranch val="init"/>
        </dgm:presLayoutVars>
      </dgm:prSet>
      <dgm:spPr/>
    </dgm:pt>
    <dgm:pt modelId="{E49EEEEC-791D-42E0-A9E4-755442B00910}" type="pres">
      <dgm:prSet presAssocID="{F5701E58-1EB4-47AF-801C-16710087AD90}" presName="rootComposite" presStyleCnt="0"/>
      <dgm:spPr/>
    </dgm:pt>
    <dgm:pt modelId="{50DC1080-6347-42AC-AAEC-A69DAC082C41}" type="pres">
      <dgm:prSet presAssocID="{F5701E58-1EB4-47AF-801C-16710087AD90}" presName="rootText" presStyleLbl="node2" presStyleIdx="5" presStyleCnt="7">
        <dgm:presLayoutVars>
          <dgm:chPref val="3"/>
        </dgm:presLayoutVars>
      </dgm:prSet>
      <dgm:spPr/>
    </dgm:pt>
    <dgm:pt modelId="{E938FCFE-B04C-4382-B108-9ACBB32FD95C}" type="pres">
      <dgm:prSet presAssocID="{F5701E58-1EB4-47AF-801C-16710087AD90}" presName="rootConnector" presStyleLbl="node2" presStyleIdx="5" presStyleCnt="7"/>
      <dgm:spPr/>
    </dgm:pt>
    <dgm:pt modelId="{7A8D7DF4-E502-4EFD-9ECE-4568C5784AA6}" type="pres">
      <dgm:prSet presAssocID="{F5701E58-1EB4-47AF-801C-16710087AD90}" presName="hierChild4" presStyleCnt="0"/>
      <dgm:spPr/>
    </dgm:pt>
    <dgm:pt modelId="{CCD3F8B7-8D24-4727-A7CD-A381940BEA1D}" type="pres">
      <dgm:prSet presAssocID="{F5701E58-1EB4-47AF-801C-16710087AD90}" presName="hierChild5" presStyleCnt="0"/>
      <dgm:spPr/>
    </dgm:pt>
    <dgm:pt modelId="{15C87646-5FE9-481C-8BD4-34269D9FCF54}" type="pres">
      <dgm:prSet presAssocID="{62840E3A-6EB9-4CB7-948F-65FB250C3387}" presName="Name37" presStyleLbl="parChTrans1D2" presStyleIdx="6" presStyleCnt="7"/>
      <dgm:spPr/>
    </dgm:pt>
    <dgm:pt modelId="{467A35A3-B33C-4314-BFB4-77746F0AE92E}" type="pres">
      <dgm:prSet presAssocID="{BBF9DEA8-4315-4D95-A27E-E3EAFB4E66F6}" presName="hierRoot2" presStyleCnt="0">
        <dgm:presLayoutVars>
          <dgm:hierBranch val="init"/>
        </dgm:presLayoutVars>
      </dgm:prSet>
      <dgm:spPr/>
    </dgm:pt>
    <dgm:pt modelId="{98713E4C-8FDE-44F3-AF5E-D5CFA9C463C9}" type="pres">
      <dgm:prSet presAssocID="{BBF9DEA8-4315-4D95-A27E-E3EAFB4E66F6}" presName="rootComposite" presStyleCnt="0"/>
      <dgm:spPr/>
    </dgm:pt>
    <dgm:pt modelId="{5FE0C976-FB49-48BF-B824-D8E99D7DEEC2}" type="pres">
      <dgm:prSet presAssocID="{BBF9DEA8-4315-4D95-A27E-E3EAFB4E66F6}" presName="rootText" presStyleLbl="node2" presStyleIdx="6" presStyleCnt="7">
        <dgm:presLayoutVars>
          <dgm:chPref val="3"/>
        </dgm:presLayoutVars>
      </dgm:prSet>
      <dgm:spPr/>
    </dgm:pt>
    <dgm:pt modelId="{10D4EE70-EB3C-4026-B72E-5F6B9A8423FA}" type="pres">
      <dgm:prSet presAssocID="{BBF9DEA8-4315-4D95-A27E-E3EAFB4E66F6}" presName="rootConnector" presStyleLbl="node2" presStyleIdx="6" presStyleCnt="7"/>
      <dgm:spPr/>
    </dgm:pt>
    <dgm:pt modelId="{11869814-B569-497F-AC03-CDADBF06A886}" type="pres">
      <dgm:prSet presAssocID="{BBF9DEA8-4315-4D95-A27E-E3EAFB4E66F6}" presName="hierChild4" presStyleCnt="0"/>
      <dgm:spPr/>
    </dgm:pt>
    <dgm:pt modelId="{598CEC25-F699-4052-875C-92B7A2025ABC}" type="pres">
      <dgm:prSet presAssocID="{BBF9DEA8-4315-4D95-A27E-E3EAFB4E66F6}" presName="hierChild5" presStyleCnt="0"/>
      <dgm:spPr/>
    </dgm:pt>
    <dgm:pt modelId="{447D8D69-C71E-4ADE-AC31-46317B7A1094}" type="pres">
      <dgm:prSet presAssocID="{A994801F-966E-4747-B48B-CDE3CA24364C}" presName="hierChild3" presStyleCnt="0"/>
      <dgm:spPr/>
    </dgm:pt>
  </dgm:ptLst>
  <dgm:cxnLst>
    <dgm:cxn modelId="{CB32D412-DA63-45C2-937F-39A714C53CCD}" type="presOf" srcId="{91BA46EA-3FCC-40D2-97A7-04A320FE4D9C}" destId="{283255D8-AF68-467F-8301-A429313A2A94}" srcOrd="0" destOrd="0" presId="urn:microsoft.com/office/officeart/2005/8/layout/orgChart1"/>
    <dgm:cxn modelId="{E541DA25-724B-4290-8093-41B64BB77358}" type="presOf" srcId="{A994801F-966E-4747-B48B-CDE3CA24364C}" destId="{B9AD4C6D-B162-4B06-9944-2D6DD409EAA9}" srcOrd="0" destOrd="0" presId="urn:microsoft.com/office/officeart/2005/8/layout/orgChart1"/>
    <dgm:cxn modelId="{F5E8C62D-291A-442B-AE40-87F44C9D666D}" srcId="{A994801F-966E-4747-B48B-CDE3CA24364C}" destId="{20ECA79F-D69A-4A41-B211-50EA0CF941FE}" srcOrd="0" destOrd="0" parTransId="{B5787003-F9B6-41CE-8524-F429AA18DAD4}" sibTransId="{629ACD1A-8E25-4CC8-9D72-2548473F5F87}"/>
    <dgm:cxn modelId="{37AFC13E-8B47-4326-8B5D-D1245605A431}" type="presOf" srcId="{91BA46EA-3FCC-40D2-97A7-04A320FE4D9C}" destId="{E49A6221-5CA3-43B9-AF5E-1815B681EDBB}" srcOrd="1" destOrd="0" presId="urn:microsoft.com/office/officeart/2005/8/layout/orgChart1"/>
    <dgm:cxn modelId="{1ADB3B3F-5D40-4D10-958D-5D5BFAF9BD2B}" srcId="{A994801F-966E-4747-B48B-CDE3CA24364C}" destId="{C947C0D8-5A6B-49A1-AD2C-C33FB0708046}" srcOrd="4" destOrd="0" parTransId="{81665695-C61D-4CFD-A62A-F0EDDAD8B4ED}" sibTransId="{968CF4CB-2062-4188-B955-9BFBACCEB6D0}"/>
    <dgm:cxn modelId="{92C73F5F-5580-472A-97B7-820583F9EF11}" type="presOf" srcId="{B5787003-F9B6-41CE-8524-F429AA18DAD4}" destId="{29EE4C0F-E75F-496C-962F-5270E737820E}" srcOrd="0" destOrd="0" presId="urn:microsoft.com/office/officeart/2005/8/layout/orgChart1"/>
    <dgm:cxn modelId="{9E903165-7681-4245-8145-7EE55FDF4C8A}" srcId="{A994801F-966E-4747-B48B-CDE3CA24364C}" destId="{91BA46EA-3FCC-40D2-97A7-04A320FE4D9C}" srcOrd="1" destOrd="0" parTransId="{EA638A01-080C-4DA5-B40E-164BC523859A}" sibTransId="{11901547-8573-4F22-81DF-C4DEB316AF2A}"/>
    <dgm:cxn modelId="{81180D4C-B68B-4CE3-ADB1-8E6867ED29A0}" type="presOf" srcId="{20ECA79F-D69A-4A41-B211-50EA0CF941FE}" destId="{F4A916B4-49F0-4B2B-A393-9F42DC923B9D}" srcOrd="0" destOrd="0" presId="urn:microsoft.com/office/officeart/2005/8/layout/orgChart1"/>
    <dgm:cxn modelId="{6429F150-2904-4A5A-921C-48517B9744E7}" type="presOf" srcId="{B07FC2F8-7A5F-4FAC-8077-5868046A3BD1}" destId="{8135D203-2A1D-472A-AD80-98C65E666EF8}" srcOrd="1" destOrd="0" presId="urn:microsoft.com/office/officeart/2005/8/layout/orgChart1"/>
    <dgm:cxn modelId="{D9F3CD72-2BDA-4843-9AC3-B9612867885E}" srcId="{28C14200-53E0-4865-8FE7-E6A4845623F1}" destId="{A994801F-966E-4747-B48B-CDE3CA24364C}" srcOrd="0" destOrd="0" parTransId="{FEFDAC6E-CB29-4674-9CCF-34C02833650F}" sibTransId="{EDED7573-2B7E-433E-A84C-FDBC3F87D772}"/>
    <dgm:cxn modelId="{2AEE9454-98FD-4D32-B5EC-F8AB05377CA9}" type="presOf" srcId="{11757AAC-E45E-4309-8B49-372A68397D8B}" destId="{8DFB8EA3-6490-4E10-AD73-836A7DBE8603}" srcOrd="0" destOrd="0" presId="urn:microsoft.com/office/officeart/2005/8/layout/orgChart1"/>
    <dgm:cxn modelId="{45BF3855-9FA5-45E0-BE72-5653D7903269}" type="presOf" srcId="{20ECA79F-D69A-4A41-B211-50EA0CF941FE}" destId="{E7D437B1-3F69-4433-88B6-995096475A98}" srcOrd="1" destOrd="0" presId="urn:microsoft.com/office/officeart/2005/8/layout/orgChart1"/>
    <dgm:cxn modelId="{1ED56280-90E4-4BE9-985D-D870CB1BB7E9}" type="presOf" srcId="{B07FC2F8-7A5F-4FAC-8077-5868046A3BD1}" destId="{16B1BADB-1A23-4F67-83C1-3F04636DB557}" srcOrd="0" destOrd="0" presId="urn:microsoft.com/office/officeart/2005/8/layout/orgChart1"/>
    <dgm:cxn modelId="{E599B1A5-C747-491D-9948-288434C272FB}" type="presOf" srcId="{A994801F-966E-4747-B48B-CDE3CA24364C}" destId="{46640081-CCAB-4AC9-B0FD-9892198C0539}" srcOrd="1" destOrd="0" presId="urn:microsoft.com/office/officeart/2005/8/layout/orgChart1"/>
    <dgm:cxn modelId="{DCD672A7-7C20-440E-B01B-458ED305CDA8}" type="presOf" srcId="{28C14200-53E0-4865-8FE7-E6A4845623F1}" destId="{3146B330-E4A3-4A19-BB1D-09ECB8591050}" srcOrd="0" destOrd="0" presId="urn:microsoft.com/office/officeart/2005/8/layout/orgChart1"/>
    <dgm:cxn modelId="{84039FA7-28D8-4759-BCFB-0A826E2B3B02}" type="presOf" srcId="{62840E3A-6EB9-4CB7-948F-65FB250C3387}" destId="{15C87646-5FE9-481C-8BD4-34269D9FCF54}" srcOrd="0" destOrd="0" presId="urn:microsoft.com/office/officeart/2005/8/layout/orgChart1"/>
    <dgm:cxn modelId="{C9B73AA8-88C8-45F8-9F31-33082B4B408B}" type="presOf" srcId="{81665695-C61D-4CFD-A62A-F0EDDAD8B4ED}" destId="{CE122F0C-3616-4002-9972-CB4948EEB9F3}" srcOrd="0" destOrd="0" presId="urn:microsoft.com/office/officeart/2005/8/layout/orgChart1"/>
    <dgm:cxn modelId="{642C9EA8-78AF-4EF9-A124-15C40A1CB188}" type="presOf" srcId="{859C6406-F87D-4E38-A057-47065592D530}" destId="{62910772-C8E6-468D-8D8B-A576A85B5C4C}" srcOrd="0" destOrd="0" presId="urn:microsoft.com/office/officeart/2005/8/layout/orgChart1"/>
    <dgm:cxn modelId="{EBA666AB-E9EE-4811-90FD-11797ABB93D4}" type="presOf" srcId="{11757AAC-E45E-4309-8B49-372A68397D8B}" destId="{C1C1A35C-AA49-4E8F-A402-3DC586877018}" srcOrd="1" destOrd="0" presId="urn:microsoft.com/office/officeart/2005/8/layout/orgChart1"/>
    <dgm:cxn modelId="{F06B5CB7-4830-4C83-860C-9AEC26BA1D3B}" type="presOf" srcId="{BBF9DEA8-4315-4D95-A27E-E3EAFB4E66F6}" destId="{5FE0C976-FB49-48BF-B824-D8E99D7DEEC2}" srcOrd="0" destOrd="0" presId="urn:microsoft.com/office/officeart/2005/8/layout/orgChart1"/>
    <dgm:cxn modelId="{40A59ABA-6D4E-470C-8F8E-1EE9D2627F7E}" srcId="{A994801F-966E-4747-B48B-CDE3CA24364C}" destId="{F5701E58-1EB4-47AF-801C-16710087AD90}" srcOrd="5" destOrd="0" parTransId="{859C6406-F87D-4E38-A057-47065592D530}" sibTransId="{6675A193-1B5A-4B08-96CB-779E11EE8058}"/>
    <dgm:cxn modelId="{598EB7BF-73BE-44A9-B7F2-B3778FCC7341}" type="presOf" srcId="{BBF9DEA8-4315-4D95-A27E-E3EAFB4E66F6}" destId="{10D4EE70-EB3C-4026-B72E-5F6B9A8423FA}" srcOrd="1" destOrd="0" presId="urn:microsoft.com/office/officeart/2005/8/layout/orgChart1"/>
    <dgm:cxn modelId="{026C74C0-0EDB-4501-8621-3C8C1FA76438}" type="presOf" srcId="{C947C0D8-5A6B-49A1-AD2C-C33FB0708046}" destId="{498C4FCD-154A-41F9-BD5E-90CF79EAEE0B}" srcOrd="0" destOrd="0" presId="urn:microsoft.com/office/officeart/2005/8/layout/orgChart1"/>
    <dgm:cxn modelId="{B1C623C2-63FC-4658-9A25-EC823CABD23A}" type="presOf" srcId="{F5701E58-1EB4-47AF-801C-16710087AD90}" destId="{50DC1080-6347-42AC-AAEC-A69DAC082C41}" srcOrd="0" destOrd="0" presId="urn:microsoft.com/office/officeart/2005/8/layout/orgChart1"/>
    <dgm:cxn modelId="{06F220D3-AC48-448E-BE57-E31DA744357E}" srcId="{A994801F-966E-4747-B48B-CDE3CA24364C}" destId="{B07FC2F8-7A5F-4FAC-8077-5868046A3BD1}" srcOrd="2" destOrd="0" parTransId="{7B27528A-9150-4AA5-945C-C3D1E602C4B5}" sibTransId="{529EFBB4-7311-4871-8211-B893FC3B7A62}"/>
    <dgm:cxn modelId="{3C0E65D6-5993-4CB3-AEEF-82E2952D4E48}" type="presOf" srcId="{7B27528A-9150-4AA5-945C-C3D1E602C4B5}" destId="{9C60D28C-D843-4AF9-AF15-CE263ADBACCD}" srcOrd="0" destOrd="0" presId="urn:microsoft.com/office/officeart/2005/8/layout/orgChart1"/>
    <dgm:cxn modelId="{55A5C1E4-BE26-42FC-84AF-E18E3BC68DA5}" srcId="{A994801F-966E-4747-B48B-CDE3CA24364C}" destId="{11757AAC-E45E-4309-8B49-372A68397D8B}" srcOrd="3" destOrd="0" parTransId="{2A4CF49F-A7A4-4530-95AD-10E643C37432}" sibTransId="{8850CB8E-BDFE-497D-815D-26057AD369B9}"/>
    <dgm:cxn modelId="{664C7AE7-C6CC-442A-B9B9-056EA4E35815}" srcId="{A994801F-966E-4747-B48B-CDE3CA24364C}" destId="{BBF9DEA8-4315-4D95-A27E-E3EAFB4E66F6}" srcOrd="6" destOrd="0" parTransId="{62840E3A-6EB9-4CB7-948F-65FB250C3387}" sibTransId="{97324CA0-499C-4476-9BDA-5E7EA16BC89D}"/>
    <dgm:cxn modelId="{A75CA5F4-8140-482B-A1AF-80E79CBDDC4A}" type="presOf" srcId="{C947C0D8-5A6B-49A1-AD2C-C33FB0708046}" destId="{345FA415-19FA-4B33-B615-ED0C06055C1C}" srcOrd="1" destOrd="0" presId="urn:microsoft.com/office/officeart/2005/8/layout/orgChart1"/>
    <dgm:cxn modelId="{D0F699F5-5EBA-49FD-91AE-DE7740B4B68B}" type="presOf" srcId="{2A4CF49F-A7A4-4530-95AD-10E643C37432}" destId="{DCFB1007-340D-4D8E-8306-EAE935AEC3E8}" srcOrd="0" destOrd="0" presId="urn:microsoft.com/office/officeart/2005/8/layout/orgChart1"/>
    <dgm:cxn modelId="{913A74FC-EFB5-47C9-A19F-8BFC2BC5B228}" type="presOf" srcId="{F5701E58-1EB4-47AF-801C-16710087AD90}" destId="{E938FCFE-B04C-4382-B108-9ACBB32FD95C}" srcOrd="1" destOrd="0" presId="urn:microsoft.com/office/officeart/2005/8/layout/orgChart1"/>
    <dgm:cxn modelId="{E1470CFD-2CD3-434A-9399-795D62940300}" type="presOf" srcId="{EA638A01-080C-4DA5-B40E-164BC523859A}" destId="{E1F31EBB-189B-45C6-B1B2-DCB74683A4C1}" srcOrd="0" destOrd="0" presId="urn:microsoft.com/office/officeart/2005/8/layout/orgChart1"/>
    <dgm:cxn modelId="{2605E396-C9F0-4BD6-ABCF-F69D648E4C39}" type="presParOf" srcId="{3146B330-E4A3-4A19-BB1D-09ECB8591050}" destId="{66B97C89-B4D5-46CB-9556-E0B5B05C3570}" srcOrd="0" destOrd="0" presId="urn:microsoft.com/office/officeart/2005/8/layout/orgChart1"/>
    <dgm:cxn modelId="{E3A80042-FB43-4F47-A22D-43679860FD22}" type="presParOf" srcId="{66B97C89-B4D5-46CB-9556-E0B5B05C3570}" destId="{278888DE-A885-4DC8-A31C-3502CD2BEDB9}" srcOrd="0" destOrd="0" presId="urn:microsoft.com/office/officeart/2005/8/layout/orgChart1"/>
    <dgm:cxn modelId="{40EC9044-F04D-414B-8B2E-AD67FF754807}" type="presParOf" srcId="{278888DE-A885-4DC8-A31C-3502CD2BEDB9}" destId="{B9AD4C6D-B162-4B06-9944-2D6DD409EAA9}" srcOrd="0" destOrd="0" presId="urn:microsoft.com/office/officeart/2005/8/layout/orgChart1"/>
    <dgm:cxn modelId="{B96399DE-79E7-4F4C-A0C3-75C7690D025F}" type="presParOf" srcId="{278888DE-A885-4DC8-A31C-3502CD2BEDB9}" destId="{46640081-CCAB-4AC9-B0FD-9892198C0539}" srcOrd="1" destOrd="0" presId="urn:microsoft.com/office/officeart/2005/8/layout/orgChart1"/>
    <dgm:cxn modelId="{8038A915-93D3-48D5-B29D-B05FB8DD894A}" type="presParOf" srcId="{66B97C89-B4D5-46CB-9556-E0B5B05C3570}" destId="{67CBE560-531C-4342-B11E-36F79E19490D}" srcOrd="1" destOrd="0" presId="urn:microsoft.com/office/officeart/2005/8/layout/orgChart1"/>
    <dgm:cxn modelId="{78D9370A-FDF7-4060-AC99-F3A4BD5E8F9C}" type="presParOf" srcId="{67CBE560-531C-4342-B11E-36F79E19490D}" destId="{29EE4C0F-E75F-496C-962F-5270E737820E}" srcOrd="0" destOrd="0" presId="urn:microsoft.com/office/officeart/2005/8/layout/orgChart1"/>
    <dgm:cxn modelId="{03E0ABD1-9317-4F65-971F-36F96180476F}" type="presParOf" srcId="{67CBE560-531C-4342-B11E-36F79E19490D}" destId="{C9225911-9471-47B1-8CBD-F0D0198FD038}" srcOrd="1" destOrd="0" presId="urn:microsoft.com/office/officeart/2005/8/layout/orgChart1"/>
    <dgm:cxn modelId="{E5174718-0843-4319-82CF-61D2DD135D6D}" type="presParOf" srcId="{C9225911-9471-47B1-8CBD-F0D0198FD038}" destId="{1788F888-1B7F-42BD-A59C-C9A1459064CD}" srcOrd="0" destOrd="0" presId="urn:microsoft.com/office/officeart/2005/8/layout/orgChart1"/>
    <dgm:cxn modelId="{E16B5111-8B3C-4B35-AEC2-FDCBE402A965}" type="presParOf" srcId="{1788F888-1B7F-42BD-A59C-C9A1459064CD}" destId="{F4A916B4-49F0-4B2B-A393-9F42DC923B9D}" srcOrd="0" destOrd="0" presId="urn:microsoft.com/office/officeart/2005/8/layout/orgChart1"/>
    <dgm:cxn modelId="{2B935487-5ABC-4C61-AA36-ADD4E7846D14}" type="presParOf" srcId="{1788F888-1B7F-42BD-A59C-C9A1459064CD}" destId="{E7D437B1-3F69-4433-88B6-995096475A98}" srcOrd="1" destOrd="0" presId="urn:microsoft.com/office/officeart/2005/8/layout/orgChart1"/>
    <dgm:cxn modelId="{F0FF21A0-C594-445B-9902-A63E7CDD94DB}" type="presParOf" srcId="{C9225911-9471-47B1-8CBD-F0D0198FD038}" destId="{F283F335-A208-492B-B2B5-781EE5EA838C}" srcOrd="1" destOrd="0" presId="urn:microsoft.com/office/officeart/2005/8/layout/orgChart1"/>
    <dgm:cxn modelId="{3853F922-9434-4424-B7A9-31916A7FF6BC}" type="presParOf" srcId="{C9225911-9471-47B1-8CBD-F0D0198FD038}" destId="{DBA9A582-A7D4-4D54-8C63-D0DED8A3E2B7}" srcOrd="2" destOrd="0" presId="urn:microsoft.com/office/officeart/2005/8/layout/orgChart1"/>
    <dgm:cxn modelId="{E4A388AD-FE34-4369-A0B4-C21A7BEF0225}" type="presParOf" srcId="{67CBE560-531C-4342-B11E-36F79E19490D}" destId="{E1F31EBB-189B-45C6-B1B2-DCB74683A4C1}" srcOrd="2" destOrd="0" presId="urn:microsoft.com/office/officeart/2005/8/layout/orgChart1"/>
    <dgm:cxn modelId="{473E6590-4525-4DA8-97CB-892951319A6C}" type="presParOf" srcId="{67CBE560-531C-4342-B11E-36F79E19490D}" destId="{978A9232-2675-48C6-900E-6C110781E283}" srcOrd="3" destOrd="0" presId="urn:microsoft.com/office/officeart/2005/8/layout/orgChart1"/>
    <dgm:cxn modelId="{629489A1-2BAD-4CC5-97CC-C72549337567}" type="presParOf" srcId="{978A9232-2675-48C6-900E-6C110781E283}" destId="{AA2569E8-A457-4ACF-851D-BFE81C88FF4A}" srcOrd="0" destOrd="0" presId="urn:microsoft.com/office/officeart/2005/8/layout/orgChart1"/>
    <dgm:cxn modelId="{9E494745-162A-4A59-9718-BD7415A8AB06}" type="presParOf" srcId="{AA2569E8-A457-4ACF-851D-BFE81C88FF4A}" destId="{283255D8-AF68-467F-8301-A429313A2A94}" srcOrd="0" destOrd="0" presId="urn:microsoft.com/office/officeart/2005/8/layout/orgChart1"/>
    <dgm:cxn modelId="{642C0241-B0BF-4002-9B20-80C22DEFF543}" type="presParOf" srcId="{AA2569E8-A457-4ACF-851D-BFE81C88FF4A}" destId="{E49A6221-5CA3-43B9-AF5E-1815B681EDBB}" srcOrd="1" destOrd="0" presId="urn:microsoft.com/office/officeart/2005/8/layout/orgChart1"/>
    <dgm:cxn modelId="{0CC9D257-8426-4CC1-B3E1-BA2184B4DD97}" type="presParOf" srcId="{978A9232-2675-48C6-900E-6C110781E283}" destId="{E654933D-0DED-4B75-A916-CD306F01B0B0}" srcOrd="1" destOrd="0" presId="urn:microsoft.com/office/officeart/2005/8/layout/orgChart1"/>
    <dgm:cxn modelId="{77325911-7427-4B5D-9F79-9EFDAB5E0886}" type="presParOf" srcId="{978A9232-2675-48C6-900E-6C110781E283}" destId="{4817B83C-B238-45CD-89FC-A8AA415607B0}" srcOrd="2" destOrd="0" presId="urn:microsoft.com/office/officeart/2005/8/layout/orgChart1"/>
    <dgm:cxn modelId="{D9DB4048-B0B3-43CF-B015-41377468E4F8}" type="presParOf" srcId="{67CBE560-531C-4342-B11E-36F79E19490D}" destId="{9C60D28C-D843-4AF9-AF15-CE263ADBACCD}" srcOrd="4" destOrd="0" presId="urn:microsoft.com/office/officeart/2005/8/layout/orgChart1"/>
    <dgm:cxn modelId="{C3AC2D05-B625-4FAF-8375-DDB93AB4367B}" type="presParOf" srcId="{67CBE560-531C-4342-B11E-36F79E19490D}" destId="{FECAB763-CF4C-429E-82C0-980400C21D97}" srcOrd="5" destOrd="0" presId="urn:microsoft.com/office/officeart/2005/8/layout/orgChart1"/>
    <dgm:cxn modelId="{E20E5B4B-08B2-4AE6-BCC2-0029306546A8}" type="presParOf" srcId="{FECAB763-CF4C-429E-82C0-980400C21D97}" destId="{67013B9B-53CE-425A-86D1-7D8B7FAF533E}" srcOrd="0" destOrd="0" presId="urn:microsoft.com/office/officeart/2005/8/layout/orgChart1"/>
    <dgm:cxn modelId="{3B2801E2-22EE-451B-A472-9EDFA312575C}" type="presParOf" srcId="{67013B9B-53CE-425A-86D1-7D8B7FAF533E}" destId="{16B1BADB-1A23-4F67-83C1-3F04636DB557}" srcOrd="0" destOrd="0" presId="urn:microsoft.com/office/officeart/2005/8/layout/orgChart1"/>
    <dgm:cxn modelId="{F858BA82-7A73-4055-8C17-0A1CB53B6B79}" type="presParOf" srcId="{67013B9B-53CE-425A-86D1-7D8B7FAF533E}" destId="{8135D203-2A1D-472A-AD80-98C65E666EF8}" srcOrd="1" destOrd="0" presId="urn:microsoft.com/office/officeart/2005/8/layout/orgChart1"/>
    <dgm:cxn modelId="{C26885F0-452B-44FF-8C3C-0128512E675C}" type="presParOf" srcId="{FECAB763-CF4C-429E-82C0-980400C21D97}" destId="{4C045C8A-5818-44CA-AC47-3AFCD25FC085}" srcOrd="1" destOrd="0" presId="urn:microsoft.com/office/officeart/2005/8/layout/orgChart1"/>
    <dgm:cxn modelId="{FEE23C86-47BB-411E-83EB-9B266746D5B5}" type="presParOf" srcId="{FECAB763-CF4C-429E-82C0-980400C21D97}" destId="{42B2301C-E175-4A9A-9B56-C1178C85DE94}" srcOrd="2" destOrd="0" presId="urn:microsoft.com/office/officeart/2005/8/layout/orgChart1"/>
    <dgm:cxn modelId="{C0E59C7E-1CAA-4ACF-A992-7AA3DEA81616}" type="presParOf" srcId="{67CBE560-531C-4342-B11E-36F79E19490D}" destId="{DCFB1007-340D-4D8E-8306-EAE935AEC3E8}" srcOrd="6" destOrd="0" presId="urn:microsoft.com/office/officeart/2005/8/layout/orgChart1"/>
    <dgm:cxn modelId="{68D226F8-E6AA-4626-BB6A-8747CE56DD38}" type="presParOf" srcId="{67CBE560-531C-4342-B11E-36F79E19490D}" destId="{15473538-8ECB-4D73-B5A3-BE562EFE1FD5}" srcOrd="7" destOrd="0" presId="urn:microsoft.com/office/officeart/2005/8/layout/orgChart1"/>
    <dgm:cxn modelId="{5A3BA32F-2D38-4482-96BD-1D4CF2205798}" type="presParOf" srcId="{15473538-8ECB-4D73-B5A3-BE562EFE1FD5}" destId="{0E6AF29A-C68F-4362-808B-B71513EA2A12}" srcOrd="0" destOrd="0" presId="urn:microsoft.com/office/officeart/2005/8/layout/orgChart1"/>
    <dgm:cxn modelId="{FDC3D9E1-2BAA-47E5-AF3B-7CCC61C5042C}" type="presParOf" srcId="{0E6AF29A-C68F-4362-808B-B71513EA2A12}" destId="{8DFB8EA3-6490-4E10-AD73-836A7DBE8603}" srcOrd="0" destOrd="0" presId="urn:microsoft.com/office/officeart/2005/8/layout/orgChart1"/>
    <dgm:cxn modelId="{1BCCA5B7-19FF-48DF-8322-79A6363F4C4F}" type="presParOf" srcId="{0E6AF29A-C68F-4362-808B-B71513EA2A12}" destId="{C1C1A35C-AA49-4E8F-A402-3DC586877018}" srcOrd="1" destOrd="0" presId="urn:microsoft.com/office/officeart/2005/8/layout/orgChart1"/>
    <dgm:cxn modelId="{A4CAFC3C-0F13-48CF-BF0B-F68AB5D92EEB}" type="presParOf" srcId="{15473538-8ECB-4D73-B5A3-BE562EFE1FD5}" destId="{254A3A1F-2C09-478E-899A-179B63F9E398}" srcOrd="1" destOrd="0" presId="urn:microsoft.com/office/officeart/2005/8/layout/orgChart1"/>
    <dgm:cxn modelId="{FA49385F-D98C-4A27-B97B-EC8D3BE51098}" type="presParOf" srcId="{15473538-8ECB-4D73-B5A3-BE562EFE1FD5}" destId="{42EACF08-E176-408B-B8A8-867BAC9B577A}" srcOrd="2" destOrd="0" presId="urn:microsoft.com/office/officeart/2005/8/layout/orgChart1"/>
    <dgm:cxn modelId="{8BE8AB92-2D58-4109-B7FE-38949569E5D4}" type="presParOf" srcId="{67CBE560-531C-4342-B11E-36F79E19490D}" destId="{CE122F0C-3616-4002-9972-CB4948EEB9F3}" srcOrd="8" destOrd="0" presId="urn:microsoft.com/office/officeart/2005/8/layout/orgChart1"/>
    <dgm:cxn modelId="{34FA6633-A5A4-4034-83B3-A3AEE0A90D90}" type="presParOf" srcId="{67CBE560-531C-4342-B11E-36F79E19490D}" destId="{A2FA97FD-8642-4A27-9765-B27C25520E42}" srcOrd="9" destOrd="0" presId="urn:microsoft.com/office/officeart/2005/8/layout/orgChart1"/>
    <dgm:cxn modelId="{6C2AB951-89E7-42A8-B941-3D2EBDF31228}" type="presParOf" srcId="{A2FA97FD-8642-4A27-9765-B27C25520E42}" destId="{CFB723F3-5566-4B75-842E-22DFC9E240AF}" srcOrd="0" destOrd="0" presId="urn:microsoft.com/office/officeart/2005/8/layout/orgChart1"/>
    <dgm:cxn modelId="{1E8C9511-5E76-4B4F-85BD-EFCD328F84FD}" type="presParOf" srcId="{CFB723F3-5566-4B75-842E-22DFC9E240AF}" destId="{498C4FCD-154A-41F9-BD5E-90CF79EAEE0B}" srcOrd="0" destOrd="0" presId="urn:microsoft.com/office/officeart/2005/8/layout/orgChart1"/>
    <dgm:cxn modelId="{959A1325-B6DD-483F-8145-E0BC8C707644}" type="presParOf" srcId="{CFB723F3-5566-4B75-842E-22DFC9E240AF}" destId="{345FA415-19FA-4B33-B615-ED0C06055C1C}" srcOrd="1" destOrd="0" presId="urn:microsoft.com/office/officeart/2005/8/layout/orgChart1"/>
    <dgm:cxn modelId="{D48BD915-A366-4A9B-BBE7-4D89BB91FC9D}" type="presParOf" srcId="{A2FA97FD-8642-4A27-9765-B27C25520E42}" destId="{E654A781-C3F4-4718-B257-10EC865DA0D8}" srcOrd="1" destOrd="0" presId="urn:microsoft.com/office/officeart/2005/8/layout/orgChart1"/>
    <dgm:cxn modelId="{00E27375-AEFA-4ABF-9534-5A15D94DD379}" type="presParOf" srcId="{A2FA97FD-8642-4A27-9765-B27C25520E42}" destId="{2D7DDF43-8BA7-4308-8742-128037AFBC72}" srcOrd="2" destOrd="0" presId="urn:microsoft.com/office/officeart/2005/8/layout/orgChart1"/>
    <dgm:cxn modelId="{7D0EF86D-D6AE-4712-8465-EB73C6AD2150}" type="presParOf" srcId="{67CBE560-531C-4342-B11E-36F79E19490D}" destId="{62910772-C8E6-468D-8D8B-A576A85B5C4C}" srcOrd="10" destOrd="0" presId="urn:microsoft.com/office/officeart/2005/8/layout/orgChart1"/>
    <dgm:cxn modelId="{986C3EC9-09FD-459F-8E9E-CECA0680C232}" type="presParOf" srcId="{67CBE560-531C-4342-B11E-36F79E19490D}" destId="{DD8DD7EE-1FE3-4595-B9D1-8EC481E2F672}" srcOrd="11" destOrd="0" presId="urn:microsoft.com/office/officeart/2005/8/layout/orgChart1"/>
    <dgm:cxn modelId="{060E8251-71D8-4D68-8CF4-AC4976A17B89}" type="presParOf" srcId="{DD8DD7EE-1FE3-4595-B9D1-8EC481E2F672}" destId="{E49EEEEC-791D-42E0-A9E4-755442B00910}" srcOrd="0" destOrd="0" presId="urn:microsoft.com/office/officeart/2005/8/layout/orgChart1"/>
    <dgm:cxn modelId="{A0BDA0F9-63A1-40D7-81FC-3CD6F5D0C7F2}" type="presParOf" srcId="{E49EEEEC-791D-42E0-A9E4-755442B00910}" destId="{50DC1080-6347-42AC-AAEC-A69DAC082C41}" srcOrd="0" destOrd="0" presId="urn:microsoft.com/office/officeart/2005/8/layout/orgChart1"/>
    <dgm:cxn modelId="{38F12CA1-DCDE-44A4-9153-CE0BAEEF7349}" type="presParOf" srcId="{E49EEEEC-791D-42E0-A9E4-755442B00910}" destId="{E938FCFE-B04C-4382-B108-9ACBB32FD95C}" srcOrd="1" destOrd="0" presId="urn:microsoft.com/office/officeart/2005/8/layout/orgChart1"/>
    <dgm:cxn modelId="{BB8661CF-98B6-479E-99E7-7AB4F0AFA261}" type="presParOf" srcId="{DD8DD7EE-1FE3-4595-B9D1-8EC481E2F672}" destId="{7A8D7DF4-E502-4EFD-9ECE-4568C5784AA6}" srcOrd="1" destOrd="0" presId="urn:microsoft.com/office/officeart/2005/8/layout/orgChart1"/>
    <dgm:cxn modelId="{DC0FEA15-1321-4B40-9469-B79E144B6440}" type="presParOf" srcId="{DD8DD7EE-1FE3-4595-B9D1-8EC481E2F672}" destId="{CCD3F8B7-8D24-4727-A7CD-A381940BEA1D}" srcOrd="2" destOrd="0" presId="urn:microsoft.com/office/officeart/2005/8/layout/orgChart1"/>
    <dgm:cxn modelId="{262ABB2D-00D1-463D-A135-D525BA553BBF}" type="presParOf" srcId="{67CBE560-531C-4342-B11E-36F79E19490D}" destId="{15C87646-5FE9-481C-8BD4-34269D9FCF54}" srcOrd="12" destOrd="0" presId="urn:microsoft.com/office/officeart/2005/8/layout/orgChart1"/>
    <dgm:cxn modelId="{928734EC-1800-4D3D-B64C-1CB8ABD6CF9E}" type="presParOf" srcId="{67CBE560-531C-4342-B11E-36F79E19490D}" destId="{467A35A3-B33C-4314-BFB4-77746F0AE92E}" srcOrd="13" destOrd="0" presId="urn:microsoft.com/office/officeart/2005/8/layout/orgChart1"/>
    <dgm:cxn modelId="{45B650B3-9969-40BF-BCC0-85BCA880B468}" type="presParOf" srcId="{467A35A3-B33C-4314-BFB4-77746F0AE92E}" destId="{98713E4C-8FDE-44F3-AF5E-D5CFA9C463C9}" srcOrd="0" destOrd="0" presId="urn:microsoft.com/office/officeart/2005/8/layout/orgChart1"/>
    <dgm:cxn modelId="{68DB7F61-F430-4CC2-BCCD-56A37E5F8FC6}" type="presParOf" srcId="{98713E4C-8FDE-44F3-AF5E-D5CFA9C463C9}" destId="{5FE0C976-FB49-48BF-B824-D8E99D7DEEC2}" srcOrd="0" destOrd="0" presId="urn:microsoft.com/office/officeart/2005/8/layout/orgChart1"/>
    <dgm:cxn modelId="{9AFCEBC6-2E00-4929-8CAE-1FA7C393E994}" type="presParOf" srcId="{98713E4C-8FDE-44F3-AF5E-D5CFA9C463C9}" destId="{10D4EE70-EB3C-4026-B72E-5F6B9A8423FA}" srcOrd="1" destOrd="0" presId="urn:microsoft.com/office/officeart/2005/8/layout/orgChart1"/>
    <dgm:cxn modelId="{94F3D601-9E51-4DB4-A56E-590A9D972FDC}" type="presParOf" srcId="{467A35A3-B33C-4314-BFB4-77746F0AE92E}" destId="{11869814-B569-497F-AC03-CDADBF06A886}" srcOrd="1" destOrd="0" presId="urn:microsoft.com/office/officeart/2005/8/layout/orgChart1"/>
    <dgm:cxn modelId="{543A919B-36D6-4C29-A15C-A68DC88A439D}" type="presParOf" srcId="{467A35A3-B33C-4314-BFB4-77746F0AE92E}" destId="{598CEC25-F699-4052-875C-92B7A2025ABC}" srcOrd="2" destOrd="0" presId="urn:microsoft.com/office/officeart/2005/8/layout/orgChart1"/>
    <dgm:cxn modelId="{F2937DA8-A0E7-45A7-9D26-561C07C49BC2}" type="presParOf" srcId="{66B97C89-B4D5-46CB-9556-E0B5B05C3570}" destId="{447D8D69-C71E-4ADE-AC31-46317B7A109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7BA24DE-D693-48DA-BBA8-1049CBE1A03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
        </a:p>
      </dgm:t>
    </dgm:pt>
    <dgm:pt modelId="{9E8C4AF7-21B5-4DE7-83F1-1431C76B91C5}">
      <dgm:prSet/>
      <dgm:spPr/>
      <dgm:t>
        <a:bodyPr/>
        <a:lstStyle/>
        <a:p>
          <a:pPr rtl="0"/>
          <a:r>
            <a:rPr lang="en-US" dirty="0"/>
            <a:t>Reasons of Configuration Problems</a:t>
          </a:r>
          <a:endParaRPr lang="x-none" dirty="0"/>
        </a:p>
      </dgm:t>
    </dgm:pt>
    <dgm:pt modelId="{3E0B27C6-079C-40D2-9344-BE4FB2235B5E}" type="parTrans" cxnId="{C1E5ABDE-9D35-434C-871E-A4A7AB19AB2E}">
      <dgm:prSet/>
      <dgm:spPr/>
      <dgm:t>
        <a:bodyPr/>
        <a:lstStyle/>
        <a:p>
          <a:endParaRPr lang=""/>
        </a:p>
      </dgm:t>
    </dgm:pt>
    <dgm:pt modelId="{82837E68-5076-4D6E-9E27-CECA83FD8A56}" type="sibTrans" cxnId="{C1E5ABDE-9D35-434C-871E-A4A7AB19AB2E}">
      <dgm:prSet/>
      <dgm:spPr/>
      <dgm:t>
        <a:bodyPr/>
        <a:lstStyle/>
        <a:p>
          <a:endParaRPr lang=""/>
        </a:p>
      </dgm:t>
    </dgm:pt>
    <dgm:pt modelId="{45EE53E2-0352-40FC-BEE5-E09B0EFCD64F}">
      <dgm:prSet/>
      <dgm:spPr/>
      <dgm:t>
        <a:bodyPr/>
        <a:lstStyle/>
        <a:p>
          <a:pPr rtl="0"/>
          <a:r>
            <a:rPr lang="en-US" dirty="0"/>
            <a:t>Case 1:</a:t>
          </a:r>
          <a:endParaRPr lang="x-none" dirty="0"/>
        </a:p>
      </dgm:t>
    </dgm:pt>
    <dgm:pt modelId="{7F0C4560-D358-4185-9DF6-64D2EF40B04A}" type="parTrans" cxnId="{F6E55633-27A7-434D-A30A-F5E753DFEF2B}">
      <dgm:prSet/>
      <dgm:spPr/>
      <dgm:t>
        <a:bodyPr/>
        <a:lstStyle/>
        <a:p>
          <a:endParaRPr lang=""/>
        </a:p>
      </dgm:t>
    </dgm:pt>
    <dgm:pt modelId="{6A4018A2-9B65-4C66-B552-E92A4E74F5F4}" type="sibTrans" cxnId="{F6E55633-27A7-434D-A30A-F5E753DFEF2B}">
      <dgm:prSet/>
      <dgm:spPr/>
      <dgm:t>
        <a:bodyPr/>
        <a:lstStyle/>
        <a:p>
          <a:endParaRPr lang=""/>
        </a:p>
      </dgm:t>
    </dgm:pt>
    <dgm:pt modelId="{2A78A857-666C-443F-8FBC-BB3C1EFE6E00}">
      <dgm:prSet/>
      <dgm:spPr/>
      <dgm:t>
        <a:bodyPr/>
        <a:lstStyle/>
        <a:p>
          <a:pPr rtl="0"/>
          <a:r>
            <a:rPr lang="en-US" dirty="0"/>
            <a:t>Case 2:</a:t>
          </a:r>
          <a:endParaRPr lang="x-none" dirty="0"/>
        </a:p>
      </dgm:t>
    </dgm:pt>
    <dgm:pt modelId="{7FFF583E-F1E6-40D4-8114-27F5B4DBA84C}" type="parTrans" cxnId="{84CF3B36-580A-4528-865D-9B9253E72E35}">
      <dgm:prSet/>
      <dgm:spPr/>
      <dgm:t>
        <a:bodyPr/>
        <a:lstStyle/>
        <a:p>
          <a:endParaRPr lang=""/>
        </a:p>
      </dgm:t>
    </dgm:pt>
    <dgm:pt modelId="{C57F3B4B-F49E-4413-9420-0626A0C40CAD}" type="sibTrans" cxnId="{84CF3B36-580A-4528-865D-9B9253E72E35}">
      <dgm:prSet/>
      <dgm:spPr/>
      <dgm:t>
        <a:bodyPr/>
        <a:lstStyle/>
        <a:p>
          <a:endParaRPr lang=""/>
        </a:p>
      </dgm:t>
    </dgm:pt>
    <dgm:pt modelId="{146E7E9E-72CD-4DD5-99E9-F107F15733AF}">
      <dgm:prSet/>
      <dgm:spPr/>
      <dgm:t>
        <a:bodyPr/>
        <a:lstStyle/>
        <a:p>
          <a:pPr rtl="0"/>
          <a:r>
            <a:rPr lang="en-US" dirty="0"/>
            <a:t>Your software may have a bug that appears under a broad class of configurations.</a:t>
          </a:r>
          <a:endParaRPr lang="x-none" dirty="0"/>
        </a:p>
      </dgm:t>
    </dgm:pt>
    <dgm:pt modelId="{EB66FECF-9089-409A-B773-1EC9BA2E7C96}" type="parTrans" cxnId="{28D1DC30-4BC2-47D0-99F0-CA018F92505D}">
      <dgm:prSet/>
      <dgm:spPr/>
      <dgm:t>
        <a:bodyPr/>
        <a:lstStyle/>
        <a:p>
          <a:endParaRPr lang=""/>
        </a:p>
      </dgm:t>
    </dgm:pt>
    <dgm:pt modelId="{3BADCC92-62FD-42DC-A94B-D3658A6CDE7C}" type="sibTrans" cxnId="{28D1DC30-4BC2-47D0-99F0-CA018F92505D}">
      <dgm:prSet/>
      <dgm:spPr/>
      <dgm:t>
        <a:bodyPr/>
        <a:lstStyle/>
        <a:p>
          <a:endParaRPr lang=""/>
        </a:p>
      </dgm:t>
    </dgm:pt>
    <dgm:pt modelId="{1A427C2C-8227-4F85-8639-8072FE693900}">
      <dgm:prSet/>
      <dgm:spPr/>
      <dgm:t>
        <a:bodyPr/>
        <a:lstStyle/>
        <a:p>
          <a:pPr rtl="0"/>
          <a:r>
            <a:rPr lang="en-US" dirty="0"/>
            <a:t>Your software may have a bug specific only to one particular configuration</a:t>
          </a:r>
          <a:endParaRPr lang="x-none" dirty="0"/>
        </a:p>
      </dgm:t>
    </dgm:pt>
    <dgm:pt modelId="{CAD20CCA-9E90-4DAE-92B9-BD57B6D887A3}" type="parTrans" cxnId="{4589AC60-2CD0-463D-A7C3-D76B918914FF}">
      <dgm:prSet/>
      <dgm:spPr/>
      <dgm:t>
        <a:bodyPr/>
        <a:lstStyle/>
        <a:p>
          <a:endParaRPr lang=""/>
        </a:p>
      </dgm:t>
    </dgm:pt>
    <dgm:pt modelId="{C9C6411F-7644-4EA3-A3B1-4EB66ACA6A78}" type="sibTrans" cxnId="{4589AC60-2CD0-463D-A7C3-D76B918914FF}">
      <dgm:prSet/>
      <dgm:spPr/>
      <dgm:t>
        <a:bodyPr/>
        <a:lstStyle/>
        <a:p>
          <a:endParaRPr lang=""/>
        </a:p>
      </dgm:t>
    </dgm:pt>
    <dgm:pt modelId="{05B8EBC6-84D4-4C76-A8FA-5AD22734EE16}" type="pres">
      <dgm:prSet presAssocID="{17BA24DE-D693-48DA-BBA8-1049CBE1A039}" presName="Name0" presStyleCnt="0">
        <dgm:presLayoutVars>
          <dgm:dir/>
          <dgm:animLvl val="lvl"/>
          <dgm:resizeHandles val="exact"/>
        </dgm:presLayoutVars>
      </dgm:prSet>
      <dgm:spPr/>
    </dgm:pt>
    <dgm:pt modelId="{14E0CE16-900B-45B8-919D-03F1FB248DE7}" type="pres">
      <dgm:prSet presAssocID="{9E8C4AF7-21B5-4DE7-83F1-1431C76B91C5}" presName="linNode" presStyleCnt="0"/>
      <dgm:spPr/>
    </dgm:pt>
    <dgm:pt modelId="{7BF657B7-F463-4D07-802C-6A7A8A219E40}" type="pres">
      <dgm:prSet presAssocID="{9E8C4AF7-21B5-4DE7-83F1-1431C76B91C5}" presName="parentText" presStyleLbl="node1" presStyleIdx="0" presStyleCnt="3" custScaleX="277778" custScaleY="28902">
        <dgm:presLayoutVars>
          <dgm:chMax val="1"/>
          <dgm:bulletEnabled val="1"/>
        </dgm:presLayoutVars>
      </dgm:prSet>
      <dgm:spPr/>
    </dgm:pt>
    <dgm:pt modelId="{B1FA5D9A-B580-437E-B8D5-7370F08D7EC3}" type="pres">
      <dgm:prSet presAssocID="{82837E68-5076-4D6E-9E27-CECA83FD8A56}" presName="sp" presStyleCnt="0"/>
      <dgm:spPr/>
    </dgm:pt>
    <dgm:pt modelId="{DCE96AD9-7148-4024-B46B-2CB1BB87A9C0}" type="pres">
      <dgm:prSet presAssocID="{45EE53E2-0352-40FC-BEE5-E09B0EFCD64F}" presName="linNode" presStyleCnt="0"/>
      <dgm:spPr/>
    </dgm:pt>
    <dgm:pt modelId="{BAA377FD-7F20-463A-AF08-F674AFD386BF}" type="pres">
      <dgm:prSet presAssocID="{45EE53E2-0352-40FC-BEE5-E09B0EFCD64F}" presName="parentText" presStyleLbl="node1" presStyleIdx="1" presStyleCnt="3" custScaleX="50524">
        <dgm:presLayoutVars>
          <dgm:chMax val="1"/>
          <dgm:bulletEnabled val="1"/>
        </dgm:presLayoutVars>
      </dgm:prSet>
      <dgm:spPr/>
    </dgm:pt>
    <dgm:pt modelId="{778EB911-4667-4933-9427-218CD9E8C069}" type="pres">
      <dgm:prSet presAssocID="{45EE53E2-0352-40FC-BEE5-E09B0EFCD64F}" presName="descendantText" presStyleLbl="alignAccFollowNode1" presStyleIdx="0" presStyleCnt="2" custScaleX="127643" custScaleY="116089">
        <dgm:presLayoutVars>
          <dgm:bulletEnabled val="1"/>
        </dgm:presLayoutVars>
      </dgm:prSet>
      <dgm:spPr/>
    </dgm:pt>
    <dgm:pt modelId="{222563AF-224F-4F19-9B43-871702714A46}" type="pres">
      <dgm:prSet presAssocID="{6A4018A2-9B65-4C66-B552-E92A4E74F5F4}" presName="sp" presStyleCnt="0"/>
      <dgm:spPr/>
    </dgm:pt>
    <dgm:pt modelId="{A0C3CDD3-8372-49E3-8F1B-7A8F237C9BA3}" type="pres">
      <dgm:prSet presAssocID="{2A78A857-666C-443F-8FBC-BB3C1EFE6E00}" presName="linNode" presStyleCnt="0"/>
      <dgm:spPr/>
    </dgm:pt>
    <dgm:pt modelId="{B182DD18-86D5-477F-AD49-A0F8B7572065}" type="pres">
      <dgm:prSet presAssocID="{2A78A857-666C-443F-8FBC-BB3C1EFE6E00}" presName="parentText" presStyleLbl="node1" presStyleIdx="2" presStyleCnt="3" custScaleX="51291" custLinFactNeighborX="-5">
        <dgm:presLayoutVars>
          <dgm:chMax val="1"/>
          <dgm:bulletEnabled val="1"/>
        </dgm:presLayoutVars>
      </dgm:prSet>
      <dgm:spPr/>
    </dgm:pt>
    <dgm:pt modelId="{DFC67A4F-2B81-451C-A100-A655780A001C}" type="pres">
      <dgm:prSet presAssocID="{2A78A857-666C-443F-8FBC-BB3C1EFE6E00}" presName="descendantText" presStyleLbl="alignAccFollowNode1" presStyleIdx="1" presStyleCnt="2" custScaleX="129775" custScaleY="116355" custLinFactNeighborY="0">
        <dgm:presLayoutVars>
          <dgm:bulletEnabled val="1"/>
        </dgm:presLayoutVars>
      </dgm:prSet>
      <dgm:spPr/>
    </dgm:pt>
  </dgm:ptLst>
  <dgm:cxnLst>
    <dgm:cxn modelId="{75F7271A-2EDB-45CE-802C-CD2B5CFEB316}" type="presOf" srcId="{2A78A857-666C-443F-8FBC-BB3C1EFE6E00}" destId="{B182DD18-86D5-477F-AD49-A0F8B7572065}" srcOrd="0" destOrd="0" presId="urn:microsoft.com/office/officeart/2005/8/layout/vList5"/>
    <dgm:cxn modelId="{8842E92E-01BA-44E9-BF01-6D07601BC423}" type="presOf" srcId="{17BA24DE-D693-48DA-BBA8-1049CBE1A039}" destId="{05B8EBC6-84D4-4C76-A8FA-5AD22734EE16}" srcOrd="0" destOrd="0" presId="urn:microsoft.com/office/officeart/2005/8/layout/vList5"/>
    <dgm:cxn modelId="{28D1DC30-4BC2-47D0-99F0-CA018F92505D}" srcId="{45EE53E2-0352-40FC-BEE5-E09B0EFCD64F}" destId="{146E7E9E-72CD-4DD5-99E9-F107F15733AF}" srcOrd="0" destOrd="0" parTransId="{EB66FECF-9089-409A-B773-1EC9BA2E7C96}" sibTransId="{3BADCC92-62FD-42DC-A94B-D3658A6CDE7C}"/>
    <dgm:cxn modelId="{F6E55633-27A7-434D-A30A-F5E753DFEF2B}" srcId="{17BA24DE-D693-48DA-BBA8-1049CBE1A039}" destId="{45EE53E2-0352-40FC-BEE5-E09B0EFCD64F}" srcOrd="1" destOrd="0" parTransId="{7F0C4560-D358-4185-9DF6-64D2EF40B04A}" sibTransId="{6A4018A2-9B65-4C66-B552-E92A4E74F5F4}"/>
    <dgm:cxn modelId="{84CF3B36-580A-4528-865D-9B9253E72E35}" srcId="{17BA24DE-D693-48DA-BBA8-1049CBE1A039}" destId="{2A78A857-666C-443F-8FBC-BB3C1EFE6E00}" srcOrd="2" destOrd="0" parTransId="{7FFF583E-F1E6-40D4-8114-27F5B4DBA84C}" sibTransId="{C57F3B4B-F49E-4413-9420-0626A0C40CAD}"/>
    <dgm:cxn modelId="{67965538-D338-411D-A37B-E7B3599FCAA0}" type="presOf" srcId="{45EE53E2-0352-40FC-BEE5-E09B0EFCD64F}" destId="{BAA377FD-7F20-463A-AF08-F674AFD386BF}" srcOrd="0" destOrd="0" presId="urn:microsoft.com/office/officeart/2005/8/layout/vList5"/>
    <dgm:cxn modelId="{4589AC60-2CD0-463D-A7C3-D76B918914FF}" srcId="{2A78A857-666C-443F-8FBC-BB3C1EFE6E00}" destId="{1A427C2C-8227-4F85-8639-8072FE693900}" srcOrd="0" destOrd="0" parTransId="{CAD20CCA-9E90-4DAE-92B9-BD57B6D887A3}" sibTransId="{C9C6411F-7644-4EA3-A3B1-4EB66ACA6A78}"/>
    <dgm:cxn modelId="{2104BC65-8C02-4C40-8618-40B3ECB5BD88}" type="presOf" srcId="{146E7E9E-72CD-4DD5-99E9-F107F15733AF}" destId="{778EB911-4667-4933-9427-218CD9E8C069}" srcOrd="0" destOrd="0" presId="urn:microsoft.com/office/officeart/2005/8/layout/vList5"/>
    <dgm:cxn modelId="{C1E5ABDE-9D35-434C-871E-A4A7AB19AB2E}" srcId="{17BA24DE-D693-48DA-BBA8-1049CBE1A039}" destId="{9E8C4AF7-21B5-4DE7-83F1-1431C76B91C5}" srcOrd="0" destOrd="0" parTransId="{3E0B27C6-079C-40D2-9344-BE4FB2235B5E}" sibTransId="{82837E68-5076-4D6E-9E27-CECA83FD8A56}"/>
    <dgm:cxn modelId="{48CCDAF3-F950-4D8B-86C9-2A9FB501662C}" type="presOf" srcId="{1A427C2C-8227-4F85-8639-8072FE693900}" destId="{DFC67A4F-2B81-451C-A100-A655780A001C}" srcOrd="0" destOrd="0" presId="urn:microsoft.com/office/officeart/2005/8/layout/vList5"/>
    <dgm:cxn modelId="{CE7820FF-6E99-4F0C-8F8C-7F93B882A7A9}" type="presOf" srcId="{9E8C4AF7-21B5-4DE7-83F1-1431C76B91C5}" destId="{7BF657B7-F463-4D07-802C-6A7A8A219E40}" srcOrd="0" destOrd="0" presId="urn:microsoft.com/office/officeart/2005/8/layout/vList5"/>
    <dgm:cxn modelId="{281D94EF-A90F-4072-896E-909F3836799F}" type="presParOf" srcId="{05B8EBC6-84D4-4C76-A8FA-5AD22734EE16}" destId="{14E0CE16-900B-45B8-919D-03F1FB248DE7}" srcOrd="0" destOrd="0" presId="urn:microsoft.com/office/officeart/2005/8/layout/vList5"/>
    <dgm:cxn modelId="{39545D25-8E0B-4A74-9F32-CC13FF15D967}" type="presParOf" srcId="{14E0CE16-900B-45B8-919D-03F1FB248DE7}" destId="{7BF657B7-F463-4D07-802C-6A7A8A219E40}" srcOrd="0" destOrd="0" presId="urn:microsoft.com/office/officeart/2005/8/layout/vList5"/>
    <dgm:cxn modelId="{A3DFD8BF-A4E7-49BD-AA2F-3232628E5BCE}" type="presParOf" srcId="{05B8EBC6-84D4-4C76-A8FA-5AD22734EE16}" destId="{B1FA5D9A-B580-437E-B8D5-7370F08D7EC3}" srcOrd="1" destOrd="0" presId="urn:microsoft.com/office/officeart/2005/8/layout/vList5"/>
    <dgm:cxn modelId="{8267DE22-5B45-4DCC-B680-C73491CA9800}" type="presParOf" srcId="{05B8EBC6-84D4-4C76-A8FA-5AD22734EE16}" destId="{DCE96AD9-7148-4024-B46B-2CB1BB87A9C0}" srcOrd="2" destOrd="0" presId="urn:microsoft.com/office/officeart/2005/8/layout/vList5"/>
    <dgm:cxn modelId="{24B73A43-A242-4CA9-B119-7915E2A9B351}" type="presParOf" srcId="{DCE96AD9-7148-4024-B46B-2CB1BB87A9C0}" destId="{BAA377FD-7F20-463A-AF08-F674AFD386BF}" srcOrd="0" destOrd="0" presId="urn:microsoft.com/office/officeart/2005/8/layout/vList5"/>
    <dgm:cxn modelId="{690D11FB-0DDA-4D8B-94A2-F2853CC8337F}" type="presParOf" srcId="{DCE96AD9-7148-4024-B46B-2CB1BB87A9C0}" destId="{778EB911-4667-4933-9427-218CD9E8C069}" srcOrd="1" destOrd="0" presId="urn:microsoft.com/office/officeart/2005/8/layout/vList5"/>
    <dgm:cxn modelId="{51B8EE8D-028C-4920-8772-B0577E92B93B}" type="presParOf" srcId="{05B8EBC6-84D4-4C76-A8FA-5AD22734EE16}" destId="{222563AF-224F-4F19-9B43-871702714A46}" srcOrd="3" destOrd="0" presId="urn:microsoft.com/office/officeart/2005/8/layout/vList5"/>
    <dgm:cxn modelId="{6A58BC25-2294-49B7-809A-05AD9D9B3E1F}" type="presParOf" srcId="{05B8EBC6-84D4-4C76-A8FA-5AD22734EE16}" destId="{A0C3CDD3-8372-49E3-8F1B-7A8F237C9BA3}" srcOrd="4" destOrd="0" presId="urn:microsoft.com/office/officeart/2005/8/layout/vList5"/>
    <dgm:cxn modelId="{6ED7A103-A2C4-488F-BEB9-ED4DD351EB47}" type="presParOf" srcId="{A0C3CDD3-8372-49E3-8F1B-7A8F237C9BA3}" destId="{B182DD18-86D5-477F-AD49-A0F8B7572065}" srcOrd="0" destOrd="0" presId="urn:microsoft.com/office/officeart/2005/8/layout/vList5"/>
    <dgm:cxn modelId="{BBE0B94F-10DD-401D-B95D-D5F5D9E34187}" type="presParOf" srcId="{A0C3CDD3-8372-49E3-8F1B-7A8F237C9BA3}" destId="{DFC67A4F-2B81-451C-A100-A655780A001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501779-96E1-4539-A8C9-599E7C3D8B25}"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
        </a:p>
      </dgm:t>
    </dgm:pt>
    <dgm:pt modelId="{3602D016-BC62-4C7E-82CB-7A14AE2EEACA}">
      <dgm:prSet custT="1"/>
      <dgm:spPr/>
      <dgm:t>
        <a:bodyPr/>
        <a:lstStyle/>
        <a:p>
          <a:pPr rtl="0"/>
          <a:r>
            <a:rPr lang="en-US" sz="2900" dirty="0"/>
            <a:t>Case 3:</a:t>
          </a:r>
          <a:endParaRPr lang="x-none" sz="2900" dirty="0"/>
        </a:p>
      </dgm:t>
    </dgm:pt>
    <dgm:pt modelId="{43CD1C00-B96C-41F5-ADBD-DF674A4F8E72}" type="parTrans" cxnId="{AEB99933-6DFC-4917-A39A-DA010D8AC80F}">
      <dgm:prSet/>
      <dgm:spPr/>
      <dgm:t>
        <a:bodyPr/>
        <a:lstStyle/>
        <a:p>
          <a:endParaRPr lang=""/>
        </a:p>
      </dgm:t>
    </dgm:pt>
    <dgm:pt modelId="{7870DE12-829C-42EA-BEDD-767C254CAE18}" type="sibTrans" cxnId="{AEB99933-6DFC-4917-A39A-DA010D8AC80F}">
      <dgm:prSet/>
      <dgm:spPr/>
      <dgm:t>
        <a:bodyPr/>
        <a:lstStyle/>
        <a:p>
          <a:endParaRPr lang=""/>
        </a:p>
      </dgm:t>
    </dgm:pt>
    <dgm:pt modelId="{9C1718E3-A8DE-4BAF-B0E6-7353B56FC52E}">
      <dgm:prSet custT="1"/>
      <dgm:spPr/>
      <dgm:t>
        <a:bodyPr/>
        <a:lstStyle/>
        <a:p>
          <a:pPr rtl="0"/>
          <a:r>
            <a:rPr lang="en-US" sz="2900" dirty="0"/>
            <a:t>Case 4:</a:t>
          </a:r>
          <a:endParaRPr lang="x-none" sz="2900" dirty="0"/>
        </a:p>
      </dgm:t>
    </dgm:pt>
    <dgm:pt modelId="{9477A993-C9A3-4039-BCDA-EE7297F8BA72}" type="parTrans" cxnId="{F9B6F2B7-4C85-4D0D-9CDD-8CEBA5562640}">
      <dgm:prSet/>
      <dgm:spPr/>
      <dgm:t>
        <a:bodyPr/>
        <a:lstStyle/>
        <a:p>
          <a:endParaRPr lang=""/>
        </a:p>
      </dgm:t>
    </dgm:pt>
    <dgm:pt modelId="{1631CB31-EFF3-43B5-A726-3F36A3D14909}" type="sibTrans" cxnId="{F9B6F2B7-4C85-4D0D-9CDD-8CEBA5562640}">
      <dgm:prSet/>
      <dgm:spPr/>
      <dgm:t>
        <a:bodyPr/>
        <a:lstStyle/>
        <a:p>
          <a:endParaRPr lang=""/>
        </a:p>
      </dgm:t>
    </dgm:pt>
    <dgm:pt modelId="{16A01BC9-D677-40EF-8874-AAAF8390CF2D}">
      <dgm:prSet/>
      <dgm:spPr/>
      <dgm:t>
        <a:bodyPr/>
        <a:lstStyle/>
        <a:p>
          <a:pPr rtl="0"/>
          <a:r>
            <a:rPr lang="en-US" dirty="0"/>
            <a:t>The hardware device or its device drivers may have a bug that only your software reveals.</a:t>
          </a:r>
          <a:endParaRPr lang="x-none" dirty="0"/>
        </a:p>
      </dgm:t>
    </dgm:pt>
    <dgm:pt modelId="{FD74FFF1-EF6D-48DB-9EB8-729F9CA7714E}" type="parTrans" cxnId="{5C980D7F-3CCE-4550-9F85-C65CB75899D3}">
      <dgm:prSet/>
      <dgm:spPr/>
      <dgm:t>
        <a:bodyPr/>
        <a:lstStyle/>
        <a:p>
          <a:endParaRPr lang=""/>
        </a:p>
      </dgm:t>
    </dgm:pt>
    <dgm:pt modelId="{EE4AFA58-0CD7-4527-A232-175989CD3192}" type="sibTrans" cxnId="{5C980D7F-3CCE-4550-9F85-C65CB75899D3}">
      <dgm:prSet/>
      <dgm:spPr/>
      <dgm:t>
        <a:bodyPr/>
        <a:lstStyle/>
        <a:p>
          <a:endParaRPr lang=""/>
        </a:p>
      </dgm:t>
    </dgm:pt>
    <dgm:pt modelId="{34D63FB5-01F8-4AEC-86CF-186C7BB7C8FE}">
      <dgm:prSet/>
      <dgm:spPr/>
      <dgm:t>
        <a:bodyPr/>
        <a:lstStyle/>
        <a:p>
          <a:pPr rtl="0"/>
          <a:r>
            <a:rPr lang="en-US" dirty="0"/>
            <a:t>The hardware device or its device drivers may have a bug that can be seen with lots of other software.</a:t>
          </a:r>
          <a:endParaRPr lang="x-none" dirty="0"/>
        </a:p>
      </dgm:t>
    </dgm:pt>
    <dgm:pt modelId="{4AE16CDB-51D9-4FE1-9CF2-AA3C099EF136}" type="parTrans" cxnId="{84236751-01F2-413D-BE3F-EE28F4E3291D}">
      <dgm:prSet/>
      <dgm:spPr/>
      <dgm:t>
        <a:bodyPr/>
        <a:lstStyle/>
        <a:p>
          <a:endParaRPr lang=""/>
        </a:p>
      </dgm:t>
    </dgm:pt>
    <dgm:pt modelId="{D61DAC90-6301-4875-A54E-E1398EA12EEB}" type="sibTrans" cxnId="{84236751-01F2-413D-BE3F-EE28F4E3291D}">
      <dgm:prSet/>
      <dgm:spPr/>
      <dgm:t>
        <a:bodyPr/>
        <a:lstStyle/>
        <a:p>
          <a:endParaRPr lang=""/>
        </a:p>
      </dgm:t>
    </dgm:pt>
    <dgm:pt modelId="{A2C617A8-9DF6-462E-8DB1-E9AB0AA93EAD}" type="pres">
      <dgm:prSet presAssocID="{CF501779-96E1-4539-A8C9-599E7C3D8B25}" presName="Name0" presStyleCnt="0">
        <dgm:presLayoutVars>
          <dgm:dir/>
          <dgm:animLvl val="lvl"/>
          <dgm:resizeHandles val="exact"/>
        </dgm:presLayoutVars>
      </dgm:prSet>
      <dgm:spPr/>
    </dgm:pt>
    <dgm:pt modelId="{B691B241-95A0-45CC-8B37-AE25E3184B6A}" type="pres">
      <dgm:prSet presAssocID="{3602D016-BC62-4C7E-82CB-7A14AE2EEACA}" presName="linNode" presStyleCnt="0"/>
      <dgm:spPr/>
    </dgm:pt>
    <dgm:pt modelId="{F930B8B3-316B-42EA-AB47-D2DCDE23EF13}" type="pres">
      <dgm:prSet presAssocID="{3602D016-BC62-4C7E-82CB-7A14AE2EEACA}" presName="parentText" presStyleLbl="node1" presStyleIdx="0" presStyleCnt="2" custScaleX="50589" custScaleY="45258">
        <dgm:presLayoutVars>
          <dgm:chMax val="1"/>
          <dgm:bulletEnabled val="1"/>
        </dgm:presLayoutVars>
      </dgm:prSet>
      <dgm:spPr/>
    </dgm:pt>
    <dgm:pt modelId="{FAF7E7A3-7FB8-45F5-9983-DEADACF56EDF}" type="pres">
      <dgm:prSet presAssocID="{3602D016-BC62-4C7E-82CB-7A14AE2EEACA}" presName="descendantText" presStyleLbl="alignAccFollowNode1" presStyleIdx="0" presStyleCnt="2" custScaleX="126382" custScaleY="52081">
        <dgm:presLayoutVars>
          <dgm:bulletEnabled val="1"/>
        </dgm:presLayoutVars>
      </dgm:prSet>
      <dgm:spPr/>
    </dgm:pt>
    <dgm:pt modelId="{E85FAE24-34C4-4218-A244-25D595E4E348}" type="pres">
      <dgm:prSet presAssocID="{7870DE12-829C-42EA-BEDD-767C254CAE18}" presName="sp" presStyleCnt="0"/>
      <dgm:spPr/>
    </dgm:pt>
    <dgm:pt modelId="{248E7736-EBFC-404F-9D1C-6A4BC3336E26}" type="pres">
      <dgm:prSet presAssocID="{9C1718E3-A8DE-4BAF-B0E6-7353B56FC52E}" presName="linNode" presStyleCnt="0"/>
      <dgm:spPr/>
    </dgm:pt>
    <dgm:pt modelId="{3B95793C-DD8E-4331-AF61-F17079BC322D}" type="pres">
      <dgm:prSet presAssocID="{9C1718E3-A8DE-4BAF-B0E6-7353B56FC52E}" presName="parentText" presStyleLbl="node1" presStyleIdx="1" presStyleCnt="2" custScaleX="50490" custScaleY="45258">
        <dgm:presLayoutVars>
          <dgm:chMax val="1"/>
          <dgm:bulletEnabled val="1"/>
        </dgm:presLayoutVars>
      </dgm:prSet>
      <dgm:spPr/>
    </dgm:pt>
    <dgm:pt modelId="{B15C9DEE-D193-4E73-A649-591357D5D6D9}" type="pres">
      <dgm:prSet presAssocID="{9C1718E3-A8DE-4BAF-B0E6-7353B56FC52E}" presName="descendantText" presStyleLbl="alignAccFollowNode1" presStyleIdx="1" presStyleCnt="2" custScaleX="127321" custScaleY="51344" custLinFactNeighborY="0">
        <dgm:presLayoutVars>
          <dgm:bulletEnabled val="1"/>
        </dgm:presLayoutVars>
      </dgm:prSet>
      <dgm:spPr/>
    </dgm:pt>
  </dgm:ptLst>
  <dgm:cxnLst>
    <dgm:cxn modelId="{FC240830-1719-4111-B63F-FBB1FB58650C}" type="presOf" srcId="{9C1718E3-A8DE-4BAF-B0E6-7353B56FC52E}" destId="{3B95793C-DD8E-4331-AF61-F17079BC322D}" srcOrd="0" destOrd="0" presId="urn:microsoft.com/office/officeart/2005/8/layout/vList5"/>
    <dgm:cxn modelId="{AEB99933-6DFC-4917-A39A-DA010D8AC80F}" srcId="{CF501779-96E1-4539-A8C9-599E7C3D8B25}" destId="{3602D016-BC62-4C7E-82CB-7A14AE2EEACA}" srcOrd="0" destOrd="0" parTransId="{43CD1C00-B96C-41F5-ADBD-DF674A4F8E72}" sibTransId="{7870DE12-829C-42EA-BEDD-767C254CAE18}"/>
    <dgm:cxn modelId="{84236751-01F2-413D-BE3F-EE28F4E3291D}" srcId="{9C1718E3-A8DE-4BAF-B0E6-7353B56FC52E}" destId="{34D63FB5-01F8-4AEC-86CF-186C7BB7C8FE}" srcOrd="0" destOrd="0" parTransId="{4AE16CDB-51D9-4FE1-9CF2-AA3C099EF136}" sibTransId="{D61DAC90-6301-4875-A54E-E1398EA12EEB}"/>
    <dgm:cxn modelId="{0ABC2674-FFE9-488E-AE51-77431ACA0B66}" type="presOf" srcId="{CF501779-96E1-4539-A8C9-599E7C3D8B25}" destId="{A2C617A8-9DF6-462E-8DB1-E9AB0AA93EAD}" srcOrd="0" destOrd="0" presId="urn:microsoft.com/office/officeart/2005/8/layout/vList5"/>
    <dgm:cxn modelId="{54785858-0B68-4C93-903A-28F3495DE56C}" type="presOf" srcId="{3602D016-BC62-4C7E-82CB-7A14AE2EEACA}" destId="{F930B8B3-316B-42EA-AB47-D2DCDE23EF13}" srcOrd="0" destOrd="0" presId="urn:microsoft.com/office/officeart/2005/8/layout/vList5"/>
    <dgm:cxn modelId="{5C980D7F-3CCE-4550-9F85-C65CB75899D3}" srcId="{3602D016-BC62-4C7E-82CB-7A14AE2EEACA}" destId="{16A01BC9-D677-40EF-8874-AAAF8390CF2D}" srcOrd="0" destOrd="0" parTransId="{FD74FFF1-EF6D-48DB-9EB8-729F9CA7714E}" sibTransId="{EE4AFA58-0CD7-4527-A232-175989CD3192}"/>
    <dgm:cxn modelId="{3D7B3F84-18D6-4163-9EFB-3E37672F990B}" type="presOf" srcId="{16A01BC9-D677-40EF-8874-AAAF8390CF2D}" destId="{FAF7E7A3-7FB8-45F5-9983-DEADACF56EDF}" srcOrd="0" destOrd="0" presId="urn:microsoft.com/office/officeart/2005/8/layout/vList5"/>
    <dgm:cxn modelId="{AC3CAF94-0DB2-483B-8328-F79EEB40029A}" type="presOf" srcId="{34D63FB5-01F8-4AEC-86CF-186C7BB7C8FE}" destId="{B15C9DEE-D193-4E73-A649-591357D5D6D9}" srcOrd="0" destOrd="0" presId="urn:microsoft.com/office/officeart/2005/8/layout/vList5"/>
    <dgm:cxn modelId="{F9B6F2B7-4C85-4D0D-9CDD-8CEBA5562640}" srcId="{CF501779-96E1-4539-A8C9-599E7C3D8B25}" destId="{9C1718E3-A8DE-4BAF-B0E6-7353B56FC52E}" srcOrd="1" destOrd="0" parTransId="{9477A993-C9A3-4039-BCDA-EE7297F8BA72}" sibTransId="{1631CB31-EFF3-43B5-A726-3F36A3D14909}"/>
    <dgm:cxn modelId="{5CE51C6A-AD36-4619-B7A9-B7C0C6F9A418}" type="presParOf" srcId="{A2C617A8-9DF6-462E-8DB1-E9AB0AA93EAD}" destId="{B691B241-95A0-45CC-8B37-AE25E3184B6A}" srcOrd="0" destOrd="0" presId="urn:microsoft.com/office/officeart/2005/8/layout/vList5"/>
    <dgm:cxn modelId="{7F264390-D725-4AC9-B0B8-FAD002A38FC0}" type="presParOf" srcId="{B691B241-95A0-45CC-8B37-AE25E3184B6A}" destId="{F930B8B3-316B-42EA-AB47-D2DCDE23EF13}" srcOrd="0" destOrd="0" presId="urn:microsoft.com/office/officeart/2005/8/layout/vList5"/>
    <dgm:cxn modelId="{11C747BD-09F2-4749-85C4-EA47118387F4}" type="presParOf" srcId="{B691B241-95A0-45CC-8B37-AE25E3184B6A}" destId="{FAF7E7A3-7FB8-45F5-9983-DEADACF56EDF}" srcOrd="1" destOrd="0" presId="urn:microsoft.com/office/officeart/2005/8/layout/vList5"/>
    <dgm:cxn modelId="{3FEE4D63-256E-4CD5-AD0E-A102DB99A073}" type="presParOf" srcId="{A2C617A8-9DF6-462E-8DB1-E9AB0AA93EAD}" destId="{E85FAE24-34C4-4218-A244-25D595E4E348}" srcOrd="1" destOrd="0" presId="urn:microsoft.com/office/officeart/2005/8/layout/vList5"/>
    <dgm:cxn modelId="{6B25434E-30EF-467E-B344-4E28CDD23CA1}" type="presParOf" srcId="{A2C617A8-9DF6-462E-8DB1-E9AB0AA93EAD}" destId="{248E7736-EBFC-404F-9D1C-6A4BC3336E26}" srcOrd="2" destOrd="0" presId="urn:microsoft.com/office/officeart/2005/8/layout/vList5"/>
    <dgm:cxn modelId="{25E5AFB5-C4FF-438F-BDE3-BA88A13C5A90}" type="presParOf" srcId="{248E7736-EBFC-404F-9D1C-6A4BC3336E26}" destId="{3B95793C-DD8E-4331-AF61-F17079BC322D}" srcOrd="0" destOrd="0" presId="urn:microsoft.com/office/officeart/2005/8/layout/vList5"/>
    <dgm:cxn modelId="{77A45AF3-D023-4620-AEBD-A2EAE6E72EAA}" type="presParOf" srcId="{248E7736-EBFC-404F-9D1C-6A4BC3336E26}" destId="{B15C9DEE-D193-4E73-A649-591357D5D6D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ECD5D26-DD64-4C09-AFDA-CD581B9B07B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
        </a:p>
      </dgm:t>
    </dgm:pt>
    <dgm:pt modelId="{24BC98AE-4FAF-4D54-8371-654674D10F4B}">
      <dgm:prSet/>
      <dgm:spPr/>
      <dgm:t>
        <a:bodyPr/>
        <a:lstStyle/>
        <a:p>
          <a:pPr rtl="0"/>
          <a:r>
            <a:rPr lang="en-US" dirty="0"/>
            <a:t>No of Display Cards</a:t>
          </a:r>
          <a:endParaRPr lang="x-none" dirty="0"/>
        </a:p>
      </dgm:t>
    </dgm:pt>
    <dgm:pt modelId="{6192FF33-F809-451D-9B8F-9C3156B7FBF6}" type="parTrans" cxnId="{49E59ACF-26DD-482C-ACE9-2098A51C8DBE}">
      <dgm:prSet/>
      <dgm:spPr/>
      <dgm:t>
        <a:bodyPr/>
        <a:lstStyle/>
        <a:p>
          <a:endParaRPr lang=""/>
        </a:p>
      </dgm:t>
    </dgm:pt>
    <dgm:pt modelId="{02C2AA02-34F0-4C90-99F1-DB4E68170DCF}" type="sibTrans" cxnId="{49E59ACF-26DD-482C-ACE9-2098A51C8DBE}">
      <dgm:prSet/>
      <dgm:spPr/>
      <dgm:t>
        <a:bodyPr/>
        <a:lstStyle/>
        <a:p>
          <a:endParaRPr lang=""/>
        </a:p>
      </dgm:t>
    </dgm:pt>
    <dgm:pt modelId="{BAD35CE5-42A2-40E9-B2D7-889D8FC7E966}">
      <dgm:prSet/>
      <dgm:spPr/>
      <dgm:t>
        <a:bodyPr/>
        <a:lstStyle/>
        <a:p>
          <a:pPr rtl="0"/>
          <a:r>
            <a:rPr lang="en-US" dirty="0"/>
            <a:t>No of Sound Cards</a:t>
          </a:r>
          <a:endParaRPr lang="x-none" dirty="0"/>
        </a:p>
      </dgm:t>
    </dgm:pt>
    <dgm:pt modelId="{6DD0BA18-D874-40C5-A134-2D6498F977A6}" type="parTrans" cxnId="{059EBD7D-037E-425A-9E3A-ED46C2971C13}">
      <dgm:prSet/>
      <dgm:spPr/>
      <dgm:t>
        <a:bodyPr/>
        <a:lstStyle/>
        <a:p>
          <a:endParaRPr lang=""/>
        </a:p>
      </dgm:t>
    </dgm:pt>
    <dgm:pt modelId="{780A1029-41CC-486F-8A1E-A45286F8437E}" type="sibTrans" cxnId="{059EBD7D-037E-425A-9E3A-ED46C2971C13}">
      <dgm:prSet/>
      <dgm:spPr/>
      <dgm:t>
        <a:bodyPr/>
        <a:lstStyle/>
        <a:p>
          <a:endParaRPr lang=""/>
        </a:p>
      </dgm:t>
    </dgm:pt>
    <dgm:pt modelId="{EE9C066B-5DCB-4110-9212-8539957545B0}">
      <dgm:prSet/>
      <dgm:spPr/>
      <dgm:t>
        <a:bodyPr/>
        <a:lstStyle/>
        <a:p>
          <a:pPr rtl="0"/>
          <a:r>
            <a:rPr lang="en-US" dirty="0"/>
            <a:t>No of Modems</a:t>
          </a:r>
          <a:endParaRPr lang="x-none" dirty="0"/>
        </a:p>
      </dgm:t>
    </dgm:pt>
    <dgm:pt modelId="{ACC20915-F578-45D5-85D6-59F056FDBBEA}" type="parTrans" cxnId="{0CD98A67-3AB5-468D-AB11-C2A10BA8F911}">
      <dgm:prSet/>
      <dgm:spPr/>
      <dgm:t>
        <a:bodyPr/>
        <a:lstStyle/>
        <a:p>
          <a:endParaRPr lang=""/>
        </a:p>
      </dgm:t>
    </dgm:pt>
    <dgm:pt modelId="{DA8EB33F-3F15-4184-A27B-ACC2002D6F7A}" type="sibTrans" cxnId="{0CD98A67-3AB5-468D-AB11-C2A10BA8F911}">
      <dgm:prSet/>
      <dgm:spPr/>
      <dgm:t>
        <a:bodyPr/>
        <a:lstStyle/>
        <a:p>
          <a:endParaRPr lang=""/>
        </a:p>
      </dgm:t>
    </dgm:pt>
    <dgm:pt modelId="{170D0B22-37BC-4600-851B-ABD72AE68587}">
      <dgm:prSet/>
      <dgm:spPr/>
      <dgm:t>
        <a:bodyPr/>
        <a:lstStyle/>
        <a:p>
          <a:pPr rtl="0"/>
          <a:r>
            <a:rPr lang="en-US" dirty="0"/>
            <a:t>No of Printers</a:t>
          </a:r>
          <a:endParaRPr lang="x-none" dirty="0"/>
        </a:p>
      </dgm:t>
    </dgm:pt>
    <dgm:pt modelId="{D71071A4-842D-4FC4-9C97-22827D416659}" type="parTrans" cxnId="{7FF422CB-66BB-4CDB-A427-910C0CB6C323}">
      <dgm:prSet/>
      <dgm:spPr/>
      <dgm:t>
        <a:bodyPr/>
        <a:lstStyle/>
        <a:p>
          <a:endParaRPr lang=""/>
        </a:p>
      </dgm:t>
    </dgm:pt>
    <dgm:pt modelId="{F7ECC39E-2E28-408C-AFC5-D2D11C1EF88A}" type="sibTrans" cxnId="{7FF422CB-66BB-4CDB-A427-910C0CB6C323}">
      <dgm:prSet/>
      <dgm:spPr/>
      <dgm:t>
        <a:bodyPr/>
        <a:lstStyle/>
        <a:p>
          <a:endParaRPr lang=""/>
        </a:p>
      </dgm:t>
    </dgm:pt>
    <dgm:pt modelId="{473B0BE8-527C-477C-9BE2-48B033615965}">
      <dgm:prSet/>
      <dgm:spPr/>
      <dgm:t>
        <a:bodyPr/>
        <a:lstStyle/>
        <a:p>
          <a:pPr algn="l" rtl="0"/>
          <a:r>
            <a:rPr lang="en-US" dirty="0"/>
            <a:t>336</a:t>
          </a:r>
          <a:endParaRPr lang="x-none" dirty="0"/>
        </a:p>
      </dgm:t>
    </dgm:pt>
    <dgm:pt modelId="{63E2225C-2024-4B15-B2A6-62049EE91C8E}" type="parTrans" cxnId="{C6A188A1-1950-4A86-AF35-8B9E8302850A}">
      <dgm:prSet/>
      <dgm:spPr/>
      <dgm:t>
        <a:bodyPr/>
        <a:lstStyle/>
        <a:p>
          <a:endParaRPr lang=""/>
        </a:p>
      </dgm:t>
    </dgm:pt>
    <dgm:pt modelId="{7641D0B4-4A8C-4D91-A8F4-D2553F5A5786}" type="sibTrans" cxnId="{C6A188A1-1950-4A86-AF35-8B9E8302850A}">
      <dgm:prSet/>
      <dgm:spPr/>
      <dgm:t>
        <a:bodyPr/>
        <a:lstStyle/>
        <a:p>
          <a:endParaRPr lang=""/>
        </a:p>
      </dgm:t>
    </dgm:pt>
    <dgm:pt modelId="{8ABEC763-A6E3-4965-A604-4868C470953F}">
      <dgm:prSet/>
      <dgm:spPr/>
      <dgm:t>
        <a:bodyPr/>
        <a:lstStyle/>
        <a:p>
          <a:pPr rtl="0"/>
          <a:r>
            <a:rPr lang="en-US" dirty="0"/>
            <a:t>210</a:t>
          </a:r>
          <a:endParaRPr lang="x-none" dirty="0"/>
        </a:p>
      </dgm:t>
    </dgm:pt>
    <dgm:pt modelId="{7C9084A2-0E3B-4105-A2DE-BC30464644D6}" type="parTrans" cxnId="{928F2DBE-E0A8-4285-8D27-48C67B51760C}">
      <dgm:prSet/>
      <dgm:spPr/>
      <dgm:t>
        <a:bodyPr/>
        <a:lstStyle/>
        <a:p>
          <a:endParaRPr lang=""/>
        </a:p>
      </dgm:t>
    </dgm:pt>
    <dgm:pt modelId="{962DC981-D0F4-4FF0-B13C-B3BDDC82304C}" type="sibTrans" cxnId="{928F2DBE-E0A8-4285-8D27-48C67B51760C}">
      <dgm:prSet/>
      <dgm:spPr/>
      <dgm:t>
        <a:bodyPr/>
        <a:lstStyle/>
        <a:p>
          <a:endParaRPr lang=""/>
        </a:p>
      </dgm:t>
    </dgm:pt>
    <dgm:pt modelId="{8925CDD8-4E42-4CE7-B311-488EDA9FC97D}">
      <dgm:prSet/>
      <dgm:spPr/>
      <dgm:t>
        <a:bodyPr/>
        <a:lstStyle/>
        <a:p>
          <a:pPr rtl="0"/>
          <a:r>
            <a:rPr lang="en-US"/>
            <a:t>1500</a:t>
          </a:r>
          <a:endParaRPr lang="x-none" dirty="0"/>
        </a:p>
      </dgm:t>
    </dgm:pt>
    <dgm:pt modelId="{62A3930D-C819-49CB-BCAF-4B2751E4C28E}" type="parTrans" cxnId="{1465F7A3-A63C-4554-B06B-3E6E39C72CD6}">
      <dgm:prSet/>
      <dgm:spPr/>
      <dgm:t>
        <a:bodyPr/>
        <a:lstStyle/>
        <a:p>
          <a:endParaRPr lang=""/>
        </a:p>
      </dgm:t>
    </dgm:pt>
    <dgm:pt modelId="{9B05A44E-9AE5-4255-A6C7-1ECFDD8F20AF}" type="sibTrans" cxnId="{1465F7A3-A63C-4554-B06B-3E6E39C72CD6}">
      <dgm:prSet/>
      <dgm:spPr/>
      <dgm:t>
        <a:bodyPr/>
        <a:lstStyle/>
        <a:p>
          <a:endParaRPr lang=""/>
        </a:p>
      </dgm:t>
    </dgm:pt>
    <dgm:pt modelId="{58629D34-57F9-4F27-BDC5-2F0BE098C7B7}">
      <dgm:prSet/>
      <dgm:spPr/>
      <dgm:t>
        <a:bodyPr/>
        <a:lstStyle/>
        <a:p>
          <a:pPr rtl="0"/>
          <a:r>
            <a:rPr lang="en-US"/>
            <a:t>1200</a:t>
          </a:r>
          <a:endParaRPr lang="x-none" dirty="0"/>
        </a:p>
      </dgm:t>
    </dgm:pt>
    <dgm:pt modelId="{B4C36A80-D153-4EC4-B542-3DF78CB19B30}" type="parTrans" cxnId="{BF68F5F9-3EB4-4166-B6E4-AE8CE7F2754F}">
      <dgm:prSet/>
      <dgm:spPr/>
      <dgm:t>
        <a:bodyPr/>
        <a:lstStyle/>
        <a:p>
          <a:endParaRPr lang=""/>
        </a:p>
      </dgm:t>
    </dgm:pt>
    <dgm:pt modelId="{EE0B3DB6-1F9D-47A8-9F9A-500BC3EA108B}" type="sibTrans" cxnId="{BF68F5F9-3EB4-4166-B6E4-AE8CE7F2754F}">
      <dgm:prSet/>
      <dgm:spPr/>
      <dgm:t>
        <a:bodyPr/>
        <a:lstStyle/>
        <a:p>
          <a:endParaRPr lang=""/>
        </a:p>
      </dgm:t>
    </dgm:pt>
    <dgm:pt modelId="{A8913401-6665-4913-BB9A-9CC33CE6B810}" type="pres">
      <dgm:prSet presAssocID="{8ECD5D26-DD64-4C09-AFDA-CD581B9B07B9}" presName="Name0" presStyleCnt="0">
        <dgm:presLayoutVars>
          <dgm:dir/>
          <dgm:animLvl val="lvl"/>
          <dgm:resizeHandles val="exact"/>
        </dgm:presLayoutVars>
      </dgm:prSet>
      <dgm:spPr/>
    </dgm:pt>
    <dgm:pt modelId="{7E016615-0975-4054-9B55-A561381808D9}" type="pres">
      <dgm:prSet presAssocID="{24BC98AE-4FAF-4D54-8371-654674D10F4B}" presName="composite" presStyleCnt="0"/>
      <dgm:spPr/>
    </dgm:pt>
    <dgm:pt modelId="{1359639A-8B5E-44D4-B06A-D318B4857505}" type="pres">
      <dgm:prSet presAssocID="{24BC98AE-4FAF-4D54-8371-654674D10F4B}" presName="parTx" presStyleLbl="alignNode1" presStyleIdx="0" presStyleCnt="4" custScaleY="57554" custLinFactY="-78197" custLinFactNeighborX="-166" custLinFactNeighborY="-100000">
        <dgm:presLayoutVars>
          <dgm:chMax val="0"/>
          <dgm:chPref val="0"/>
          <dgm:bulletEnabled val="1"/>
        </dgm:presLayoutVars>
      </dgm:prSet>
      <dgm:spPr/>
    </dgm:pt>
    <dgm:pt modelId="{4FE83322-3CF7-4E20-8E8D-1F797EABA1D4}" type="pres">
      <dgm:prSet presAssocID="{24BC98AE-4FAF-4D54-8371-654674D10F4B}" presName="desTx" presStyleLbl="alignAccFollowNode1" presStyleIdx="0" presStyleCnt="4" custScaleY="57554" custLinFactY="-39724" custLinFactNeighborX="-166" custLinFactNeighborY="-100000">
        <dgm:presLayoutVars>
          <dgm:bulletEnabled val="1"/>
        </dgm:presLayoutVars>
      </dgm:prSet>
      <dgm:spPr/>
    </dgm:pt>
    <dgm:pt modelId="{08ED4DBA-9F8D-4760-A60A-B0173E8639A3}" type="pres">
      <dgm:prSet presAssocID="{02C2AA02-34F0-4C90-99F1-DB4E68170DCF}" presName="space" presStyleCnt="0"/>
      <dgm:spPr/>
    </dgm:pt>
    <dgm:pt modelId="{A7BFBEBA-A16B-4B11-BB14-C44CB961EACE}" type="pres">
      <dgm:prSet presAssocID="{BAD35CE5-42A2-40E9-B2D7-889D8FC7E966}" presName="composite" presStyleCnt="0"/>
      <dgm:spPr/>
    </dgm:pt>
    <dgm:pt modelId="{9297E73A-C395-41D3-A534-93000ABDD908}" type="pres">
      <dgm:prSet presAssocID="{BAD35CE5-42A2-40E9-B2D7-889D8FC7E966}" presName="parTx" presStyleLbl="alignNode1" presStyleIdx="1" presStyleCnt="4" custScaleY="57554" custLinFactY="-78197" custLinFactNeighborX="-465" custLinFactNeighborY="-100000">
        <dgm:presLayoutVars>
          <dgm:chMax val="0"/>
          <dgm:chPref val="0"/>
          <dgm:bulletEnabled val="1"/>
        </dgm:presLayoutVars>
      </dgm:prSet>
      <dgm:spPr/>
    </dgm:pt>
    <dgm:pt modelId="{3C9BEE9E-B0CE-42E2-9AAC-4F94BF6105B7}" type="pres">
      <dgm:prSet presAssocID="{BAD35CE5-42A2-40E9-B2D7-889D8FC7E966}" presName="desTx" presStyleLbl="alignAccFollowNode1" presStyleIdx="1" presStyleCnt="4" custScaleY="57554" custLinFactY="-39724" custLinFactNeighborX="-465" custLinFactNeighborY="-100000">
        <dgm:presLayoutVars>
          <dgm:bulletEnabled val="1"/>
        </dgm:presLayoutVars>
      </dgm:prSet>
      <dgm:spPr/>
    </dgm:pt>
    <dgm:pt modelId="{90373883-F7F0-4641-99BA-F8AE9864B8FE}" type="pres">
      <dgm:prSet presAssocID="{780A1029-41CC-486F-8A1E-A45286F8437E}" presName="space" presStyleCnt="0"/>
      <dgm:spPr/>
    </dgm:pt>
    <dgm:pt modelId="{6668E8F6-DD7D-4F6E-875F-0836444B1269}" type="pres">
      <dgm:prSet presAssocID="{EE9C066B-5DCB-4110-9212-8539957545B0}" presName="composite" presStyleCnt="0"/>
      <dgm:spPr/>
    </dgm:pt>
    <dgm:pt modelId="{DE411E72-3331-4A99-BB78-551C6C5C262A}" type="pres">
      <dgm:prSet presAssocID="{EE9C066B-5DCB-4110-9212-8539957545B0}" presName="parTx" presStyleLbl="alignNode1" presStyleIdx="2" presStyleCnt="4" custScaleY="57554" custLinFactY="-78197" custLinFactNeighborX="-465" custLinFactNeighborY="-100000">
        <dgm:presLayoutVars>
          <dgm:chMax val="0"/>
          <dgm:chPref val="0"/>
          <dgm:bulletEnabled val="1"/>
        </dgm:presLayoutVars>
      </dgm:prSet>
      <dgm:spPr/>
    </dgm:pt>
    <dgm:pt modelId="{B5E3783D-1406-48B8-9FF2-762F54480940}" type="pres">
      <dgm:prSet presAssocID="{EE9C066B-5DCB-4110-9212-8539957545B0}" presName="desTx" presStyleLbl="alignAccFollowNode1" presStyleIdx="2" presStyleCnt="4" custScaleY="57554" custLinFactY="-39724" custLinFactNeighborX="-465" custLinFactNeighborY="-100000">
        <dgm:presLayoutVars>
          <dgm:bulletEnabled val="1"/>
        </dgm:presLayoutVars>
      </dgm:prSet>
      <dgm:spPr/>
    </dgm:pt>
    <dgm:pt modelId="{2833C090-6177-4714-B1FA-120284237598}" type="pres">
      <dgm:prSet presAssocID="{DA8EB33F-3F15-4184-A27B-ACC2002D6F7A}" presName="space" presStyleCnt="0"/>
      <dgm:spPr/>
    </dgm:pt>
    <dgm:pt modelId="{5C647FD5-AAB7-4D0D-91B6-B1CB4B47421E}" type="pres">
      <dgm:prSet presAssocID="{170D0B22-37BC-4600-851B-ABD72AE68587}" presName="composite" presStyleCnt="0"/>
      <dgm:spPr/>
    </dgm:pt>
    <dgm:pt modelId="{08281E1B-6DAE-4C19-9CCD-979568DEC01E}" type="pres">
      <dgm:prSet presAssocID="{170D0B22-37BC-4600-851B-ABD72AE68587}" presName="parTx" presStyleLbl="alignNode1" presStyleIdx="3" presStyleCnt="4" custScaleY="57554" custLinFactY="-78197" custLinFactNeighborX="-465" custLinFactNeighborY="-100000">
        <dgm:presLayoutVars>
          <dgm:chMax val="0"/>
          <dgm:chPref val="0"/>
          <dgm:bulletEnabled val="1"/>
        </dgm:presLayoutVars>
      </dgm:prSet>
      <dgm:spPr/>
    </dgm:pt>
    <dgm:pt modelId="{AD0F8511-1CEE-4136-813F-54D3CCA5CF1C}" type="pres">
      <dgm:prSet presAssocID="{170D0B22-37BC-4600-851B-ABD72AE68587}" presName="desTx" presStyleLbl="alignAccFollowNode1" presStyleIdx="3" presStyleCnt="4" custScaleY="57554" custLinFactY="-39724" custLinFactNeighborX="-465" custLinFactNeighborY="-100000">
        <dgm:presLayoutVars>
          <dgm:bulletEnabled val="1"/>
        </dgm:presLayoutVars>
      </dgm:prSet>
      <dgm:spPr/>
    </dgm:pt>
  </dgm:ptLst>
  <dgm:cxnLst>
    <dgm:cxn modelId="{D6028D3F-BBD7-45EB-966F-D5D2663FAA15}" type="presOf" srcId="{8ECD5D26-DD64-4C09-AFDA-CD581B9B07B9}" destId="{A8913401-6665-4913-BB9A-9CC33CE6B810}" srcOrd="0" destOrd="0" presId="urn:microsoft.com/office/officeart/2005/8/layout/hList1"/>
    <dgm:cxn modelId="{0CD98A67-3AB5-468D-AB11-C2A10BA8F911}" srcId="{8ECD5D26-DD64-4C09-AFDA-CD581B9B07B9}" destId="{EE9C066B-5DCB-4110-9212-8539957545B0}" srcOrd="2" destOrd="0" parTransId="{ACC20915-F578-45D5-85D6-59F056FDBBEA}" sibTransId="{DA8EB33F-3F15-4184-A27B-ACC2002D6F7A}"/>
    <dgm:cxn modelId="{B2A6844A-C2B9-4AF9-87D4-D41DDA192A2F}" type="presOf" srcId="{24BC98AE-4FAF-4D54-8371-654674D10F4B}" destId="{1359639A-8B5E-44D4-B06A-D318B4857505}" srcOrd="0" destOrd="0" presId="urn:microsoft.com/office/officeart/2005/8/layout/hList1"/>
    <dgm:cxn modelId="{9BBCD96C-F8E3-4E4E-BB22-9D374375ECA0}" type="presOf" srcId="{8ABEC763-A6E3-4965-A604-4868C470953F}" destId="{3C9BEE9E-B0CE-42E2-9AAC-4F94BF6105B7}" srcOrd="0" destOrd="0" presId="urn:microsoft.com/office/officeart/2005/8/layout/hList1"/>
    <dgm:cxn modelId="{0FF4EF5A-4FF0-4301-8FAC-45996F2AEF4B}" type="presOf" srcId="{58629D34-57F9-4F27-BDC5-2F0BE098C7B7}" destId="{AD0F8511-1CEE-4136-813F-54D3CCA5CF1C}" srcOrd="0" destOrd="0" presId="urn:microsoft.com/office/officeart/2005/8/layout/hList1"/>
    <dgm:cxn modelId="{059EBD7D-037E-425A-9E3A-ED46C2971C13}" srcId="{8ECD5D26-DD64-4C09-AFDA-CD581B9B07B9}" destId="{BAD35CE5-42A2-40E9-B2D7-889D8FC7E966}" srcOrd="1" destOrd="0" parTransId="{6DD0BA18-D874-40C5-A134-2D6498F977A6}" sibTransId="{780A1029-41CC-486F-8A1E-A45286F8437E}"/>
    <dgm:cxn modelId="{AB39EE7E-4F80-4724-A986-6E1074A08DCF}" type="presOf" srcId="{EE9C066B-5DCB-4110-9212-8539957545B0}" destId="{DE411E72-3331-4A99-BB78-551C6C5C262A}" srcOrd="0" destOrd="0" presId="urn:microsoft.com/office/officeart/2005/8/layout/hList1"/>
    <dgm:cxn modelId="{2E054B97-33F1-480C-9A79-068B0A1F44CD}" type="presOf" srcId="{170D0B22-37BC-4600-851B-ABD72AE68587}" destId="{08281E1B-6DAE-4C19-9CCD-979568DEC01E}" srcOrd="0" destOrd="0" presId="urn:microsoft.com/office/officeart/2005/8/layout/hList1"/>
    <dgm:cxn modelId="{C6A188A1-1950-4A86-AF35-8B9E8302850A}" srcId="{24BC98AE-4FAF-4D54-8371-654674D10F4B}" destId="{473B0BE8-527C-477C-9BE2-48B033615965}" srcOrd="0" destOrd="0" parTransId="{63E2225C-2024-4B15-B2A6-62049EE91C8E}" sibTransId="{7641D0B4-4A8C-4D91-A8F4-D2553F5A5786}"/>
    <dgm:cxn modelId="{1465F7A3-A63C-4554-B06B-3E6E39C72CD6}" srcId="{EE9C066B-5DCB-4110-9212-8539957545B0}" destId="{8925CDD8-4E42-4CE7-B311-488EDA9FC97D}" srcOrd="0" destOrd="0" parTransId="{62A3930D-C819-49CB-BCAF-4B2751E4C28E}" sibTransId="{9B05A44E-9AE5-4255-A6C7-1ECFDD8F20AF}"/>
    <dgm:cxn modelId="{A53E8FB0-A6A1-4949-81C5-C7CD10685981}" type="presOf" srcId="{8925CDD8-4E42-4CE7-B311-488EDA9FC97D}" destId="{B5E3783D-1406-48B8-9FF2-762F54480940}" srcOrd="0" destOrd="0" presId="urn:microsoft.com/office/officeart/2005/8/layout/hList1"/>
    <dgm:cxn modelId="{928F2DBE-E0A8-4285-8D27-48C67B51760C}" srcId="{BAD35CE5-42A2-40E9-B2D7-889D8FC7E966}" destId="{8ABEC763-A6E3-4965-A604-4868C470953F}" srcOrd="0" destOrd="0" parTransId="{7C9084A2-0E3B-4105-A2DE-BC30464644D6}" sibTransId="{962DC981-D0F4-4FF0-B13C-B3BDDC82304C}"/>
    <dgm:cxn modelId="{7FF422CB-66BB-4CDB-A427-910C0CB6C323}" srcId="{8ECD5D26-DD64-4C09-AFDA-CD581B9B07B9}" destId="{170D0B22-37BC-4600-851B-ABD72AE68587}" srcOrd="3" destOrd="0" parTransId="{D71071A4-842D-4FC4-9C97-22827D416659}" sibTransId="{F7ECC39E-2E28-408C-AFC5-D2D11C1EF88A}"/>
    <dgm:cxn modelId="{49E59ACF-26DD-482C-ACE9-2098A51C8DBE}" srcId="{8ECD5D26-DD64-4C09-AFDA-CD581B9B07B9}" destId="{24BC98AE-4FAF-4D54-8371-654674D10F4B}" srcOrd="0" destOrd="0" parTransId="{6192FF33-F809-451D-9B8F-9C3156B7FBF6}" sibTransId="{02C2AA02-34F0-4C90-99F1-DB4E68170DCF}"/>
    <dgm:cxn modelId="{686F57E6-F5E8-4C31-A71A-700AE47F435B}" type="presOf" srcId="{473B0BE8-527C-477C-9BE2-48B033615965}" destId="{4FE83322-3CF7-4E20-8E8D-1F797EABA1D4}" srcOrd="0" destOrd="0" presId="urn:microsoft.com/office/officeart/2005/8/layout/hList1"/>
    <dgm:cxn modelId="{3EA5E7F2-2A0D-4665-8B41-81832360A7C5}" type="presOf" srcId="{BAD35CE5-42A2-40E9-B2D7-889D8FC7E966}" destId="{9297E73A-C395-41D3-A534-93000ABDD908}" srcOrd="0" destOrd="0" presId="urn:microsoft.com/office/officeart/2005/8/layout/hList1"/>
    <dgm:cxn modelId="{BF68F5F9-3EB4-4166-B6E4-AE8CE7F2754F}" srcId="{170D0B22-37BC-4600-851B-ABD72AE68587}" destId="{58629D34-57F9-4F27-BDC5-2F0BE098C7B7}" srcOrd="0" destOrd="0" parTransId="{B4C36A80-D153-4EC4-B542-3DF78CB19B30}" sibTransId="{EE0B3DB6-1F9D-47A8-9F9A-500BC3EA108B}"/>
    <dgm:cxn modelId="{E9B79C3C-7B01-4F43-B151-D851ECCBAD81}" type="presParOf" srcId="{A8913401-6665-4913-BB9A-9CC33CE6B810}" destId="{7E016615-0975-4054-9B55-A561381808D9}" srcOrd="0" destOrd="0" presId="urn:microsoft.com/office/officeart/2005/8/layout/hList1"/>
    <dgm:cxn modelId="{0C40B81A-B84A-4BF7-92E0-B368E8E9C3D2}" type="presParOf" srcId="{7E016615-0975-4054-9B55-A561381808D9}" destId="{1359639A-8B5E-44D4-B06A-D318B4857505}" srcOrd="0" destOrd="0" presId="urn:microsoft.com/office/officeart/2005/8/layout/hList1"/>
    <dgm:cxn modelId="{1B2248CE-59FA-4F05-8A7E-00DABA0907E7}" type="presParOf" srcId="{7E016615-0975-4054-9B55-A561381808D9}" destId="{4FE83322-3CF7-4E20-8E8D-1F797EABA1D4}" srcOrd="1" destOrd="0" presId="urn:microsoft.com/office/officeart/2005/8/layout/hList1"/>
    <dgm:cxn modelId="{07F8DBCB-C64A-47C6-9B9C-F45D6FA28834}" type="presParOf" srcId="{A8913401-6665-4913-BB9A-9CC33CE6B810}" destId="{08ED4DBA-9F8D-4760-A60A-B0173E8639A3}" srcOrd="1" destOrd="0" presId="urn:microsoft.com/office/officeart/2005/8/layout/hList1"/>
    <dgm:cxn modelId="{C3591D13-60D4-439D-8FFD-143A8A0B314F}" type="presParOf" srcId="{A8913401-6665-4913-BB9A-9CC33CE6B810}" destId="{A7BFBEBA-A16B-4B11-BB14-C44CB961EACE}" srcOrd="2" destOrd="0" presId="urn:microsoft.com/office/officeart/2005/8/layout/hList1"/>
    <dgm:cxn modelId="{79739B22-EC80-4DC7-A6B5-C359CB6E7FC4}" type="presParOf" srcId="{A7BFBEBA-A16B-4B11-BB14-C44CB961EACE}" destId="{9297E73A-C395-41D3-A534-93000ABDD908}" srcOrd="0" destOrd="0" presId="urn:microsoft.com/office/officeart/2005/8/layout/hList1"/>
    <dgm:cxn modelId="{CB8B9417-2B80-44DF-8174-D1F854C6EA1E}" type="presParOf" srcId="{A7BFBEBA-A16B-4B11-BB14-C44CB961EACE}" destId="{3C9BEE9E-B0CE-42E2-9AAC-4F94BF6105B7}" srcOrd="1" destOrd="0" presId="urn:microsoft.com/office/officeart/2005/8/layout/hList1"/>
    <dgm:cxn modelId="{0A59DD5A-E410-478F-A18E-35D7122A44AA}" type="presParOf" srcId="{A8913401-6665-4913-BB9A-9CC33CE6B810}" destId="{90373883-F7F0-4641-99BA-F8AE9864B8FE}" srcOrd="3" destOrd="0" presId="urn:microsoft.com/office/officeart/2005/8/layout/hList1"/>
    <dgm:cxn modelId="{4191399A-E894-44C2-9671-02AE53034F5C}" type="presParOf" srcId="{A8913401-6665-4913-BB9A-9CC33CE6B810}" destId="{6668E8F6-DD7D-4F6E-875F-0836444B1269}" srcOrd="4" destOrd="0" presId="urn:microsoft.com/office/officeart/2005/8/layout/hList1"/>
    <dgm:cxn modelId="{B66777AA-82F9-4CB2-A72D-EB5CC4BE72BC}" type="presParOf" srcId="{6668E8F6-DD7D-4F6E-875F-0836444B1269}" destId="{DE411E72-3331-4A99-BB78-551C6C5C262A}" srcOrd="0" destOrd="0" presId="urn:microsoft.com/office/officeart/2005/8/layout/hList1"/>
    <dgm:cxn modelId="{C80F40BA-1FD7-4382-9502-8A3207549700}" type="presParOf" srcId="{6668E8F6-DD7D-4F6E-875F-0836444B1269}" destId="{B5E3783D-1406-48B8-9FF2-762F54480940}" srcOrd="1" destOrd="0" presId="urn:microsoft.com/office/officeart/2005/8/layout/hList1"/>
    <dgm:cxn modelId="{1316A9DF-D096-4ACA-AF06-E20945C30CF8}" type="presParOf" srcId="{A8913401-6665-4913-BB9A-9CC33CE6B810}" destId="{2833C090-6177-4714-B1FA-120284237598}" srcOrd="5" destOrd="0" presId="urn:microsoft.com/office/officeart/2005/8/layout/hList1"/>
    <dgm:cxn modelId="{6482AFBC-BE3D-4C36-88AA-3CFFCCFE631C}" type="presParOf" srcId="{A8913401-6665-4913-BB9A-9CC33CE6B810}" destId="{5C647FD5-AAB7-4D0D-91B6-B1CB4B47421E}" srcOrd="6" destOrd="0" presId="urn:microsoft.com/office/officeart/2005/8/layout/hList1"/>
    <dgm:cxn modelId="{8430B909-F951-44C2-A444-926F6CD21465}" type="presParOf" srcId="{5C647FD5-AAB7-4D0D-91B6-B1CB4B47421E}" destId="{08281E1B-6DAE-4C19-9CCD-979568DEC01E}" srcOrd="0" destOrd="0" presId="urn:microsoft.com/office/officeart/2005/8/layout/hList1"/>
    <dgm:cxn modelId="{6E61BA4A-7516-4AAC-BC74-A05B759A70AF}" type="presParOf" srcId="{5C647FD5-AAB7-4D0D-91B6-B1CB4B47421E}" destId="{AD0F8511-1CEE-4136-813F-54D3CCA5CF1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EF9E62A-A957-45F0-9E57-4E16F504A053}"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
        </a:p>
      </dgm:t>
    </dgm:pt>
    <dgm:pt modelId="{40750921-28EE-43FC-BE15-A30BCE08F2DF}">
      <dgm:prSet custT="1"/>
      <dgm:spPr/>
      <dgm:t>
        <a:bodyPr/>
        <a:lstStyle/>
        <a:p>
          <a:pPr rtl="0"/>
          <a:r>
            <a:rPr lang="en-US" sz="1400" dirty="0"/>
            <a:t>Decide the types of hardware</a:t>
          </a:r>
          <a:endParaRPr lang="x-none" sz="1400" dirty="0"/>
        </a:p>
      </dgm:t>
    </dgm:pt>
    <dgm:pt modelId="{E274B45F-4F5E-4A1C-8C90-43AF50F01A2A}" type="parTrans" cxnId="{EEE4DEA4-377F-4588-BD91-E1AAA1F68BCE}">
      <dgm:prSet/>
      <dgm:spPr/>
      <dgm:t>
        <a:bodyPr/>
        <a:lstStyle/>
        <a:p>
          <a:endParaRPr lang=""/>
        </a:p>
      </dgm:t>
    </dgm:pt>
    <dgm:pt modelId="{A4763A21-662D-405E-9994-71B330401121}" type="sibTrans" cxnId="{EEE4DEA4-377F-4588-BD91-E1AAA1F68BCE}">
      <dgm:prSet/>
      <dgm:spPr/>
      <dgm:t>
        <a:bodyPr/>
        <a:lstStyle/>
        <a:p>
          <a:endParaRPr lang=""/>
        </a:p>
      </dgm:t>
    </dgm:pt>
    <dgm:pt modelId="{96349B0C-EB36-44DE-AC2F-4EB4E0598419}">
      <dgm:prSet custT="1"/>
      <dgm:spPr/>
      <dgm:t>
        <a:bodyPr/>
        <a:lstStyle/>
        <a:p>
          <a:pPr rtl="0"/>
          <a:r>
            <a:rPr lang="en-US" sz="1400" dirty="0"/>
            <a:t>Decide the hardware brands, models and device drivers</a:t>
          </a:r>
          <a:endParaRPr lang="x-none" sz="1400" dirty="0"/>
        </a:p>
      </dgm:t>
    </dgm:pt>
    <dgm:pt modelId="{9C92A1DE-FAB5-4656-B4DA-6A506282F92D}" type="parTrans" cxnId="{6883D75C-32EA-48EB-BFFC-E2180C90661C}">
      <dgm:prSet/>
      <dgm:spPr/>
      <dgm:t>
        <a:bodyPr/>
        <a:lstStyle/>
        <a:p>
          <a:endParaRPr lang=""/>
        </a:p>
      </dgm:t>
    </dgm:pt>
    <dgm:pt modelId="{D56F3A28-CB30-4398-A41E-1A61EF77CDAF}" type="sibTrans" cxnId="{6883D75C-32EA-48EB-BFFC-E2180C90661C}">
      <dgm:prSet/>
      <dgm:spPr/>
      <dgm:t>
        <a:bodyPr/>
        <a:lstStyle/>
        <a:p>
          <a:endParaRPr lang=""/>
        </a:p>
      </dgm:t>
    </dgm:pt>
    <dgm:pt modelId="{E56EEDBF-0D10-44D0-9309-6E8FFFB17C52}">
      <dgm:prSet custT="1"/>
      <dgm:spPr/>
      <dgm:t>
        <a:bodyPr/>
        <a:lstStyle/>
        <a:p>
          <a:pPr rtl="0"/>
          <a:r>
            <a:rPr lang="en-US" sz="1400" dirty="0"/>
            <a:t>Decide the hardware features, modes and options</a:t>
          </a:r>
          <a:endParaRPr lang="x-none" sz="1400" dirty="0"/>
        </a:p>
      </dgm:t>
    </dgm:pt>
    <dgm:pt modelId="{AF50988F-A4C0-4F42-BB78-D21578AD8906}" type="parTrans" cxnId="{91F9DFE6-34D1-498C-9D68-F9417ECA461B}">
      <dgm:prSet/>
      <dgm:spPr/>
      <dgm:t>
        <a:bodyPr/>
        <a:lstStyle/>
        <a:p>
          <a:endParaRPr lang=""/>
        </a:p>
      </dgm:t>
    </dgm:pt>
    <dgm:pt modelId="{F3B5F519-B119-4875-BED1-607126A13245}" type="sibTrans" cxnId="{91F9DFE6-34D1-498C-9D68-F9417ECA461B}">
      <dgm:prSet/>
      <dgm:spPr/>
      <dgm:t>
        <a:bodyPr/>
        <a:lstStyle/>
        <a:p>
          <a:endParaRPr lang=""/>
        </a:p>
      </dgm:t>
    </dgm:pt>
    <dgm:pt modelId="{027F1030-CA35-4DC9-940B-8B36BD7BEC9B}">
      <dgm:prSet custT="1"/>
      <dgm:spPr/>
      <dgm:t>
        <a:bodyPr/>
        <a:lstStyle/>
        <a:p>
          <a:pPr rtl="0"/>
          <a:r>
            <a:rPr lang="en-US" sz="1400" dirty="0"/>
            <a:t>Pare down the identified hardware configurations to a manage-able set</a:t>
          </a:r>
          <a:endParaRPr lang="x-none" sz="1400" dirty="0"/>
        </a:p>
      </dgm:t>
    </dgm:pt>
    <dgm:pt modelId="{629D05FD-E148-4010-9DE9-8DF1FC36B995}" type="parTrans" cxnId="{BE5E9A7B-76EB-4193-9F5E-EEC598218592}">
      <dgm:prSet/>
      <dgm:spPr/>
      <dgm:t>
        <a:bodyPr/>
        <a:lstStyle/>
        <a:p>
          <a:endParaRPr lang=""/>
        </a:p>
      </dgm:t>
    </dgm:pt>
    <dgm:pt modelId="{87445BDE-EC6D-46CC-9FA4-12FAD7FB7F93}" type="sibTrans" cxnId="{BE5E9A7B-76EB-4193-9F5E-EEC598218592}">
      <dgm:prSet/>
      <dgm:spPr/>
      <dgm:t>
        <a:bodyPr/>
        <a:lstStyle/>
        <a:p>
          <a:endParaRPr lang=""/>
        </a:p>
      </dgm:t>
    </dgm:pt>
    <dgm:pt modelId="{BC4772C0-6386-4E08-A331-71B206679006}">
      <dgm:prSet custT="1"/>
      <dgm:spPr/>
      <dgm:t>
        <a:bodyPr/>
        <a:lstStyle/>
        <a:p>
          <a:pPr rtl="0"/>
          <a:r>
            <a:rPr lang="en-US" sz="1400" dirty="0"/>
            <a:t>Identify your software’s unique features that work with the hardware configurations</a:t>
          </a:r>
          <a:endParaRPr lang="x-none" sz="1400" dirty="0"/>
        </a:p>
      </dgm:t>
    </dgm:pt>
    <dgm:pt modelId="{8A02D02C-4421-4848-A6B9-46949C17F628}" type="parTrans" cxnId="{311D2D44-FF95-4781-888B-34E26CB5BA96}">
      <dgm:prSet/>
      <dgm:spPr/>
      <dgm:t>
        <a:bodyPr/>
        <a:lstStyle/>
        <a:p>
          <a:endParaRPr lang=""/>
        </a:p>
      </dgm:t>
    </dgm:pt>
    <dgm:pt modelId="{50B834D6-A3E1-45BD-8D6A-1EC0C85C3989}" type="sibTrans" cxnId="{311D2D44-FF95-4781-888B-34E26CB5BA96}">
      <dgm:prSet/>
      <dgm:spPr/>
      <dgm:t>
        <a:bodyPr/>
        <a:lstStyle/>
        <a:p>
          <a:endParaRPr lang=""/>
        </a:p>
      </dgm:t>
    </dgm:pt>
    <dgm:pt modelId="{B8E114C6-9056-4D4E-98C8-5F64D90B0D5B}">
      <dgm:prSet custT="1"/>
      <dgm:spPr/>
      <dgm:t>
        <a:bodyPr/>
        <a:lstStyle/>
        <a:p>
          <a:pPr rtl="0"/>
          <a:r>
            <a:rPr lang="en-US" sz="1400" dirty="0"/>
            <a:t>Design the test cases to run on each configuration</a:t>
          </a:r>
          <a:endParaRPr lang="x-none" sz="1400" dirty="0"/>
        </a:p>
      </dgm:t>
    </dgm:pt>
    <dgm:pt modelId="{8B83CDED-71F7-4249-A001-00E5DD59C934}" type="parTrans" cxnId="{7F768048-DA2E-456F-AD33-C3D946302DE6}">
      <dgm:prSet/>
      <dgm:spPr/>
      <dgm:t>
        <a:bodyPr/>
        <a:lstStyle/>
        <a:p>
          <a:endParaRPr lang=""/>
        </a:p>
      </dgm:t>
    </dgm:pt>
    <dgm:pt modelId="{34FBB4FA-B4A3-4DEE-9C43-0A3E3E70B049}" type="sibTrans" cxnId="{7F768048-DA2E-456F-AD33-C3D946302DE6}">
      <dgm:prSet/>
      <dgm:spPr/>
      <dgm:t>
        <a:bodyPr/>
        <a:lstStyle/>
        <a:p>
          <a:endParaRPr lang=""/>
        </a:p>
      </dgm:t>
    </dgm:pt>
    <dgm:pt modelId="{B8A99596-AC11-49FC-804F-4A23E8309467}">
      <dgm:prSet custT="1"/>
      <dgm:spPr/>
      <dgm:t>
        <a:bodyPr/>
        <a:lstStyle/>
        <a:p>
          <a:pPr rtl="0"/>
          <a:r>
            <a:rPr lang="en-US" sz="1400" dirty="0"/>
            <a:t>Execute the tests on each configuration</a:t>
          </a:r>
          <a:endParaRPr lang="x-none" sz="1400" dirty="0"/>
        </a:p>
      </dgm:t>
    </dgm:pt>
    <dgm:pt modelId="{45878C47-7A4B-4333-8567-5486255D755A}" type="parTrans" cxnId="{B7B5A3F5-2E20-44D1-AD9B-E3BCBA34DFDC}">
      <dgm:prSet/>
      <dgm:spPr/>
      <dgm:t>
        <a:bodyPr/>
        <a:lstStyle/>
        <a:p>
          <a:endParaRPr lang=""/>
        </a:p>
      </dgm:t>
    </dgm:pt>
    <dgm:pt modelId="{D657D949-9B0E-4F45-A25E-3D6E3A56C654}" type="sibTrans" cxnId="{B7B5A3F5-2E20-44D1-AD9B-E3BCBA34DFDC}">
      <dgm:prSet/>
      <dgm:spPr/>
      <dgm:t>
        <a:bodyPr/>
        <a:lstStyle/>
        <a:p>
          <a:endParaRPr lang=""/>
        </a:p>
      </dgm:t>
    </dgm:pt>
    <dgm:pt modelId="{E5600C6C-49B7-4CDB-B11E-A09182410CA3}">
      <dgm:prSet custT="1"/>
      <dgm:spPr/>
      <dgm:t>
        <a:bodyPr/>
        <a:lstStyle/>
        <a:p>
          <a:pPr rtl="0"/>
          <a:r>
            <a:rPr lang="en-US" sz="1400" dirty="0"/>
            <a:t>Rerun the tests until the results satisfy your teams</a:t>
          </a:r>
          <a:endParaRPr lang="x-none" sz="1400" dirty="0"/>
        </a:p>
      </dgm:t>
    </dgm:pt>
    <dgm:pt modelId="{AD804988-C8A3-4B09-8393-A3ED78C2A038}" type="parTrans" cxnId="{69499C9B-F089-43B7-AFC2-7D558E01CE38}">
      <dgm:prSet/>
      <dgm:spPr/>
      <dgm:t>
        <a:bodyPr/>
        <a:lstStyle/>
        <a:p>
          <a:endParaRPr lang=""/>
        </a:p>
      </dgm:t>
    </dgm:pt>
    <dgm:pt modelId="{11CF67EB-E846-4B0D-8B89-BD2A07AF4FF8}" type="sibTrans" cxnId="{69499C9B-F089-43B7-AFC2-7D558E01CE38}">
      <dgm:prSet/>
      <dgm:spPr/>
      <dgm:t>
        <a:bodyPr/>
        <a:lstStyle/>
        <a:p>
          <a:endParaRPr lang=""/>
        </a:p>
      </dgm:t>
    </dgm:pt>
    <dgm:pt modelId="{E65F90B5-821A-4364-99BF-997436EF642E}" type="pres">
      <dgm:prSet presAssocID="{CEF9E62A-A957-45F0-9E57-4E16F504A053}" presName="CompostProcess" presStyleCnt="0">
        <dgm:presLayoutVars>
          <dgm:dir/>
          <dgm:resizeHandles val="exact"/>
        </dgm:presLayoutVars>
      </dgm:prSet>
      <dgm:spPr/>
    </dgm:pt>
    <dgm:pt modelId="{AE88E3FE-E80B-418E-90C7-BE7353EDE0C3}" type="pres">
      <dgm:prSet presAssocID="{CEF9E62A-A957-45F0-9E57-4E16F504A053}" presName="arrow" presStyleLbl="bgShp" presStyleIdx="0" presStyleCnt="1"/>
      <dgm:spPr/>
    </dgm:pt>
    <dgm:pt modelId="{C1B28EC8-48DA-4F3E-97B5-6BF202C026D7}" type="pres">
      <dgm:prSet presAssocID="{CEF9E62A-A957-45F0-9E57-4E16F504A053}" presName="linearProcess" presStyleCnt="0"/>
      <dgm:spPr/>
    </dgm:pt>
    <dgm:pt modelId="{F9E1DE32-7084-4F91-92D7-4D527EDB85CA}" type="pres">
      <dgm:prSet presAssocID="{40750921-28EE-43FC-BE15-A30BCE08F2DF}" presName="textNode" presStyleLbl="node1" presStyleIdx="0" presStyleCnt="8" custScaleX="70054">
        <dgm:presLayoutVars>
          <dgm:bulletEnabled val="1"/>
        </dgm:presLayoutVars>
      </dgm:prSet>
      <dgm:spPr/>
    </dgm:pt>
    <dgm:pt modelId="{CD22EBAD-CB87-457A-989D-C4155104AA87}" type="pres">
      <dgm:prSet presAssocID="{A4763A21-662D-405E-9994-71B330401121}" presName="sibTrans" presStyleCnt="0"/>
      <dgm:spPr/>
    </dgm:pt>
    <dgm:pt modelId="{6564E800-6315-423A-A760-AED6E259C6F3}" type="pres">
      <dgm:prSet presAssocID="{96349B0C-EB36-44DE-AC2F-4EB4E0598419}" presName="textNode" presStyleLbl="node1" presStyleIdx="1" presStyleCnt="8" custScaleX="83724">
        <dgm:presLayoutVars>
          <dgm:bulletEnabled val="1"/>
        </dgm:presLayoutVars>
      </dgm:prSet>
      <dgm:spPr/>
    </dgm:pt>
    <dgm:pt modelId="{9F358067-205F-4278-941C-44A0FC9EB157}" type="pres">
      <dgm:prSet presAssocID="{D56F3A28-CB30-4398-A41E-1A61EF77CDAF}" presName="sibTrans" presStyleCnt="0"/>
      <dgm:spPr/>
    </dgm:pt>
    <dgm:pt modelId="{D4702F49-FF5B-4326-BA80-42B6B543DBD2}" type="pres">
      <dgm:prSet presAssocID="{E56EEDBF-0D10-44D0-9309-6E8FFFB17C52}" presName="textNode" presStyleLbl="node1" presStyleIdx="2" presStyleCnt="8" custScaleX="76408">
        <dgm:presLayoutVars>
          <dgm:bulletEnabled val="1"/>
        </dgm:presLayoutVars>
      </dgm:prSet>
      <dgm:spPr/>
    </dgm:pt>
    <dgm:pt modelId="{7FD8C9FB-D664-4C29-A339-C7874AB40E43}" type="pres">
      <dgm:prSet presAssocID="{F3B5F519-B119-4875-BED1-607126A13245}" presName="sibTrans" presStyleCnt="0"/>
      <dgm:spPr/>
    </dgm:pt>
    <dgm:pt modelId="{4AA12C08-10BD-4136-8940-06177EAE982F}" type="pres">
      <dgm:prSet presAssocID="{027F1030-CA35-4DC9-940B-8B36BD7BEC9B}" presName="textNode" presStyleLbl="node1" presStyleIdx="3" presStyleCnt="8" custScaleX="94774">
        <dgm:presLayoutVars>
          <dgm:bulletEnabled val="1"/>
        </dgm:presLayoutVars>
      </dgm:prSet>
      <dgm:spPr/>
    </dgm:pt>
    <dgm:pt modelId="{85EF18EF-8B73-4E84-9A16-4E674A00E47A}" type="pres">
      <dgm:prSet presAssocID="{87445BDE-EC6D-46CC-9FA4-12FAD7FB7F93}" presName="sibTrans" presStyleCnt="0"/>
      <dgm:spPr/>
    </dgm:pt>
    <dgm:pt modelId="{51C88B63-9CFF-4555-9E43-F0214DFF8D74}" type="pres">
      <dgm:prSet presAssocID="{BC4772C0-6386-4E08-A331-71B206679006}" presName="textNode" presStyleLbl="node1" presStyleIdx="4" presStyleCnt="8">
        <dgm:presLayoutVars>
          <dgm:bulletEnabled val="1"/>
        </dgm:presLayoutVars>
      </dgm:prSet>
      <dgm:spPr/>
    </dgm:pt>
    <dgm:pt modelId="{2D469B88-E07B-4714-8F57-708C14A09E48}" type="pres">
      <dgm:prSet presAssocID="{50B834D6-A3E1-45BD-8D6A-1EC0C85C3989}" presName="sibTrans" presStyleCnt="0"/>
      <dgm:spPr/>
    </dgm:pt>
    <dgm:pt modelId="{F6F73B11-D296-476F-852E-0838EDD705A4}" type="pres">
      <dgm:prSet presAssocID="{B8E114C6-9056-4D4E-98C8-5F64D90B0D5B}" presName="textNode" presStyleLbl="node1" presStyleIdx="5" presStyleCnt="8">
        <dgm:presLayoutVars>
          <dgm:bulletEnabled val="1"/>
        </dgm:presLayoutVars>
      </dgm:prSet>
      <dgm:spPr/>
    </dgm:pt>
    <dgm:pt modelId="{362E3E83-6187-4BF6-9E13-541016B82CB7}" type="pres">
      <dgm:prSet presAssocID="{34FBB4FA-B4A3-4DEE-9C43-0A3E3E70B049}" presName="sibTrans" presStyleCnt="0"/>
      <dgm:spPr/>
    </dgm:pt>
    <dgm:pt modelId="{D8C44904-5C36-489E-BC09-EF44527CAEC1}" type="pres">
      <dgm:prSet presAssocID="{B8A99596-AC11-49FC-804F-4A23E8309467}" presName="textNode" presStyleLbl="node1" presStyleIdx="6" presStyleCnt="8">
        <dgm:presLayoutVars>
          <dgm:bulletEnabled val="1"/>
        </dgm:presLayoutVars>
      </dgm:prSet>
      <dgm:spPr/>
    </dgm:pt>
    <dgm:pt modelId="{5AB7121F-481A-435D-B114-F5E21789BE0E}" type="pres">
      <dgm:prSet presAssocID="{D657D949-9B0E-4F45-A25E-3D6E3A56C654}" presName="sibTrans" presStyleCnt="0"/>
      <dgm:spPr/>
    </dgm:pt>
    <dgm:pt modelId="{076CAB8C-E656-4EA5-8755-7AE203298508}" type="pres">
      <dgm:prSet presAssocID="{E5600C6C-49B7-4CDB-B11E-A09182410CA3}" presName="textNode" presStyleLbl="node1" presStyleIdx="7" presStyleCnt="8">
        <dgm:presLayoutVars>
          <dgm:bulletEnabled val="1"/>
        </dgm:presLayoutVars>
      </dgm:prSet>
      <dgm:spPr/>
    </dgm:pt>
  </dgm:ptLst>
  <dgm:cxnLst>
    <dgm:cxn modelId="{548A9D18-0B77-4AE4-8FF2-F4219226178C}" type="presOf" srcId="{B8E114C6-9056-4D4E-98C8-5F64D90B0D5B}" destId="{F6F73B11-D296-476F-852E-0838EDD705A4}" srcOrd="0" destOrd="0" presId="urn:microsoft.com/office/officeart/2005/8/layout/hProcess9"/>
    <dgm:cxn modelId="{882EF32F-3EAC-4CC5-B91D-27D8F0B87B70}" type="presOf" srcId="{BC4772C0-6386-4E08-A331-71B206679006}" destId="{51C88B63-9CFF-4555-9E43-F0214DFF8D74}" srcOrd="0" destOrd="0" presId="urn:microsoft.com/office/officeart/2005/8/layout/hProcess9"/>
    <dgm:cxn modelId="{6883D75C-32EA-48EB-BFFC-E2180C90661C}" srcId="{CEF9E62A-A957-45F0-9E57-4E16F504A053}" destId="{96349B0C-EB36-44DE-AC2F-4EB4E0598419}" srcOrd="1" destOrd="0" parTransId="{9C92A1DE-FAB5-4656-B4DA-6A506282F92D}" sibTransId="{D56F3A28-CB30-4398-A41E-1A61EF77CDAF}"/>
    <dgm:cxn modelId="{EE4FA562-5173-4F26-A6D8-C87B3173D600}" type="presOf" srcId="{96349B0C-EB36-44DE-AC2F-4EB4E0598419}" destId="{6564E800-6315-423A-A760-AED6E259C6F3}" srcOrd="0" destOrd="0" presId="urn:microsoft.com/office/officeart/2005/8/layout/hProcess9"/>
    <dgm:cxn modelId="{311D2D44-FF95-4781-888B-34E26CB5BA96}" srcId="{CEF9E62A-A957-45F0-9E57-4E16F504A053}" destId="{BC4772C0-6386-4E08-A331-71B206679006}" srcOrd="4" destOrd="0" parTransId="{8A02D02C-4421-4848-A6B9-46949C17F628}" sibTransId="{50B834D6-A3E1-45BD-8D6A-1EC0C85C3989}"/>
    <dgm:cxn modelId="{7F768048-DA2E-456F-AD33-C3D946302DE6}" srcId="{CEF9E62A-A957-45F0-9E57-4E16F504A053}" destId="{B8E114C6-9056-4D4E-98C8-5F64D90B0D5B}" srcOrd="5" destOrd="0" parTransId="{8B83CDED-71F7-4249-A001-00E5DD59C934}" sibTransId="{34FBB4FA-B4A3-4DEE-9C43-0A3E3E70B049}"/>
    <dgm:cxn modelId="{56741C58-A149-4191-BB64-0D2E9D5DB223}" type="presOf" srcId="{027F1030-CA35-4DC9-940B-8B36BD7BEC9B}" destId="{4AA12C08-10BD-4136-8940-06177EAE982F}" srcOrd="0" destOrd="0" presId="urn:microsoft.com/office/officeart/2005/8/layout/hProcess9"/>
    <dgm:cxn modelId="{BE5E9A7B-76EB-4193-9F5E-EEC598218592}" srcId="{CEF9E62A-A957-45F0-9E57-4E16F504A053}" destId="{027F1030-CA35-4DC9-940B-8B36BD7BEC9B}" srcOrd="3" destOrd="0" parTransId="{629D05FD-E148-4010-9DE9-8DF1FC36B995}" sibTransId="{87445BDE-EC6D-46CC-9FA4-12FAD7FB7F93}"/>
    <dgm:cxn modelId="{EB6C7498-4262-4C2A-924D-9CF7FE35325F}" type="presOf" srcId="{B8A99596-AC11-49FC-804F-4A23E8309467}" destId="{D8C44904-5C36-489E-BC09-EF44527CAEC1}" srcOrd="0" destOrd="0" presId="urn:microsoft.com/office/officeart/2005/8/layout/hProcess9"/>
    <dgm:cxn modelId="{69499C9B-F089-43B7-AFC2-7D558E01CE38}" srcId="{CEF9E62A-A957-45F0-9E57-4E16F504A053}" destId="{E5600C6C-49B7-4CDB-B11E-A09182410CA3}" srcOrd="7" destOrd="0" parTransId="{AD804988-C8A3-4B09-8393-A3ED78C2A038}" sibTransId="{11CF67EB-E846-4B0D-8B89-BD2A07AF4FF8}"/>
    <dgm:cxn modelId="{DF98B4A3-3C82-4AD1-8C33-F6FEE51CD146}" type="presOf" srcId="{E56EEDBF-0D10-44D0-9309-6E8FFFB17C52}" destId="{D4702F49-FF5B-4326-BA80-42B6B543DBD2}" srcOrd="0" destOrd="0" presId="urn:microsoft.com/office/officeart/2005/8/layout/hProcess9"/>
    <dgm:cxn modelId="{EEE4DEA4-377F-4588-BD91-E1AAA1F68BCE}" srcId="{CEF9E62A-A957-45F0-9E57-4E16F504A053}" destId="{40750921-28EE-43FC-BE15-A30BCE08F2DF}" srcOrd="0" destOrd="0" parTransId="{E274B45F-4F5E-4A1C-8C90-43AF50F01A2A}" sibTransId="{A4763A21-662D-405E-9994-71B330401121}"/>
    <dgm:cxn modelId="{6D59BCBD-3C30-4F3C-89CA-B02EF0F93979}" type="presOf" srcId="{40750921-28EE-43FC-BE15-A30BCE08F2DF}" destId="{F9E1DE32-7084-4F91-92D7-4D527EDB85CA}" srcOrd="0" destOrd="0" presId="urn:microsoft.com/office/officeart/2005/8/layout/hProcess9"/>
    <dgm:cxn modelId="{34469ECA-E851-466B-8E79-F7E4DA578D26}" type="presOf" srcId="{E5600C6C-49B7-4CDB-B11E-A09182410CA3}" destId="{076CAB8C-E656-4EA5-8755-7AE203298508}" srcOrd="0" destOrd="0" presId="urn:microsoft.com/office/officeart/2005/8/layout/hProcess9"/>
    <dgm:cxn modelId="{1A4F94D0-6B0C-4ADA-A2BD-8E8A5867C4CB}" type="presOf" srcId="{CEF9E62A-A957-45F0-9E57-4E16F504A053}" destId="{E65F90B5-821A-4364-99BF-997436EF642E}" srcOrd="0" destOrd="0" presId="urn:microsoft.com/office/officeart/2005/8/layout/hProcess9"/>
    <dgm:cxn modelId="{91F9DFE6-34D1-498C-9D68-F9417ECA461B}" srcId="{CEF9E62A-A957-45F0-9E57-4E16F504A053}" destId="{E56EEDBF-0D10-44D0-9309-6E8FFFB17C52}" srcOrd="2" destOrd="0" parTransId="{AF50988F-A4C0-4F42-BB78-D21578AD8906}" sibTransId="{F3B5F519-B119-4875-BED1-607126A13245}"/>
    <dgm:cxn modelId="{B7B5A3F5-2E20-44D1-AD9B-E3BCBA34DFDC}" srcId="{CEF9E62A-A957-45F0-9E57-4E16F504A053}" destId="{B8A99596-AC11-49FC-804F-4A23E8309467}" srcOrd="6" destOrd="0" parTransId="{45878C47-7A4B-4333-8567-5486255D755A}" sibTransId="{D657D949-9B0E-4F45-A25E-3D6E3A56C654}"/>
    <dgm:cxn modelId="{8B22B6F5-F788-44F5-81E9-72022C415274}" type="presParOf" srcId="{E65F90B5-821A-4364-99BF-997436EF642E}" destId="{AE88E3FE-E80B-418E-90C7-BE7353EDE0C3}" srcOrd="0" destOrd="0" presId="urn:microsoft.com/office/officeart/2005/8/layout/hProcess9"/>
    <dgm:cxn modelId="{AC70A942-E38F-4E2F-9E16-E02E16F6737F}" type="presParOf" srcId="{E65F90B5-821A-4364-99BF-997436EF642E}" destId="{C1B28EC8-48DA-4F3E-97B5-6BF202C026D7}" srcOrd="1" destOrd="0" presId="urn:microsoft.com/office/officeart/2005/8/layout/hProcess9"/>
    <dgm:cxn modelId="{28D1278E-0249-45F9-8717-B57A3F962ED8}" type="presParOf" srcId="{C1B28EC8-48DA-4F3E-97B5-6BF202C026D7}" destId="{F9E1DE32-7084-4F91-92D7-4D527EDB85CA}" srcOrd="0" destOrd="0" presId="urn:microsoft.com/office/officeart/2005/8/layout/hProcess9"/>
    <dgm:cxn modelId="{79A19185-F005-4A11-9E21-9A099210AFF4}" type="presParOf" srcId="{C1B28EC8-48DA-4F3E-97B5-6BF202C026D7}" destId="{CD22EBAD-CB87-457A-989D-C4155104AA87}" srcOrd="1" destOrd="0" presId="urn:microsoft.com/office/officeart/2005/8/layout/hProcess9"/>
    <dgm:cxn modelId="{AF4DAB6D-1430-46CD-88AB-AA509E68B1FC}" type="presParOf" srcId="{C1B28EC8-48DA-4F3E-97B5-6BF202C026D7}" destId="{6564E800-6315-423A-A760-AED6E259C6F3}" srcOrd="2" destOrd="0" presId="urn:microsoft.com/office/officeart/2005/8/layout/hProcess9"/>
    <dgm:cxn modelId="{3A3FB48A-77AF-4B32-8822-22CEF1411634}" type="presParOf" srcId="{C1B28EC8-48DA-4F3E-97B5-6BF202C026D7}" destId="{9F358067-205F-4278-941C-44A0FC9EB157}" srcOrd="3" destOrd="0" presId="urn:microsoft.com/office/officeart/2005/8/layout/hProcess9"/>
    <dgm:cxn modelId="{FE0C89A8-677F-4339-8E1C-697BB9A3E199}" type="presParOf" srcId="{C1B28EC8-48DA-4F3E-97B5-6BF202C026D7}" destId="{D4702F49-FF5B-4326-BA80-42B6B543DBD2}" srcOrd="4" destOrd="0" presId="urn:microsoft.com/office/officeart/2005/8/layout/hProcess9"/>
    <dgm:cxn modelId="{9C8C7DFF-792E-4039-A146-8EED5766780A}" type="presParOf" srcId="{C1B28EC8-48DA-4F3E-97B5-6BF202C026D7}" destId="{7FD8C9FB-D664-4C29-A339-C7874AB40E43}" srcOrd="5" destOrd="0" presId="urn:microsoft.com/office/officeart/2005/8/layout/hProcess9"/>
    <dgm:cxn modelId="{E00B56E4-A7C1-4788-AFF2-0C2C6DC06F4B}" type="presParOf" srcId="{C1B28EC8-48DA-4F3E-97B5-6BF202C026D7}" destId="{4AA12C08-10BD-4136-8940-06177EAE982F}" srcOrd="6" destOrd="0" presId="urn:microsoft.com/office/officeart/2005/8/layout/hProcess9"/>
    <dgm:cxn modelId="{75330EC5-F97A-4CA5-9938-05E2859989A1}" type="presParOf" srcId="{C1B28EC8-48DA-4F3E-97B5-6BF202C026D7}" destId="{85EF18EF-8B73-4E84-9A16-4E674A00E47A}" srcOrd="7" destOrd="0" presId="urn:microsoft.com/office/officeart/2005/8/layout/hProcess9"/>
    <dgm:cxn modelId="{DCBECB94-6B1F-4669-B7DB-D9951CA0A31D}" type="presParOf" srcId="{C1B28EC8-48DA-4F3E-97B5-6BF202C026D7}" destId="{51C88B63-9CFF-4555-9E43-F0214DFF8D74}" srcOrd="8" destOrd="0" presId="urn:microsoft.com/office/officeart/2005/8/layout/hProcess9"/>
    <dgm:cxn modelId="{8A577B9E-D0CC-4D1C-97DC-7546C1E93A83}" type="presParOf" srcId="{C1B28EC8-48DA-4F3E-97B5-6BF202C026D7}" destId="{2D469B88-E07B-4714-8F57-708C14A09E48}" srcOrd="9" destOrd="0" presId="urn:microsoft.com/office/officeart/2005/8/layout/hProcess9"/>
    <dgm:cxn modelId="{33BD261E-F0F4-4971-AF34-0D2607ED2AEA}" type="presParOf" srcId="{C1B28EC8-48DA-4F3E-97B5-6BF202C026D7}" destId="{F6F73B11-D296-476F-852E-0838EDD705A4}" srcOrd="10" destOrd="0" presId="urn:microsoft.com/office/officeart/2005/8/layout/hProcess9"/>
    <dgm:cxn modelId="{19CA1443-4BA3-41F8-8DF1-D44FACB1EC06}" type="presParOf" srcId="{C1B28EC8-48DA-4F3E-97B5-6BF202C026D7}" destId="{362E3E83-6187-4BF6-9E13-541016B82CB7}" srcOrd="11" destOrd="0" presId="urn:microsoft.com/office/officeart/2005/8/layout/hProcess9"/>
    <dgm:cxn modelId="{443A6990-936F-47A3-93BD-CAC12E012D38}" type="presParOf" srcId="{C1B28EC8-48DA-4F3E-97B5-6BF202C026D7}" destId="{D8C44904-5C36-489E-BC09-EF44527CAEC1}" srcOrd="12" destOrd="0" presId="urn:microsoft.com/office/officeart/2005/8/layout/hProcess9"/>
    <dgm:cxn modelId="{7F4B1E3B-4D26-4E14-AB10-C62FEC90AC26}" type="presParOf" srcId="{C1B28EC8-48DA-4F3E-97B5-6BF202C026D7}" destId="{5AB7121F-481A-435D-B114-F5E21789BE0E}" srcOrd="13" destOrd="0" presId="urn:microsoft.com/office/officeart/2005/8/layout/hProcess9"/>
    <dgm:cxn modelId="{B7136435-0E74-4FBA-956A-261E2943C7A8}" type="presParOf" srcId="{C1B28EC8-48DA-4F3E-97B5-6BF202C026D7}" destId="{076CAB8C-E656-4EA5-8755-7AE203298508}" srcOrd="1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D6A0ACB-3C48-43CA-A1C3-5C465DEDC3DA}"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
        </a:p>
      </dgm:t>
    </dgm:pt>
    <dgm:pt modelId="{227B1437-7BDE-447B-A142-8991FCEF00AD}">
      <dgm:prSet custT="1"/>
      <dgm:spPr/>
      <dgm:t>
        <a:bodyPr/>
        <a:lstStyle/>
        <a:p>
          <a:pPr rtl="0"/>
          <a:r>
            <a:rPr lang="en-US" sz="1500" dirty="0"/>
            <a:t>Select and set up the test configuration from the list</a:t>
          </a:r>
          <a:endParaRPr lang="x-none" sz="1500" dirty="0"/>
        </a:p>
      </dgm:t>
    </dgm:pt>
    <dgm:pt modelId="{3055B358-18BF-4B7D-BD82-5EB4C9EE796E}" type="parTrans" cxnId="{5732CACF-9C47-4F0A-A31D-B3ACFF60FD8B}">
      <dgm:prSet/>
      <dgm:spPr/>
      <dgm:t>
        <a:bodyPr/>
        <a:lstStyle/>
        <a:p>
          <a:endParaRPr lang=""/>
        </a:p>
      </dgm:t>
    </dgm:pt>
    <dgm:pt modelId="{4C719A6F-466A-4131-8D77-E3D68BCF18E9}" type="sibTrans" cxnId="{5732CACF-9C47-4F0A-A31D-B3ACFF60FD8B}">
      <dgm:prSet/>
      <dgm:spPr/>
      <dgm:t>
        <a:bodyPr/>
        <a:lstStyle/>
        <a:p>
          <a:endParaRPr lang=""/>
        </a:p>
      </dgm:t>
    </dgm:pt>
    <dgm:pt modelId="{713BF43B-0616-4684-8D04-B095BF977FB0}">
      <dgm:prSet custT="1"/>
      <dgm:spPr/>
      <dgm:t>
        <a:bodyPr/>
        <a:lstStyle/>
        <a:p>
          <a:pPr rtl="0"/>
          <a:r>
            <a:rPr lang="en-US" sz="1500" dirty="0"/>
            <a:t>Start the software</a:t>
          </a:r>
          <a:endParaRPr lang="x-none" sz="1500" dirty="0"/>
        </a:p>
      </dgm:t>
    </dgm:pt>
    <dgm:pt modelId="{EF147B90-30C2-4AA5-9400-91E07DDC1BE3}" type="parTrans" cxnId="{97533403-32B7-45FA-A124-7B693300B364}">
      <dgm:prSet/>
      <dgm:spPr/>
      <dgm:t>
        <a:bodyPr/>
        <a:lstStyle/>
        <a:p>
          <a:endParaRPr lang=""/>
        </a:p>
      </dgm:t>
    </dgm:pt>
    <dgm:pt modelId="{DB6BBE67-B1DF-4CE4-8FAA-FA0ED9AA296C}" type="sibTrans" cxnId="{97533403-32B7-45FA-A124-7B693300B364}">
      <dgm:prSet/>
      <dgm:spPr/>
      <dgm:t>
        <a:bodyPr/>
        <a:lstStyle/>
        <a:p>
          <a:endParaRPr lang=""/>
        </a:p>
      </dgm:t>
    </dgm:pt>
    <dgm:pt modelId="{9D50848C-D63B-4D12-A684-87663BB28ABB}">
      <dgm:prSet custT="1"/>
      <dgm:spPr/>
      <dgm:t>
        <a:bodyPr/>
        <a:lstStyle/>
        <a:p>
          <a:pPr rtl="0"/>
          <a:r>
            <a:rPr lang="en-US" sz="1500" dirty="0"/>
            <a:t>Load in the file configtest.doc</a:t>
          </a:r>
          <a:endParaRPr lang="x-none" sz="1500" dirty="0"/>
        </a:p>
      </dgm:t>
    </dgm:pt>
    <dgm:pt modelId="{F170FAFD-88AA-407E-A81B-4EA319E2B1F2}" type="parTrans" cxnId="{6227C719-9B58-430D-A738-9F9265D9ADBF}">
      <dgm:prSet/>
      <dgm:spPr/>
      <dgm:t>
        <a:bodyPr/>
        <a:lstStyle/>
        <a:p>
          <a:endParaRPr lang=""/>
        </a:p>
      </dgm:t>
    </dgm:pt>
    <dgm:pt modelId="{CABEA9E8-1435-4A78-8AB8-5E4A4DE2CD19}" type="sibTrans" cxnId="{6227C719-9B58-430D-A738-9F9265D9ADBF}">
      <dgm:prSet/>
      <dgm:spPr/>
      <dgm:t>
        <a:bodyPr/>
        <a:lstStyle/>
        <a:p>
          <a:endParaRPr lang=""/>
        </a:p>
      </dgm:t>
    </dgm:pt>
    <dgm:pt modelId="{8115A18D-C1DF-4980-B74D-83A73D28FB82}">
      <dgm:prSet custT="1"/>
      <dgm:spPr/>
      <dgm:t>
        <a:bodyPr/>
        <a:lstStyle/>
        <a:p>
          <a:pPr rtl="0"/>
          <a:r>
            <a:rPr lang="en-US" sz="1500" dirty="0"/>
            <a:t>Confirm that the file is displayed correctly</a:t>
          </a:r>
          <a:endParaRPr lang="x-none" sz="1500" dirty="0"/>
        </a:p>
      </dgm:t>
    </dgm:pt>
    <dgm:pt modelId="{5A638302-67D1-42BB-A78E-C1EE36339886}" type="parTrans" cxnId="{8B1A4C61-12CE-492A-8BFD-273904B03787}">
      <dgm:prSet/>
      <dgm:spPr/>
      <dgm:t>
        <a:bodyPr/>
        <a:lstStyle/>
        <a:p>
          <a:endParaRPr lang=""/>
        </a:p>
      </dgm:t>
    </dgm:pt>
    <dgm:pt modelId="{638768A4-C204-40CC-8344-CE2D39D8AE9B}" type="sibTrans" cxnId="{8B1A4C61-12CE-492A-8BFD-273904B03787}">
      <dgm:prSet/>
      <dgm:spPr/>
      <dgm:t>
        <a:bodyPr/>
        <a:lstStyle/>
        <a:p>
          <a:endParaRPr lang=""/>
        </a:p>
      </dgm:t>
    </dgm:pt>
    <dgm:pt modelId="{B31F03E0-8B7D-4176-8F8B-E222D42C9C10}">
      <dgm:prSet custT="1"/>
      <dgm:spPr/>
      <dgm:t>
        <a:bodyPr/>
        <a:lstStyle/>
        <a:p>
          <a:pPr rtl="0"/>
          <a:r>
            <a:rPr lang="en-US" sz="1500" dirty="0"/>
            <a:t>Print the document</a:t>
          </a:r>
          <a:endParaRPr lang="x-none" sz="1500" dirty="0"/>
        </a:p>
      </dgm:t>
    </dgm:pt>
    <dgm:pt modelId="{7AA2972F-442C-4BD7-B362-719B1E07A758}" type="parTrans" cxnId="{3D4E7AED-4923-4FC2-B69B-3C00E2235D5C}">
      <dgm:prSet/>
      <dgm:spPr/>
      <dgm:t>
        <a:bodyPr/>
        <a:lstStyle/>
        <a:p>
          <a:endParaRPr lang=""/>
        </a:p>
      </dgm:t>
    </dgm:pt>
    <dgm:pt modelId="{C69D127F-643D-4988-ACBE-B4FA521F9626}" type="sibTrans" cxnId="{3D4E7AED-4923-4FC2-B69B-3C00E2235D5C}">
      <dgm:prSet/>
      <dgm:spPr/>
      <dgm:t>
        <a:bodyPr/>
        <a:lstStyle/>
        <a:p>
          <a:endParaRPr lang=""/>
        </a:p>
      </dgm:t>
    </dgm:pt>
    <dgm:pt modelId="{AD2C96A8-5D26-49BE-B5A5-C18EF93ED919}">
      <dgm:prSet custT="1"/>
      <dgm:spPr/>
      <dgm:t>
        <a:bodyPr/>
        <a:lstStyle/>
        <a:p>
          <a:pPr rtl="0"/>
          <a:r>
            <a:rPr lang="en-US" sz="1500" dirty="0"/>
            <a:t>Confirm that there are no error messages</a:t>
          </a:r>
          <a:endParaRPr lang="x-none" sz="1500" dirty="0"/>
        </a:p>
      </dgm:t>
    </dgm:pt>
    <dgm:pt modelId="{3751688A-F23B-456F-83A4-9305A755516D}" type="parTrans" cxnId="{E16592FE-18AC-45EA-B0A4-8D893F9A5724}">
      <dgm:prSet/>
      <dgm:spPr/>
      <dgm:t>
        <a:bodyPr/>
        <a:lstStyle/>
        <a:p>
          <a:endParaRPr lang=""/>
        </a:p>
      </dgm:t>
    </dgm:pt>
    <dgm:pt modelId="{843F29AF-7666-4663-8AAE-EB5EA9516612}" type="sibTrans" cxnId="{E16592FE-18AC-45EA-B0A4-8D893F9A5724}">
      <dgm:prSet/>
      <dgm:spPr/>
      <dgm:t>
        <a:bodyPr/>
        <a:lstStyle/>
        <a:p>
          <a:endParaRPr lang=""/>
        </a:p>
      </dgm:t>
    </dgm:pt>
    <dgm:pt modelId="{6AB38928-3AB7-4B12-9161-B0A074F48E55}">
      <dgm:prSet custT="1"/>
      <dgm:spPr/>
      <dgm:t>
        <a:bodyPr/>
        <a:lstStyle/>
        <a:p>
          <a:pPr rtl="0"/>
          <a:r>
            <a:rPr lang="en-US" sz="1500" dirty="0"/>
            <a:t>Log any discrepancies as a bug</a:t>
          </a:r>
          <a:endParaRPr lang="x-none" sz="1500" dirty="0"/>
        </a:p>
      </dgm:t>
    </dgm:pt>
    <dgm:pt modelId="{7B9734B4-761C-4B3F-B123-7B2B0FEF302A}" type="parTrans" cxnId="{4B1013F9-123B-4BEF-A0AA-924C9177199A}">
      <dgm:prSet/>
      <dgm:spPr/>
      <dgm:t>
        <a:bodyPr/>
        <a:lstStyle/>
        <a:p>
          <a:endParaRPr lang=""/>
        </a:p>
      </dgm:t>
    </dgm:pt>
    <dgm:pt modelId="{EF97FDE7-37D4-415F-9284-0D0FDF30B5DF}" type="sibTrans" cxnId="{4B1013F9-123B-4BEF-A0AA-924C9177199A}">
      <dgm:prSet/>
      <dgm:spPr/>
      <dgm:t>
        <a:bodyPr/>
        <a:lstStyle/>
        <a:p>
          <a:endParaRPr lang=""/>
        </a:p>
      </dgm:t>
    </dgm:pt>
    <dgm:pt modelId="{4083988F-89E2-43D9-9687-DA0CA3E9A900}">
      <dgm:prSet custT="1"/>
      <dgm:spPr/>
      <dgm:t>
        <a:bodyPr/>
        <a:lstStyle/>
        <a:p>
          <a:pPr rtl="0"/>
          <a:r>
            <a:rPr lang="en-US" sz="1500" dirty="0"/>
            <a:t>Confirm that the printed document matches the standard</a:t>
          </a:r>
          <a:endParaRPr lang="x-none" sz="1500" dirty="0"/>
        </a:p>
      </dgm:t>
    </dgm:pt>
    <dgm:pt modelId="{B365AE4D-0F21-4006-99A2-E41A6E7B8404}" type="parTrans" cxnId="{4541D25D-A485-4F86-9801-BE309D35E078}">
      <dgm:prSet/>
      <dgm:spPr/>
      <dgm:t>
        <a:bodyPr/>
        <a:lstStyle/>
        <a:p>
          <a:endParaRPr lang=""/>
        </a:p>
      </dgm:t>
    </dgm:pt>
    <dgm:pt modelId="{5F49D858-2669-468A-9DFB-65801955B6A9}" type="sibTrans" cxnId="{4541D25D-A485-4F86-9801-BE309D35E078}">
      <dgm:prSet/>
      <dgm:spPr/>
      <dgm:t>
        <a:bodyPr/>
        <a:lstStyle/>
        <a:p>
          <a:endParaRPr lang=""/>
        </a:p>
      </dgm:t>
    </dgm:pt>
    <dgm:pt modelId="{CED10AE5-4CB3-4C46-B174-12D60D021F7A}" type="pres">
      <dgm:prSet presAssocID="{FD6A0ACB-3C48-43CA-A1C3-5C465DEDC3DA}" presName="CompostProcess" presStyleCnt="0">
        <dgm:presLayoutVars>
          <dgm:dir/>
          <dgm:resizeHandles val="exact"/>
        </dgm:presLayoutVars>
      </dgm:prSet>
      <dgm:spPr/>
    </dgm:pt>
    <dgm:pt modelId="{23E253E3-9263-4ACB-8AED-3790661D2DCE}" type="pres">
      <dgm:prSet presAssocID="{FD6A0ACB-3C48-43CA-A1C3-5C465DEDC3DA}" presName="arrow" presStyleLbl="bgShp" presStyleIdx="0" presStyleCnt="1"/>
      <dgm:spPr/>
    </dgm:pt>
    <dgm:pt modelId="{3414DFC3-E049-446C-BA5A-E2D8A399A379}" type="pres">
      <dgm:prSet presAssocID="{FD6A0ACB-3C48-43CA-A1C3-5C465DEDC3DA}" presName="linearProcess" presStyleCnt="0"/>
      <dgm:spPr/>
    </dgm:pt>
    <dgm:pt modelId="{7C18D1E2-A417-4AE3-A79D-96DB06216CAB}" type="pres">
      <dgm:prSet presAssocID="{227B1437-7BDE-447B-A142-8991FCEF00AD}" presName="textNode" presStyleLbl="node1" presStyleIdx="0" presStyleCnt="8" custScaleX="106731">
        <dgm:presLayoutVars>
          <dgm:bulletEnabled val="1"/>
        </dgm:presLayoutVars>
      </dgm:prSet>
      <dgm:spPr/>
    </dgm:pt>
    <dgm:pt modelId="{5DCC9EC0-4B4D-4F03-AE79-5405187155F8}" type="pres">
      <dgm:prSet presAssocID="{4C719A6F-466A-4131-8D77-E3D68BCF18E9}" presName="sibTrans" presStyleCnt="0"/>
      <dgm:spPr/>
    </dgm:pt>
    <dgm:pt modelId="{7C285546-C3BA-4AE8-9617-8A5E39C5B9F7}" type="pres">
      <dgm:prSet presAssocID="{713BF43B-0616-4684-8D04-B095BF977FB0}" presName="textNode" presStyleLbl="node1" presStyleIdx="1" presStyleCnt="8" custScaleX="86674">
        <dgm:presLayoutVars>
          <dgm:bulletEnabled val="1"/>
        </dgm:presLayoutVars>
      </dgm:prSet>
      <dgm:spPr/>
    </dgm:pt>
    <dgm:pt modelId="{49EFAF0F-7828-46AD-81CA-A9912C041E15}" type="pres">
      <dgm:prSet presAssocID="{DB6BBE67-B1DF-4CE4-8FAA-FA0ED9AA296C}" presName="sibTrans" presStyleCnt="0"/>
      <dgm:spPr/>
    </dgm:pt>
    <dgm:pt modelId="{19E8969E-A129-4EDE-8385-08CE7ACBC019}" type="pres">
      <dgm:prSet presAssocID="{9D50848C-D63B-4D12-A684-87663BB28ABB}" presName="textNode" presStyleLbl="node1" presStyleIdx="2" presStyleCnt="8" custScaleX="87649">
        <dgm:presLayoutVars>
          <dgm:bulletEnabled val="1"/>
        </dgm:presLayoutVars>
      </dgm:prSet>
      <dgm:spPr/>
    </dgm:pt>
    <dgm:pt modelId="{967FFC54-4191-4BE3-A6D9-644B5B90CD98}" type="pres">
      <dgm:prSet presAssocID="{CABEA9E8-1435-4A78-8AB8-5E4A4DE2CD19}" presName="sibTrans" presStyleCnt="0"/>
      <dgm:spPr/>
    </dgm:pt>
    <dgm:pt modelId="{F1187710-D9F1-420B-AF32-314181C2B11F}" type="pres">
      <dgm:prSet presAssocID="{8115A18D-C1DF-4980-B74D-83A73D28FB82}" presName="textNode" presStyleLbl="node1" presStyleIdx="3" presStyleCnt="8">
        <dgm:presLayoutVars>
          <dgm:bulletEnabled val="1"/>
        </dgm:presLayoutVars>
      </dgm:prSet>
      <dgm:spPr/>
    </dgm:pt>
    <dgm:pt modelId="{7B5751BC-6BA9-4ED8-812D-0B21231DB595}" type="pres">
      <dgm:prSet presAssocID="{638768A4-C204-40CC-8344-CE2D39D8AE9B}" presName="sibTrans" presStyleCnt="0"/>
      <dgm:spPr/>
    </dgm:pt>
    <dgm:pt modelId="{6002CCD0-5E43-4E11-A8C4-04E12AE44D4B}" type="pres">
      <dgm:prSet presAssocID="{B31F03E0-8B7D-4176-8F8B-E222D42C9C10}" presName="textNode" presStyleLbl="node1" presStyleIdx="4" presStyleCnt="8" custScaleX="80724">
        <dgm:presLayoutVars>
          <dgm:bulletEnabled val="1"/>
        </dgm:presLayoutVars>
      </dgm:prSet>
      <dgm:spPr/>
    </dgm:pt>
    <dgm:pt modelId="{CE718922-CD83-4AB4-BC03-629CB1D6C43C}" type="pres">
      <dgm:prSet presAssocID="{C69D127F-643D-4988-ACBE-B4FA521F9626}" presName="sibTrans" presStyleCnt="0"/>
      <dgm:spPr/>
    </dgm:pt>
    <dgm:pt modelId="{87095919-E618-41E6-A6DB-6106C1353E18}" type="pres">
      <dgm:prSet presAssocID="{AD2C96A8-5D26-49BE-B5A5-C18EF93ED919}" presName="textNode" presStyleLbl="node1" presStyleIdx="5" presStyleCnt="8" custScaleX="84296">
        <dgm:presLayoutVars>
          <dgm:bulletEnabled val="1"/>
        </dgm:presLayoutVars>
      </dgm:prSet>
      <dgm:spPr/>
    </dgm:pt>
    <dgm:pt modelId="{5C31E622-6C48-4568-A412-6A5832F303D4}" type="pres">
      <dgm:prSet presAssocID="{843F29AF-7666-4663-8AAE-EB5EA9516612}" presName="sibTrans" presStyleCnt="0"/>
      <dgm:spPr/>
    </dgm:pt>
    <dgm:pt modelId="{EE3A9850-537E-4AA7-8480-D890E09CFCAB}" type="pres">
      <dgm:prSet presAssocID="{4083988F-89E2-43D9-9687-DA0CA3E9A900}" presName="textNode" presStyleLbl="node1" presStyleIdx="6" presStyleCnt="8" custScaleX="115323">
        <dgm:presLayoutVars>
          <dgm:bulletEnabled val="1"/>
        </dgm:presLayoutVars>
      </dgm:prSet>
      <dgm:spPr/>
    </dgm:pt>
    <dgm:pt modelId="{D2C39704-2EE9-46B0-A113-7B48698BB799}" type="pres">
      <dgm:prSet presAssocID="{5F49D858-2669-468A-9DFB-65801955B6A9}" presName="sibTrans" presStyleCnt="0"/>
      <dgm:spPr/>
    </dgm:pt>
    <dgm:pt modelId="{474DF791-372F-445B-B153-41792F89FCED}" type="pres">
      <dgm:prSet presAssocID="{6AB38928-3AB7-4B12-9161-B0A074F48E55}" presName="textNode" presStyleLbl="node1" presStyleIdx="7" presStyleCnt="8" custScaleX="115382">
        <dgm:presLayoutVars>
          <dgm:bulletEnabled val="1"/>
        </dgm:presLayoutVars>
      </dgm:prSet>
      <dgm:spPr/>
    </dgm:pt>
  </dgm:ptLst>
  <dgm:cxnLst>
    <dgm:cxn modelId="{97533403-32B7-45FA-A124-7B693300B364}" srcId="{FD6A0ACB-3C48-43CA-A1C3-5C465DEDC3DA}" destId="{713BF43B-0616-4684-8D04-B095BF977FB0}" srcOrd="1" destOrd="0" parTransId="{EF147B90-30C2-4AA5-9400-91E07DDC1BE3}" sibTransId="{DB6BBE67-B1DF-4CE4-8FAA-FA0ED9AA296C}"/>
    <dgm:cxn modelId="{6227C719-9B58-430D-A738-9F9265D9ADBF}" srcId="{FD6A0ACB-3C48-43CA-A1C3-5C465DEDC3DA}" destId="{9D50848C-D63B-4D12-A684-87663BB28ABB}" srcOrd="2" destOrd="0" parTransId="{F170FAFD-88AA-407E-A81B-4EA319E2B1F2}" sibTransId="{CABEA9E8-1435-4A78-8AB8-5E4A4DE2CD19}"/>
    <dgm:cxn modelId="{BA4B763A-B494-4A85-866B-CCFABDF34D78}" type="presOf" srcId="{713BF43B-0616-4684-8D04-B095BF977FB0}" destId="{7C285546-C3BA-4AE8-9617-8A5E39C5B9F7}" srcOrd="0" destOrd="0" presId="urn:microsoft.com/office/officeart/2005/8/layout/hProcess9"/>
    <dgm:cxn modelId="{4541D25D-A485-4F86-9801-BE309D35E078}" srcId="{FD6A0ACB-3C48-43CA-A1C3-5C465DEDC3DA}" destId="{4083988F-89E2-43D9-9687-DA0CA3E9A900}" srcOrd="6" destOrd="0" parTransId="{B365AE4D-0F21-4006-99A2-E41A6E7B8404}" sibTransId="{5F49D858-2669-468A-9DFB-65801955B6A9}"/>
    <dgm:cxn modelId="{8B1A4C61-12CE-492A-8BFD-273904B03787}" srcId="{FD6A0ACB-3C48-43CA-A1C3-5C465DEDC3DA}" destId="{8115A18D-C1DF-4980-B74D-83A73D28FB82}" srcOrd="3" destOrd="0" parTransId="{5A638302-67D1-42BB-A78E-C1EE36339886}" sibTransId="{638768A4-C204-40CC-8344-CE2D39D8AE9B}"/>
    <dgm:cxn modelId="{6EF54F62-C769-4A74-B421-7D280A4BD738}" type="presOf" srcId="{B31F03E0-8B7D-4176-8F8B-E222D42C9C10}" destId="{6002CCD0-5E43-4E11-A8C4-04E12AE44D4B}" srcOrd="0" destOrd="0" presId="urn:microsoft.com/office/officeart/2005/8/layout/hProcess9"/>
    <dgm:cxn modelId="{6A3B7649-B5A4-489B-900B-9695B8B86352}" type="presOf" srcId="{4083988F-89E2-43D9-9687-DA0CA3E9A900}" destId="{EE3A9850-537E-4AA7-8480-D890E09CFCAB}" srcOrd="0" destOrd="0" presId="urn:microsoft.com/office/officeart/2005/8/layout/hProcess9"/>
    <dgm:cxn modelId="{843ECB6F-2C07-44DE-98F6-801238766C49}" type="presOf" srcId="{AD2C96A8-5D26-49BE-B5A5-C18EF93ED919}" destId="{87095919-E618-41E6-A6DB-6106C1353E18}" srcOrd="0" destOrd="0" presId="urn:microsoft.com/office/officeart/2005/8/layout/hProcess9"/>
    <dgm:cxn modelId="{91A7E559-3770-4804-B3C0-EDF2981AB063}" type="presOf" srcId="{FD6A0ACB-3C48-43CA-A1C3-5C465DEDC3DA}" destId="{CED10AE5-4CB3-4C46-B174-12D60D021F7A}" srcOrd="0" destOrd="0" presId="urn:microsoft.com/office/officeart/2005/8/layout/hProcess9"/>
    <dgm:cxn modelId="{572F3685-54C3-4479-BB86-2F3006B0CBC5}" type="presOf" srcId="{227B1437-7BDE-447B-A142-8991FCEF00AD}" destId="{7C18D1E2-A417-4AE3-A79D-96DB06216CAB}" srcOrd="0" destOrd="0" presId="urn:microsoft.com/office/officeart/2005/8/layout/hProcess9"/>
    <dgm:cxn modelId="{5732CACF-9C47-4F0A-A31D-B3ACFF60FD8B}" srcId="{FD6A0ACB-3C48-43CA-A1C3-5C465DEDC3DA}" destId="{227B1437-7BDE-447B-A142-8991FCEF00AD}" srcOrd="0" destOrd="0" parTransId="{3055B358-18BF-4B7D-BD82-5EB4C9EE796E}" sibTransId="{4C719A6F-466A-4131-8D77-E3D68BCF18E9}"/>
    <dgm:cxn modelId="{59A8E2D4-58BE-4D60-8BBF-D00F2EB874D3}" type="presOf" srcId="{6AB38928-3AB7-4B12-9161-B0A074F48E55}" destId="{474DF791-372F-445B-B153-41792F89FCED}" srcOrd="0" destOrd="0" presId="urn:microsoft.com/office/officeart/2005/8/layout/hProcess9"/>
    <dgm:cxn modelId="{A2C33BD9-D6CD-4FDA-8D58-3C1A43A91B09}" type="presOf" srcId="{8115A18D-C1DF-4980-B74D-83A73D28FB82}" destId="{F1187710-D9F1-420B-AF32-314181C2B11F}" srcOrd="0" destOrd="0" presId="urn:microsoft.com/office/officeart/2005/8/layout/hProcess9"/>
    <dgm:cxn modelId="{AA0907E7-0D6D-49D7-9370-2386021D4A2D}" type="presOf" srcId="{9D50848C-D63B-4D12-A684-87663BB28ABB}" destId="{19E8969E-A129-4EDE-8385-08CE7ACBC019}" srcOrd="0" destOrd="0" presId="urn:microsoft.com/office/officeart/2005/8/layout/hProcess9"/>
    <dgm:cxn modelId="{3D4E7AED-4923-4FC2-B69B-3C00E2235D5C}" srcId="{FD6A0ACB-3C48-43CA-A1C3-5C465DEDC3DA}" destId="{B31F03E0-8B7D-4176-8F8B-E222D42C9C10}" srcOrd="4" destOrd="0" parTransId="{7AA2972F-442C-4BD7-B362-719B1E07A758}" sibTransId="{C69D127F-643D-4988-ACBE-B4FA521F9626}"/>
    <dgm:cxn modelId="{4B1013F9-123B-4BEF-A0AA-924C9177199A}" srcId="{FD6A0ACB-3C48-43CA-A1C3-5C465DEDC3DA}" destId="{6AB38928-3AB7-4B12-9161-B0A074F48E55}" srcOrd="7" destOrd="0" parTransId="{7B9734B4-761C-4B3F-B123-7B2B0FEF302A}" sibTransId="{EF97FDE7-37D4-415F-9284-0D0FDF30B5DF}"/>
    <dgm:cxn modelId="{E16592FE-18AC-45EA-B0A4-8D893F9A5724}" srcId="{FD6A0ACB-3C48-43CA-A1C3-5C465DEDC3DA}" destId="{AD2C96A8-5D26-49BE-B5A5-C18EF93ED919}" srcOrd="5" destOrd="0" parTransId="{3751688A-F23B-456F-83A4-9305A755516D}" sibTransId="{843F29AF-7666-4663-8AAE-EB5EA9516612}"/>
    <dgm:cxn modelId="{CE973F92-5205-4852-89F9-A5B25FCF85D8}" type="presParOf" srcId="{CED10AE5-4CB3-4C46-B174-12D60D021F7A}" destId="{23E253E3-9263-4ACB-8AED-3790661D2DCE}" srcOrd="0" destOrd="0" presId="urn:microsoft.com/office/officeart/2005/8/layout/hProcess9"/>
    <dgm:cxn modelId="{5BFB1782-B483-45CA-895A-18F622B12E20}" type="presParOf" srcId="{CED10AE5-4CB3-4C46-B174-12D60D021F7A}" destId="{3414DFC3-E049-446C-BA5A-E2D8A399A379}" srcOrd="1" destOrd="0" presId="urn:microsoft.com/office/officeart/2005/8/layout/hProcess9"/>
    <dgm:cxn modelId="{48251BE7-3F79-48FA-948B-C0E8C523C088}" type="presParOf" srcId="{3414DFC3-E049-446C-BA5A-E2D8A399A379}" destId="{7C18D1E2-A417-4AE3-A79D-96DB06216CAB}" srcOrd="0" destOrd="0" presId="urn:microsoft.com/office/officeart/2005/8/layout/hProcess9"/>
    <dgm:cxn modelId="{83025A6E-3E3D-416F-BC64-2069807EC12F}" type="presParOf" srcId="{3414DFC3-E049-446C-BA5A-E2D8A399A379}" destId="{5DCC9EC0-4B4D-4F03-AE79-5405187155F8}" srcOrd="1" destOrd="0" presId="urn:microsoft.com/office/officeart/2005/8/layout/hProcess9"/>
    <dgm:cxn modelId="{780721BD-AAFB-488C-8CFD-4E18399C6B5A}" type="presParOf" srcId="{3414DFC3-E049-446C-BA5A-E2D8A399A379}" destId="{7C285546-C3BA-4AE8-9617-8A5E39C5B9F7}" srcOrd="2" destOrd="0" presId="urn:microsoft.com/office/officeart/2005/8/layout/hProcess9"/>
    <dgm:cxn modelId="{66B3FAA5-0E5E-4292-82F5-65DF444212BB}" type="presParOf" srcId="{3414DFC3-E049-446C-BA5A-E2D8A399A379}" destId="{49EFAF0F-7828-46AD-81CA-A9912C041E15}" srcOrd="3" destOrd="0" presId="urn:microsoft.com/office/officeart/2005/8/layout/hProcess9"/>
    <dgm:cxn modelId="{58CD5AAA-667C-4508-988D-66EA06C19E7E}" type="presParOf" srcId="{3414DFC3-E049-446C-BA5A-E2D8A399A379}" destId="{19E8969E-A129-4EDE-8385-08CE7ACBC019}" srcOrd="4" destOrd="0" presId="urn:microsoft.com/office/officeart/2005/8/layout/hProcess9"/>
    <dgm:cxn modelId="{ECDEED5A-E9BB-4F67-A79A-A017908F4ECC}" type="presParOf" srcId="{3414DFC3-E049-446C-BA5A-E2D8A399A379}" destId="{967FFC54-4191-4BE3-A6D9-644B5B90CD98}" srcOrd="5" destOrd="0" presId="urn:microsoft.com/office/officeart/2005/8/layout/hProcess9"/>
    <dgm:cxn modelId="{68610FA8-1D2C-444E-A659-B8746DE629D2}" type="presParOf" srcId="{3414DFC3-E049-446C-BA5A-E2D8A399A379}" destId="{F1187710-D9F1-420B-AF32-314181C2B11F}" srcOrd="6" destOrd="0" presId="urn:microsoft.com/office/officeart/2005/8/layout/hProcess9"/>
    <dgm:cxn modelId="{5BC9E2D7-CD89-445F-9D76-98D15CB3DEAE}" type="presParOf" srcId="{3414DFC3-E049-446C-BA5A-E2D8A399A379}" destId="{7B5751BC-6BA9-4ED8-812D-0B21231DB595}" srcOrd="7" destOrd="0" presId="urn:microsoft.com/office/officeart/2005/8/layout/hProcess9"/>
    <dgm:cxn modelId="{DB6508B9-F500-490B-8695-08B5256073D6}" type="presParOf" srcId="{3414DFC3-E049-446C-BA5A-E2D8A399A379}" destId="{6002CCD0-5E43-4E11-A8C4-04E12AE44D4B}" srcOrd="8" destOrd="0" presId="urn:microsoft.com/office/officeart/2005/8/layout/hProcess9"/>
    <dgm:cxn modelId="{9ED67F8E-1AAF-4C7E-87C2-1259D74C8E31}" type="presParOf" srcId="{3414DFC3-E049-446C-BA5A-E2D8A399A379}" destId="{CE718922-CD83-4AB4-BC03-629CB1D6C43C}" srcOrd="9" destOrd="0" presId="urn:microsoft.com/office/officeart/2005/8/layout/hProcess9"/>
    <dgm:cxn modelId="{3A808648-DEB0-4119-8174-96B6BAB30934}" type="presParOf" srcId="{3414DFC3-E049-446C-BA5A-E2D8A399A379}" destId="{87095919-E618-41E6-A6DB-6106C1353E18}" srcOrd="10" destOrd="0" presId="urn:microsoft.com/office/officeart/2005/8/layout/hProcess9"/>
    <dgm:cxn modelId="{E509E2C2-FB5C-4FED-AD7E-730BD3757AF4}" type="presParOf" srcId="{3414DFC3-E049-446C-BA5A-E2D8A399A379}" destId="{5C31E622-6C48-4568-A412-6A5832F303D4}" srcOrd="11" destOrd="0" presId="urn:microsoft.com/office/officeart/2005/8/layout/hProcess9"/>
    <dgm:cxn modelId="{1A62C127-B6DE-4B36-AF9C-DF91129A1051}" type="presParOf" srcId="{3414DFC3-E049-446C-BA5A-E2D8A399A379}" destId="{EE3A9850-537E-4AA7-8480-D890E09CFCAB}" srcOrd="12" destOrd="0" presId="urn:microsoft.com/office/officeart/2005/8/layout/hProcess9"/>
    <dgm:cxn modelId="{E7BFD7F6-DAEF-4812-9DBD-6F4D644D0E8B}" type="presParOf" srcId="{3414DFC3-E049-446C-BA5A-E2D8A399A379}" destId="{D2C39704-2EE9-46B0-A113-7B48698BB799}" srcOrd="13" destOrd="0" presId="urn:microsoft.com/office/officeart/2005/8/layout/hProcess9"/>
    <dgm:cxn modelId="{49B7177C-F976-409E-A6B1-FEC6EB9443CF}" type="presParOf" srcId="{3414DFC3-E049-446C-BA5A-E2D8A399A379}" destId="{474DF791-372F-445B-B153-41792F89FCED}" srcOrd="1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D6EF1C-C60E-4DBB-871D-C673D251FE52}">
      <dsp:nvSpPr>
        <dsp:cNvPr id="0" name=""/>
        <dsp:cNvSpPr/>
      </dsp:nvSpPr>
      <dsp:spPr>
        <a:xfrm>
          <a:off x="0" y="667146"/>
          <a:ext cx="3135312" cy="188118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a:t>The PC/ System</a:t>
          </a:r>
          <a:endParaRPr lang="x-none" sz="3800" kern="1200"/>
        </a:p>
      </dsp:txBody>
      <dsp:txXfrm>
        <a:off x="0" y="667146"/>
        <a:ext cx="3135312" cy="1881187"/>
      </dsp:txXfrm>
    </dsp:sp>
    <dsp:sp modelId="{2AD13381-70CB-4E44-9E49-2024B391B2F3}">
      <dsp:nvSpPr>
        <dsp:cNvPr id="0" name=""/>
        <dsp:cNvSpPr/>
      </dsp:nvSpPr>
      <dsp:spPr>
        <a:xfrm>
          <a:off x="3448843" y="667146"/>
          <a:ext cx="3135312" cy="188118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a:t>Components</a:t>
          </a:r>
          <a:endParaRPr lang="x-none" sz="3800" kern="1200"/>
        </a:p>
      </dsp:txBody>
      <dsp:txXfrm>
        <a:off x="3448843" y="667146"/>
        <a:ext cx="3135312" cy="1881187"/>
      </dsp:txXfrm>
    </dsp:sp>
    <dsp:sp modelId="{67865F77-919E-4CF3-9D00-500F918B3A9E}">
      <dsp:nvSpPr>
        <dsp:cNvPr id="0" name=""/>
        <dsp:cNvSpPr/>
      </dsp:nvSpPr>
      <dsp:spPr>
        <a:xfrm>
          <a:off x="6897687" y="667146"/>
          <a:ext cx="3135312" cy="188118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a:t>Peripherals</a:t>
          </a:r>
          <a:endParaRPr lang="x-none" sz="3800" kern="1200"/>
        </a:p>
      </dsp:txBody>
      <dsp:txXfrm>
        <a:off x="6897687" y="667146"/>
        <a:ext cx="3135312" cy="1881187"/>
      </dsp:txXfrm>
    </dsp:sp>
    <dsp:sp modelId="{204902FF-BF53-4D1F-A7E0-6617DE14D23E}">
      <dsp:nvSpPr>
        <dsp:cNvPr id="0" name=""/>
        <dsp:cNvSpPr/>
      </dsp:nvSpPr>
      <dsp:spPr>
        <a:xfrm>
          <a:off x="0" y="2861865"/>
          <a:ext cx="3135312" cy="188118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a:t>Interfaces</a:t>
          </a:r>
          <a:endParaRPr lang="x-none" sz="3800" kern="1200"/>
        </a:p>
      </dsp:txBody>
      <dsp:txXfrm>
        <a:off x="0" y="2861865"/>
        <a:ext cx="3135312" cy="1881187"/>
      </dsp:txXfrm>
    </dsp:sp>
    <dsp:sp modelId="{7AC77525-BAF9-423E-B791-FE098664FCA9}">
      <dsp:nvSpPr>
        <dsp:cNvPr id="0" name=""/>
        <dsp:cNvSpPr/>
      </dsp:nvSpPr>
      <dsp:spPr>
        <a:xfrm>
          <a:off x="3448843" y="2861865"/>
          <a:ext cx="3135312" cy="188118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a:t>Options and Memory</a:t>
          </a:r>
          <a:endParaRPr lang="x-none" sz="3800" kern="1200"/>
        </a:p>
      </dsp:txBody>
      <dsp:txXfrm>
        <a:off x="3448843" y="2861865"/>
        <a:ext cx="3135312" cy="1881187"/>
      </dsp:txXfrm>
    </dsp:sp>
    <dsp:sp modelId="{94B74A70-6B3C-4C8F-B456-250BA20E590A}">
      <dsp:nvSpPr>
        <dsp:cNvPr id="0" name=""/>
        <dsp:cNvSpPr/>
      </dsp:nvSpPr>
      <dsp:spPr>
        <a:xfrm>
          <a:off x="6897687" y="2861865"/>
          <a:ext cx="3135312" cy="1881187"/>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a:t>Device Drivers</a:t>
          </a:r>
          <a:endParaRPr lang="x-none" sz="3800" kern="1200"/>
        </a:p>
      </dsp:txBody>
      <dsp:txXfrm>
        <a:off x="6897687" y="2861865"/>
        <a:ext cx="3135312" cy="18811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C87646-5FE9-481C-8BD4-34269D9FCF54}">
      <dsp:nvSpPr>
        <dsp:cNvPr id="0" name=""/>
        <dsp:cNvSpPr/>
      </dsp:nvSpPr>
      <dsp:spPr>
        <a:xfrm>
          <a:off x="4984750" y="1263542"/>
          <a:ext cx="4378983" cy="253329"/>
        </a:xfrm>
        <a:custGeom>
          <a:avLst/>
          <a:gdLst/>
          <a:ahLst/>
          <a:cxnLst/>
          <a:rect l="0" t="0" r="0" b="0"/>
          <a:pathLst>
            <a:path>
              <a:moveTo>
                <a:pt x="0" y="0"/>
              </a:moveTo>
              <a:lnTo>
                <a:pt x="0" y="126664"/>
              </a:lnTo>
              <a:lnTo>
                <a:pt x="4378983" y="126664"/>
              </a:lnTo>
              <a:lnTo>
                <a:pt x="4378983" y="253329"/>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2910772-C8E6-468D-8D8B-A576A85B5C4C}">
      <dsp:nvSpPr>
        <dsp:cNvPr id="0" name=""/>
        <dsp:cNvSpPr/>
      </dsp:nvSpPr>
      <dsp:spPr>
        <a:xfrm>
          <a:off x="4984750" y="1263542"/>
          <a:ext cx="2919322" cy="253329"/>
        </a:xfrm>
        <a:custGeom>
          <a:avLst/>
          <a:gdLst/>
          <a:ahLst/>
          <a:cxnLst/>
          <a:rect l="0" t="0" r="0" b="0"/>
          <a:pathLst>
            <a:path>
              <a:moveTo>
                <a:pt x="0" y="0"/>
              </a:moveTo>
              <a:lnTo>
                <a:pt x="0" y="126664"/>
              </a:lnTo>
              <a:lnTo>
                <a:pt x="2919322" y="126664"/>
              </a:lnTo>
              <a:lnTo>
                <a:pt x="2919322" y="253329"/>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122F0C-3616-4002-9972-CB4948EEB9F3}">
      <dsp:nvSpPr>
        <dsp:cNvPr id="0" name=""/>
        <dsp:cNvSpPr/>
      </dsp:nvSpPr>
      <dsp:spPr>
        <a:xfrm>
          <a:off x="4984750" y="1263542"/>
          <a:ext cx="1459661" cy="253329"/>
        </a:xfrm>
        <a:custGeom>
          <a:avLst/>
          <a:gdLst/>
          <a:ahLst/>
          <a:cxnLst/>
          <a:rect l="0" t="0" r="0" b="0"/>
          <a:pathLst>
            <a:path>
              <a:moveTo>
                <a:pt x="0" y="0"/>
              </a:moveTo>
              <a:lnTo>
                <a:pt x="0" y="126664"/>
              </a:lnTo>
              <a:lnTo>
                <a:pt x="1459661" y="126664"/>
              </a:lnTo>
              <a:lnTo>
                <a:pt x="1459661" y="253329"/>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CFB1007-340D-4D8E-8306-EAE935AEC3E8}">
      <dsp:nvSpPr>
        <dsp:cNvPr id="0" name=""/>
        <dsp:cNvSpPr/>
      </dsp:nvSpPr>
      <dsp:spPr>
        <a:xfrm>
          <a:off x="4939029" y="1263542"/>
          <a:ext cx="91440" cy="253329"/>
        </a:xfrm>
        <a:custGeom>
          <a:avLst/>
          <a:gdLst/>
          <a:ahLst/>
          <a:cxnLst/>
          <a:rect l="0" t="0" r="0" b="0"/>
          <a:pathLst>
            <a:path>
              <a:moveTo>
                <a:pt x="45720" y="0"/>
              </a:moveTo>
              <a:lnTo>
                <a:pt x="45720" y="253329"/>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60D28C-D843-4AF9-AF15-CE263ADBACCD}">
      <dsp:nvSpPr>
        <dsp:cNvPr id="0" name=""/>
        <dsp:cNvSpPr/>
      </dsp:nvSpPr>
      <dsp:spPr>
        <a:xfrm>
          <a:off x="3525088" y="1263542"/>
          <a:ext cx="1459661" cy="253329"/>
        </a:xfrm>
        <a:custGeom>
          <a:avLst/>
          <a:gdLst/>
          <a:ahLst/>
          <a:cxnLst/>
          <a:rect l="0" t="0" r="0" b="0"/>
          <a:pathLst>
            <a:path>
              <a:moveTo>
                <a:pt x="1459661" y="0"/>
              </a:moveTo>
              <a:lnTo>
                <a:pt x="1459661" y="126664"/>
              </a:lnTo>
              <a:lnTo>
                <a:pt x="0" y="126664"/>
              </a:lnTo>
              <a:lnTo>
                <a:pt x="0" y="253329"/>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F31EBB-189B-45C6-B1B2-DCB74683A4C1}">
      <dsp:nvSpPr>
        <dsp:cNvPr id="0" name=""/>
        <dsp:cNvSpPr/>
      </dsp:nvSpPr>
      <dsp:spPr>
        <a:xfrm>
          <a:off x="2065427" y="1263542"/>
          <a:ext cx="2919322" cy="253329"/>
        </a:xfrm>
        <a:custGeom>
          <a:avLst/>
          <a:gdLst/>
          <a:ahLst/>
          <a:cxnLst/>
          <a:rect l="0" t="0" r="0" b="0"/>
          <a:pathLst>
            <a:path>
              <a:moveTo>
                <a:pt x="2919322" y="0"/>
              </a:moveTo>
              <a:lnTo>
                <a:pt x="2919322" y="126664"/>
              </a:lnTo>
              <a:lnTo>
                <a:pt x="0" y="126664"/>
              </a:lnTo>
              <a:lnTo>
                <a:pt x="0" y="253329"/>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9EE4C0F-E75F-496C-962F-5270E737820E}">
      <dsp:nvSpPr>
        <dsp:cNvPr id="0" name=""/>
        <dsp:cNvSpPr/>
      </dsp:nvSpPr>
      <dsp:spPr>
        <a:xfrm>
          <a:off x="605766" y="1263542"/>
          <a:ext cx="4378983" cy="253329"/>
        </a:xfrm>
        <a:custGeom>
          <a:avLst/>
          <a:gdLst/>
          <a:ahLst/>
          <a:cxnLst/>
          <a:rect l="0" t="0" r="0" b="0"/>
          <a:pathLst>
            <a:path>
              <a:moveTo>
                <a:pt x="4378983" y="0"/>
              </a:moveTo>
              <a:lnTo>
                <a:pt x="4378983" y="126664"/>
              </a:lnTo>
              <a:lnTo>
                <a:pt x="0" y="126664"/>
              </a:lnTo>
              <a:lnTo>
                <a:pt x="0" y="253329"/>
              </a:lnTo>
            </a:path>
          </a:pathLst>
        </a:custGeom>
        <a:noFill/>
        <a:ln w="48000" cap="flat" cmpd="thickThin"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AD4C6D-B162-4B06-9944-2D6DD409EAA9}">
      <dsp:nvSpPr>
        <dsp:cNvPr id="0" name=""/>
        <dsp:cNvSpPr/>
      </dsp:nvSpPr>
      <dsp:spPr>
        <a:xfrm>
          <a:off x="4381584" y="660376"/>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b="1" kern="1200"/>
            <a:t>Peripherals</a:t>
          </a:r>
          <a:endParaRPr lang="x-none" sz="1800" kern="1200"/>
        </a:p>
      </dsp:txBody>
      <dsp:txXfrm>
        <a:off x="4381584" y="660376"/>
        <a:ext cx="1206331" cy="603165"/>
      </dsp:txXfrm>
    </dsp:sp>
    <dsp:sp modelId="{F4A916B4-49F0-4B2B-A393-9F42DC923B9D}">
      <dsp:nvSpPr>
        <dsp:cNvPr id="0" name=""/>
        <dsp:cNvSpPr/>
      </dsp:nvSpPr>
      <dsp:spPr>
        <a:xfrm>
          <a:off x="2601" y="1516871"/>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kern="1200"/>
            <a:t>Printers</a:t>
          </a:r>
          <a:endParaRPr lang="x-none" sz="1800" kern="1200"/>
        </a:p>
      </dsp:txBody>
      <dsp:txXfrm>
        <a:off x="2601" y="1516871"/>
        <a:ext cx="1206331" cy="603165"/>
      </dsp:txXfrm>
    </dsp:sp>
    <dsp:sp modelId="{283255D8-AF68-467F-8301-A429313A2A94}">
      <dsp:nvSpPr>
        <dsp:cNvPr id="0" name=""/>
        <dsp:cNvSpPr/>
      </dsp:nvSpPr>
      <dsp:spPr>
        <a:xfrm>
          <a:off x="1462262" y="1516871"/>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kern="1200"/>
            <a:t>Scanners</a:t>
          </a:r>
          <a:endParaRPr lang="x-none" sz="1800" kern="1200"/>
        </a:p>
      </dsp:txBody>
      <dsp:txXfrm>
        <a:off x="1462262" y="1516871"/>
        <a:ext cx="1206331" cy="603165"/>
      </dsp:txXfrm>
    </dsp:sp>
    <dsp:sp modelId="{16B1BADB-1A23-4F67-83C1-3F04636DB557}">
      <dsp:nvSpPr>
        <dsp:cNvPr id="0" name=""/>
        <dsp:cNvSpPr/>
      </dsp:nvSpPr>
      <dsp:spPr>
        <a:xfrm>
          <a:off x="2921923" y="1516871"/>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kern="1200"/>
            <a:t>Mouse</a:t>
          </a:r>
          <a:endParaRPr lang="x-none" sz="1800" kern="1200"/>
        </a:p>
      </dsp:txBody>
      <dsp:txXfrm>
        <a:off x="2921923" y="1516871"/>
        <a:ext cx="1206331" cy="603165"/>
      </dsp:txXfrm>
    </dsp:sp>
    <dsp:sp modelId="{8DFB8EA3-6490-4E10-AD73-836A7DBE8603}">
      <dsp:nvSpPr>
        <dsp:cNvPr id="0" name=""/>
        <dsp:cNvSpPr/>
      </dsp:nvSpPr>
      <dsp:spPr>
        <a:xfrm>
          <a:off x="4381584" y="1516871"/>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kern="1200"/>
            <a:t>Keyboards</a:t>
          </a:r>
          <a:endParaRPr lang="x-none" sz="1800" kern="1200"/>
        </a:p>
      </dsp:txBody>
      <dsp:txXfrm>
        <a:off x="4381584" y="1516871"/>
        <a:ext cx="1206331" cy="603165"/>
      </dsp:txXfrm>
    </dsp:sp>
    <dsp:sp modelId="{498C4FCD-154A-41F9-BD5E-90CF79EAEE0B}">
      <dsp:nvSpPr>
        <dsp:cNvPr id="0" name=""/>
        <dsp:cNvSpPr/>
      </dsp:nvSpPr>
      <dsp:spPr>
        <a:xfrm>
          <a:off x="5841245" y="1516871"/>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kern="1200"/>
            <a:t>Monitors </a:t>
          </a:r>
          <a:endParaRPr lang="x-none" sz="1800" kern="1200"/>
        </a:p>
      </dsp:txBody>
      <dsp:txXfrm>
        <a:off x="5841245" y="1516871"/>
        <a:ext cx="1206331" cy="603165"/>
      </dsp:txXfrm>
    </dsp:sp>
    <dsp:sp modelId="{50DC1080-6347-42AC-AAEC-A69DAC082C41}">
      <dsp:nvSpPr>
        <dsp:cNvPr id="0" name=""/>
        <dsp:cNvSpPr/>
      </dsp:nvSpPr>
      <dsp:spPr>
        <a:xfrm>
          <a:off x="7300906" y="1516871"/>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kern="1200"/>
            <a:t>Cameras</a:t>
          </a:r>
          <a:endParaRPr lang="x-none" sz="1800" kern="1200"/>
        </a:p>
      </dsp:txBody>
      <dsp:txXfrm>
        <a:off x="7300906" y="1516871"/>
        <a:ext cx="1206331" cy="603165"/>
      </dsp:txXfrm>
    </dsp:sp>
    <dsp:sp modelId="{5FE0C976-FB49-48BF-B824-D8E99D7DEEC2}">
      <dsp:nvSpPr>
        <dsp:cNvPr id="0" name=""/>
        <dsp:cNvSpPr/>
      </dsp:nvSpPr>
      <dsp:spPr>
        <a:xfrm>
          <a:off x="8760567" y="1516871"/>
          <a:ext cx="1206331" cy="603165"/>
        </a:xfrm>
        <a:prstGeom prst="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rtl="0">
            <a:lnSpc>
              <a:spcPct val="90000"/>
            </a:lnSpc>
            <a:spcBef>
              <a:spcPct val="0"/>
            </a:spcBef>
            <a:spcAft>
              <a:spcPct val="35000"/>
            </a:spcAft>
            <a:buNone/>
          </a:pPr>
          <a:r>
            <a:rPr lang="en-US" sz="1800" kern="1200"/>
            <a:t>Joysticks</a:t>
          </a:r>
          <a:endParaRPr lang="x-none" sz="1800" kern="1200"/>
        </a:p>
      </dsp:txBody>
      <dsp:txXfrm>
        <a:off x="8760567" y="1516871"/>
        <a:ext cx="1206331" cy="6031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F657B7-F463-4D07-802C-6A7A8A219E40}">
      <dsp:nvSpPr>
        <dsp:cNvPr id="0" name=""/>
        <dsp:cNvSpPr/>
      </dsp:nvSpPr>
      <dsp:spPr>
        <a:xfrm>
          <a:off x="3269" y="680"/>
          <a:ext cx="9972459" cy="55294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rtl="0">
            <a:lnSpc>
              <a:spcPct val="90000"/>
            </a:lnSpc>
            <a:spcBef>
              <a:spcPct val="0"/>
            </a:spcBef>
            <a:spcAft>
              <a:spcPct val="35000"/>
            </a:spcAft>
            <a:buNone/>
          </a:pPr>
          <a:r>
            <a:rPr lang="en-US" sz="2600" kern="1200" dirty="0"/>
            <a:t>Reasons of Configuration Problems</a:t>
          </a:r>
          <a:endParaRPr lang="x-none" sz="2600" kern="1200" dirty="0"/>
        </a:p>
      </dsp:txBody>
      <dsp:txXfrm>
        <a:off x="30262" y="27673"/>
        <a:ext cx="9918473" cy="498962"/>
      </dsp:txXfrm>
    </dsp:sp>
    <dsp:sp modelId="{778EB911-4667-4933-9427-218CD9E8C069}">
      <dsp:nvSpPr>
        <dsp:cNvPr id="0" name=""/>
        <dsp:cNvSpPr/>
      </dsp:nvSpPr>
      <dsp:spPr>
        <a:xfrm rot="5400000">
          <a:off x="5007801" y="-2471423"/>
          <a:ext cx="1776798" cy="8154610"/>
        </a:xfrm>
        <a:prstGeom prst="round2Same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60960" rIns="121920" bIns="60960" numCol="1" spcCol="1270" anchor="ctr" anchorCtr="0">
          <a:noAutofit/>
        </a:bodyPr>
        <a:lstStyle/>
        <a:p>
          <a:pPr marL="285750" lvl="1" indent="-285750" algn="l" defTabSz="1422400" rtl="0">
            <a:lnSpc>
              <a:spcPct val="90000"/>
            </a:lnSpc>
            <a:spcBef>
              <a:spcPct val="0"/>
            </a:spcBef>
            <a:spcAft>
              <a:spcPct val="15000"/>
            </a:spcAft>
            <a:buChar char="•"/>
          </a:pPr>
          <a:r>
            <a:rPr lang="en-US" sz="3200" kern="1200" dirty="0"/>
            <a:t>Your software may have a bug that appears under a broad class of configurations.</a:t>
          </a:r>
          <a:endParaRPr lang="x-none" sz="3200" kern="1200" dirty="0"/>
        </a:p>
      </dsp:txBody>
      <dsp:txXfrm rot="-5400000">
        <a:off x="1818895" y="804219"/>
        <a:ext cx="8067874" cy="1603326"/>
      </dsp:txXfrm>
    </dsp:sp>
    <dsp:sp modelId="{BAA377FD-7F20-463A-AF08-F674AFD386BF}">
      <dsp:nvSpPr>
        <dsp:cNvPr id="0" name=""/>
        <dsp:cNvSpPr/>
      </dsp:nvSpPr>
      <dsp:spPr>
        <a:xfrm>
          <a:off x="3269" y="649288"/>
          <a:ext cx="1815626" cy="1913185"/>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rtl="0">
            <a:lnSpc>
              <a:spcPct val="90000"/>
            </a:lnSpc>
            <a:spcBef>
              <a:spcPct val="0"/>
            </a:spcBef>
            <a:spcAft>
              <a:spcPct val="35000"/>
            </a:spcAft>
            <a:buNone/>
          </a:pPr>
          <a:r>
            <a:rPr lang="en-US" sz="2600" kern="1200" dirty="0"/>
            <a:t>Case 1:</a:t>
          </a:r>
          <a:endParaRPr lang="x-none" sz="2600" kern="1200" dirty="0"/>
        </a:p>
      </dsp:txBody>
      <dsp:txXfrm>
        <a:off x="91901" y="737920"/>
        <a:ext cx="1638362" cy="1735921"/>
      </dsp:txXfrm>
    </dsp:sp>
    <dsp:sp modelId="{DFC67A4F-2B81-451C-A100-A655780A001C}">
      <dsp:nvSpPr>
        <dsp:cNvPr id="0" name=""/>
        <dsp:cNvSpPr/>
      </dsp:nvSpPr>
      <dsp:spPr>
        <a:xfrm rot="5400000">
          <a:off x="5007859" y="-465909"/>
          <a:ext cx="1780869" cy="8161272"/>
        </a:xfrm>
        <a:prstGeom prst="round2Same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60960" rIns="121920" bIns="60960" numCol="1" spcCol="1270" anchor="ctr" anchorCtr="0">
          <a:noAutofit/>
        </a:bodyPr>
        <a:lstStyle/>
        <a:p>
          <a:pPr marL="285750" lvl="1" indent="-285750" algn="l" defTabSz="1422400" rtl="0">
            <a:lnSpc>
              <a:spcPct val="90000"/>
            </a:lnSpc>
            <a:spcBef>
              <a:spcPct val="0"/>
            </a:spcBef>
            <a:spcAft>
              <a:spcPct val="15000"/>
            </a:spcAft>
            <a:buChar char="•"/>
          </a:pPr>
          <a:r>
            <a:rPr lang="en-US" sz="3200" kern="1200" dirty="0"/>
            <a:t>Your software may have a bug specific only to one particular configuration</a:t>
          </a:r>
          <a:endParaRPr lang="x-none" sz="3200" kern="1200" dirty="0"/>
        </a:p>
      </dsp:txBody>
      <dsp:txXfrm rot="-5400000">
        <a:off x="1817658" y="2811227"/>
        <a:ext cx="8074337" cy="1606999"/>
      </dsp:txXfrm>
    </dsp:sp>
    <dsp:sp modelId="{B182DD18-86D5-477F-AD49-A0F8B7572065}">
      <dsp:nvSpPr>
        <dsp:cNvPr id="0" name=""/>
        <dsp:cNvSpPr/>
      </dsp:nvSpPr>
      <dsp:spPr>
        <a:xfrm>
          <a:off x="2954" y="2658133"/>
          <a:ext cx="1814389" cy="1913185"/>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rtl="0">
            <a:lnSpc>
              <a:spcPct val="90000"/>
            </a:lnSpc>
            <a:spcBef>
              <a:spcPct val="0"/>
            </a:spcBef>
            <a:spcAft>
              <a:spcPct val="35000"/>
            </a:spcAft>
            <a:buNone/>
          </a:pPr>
          <a:r>
            <a:rPr lang="en-US" sz="2600" kern="1200" dirty="0"/>
            <a:t>Case 2:</a:t>
          </a:r>
          <a:endParaRPr lang="x-none" sz="2600" kern="1200" dirty="0"/>
        </a:p>
      </dsp:txBody>
      <dsp:txXfrm>
        <a:off x="91525" y="2746704"/>
        <a:ext cx="1637247" cy="17360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7E7A3-7FB8-45F5-9983-DEADACF56EDF}">
      <dsp:nvSpPr>
        <dsp:cNvPr id="0" name=""/>
        <dsp:cNvSpPr/>
      </dsp:nvSpPr>
      <dsp:spPr>
        <a:xfrm rot="5400000">
          <a:off x="4919408" y="-2899923"/>
          <a:ext cx="1904914" cy="8074050"/>
        </a:xfrm>
        <a:prstGeom prst="round2Same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64770" rIns="129540" bIns="64770" numCol="1" spcCol="1270" anchor="ctr" anchorCtr="0">
          <a:noAutofit/>
        </a:bodyPr>
        <a:lstStyle/>
        <a:p>
          <a:pPr marL="285750" lvl="1" indent="-285750" algn="l" defTabSz="1511300" rtl="0">
            <a:lnSpc>
              <a:spcPct val="90000"/>
            </a:lnSpc>
            <a:spcBef>
              <a:spcPct val="0"/>
            </a:spcBef>
            <a:spcAft>
              <a:spcPct val="15000"/>
            </a:spcAft>
            <a:buChar char="•"/>
          </a:pPr>
          <a:r>
            <a:rPr lang="en-US" sz="3400" kern="1200" dirty="0"/>
            <a:t>The hardware device or its device drivers may have a bug that only your software reveals.</a:t>
          </a:r>
          <a:endParaRPr lang="x-none" sz="3400" kern="1200" dirty="0"/>
        </a:p>
      </dsp:txBody>
      <dsp:txXfrm rot="-5400000">
        <a:off x="1834840" y="277635"/>
        <a:ext cx="7981060" cy="1718934"/>
      </dsp:txXfrm>
    </dsp:sp>
    <dsp:sp modelId="{F930B8B3-316B-42EA-AB47-D2DCDE23EF13}">
      <dsp:nvSpPr>
        <dsp:cNvPr id="0" name=""/>
        <dsp:cNvSpPr/>
      </dsp:nvSpPr>
      <dsp:spPr>
        <a:xfrm>
          <a:off x="16877" y="102504"/>
          <a:ext cx="1817962" cy="2069195"/>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rtl="0">
            <a:lnSpc>
              <a:spcPct val="90000"/>
            </a:lnSpc>
            <a:spcBef>
              <a:spcPct val="0"/>
            </a:spcBef>
            <a:spcAft>
              <a:spcPct val="35000"/>
            </a:spcAft>
            <a:buNone/>
          </a:pPr>
          <a:r>
            <a:rPr lang="en-US" sz="2900" kern="1200" dirty="0"/>
            <a:t>Case 3:</a:t>
          </a:r>
          <a:endParaRPr lang="x-none" sz="2900" kern="1200" dirty="0"/>
        </a:p>
      </dsp:txBody>
      <dsp:txXfrm>
        <a:off x="105623" y="191250"/>
        <a:ext cx="1640470" cy="1891703"/>
      </dsp:txXfrm>
    </dsp:sp>
    <dsp:sp modelId="{B15C9DEE-D193-4E73-A649-591357D5D6D9}">
      <dsp:nvSpPr>
        <dsp:cNvPr id="0" name=""/>
        <dsp:cNvSpPr/>
      </dsp:nvSpPr>
      <dsp:spPr>
        <a:xfrm rot="5400000">
          <a:off x="4959323" y="-632121"/>
          <a:ext cx="1877958" cy="8134039"/>
        </a:xfrm>
        <a:prstGeom prst="round2Same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9540" tIns="64770" rIns="129540" bIns="64770" numCol="1" spcCol="1270" anchor="ctr" anchorCtr="0">
          <a:noAutofit/>
        </a:bodyPr>
        <a:lstStyle/>
        <a:p>
          <a:pPr marL="285750" lvl="1" indent="-285750" algn="l" defTabSz="1511300" rtl="0">
            <a:lnSpc>
              <a:spcPct val="90000"/>
            </a:lnSpc>
            <a:spcBef>
              <a:spcPct val="0"/>
            </a:spcBef>
            <a:spcAft>
              <a:spcPct val="15000"/>
            </a:spcAft>
            <a:buChar char="•"/>
          </a:pPr>
          <a:r>
            <a:rPr lang="en-US" sz="3400" kern="1200" dirty="0"/>
            <a:t>The hardware device or its device drivers may have a bug that can be seen with lots of other software.</a:t>
          </a:r>
          <a:endParaRPr lang="x-none" sz="3400" kern="1200" dirty="0"/>
        </a:p>
      </dsp:txBody>
      <dsp:txXfrm rot="-5400000">
        <a:off x="1831283" y="2587593"/>
        <a:ext cx="8042365" cy="1694610"/>
      </dsp:txXfrm>
    </dsp:sp>
    <dsp:sp modelId="{3B95793C-DD8E-4331-AF61-F17079BC322D}">
      <dsp:nvSpPr>
        <dsp:cNvPr id="0" name=""/>
        <dsp:cNvSpPr/>
      </dsp:nvSpPr>
      <dsp:spPr>
        <a:xfrm>
          <a:off x="16877" y="2400300"/>
          <a:ext cx="1814404" cy="2069195"/>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rtl="0">
            <a:lnSpc>
              <a:spcPct val="90000"/>
            </a:lnSpc>
            <a:spcBef>
              <a:spcPct val="0"/>
            </a:spcBef>
            <a:spcAft>
              <a:spcPct val="35000"/>
            </a:spcAft>
            <a:buNone/>
          </a:pPr>
          <a:r>
            <a:rPr lang="en-US" sz="2900" kern="1200" dirty="0"/>
            <a:t>Case 4:</a:t>
          </a:r>
          <a:endParaRPr lang="x-none" sz="2900" kern="1200" dirty="0"/>
        </a:p>
      </dsp:txBody>
      <dsp:txXfrm>
        <a:off x="105449" y="2488872"/>
        <a:ext cx="1637260" cy="18920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59639A-8B5E-44D4-B06A-D318B4857505}">
      <dsp:nvSpPr>
        <dsp:cNvPr id="0" name=""/>
        <dsp:cNvSpPr/>
      </dsp:nvSpPr>
      <dsp:spPr>
        <a:xfrm>
          <a:off x="6" y="513145"/>
          <a:ext cx="2250975" cy="505369"/>
        </a:xfrm>
        <a:prstGeom prst="rect">
          <a:avLst/>
        </a:prstGeom>
        <a:solidFill>
          <a:schemeClr val="accent1">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rtl="0">
            <a:lnSpc>
              <a:spcPct val="90000"/>
            </a:lnSpc>
            <a:spcBef>
              <a:spcPct val="0"/>
            </a:spcBef>
            <a:spcAft>
              <a:spcPct val="35000"/>
            </a:spcAft>
            <a:buNone/>
          </a:pPr>
          <a:r>
            <a:rPr lang="en-US" sz="1700" kern="1200" dirty="0"/>
            <a:t>No of Display Cards</a:t>
          </a:r>
          <a:endParaRPr lang="x-none" sz="1700" kern="1200" dirty="0"/>
        </a:p>
      </dsp:txBody>
      <dsp:txXfrm>
        <a:off x="6" y="513145"/>
        <a:ext cx="2250975" cy="505369"/>
      </dsp:txXfrm>
    </dsp:sp>
    <dsp:sp modelId="{4FE83322-3CF7-4E20-8E8D-1F797EABA1D4}">
      <dsp:nvSpPr>
        <dsp:cNvPr id="0" name=""/>
        <dsp:cNvSpPr/>
      </dsp:nvSpPr>
      <dsp:spPr>
        <a:xfrm>
          <a:off x="6" y="1199820"/>
          <a:ext cx="2250975" cy="581387"/>
        </a:xfrm>
        <a:prstGeom prst="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rtl="0">
            <a:lnSpc>
              <a:spcPct val="90000"/>
            </a:lnSpc>
            <a:spcBef>
              <a:spcPct val="0"/>
            </a:spcBef>
            <a:spcAft>
              <a:spcPct val="15000"/>
            </a:spcAft>
            <a:buChar char="•"/>
          </a:pPr>
          <a:r>
            <a:rPr lang="en-US" sz="1700" kern="1200" dirty="0"/>
            <a:t>336</a:t>
          </a:r>
          <a:endParaRPr lang="x-none" sz="1700" kern="1200" dirty="0"/>
        </a:p>
      </dsp:txBody>
      <dsp:txXfrm>
        <a:off x="6" y="1199820"/>
        <a:ext cx="2250975" cy="581387"/>
      </dsp:txXfrm>
    </dsp:sp>
    <dsp:sp modelId="{9297E73A-C395-41D3-A534-93000ABDD908}">
      <dsp:nvSpPr>
        <dsp:cNvPr id="0" name=""/>
        <dsp:cNvSpPr/>
      </dsp:nvSpPr>
      <dsp:spPr>
        <a:xfrm>
          <a:off x="2559388" y="513145"/>
          <a:ext cx="2250975" cy="505369"/>
        </a:xfrm>
        <a:prstGeom prst="rect">
          <a:avLst/>
        </a:prstGeom>
        <a:solidFill>
          <a:schemeClr val="accent1">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rtl="0">
            <a:lnSpc>
              <a:spcPct val="90000"/>
            </a:lnSpc>
            <a:spcBef>
              <a:spcPct val="0"/>
            </a:spcBef>
            <a:spcAft>
              <a:spcPct val="35000"/>
            </a:spcAft>
            <a:buNone/>
          </a:pPr>
          <a:r>
            <a:rPr lang="en-US" sz="1700" kern="1200" dirty="0"/>
            <a:t>No of Sound Cards</a:t>
          </a:r>
          <a:endParaRPr lang="x-none" sz="1700" kern="1200" dirty="0"/>
        </a:p>
      </dsp:txBody>
      <dsp:txXfrm>
        <a:off x="2559388" y="513145"/>
        <a:ext cx="2250975" cy="505369"/>
      </dsp:txXfrm>
    </dsp:sp>
    <dsp:sp modelId="{3C9BEE9E-B0CE-42E2-9AAC-4F94BF6105B7}">
      <dsp:nvSpPr>
        <dsp:cNvPr id="0" name=""/>
        <dsp:cNvSpPr/>
      </dsp:nvSpPr>
      <dsp:spPr>
        <a:xfrm>
          <a:off x="2559388" y="1199820"/>
          <a:ext cx="2250975" cy="581387"/>
        </a:xfrm>
        <a:prstGeom prst="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rtl="0">
            <a:lnSpc>
              <a:spcPct val="90000"/>
            </a:lnSpc>
            <a:spcBef>
              <a:spcPct val="0"/>
            </a:spcBef>
            <a:spcAft>
              <a:spcPct val="15000"/>
            </a:spcAft>
            <a:buChar char="•"/>
          </a:pPr>
          <a:r>
            <a:rPr lang="en-US" sz="1700" kern="1200" dirty="0"/>
            <a:t>210</a:t>
          </a:r>
          <a:endParaRPr lang="x-none" sz="1700" kern="1200" dirty="0"/>
        </a:p>
      </dsp:txBody>
      <dsp:txXfrm>
        <a:off x="2559388" y="1199820"/>
        <a:ext cx="2250975" cy="581387"/>
      </dsp:txXfrm>
    </dsp:sp>
    <dsp:sp modelId="{DE411E72-3331-4A99-BB78-551C6C5C262A}">
      <dsp:nvSpPr>
        <dsp:cNvPr id="0" name=""/>
        <dsp:cNvSpPr/>
      </dsp:nvSpPr>
      <dsp:spPr>
        <a:xfrm>
          <a:off x="5125501" y="513145"/>
          <a:ext cx="2250975" cy="505369"/>
        </a:xfrm>
        <a:prstGeom prst="rect">
          <a:avLst/>
        </a:prstGeom>
        <a:solidFill>
          <a:schemeClr val="accent1">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rtl="0">
            <a:lnSpc>
              <a:spcPct val="90000"/>
            </a:lnSpc>
            <a:spcBef>
              <a:spcPct val="0"/>
            </a:spcBef>
            <a:spcAft>
              <a:spcPct val="35000"/>
            </a:spcAft>
            <a:buNone/>
          </a:pPr>
          <a:r>
            <a:rPr lang="en-US" sz="1700" kern="1200" dirty="0"/>
            <a:t>No of Modems</a:t>
          </a:r>
          <a:endParaRPr lang="x-none" sz="1700" kern="1200" dirty="0"/>
        </a:p>
      </dsp:txBody>
      <dsp:txXfrm>
        <a:off x="5125501" y="513145"/>
        <a:ext cx="2250975" cy="505369"/>
      </dsp:txXfrm>
    </dsp:sp>
    <dsp:sp modelId="{B5E3783D-1406-48B8-9FF2-762F54480940}">
      <dsp:nvSpPr>
        <dsp:cNvPr id="0" name=""/>
        <dsp:cNvSpPr/>
      </dsp:nvSpPr>
      <dsp:spPr>
        <a:xfrm>
          <a:off x="5125501" y="1199820"/>
          <a:ext cx="2250975" cy="581387"/>
        </a:xfrm>
        <a:prstGeom prst="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rtl="0">
            <a:lnSpc>
              <a:spcPct val="90000"/>
            </a:lnSpc>
            <a:spcBef>
              <a:spcPct val="0"/>
            </a:spcBef>
            <a:spcAft>
              <a:spcPct val="15000"/>
            </a:spcAft>
            <a:buChar char="•"/>
          </a:pPr>
          <a:r>
            <a:rPr lang="en-US" sz="1700" kern="1200"/>
            <a:t>1500</a:t>
          </a:r>
          <a:endParaRPr lang="x-none" sz="1700" kern="1200" dirty="0"/>
        </a:p>
      </dsp:txBody>
      <dsp:txXfrm>
        <a:off x="5125501" y="1199820"/>
        <a:ext cx="2250975" cy="581387"/>
      </dsp:txXfrm>
    </dsp:sp>
    <dsp:sp modelId="{08281E1B-6DAE-4C19-9CCD-979568DEC01E}">
      <dsp:nvSpPr>
        <dsp:cNvPr id="0" name=""/>
        <dsp:cNvSpPr/>
      </dsp:nvSpPr>
      <dsp:spPr>
        <a:xfrm>
          <a:off x="7691613" y="513145"/>
          <a:ext cx="2250975" cy="505369"/>
        </a:xfrm>
        <a:prstGeom prst="rect">
          <a:avLst/>
        </a:prstGeom>
        <a:solidFill>
          <a:schemeClr val="accent1">
            <a:hueOff val="0"/>
            <a:satOff val="0"/>
            <a:lumOff val="0"/>
            <a:alphaOff val="0"/>
          </a:schemeClr>
        </a:solidFill>
        <a:ln w="48000" cap="flat" cmpd="thickThin"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rtl="0">
            <a:lnSpc>
              <a:spcPct val="90000"/>
            </a:lnSpc>
            <a:spcBef>
              <a:spcPct val="0"/>
            </a:spcBef>
            <a:spcAft>
              <a:spcPct val="35000"/>
            </a:spcAft>
            <a:buNone/>
          </a:pPr>
          <a:r>
            <a:rPr lang="en-US" sz="1700" kern="1200" dirty="0"/>
            <a:t>No of Printers</a:t>
          </a:r>
          <a:endParaRPr lang="x-none" sz="1700" kern="1200" dirty="0"/>
        </a:p>
      </dsp:txBody>
      <dsp:txXfrm>
        <a:off x="7691613" y="513145"/>
        <a:ext cx="2250975" cy="505369"/>
      </dsp:txXfrm>
    </dsp:sp>
    <dsp:sp modelId="{AD0F8511-1CEE-4136-813F-54D3CCA5CF1C}">
      <dsp:nvSpPr>
        <dsp:cNvPr id="0" name=""/>
        <dsp:cNvSpPr/>
      </dsp:nvSpPr>
      <dsp:spPr>
        <a:xfrm>
          <a:off x="7691613" y="1199820"/>
          <a:ext cx="2250975" cy="581387"/>
        </a:xfrm>
        <a:prstGeom prst="rect">
          <a:avLst/>
        </a:prstGeom>
        <a:solidFill>
          <a:schemeClr val="accent1">
            <a:alpha val="90000"/>
            <a:tint val="40000"/>
            <a:hueOff val="0"/>
            <a:satOff val="0"/>
            <a:lumOff val="0"/>
            <a:alphaOff val="0"/>
          </a:schemeClr>
        </a:solidFill>
        <a:ln w="48000" cap="flat" cmpd="thickThin"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rtl="0">
            <a:lnSpc>
              <a:spcPct val="90000"/>
            </a:lnSpc>
            <a:spcBef>
              <a:spcPct val="0"/>
            </a:spcBef>
            <a:spcAft>
              <a:spcPct val="15000"/>
            </a:spcAft>
            <a:buChar char="•"/>
          </a:pPr>
          <a:r>
            <a:rPr lang="en-US" sz="1700" kern="1200"/>
            <a:t>1200</a:t>
          </a:r>
          <a:endParaRPr lang="x-none" sz="1700" kern="1200" dirty="0"/>
        </a:p>
      </dsp:txBody>
      <dsp:txXfrm>
        <a:off x="7691613" y="1199820"/>
        <a:ext cx="2250975" cy="5813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88E3FE-E80B-418E-90C7-BE7353EDE0C3}">
      <dsp:nvSpPr>
        <dsp:cNvPr id="0" name=""/>
        <dsp:cNvSpPr/>
      </dsp:nvSpPr>
      <dsp:spPr>
        <a:xfrm>
          <a:off x="878776" y="0"/>
          <a:ext cx="9959467" cy="4963159"/>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E1DE32-7084-4F91-92D7-4D527EDB85CA}">
      <dsp:nvSpPr>
        <dsp:cNvPr id="0" name=""/>
        <dsp:cNvSpPr/>
      </dsp:nvSpPr>
      <dsp:spPr>
        <a:xfrm>
          <a:off x="922" y="1488947"/>
          <a:ext cx="975129"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Decide the types of hardware</a:t>
          </a:r>
          <a:endParaRPr lang="x-none" sz="1400" kern="1200" dirty="0"/>
        </a:p>
      </dsp:txBody>
      <dsp:txXfrm>
        <a:off x="48524" y="1536549"/>
        <a:ext cx="879925" cy="1890060"/>
      </dsp:txXfrm>
    </dsp:sp>
    <dsp:sp modelId="{6564E800-6315-423A-A760-AED6E259C6F3}">
      <dsp:nvSpPr>
        <dsp:cNvPr id="0" name=""/>
        <dsp:cNvSpPr/>
      </dsp:nvSpPr>
      <dsp:spPr>
        <a:xfrm>
          <a:off x="1208046" y="1488947"/>
          <a:ext cx="1165411"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Decide the hardware brands, models and device drivers</a:t>
          </a:r>
          <a:endParaRPr lang="x-none" sz="1400" kern="1200" dirty="0"/>
        </a:p>
      </dsp:txBody>
      <dsp:txXfrm>
        <a:off x="1264937" y="1545838"/>
        <a:ext cx="1051629" cy="1871482"/>
      </dsp:txXfrm>
    </dsp:sp>
    <dsp:sp modelId="{D4702F49-FF5B-4326-BA80-42B6B543DBD2}">
      <dsp:nvSpPr>
        <dsp:cNvPr id="0" name=""/>
        <dsp:cNvSpPr/>
      </dsp:nvSpPr>
      <dsp:spPr>
        <a:xfrm>
          <a:off x="2605452" y="1488947"/>
          <a:ext cx="1063575"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Decide the hardware features, modes and options</a:t>
          </a:r>
          <a:endParaRPr lang="x-none" sz="1400" kern="1200" dirty="0"/>
        </a:p>
      </dsp:txBody>
      <dsp:txXfrm>
        <a:off x="2657371" y="1540866"/>
        <a:ext cx="959737" cy="1881426"/>
      </dsp:txXfrm>
    </dsp:sp>
    <dsp:sp modelId="{4AA12C08-10BD-4136-8940-06177EAE982F}">
      <dsp:nvSpPr>
        <dsp:cNvPr id="0" name=""/>
        <dsp:cNvSpPr/>
      </dsp:nvSpPr>
      <dsp:spPr>
        <a:xfrm>
          <a:off x="3901022" y="1488947"/>
          <a:ext cx="1319223"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Pare down the identified hardware configurations to a manage-able set</a:t>
          </a:r>
          <a:endParaRPr lang="x-none" sz="1400" kern="1200" dirty="0"/>
        </a:p>
      </dsp:txBody>
      <dsp:txXfrm>
        <a:off x="3965421" y="1553346"/>
        <a:ext cx="1190425" cy="1856466"/>
      </dsp:txXfrm>
    </dsp:sp>
    <dsp:sp modelId="{51C88B63-9CFF-4555-9E43-F0214DFF8D74}">
      <dsp:nvSpPr>
        <dsp:cNvPr id="0" name=""/>
        <dsp:cNvSpPr/>
      </dsp:nvSpPr>
      <dsp:spPr>
        <a:xfrm>
          <a:off x="5452240" y="1488947"/>
          <a:ext cx="1391968"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Identify your software’s unique features that work with the hardware configurations</a:t>
          </a:r>
          <a:endParaRPr lang="x-none" sz="1400" kern="1200" dirty="0"/>
        </a:p>
      </dsp:txBody>
      <dsp:txXfrm>
        <a:off x="5520190" y="1556897"/>
        <a:ext cx="1256068" cy="1849364"/>
      </dsp:txXfrm>
    </dsp:sp>
    <dsp:sp modelId="{F6F73B11-D296-476F-852E-0838EDD705A4}">
      <dsp:nvSpPr>
        <dsp:cNvPr id="0" name=""/>
        <dsp:cNvSpPr/>
      </dsp:nvSpPr>
      <dsp:spPr>
        <a:xfrm>
          <a:off x="7076203" y="1488947"/>
          <a:ext cx="1391968"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Design the test cases to run on each configuration</a:t>
          </a:r>
          <a:endParaRPr lang="x-none" sz="1400" kern="1200" dirty="0"/>
        </a:p>
      </dsp:txBody>
      <dsp:txXfrm>
        <a:off x="7144153" y="1556897"/>
        <a:ext cx="1256068" cy="1849364"/>
      </dsp:txXfrm>
    </dsp:sp>
    <dsp:sp modelId="{D8C44904-5C36-489E-BC09-EF44527CAEC1}">
      <dsp:nvSpPr>
        <dsp:cNvPr id="0" name=""/>
        <dsp:cNvSpPr/>
      </dsp:nvSpPr>
      <dsp:spPr>
        <a:xfrm>
          <a:off x="8700166" y="1488947"/>
          <a:ext cx="1391968"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Execute the tests on each configuration</a:t>
          </a:r>
          <a:endParaRPr lang="x-none" sz="1400" kern="1200" dirty="0"/>
        </a:p>
      </dsp:txBody>
      <dsp:txXfrm>
        <a:off x="8768116" y="1556897"/>
        <a:ext cx="1256068" cy="1849364"/>
      </dsp:txXfrm>
    </dsp:sp>
    <dsp:sp modelId="{076CAB8C-E656-4EA5-8755-7AE203298508}">
      <dsp:nvSpPr>
        <dsp:cNvPr id="0" name=""/>
        <dsp:cNvSpPr/>
      </dsp:nvSpPr>
      <dsp:spPr>
        <a:xfrm>
          <a:off x="10324129" y="1488947"/>
          <a:ext cx="1391968" cy="1985264"/>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t>Rerun the tests until the results satisfy your teams</a:t>
          </a:r>
          <a:endParaRPr lang="x-none" sz="1400" kern="1200" dirty="0"/>
        </a:p>
      </dsp:txBody>
      <dsp:txXfrm>
        <a:off x="10392079" y="1556897"/>
        <a:ext cx="1256068" cy="184936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E253E3-9263-4ACB-8AED-3790661D2DCE}">
      <dsp:nvSpPr>
        <dsp:cNvPr id="0" name=""/>
        <dsp:cNvSpPr/>
      </dsp:nvSpPr>
      <dsp:spPr>
        <a:xfrm>
          <a:off x="871156" y="0"/>
          <a:ext cx="9873107" cy="418592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18D1E2-A417-4AE3-A79D-96DB06216CAB}">
      <dsp:nvSpPr>
        <dsp:cNvPr id="0" name=""/>
        <dsp:cNvSpPr/>
      </dsp:nvSpPr>
      <dsp:spPr>
        <a:xfrm>
          <a:off x="2148" y="1255776"/>
          <a:ext cx="1409801"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Select and set up the test configuration from the list</a:t>
          </a:r>
          <a:endParaRPr lang="x-none" sz="1500" kern="1200" dirty="0"/>
        </a:p>
      </dsp:txBody>
      <dsp:txXfrm>
        <a:off x="70969" y="1324597"/>
        <a:ext cx="1272159" cy="1536726"/>
      </dsp:txXfrm>
    </dsp:sp>
    <dsp:sp modelId="{7C285546-C3BA-4AE8-9617-8A5E39C5B9F7}">
      <dsp:nvSpPr>
        <dsp:cNvPr id="0" name=""/>
        <dsp:cNvSpPr/>
      </dsp:nvSpPr>
      <dsp:spPr>
        <a:xfrm>
          <a:off x="1604908" y="1255776"/>
          <a:ext cx="1144870"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Start the software</a:t>
          </a:r>
          <a:endParaRPr lang="x-none" sz="1500" kern="1200" dirty="0"/>
        </a:p>
      </dsp:txBody>
      <dsp:txXfrm>
        <a:off x="1660796" y="1311664"/>
        <a:ext cx="1033094" cy="1562592"/>
      </dsp:txXfrm>
    </dsp:sp>
    <dsp:sp modelId="{19E8969E-A129-4EDE-8385-08CE7ACBC019}">
      <dsp:nvSpPr>
        <dsp:cNvPr id="0" name=""/>
        <dsp:cNvSpPr/>
      </dsp:nvSpPr>
      <dsp:spPr>
        <a:xfrm>
          <a:off x="2942736" y="1255776"/>
          <a:ext cx="1157749"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Load in the file configtest.doc</a:t>
          </a:r>
          <a:endParaRPr lang="x-none" sz="1500" kern="1200" dirty="0"/>
        </a:p>
      </dsp:txBody>
      <dsp:txXfrm>
        <a:off x="2999253" y="1312293"/>
        <a:ext cx="1044715" cy="1561334"/>
      </dsp:txXfrm>
    </dsp:sp>
    <dsp:sp modelId="{F1187710-D9F1-420B-AF32-314181C2B11F}">
      <dsp:nvSpPr>
        <dsp:cNvPr id="0" name=""/>
        <dsp:cNvSpPr/>
      </dsp:nvSpPr>
      <dsp:spPr>
        <a:xfrm>
          <a:off x="4293444" y="1255776"/>
          <a:ext cx="1320892"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Confirm that the file is displayed correctly</a:t>
          </a:r>
          <a:endParaRPr lang="x-none" sz="1500" kern="1200" dirty="0"/>
        </a:p>
      </dsp:txBody>
      <dsp:txXfrm>
        <a:off x="4357925" y="1320257"/>
        <a:ext cx="1191930" cy="1545406"/>
      </dsp:txXfrm>
    </dsp:sp>
    <dsp:sp modelId="{6002CCD0-5E43-4E11-A8C4-04E12AE44D4B}">
      <dsp:nvSpPr>
        <dsp:cNvPr id="0" name=""/>
        <dsp:cNvSpPr/>
      </dsp:nvSpPr>
      <dsp:spPr>
        <a:xfrm>
          <a:off x="5807295" y="1255776"/>
          <a:ext cx="1066277"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Print the document</a:t>
          </a:r>
          <a:endParaRPr lang="x-none" sz="1500" kern="1200" dirty="0"/>
        </a:p>
      </dsp:txBody>
      <dsp:txXfrm>
        <a:off x="5859346" y="1307827"/>
        <a:ext cx="962175" cy="1570266"/>
      </dsp:txXfrm>
    </dsp:sp>
    <dsp:sp modelId="{87095919-E618-41E6-A6DB-6106C1353E18}">
      <dsp:nvSpPr>
        <dsp:cNvPr id="0" name=""/>
        <dsp:cNvSpPr/>
      </dsp:nvSpPr>
      <dsp:spPr>
        <a:xfrm>
          <a:off x="7066530" y="1255776"/>
          <a:ext cx="1113459"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Confirm that there are no error messages</a:t>
          </a:r>
          <a:endParaRPr lang="x-none" sz="1500" kern="1200" dirty="0"/>
        </a:p>
      </dsp:txBody>
      <dsp:txXfrm>
        <a:off x="7120885" y="1310131"/>
        <a:ext cx="1004749" cy="1565658"/>
      </dsp:txXfrm>
    </dsp:sp>
    <dsp:sp modelId="{EE3A9850-537E-4AA7-8480-D890E09CFCAB}">
      <dsp:nvSpPr>
        <dsp:cNvPr id="0" name=""/>
        <dsp:cNvSpPr/>
      </dsp:nvSpPr>
      <dsp:spPr>
        <a:xfrm>
          <a:off x="8372948" y="1255776"/>
          <a:ext cx="1523292"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Confirm that the printed document matches the standard</a:t>
          </a:r>
          <a:endParaRPr lang="x-none" sz="1500" kern="1200" dirty="0"/>
        </a:p>
      </dsp:txBody>
      <dsp:txXfrm>
        <a:off x="8447309" y="1330137"/>
        <a:ext cx="1374570" cy="1525646"/>
      </dsp:txXfrm>
    </dsp:sp>
    <dsp:sp modelId="{474DF791-372F-445B-B153-41792F89FCED}">
      <dsp:nvSpPr>
        <dsp:cNvPr id="0" name=""/>
        <dsp:cNvSpPr/>
      </dsp:nvSpPr>
      <dsp:spPr>
        <a:xfrm>
          <a:off x="10089199" y="1255776"/>
          <a:ext cx="1524072" cy="1674368"/>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dirty="0"/>
            <a:t>Log any discrepancies as a bug</a:t>
          </a:r>
          <a:endParaRPr lang="x-none" sz="1500" kern="1200" dirty="0"/>
        </a:p>
      </dsp:txBody>
      <dsp:txXfrm>
        <a:off x="10163598" y="1330175"/>
        <a:ext cx="1375274" cy="152557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pPr/>
              <a:t>12/11/2021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p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pPr/>
              <a:t>12/11/2021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p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1</a:t>
            </a:fld>
            <a:endParaRPr lang="en-US"/>
          </a:p>
        </p:txBody>
      </p:sp>
    </p:spTree>
    <p:extLst>
      <p:ext uri="{BB962C8B-B14F-4D97-AF65-F5344CB8AC3E}">
        <p14:creationId xmlns:p14="http://schemas.microsoft.com/office/powerpoint/2010/main" val="1048923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pPr/>
              <a:t>3</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sz="1200" b="1" i="0" kern="1200" dirty="0">
                <a:solidFill>
                  <a:schemeClr val="tx1"/>
                </a:solidFill>
                <a:latin typeface="+mn-lt"/>
                <a:ea typeface="+mn-ea"/>
                <a:cs typeface="+mn-cs"/>
              </a:rPr>
              <a:t>Here I would like you to recall the Motivational</a:t>
            </a:r>
            <a:r>
              <a:rPr lang="en-GB" sz="1200" b="1" i="0" kern="1200" baseline="0" dirty="0">
                <a:solidFill>
                  <a:schemeClr val="tx1"/>
                </a:solidFill>
                <a:latin typeface="+mn-lt"/>
                <a:ea typeface="+mn-ea"/>
                <a:cs typeface="+mn-cs"/>
              </a:rPr>
              <a:t> story of The Lion King Animated game which we discussed in the start of this course. The game could not run on many PC’s as it was not tested for multiple PC platforms.</a:t>
            </a:r>
          </a:p>
          <a:p>
            <a:r>
              <a:rPr lang="en-GB" sz="1200" b="0" i="0" kern="1200" baseline="0" dirty="0">
                <a:solidFill>
                  <a:schemeClr val="tx1"/>
                </a:solidFill>
                <a:latin typeface="+mn-lt"/>
                <a:ea typeface="+mn-ea"/>
                <a:cs typeface="+mn-cs"/>
              </a:rPr>
              <a:t>So if you ignore the configuration testing, you will have to face such problems.</a:t>
            </a:r>
            <a:endParaRPr lang="en-GB" sz="1200" b="0" i="0" kern="1200" dirty="0">
              <a:solidFill>
                <a:schemeClr val="tx1"/>
              </a:solidFill>
              <a:latin typeface="+mn-lt"/>
              <a:ea typeface="+mn-ea"/>
              <a:cs typeface="+mn-cs"/>
            </a:endParaRPr>
          </a:p>
          <a:p>
            <a:endParaRPr lang="en-GB" sz="1200" b="1" i="0" kern="1200" dirty="0">
              <a:solidFill>
                <a:schemeClr val="tx1"/>
              </a:solidFill>
              <a:latin typeface="+mn-lt"/>
              <a:ea typeface="+mn-ea"/>
              <a:cs typeface="+mn-cs"/>
            </a:endParaRPr>
          </a:p>
          <a:p>
            <a:r>
              <a:rPr lang="en-GB" sz="1200" b="1" i="0" kern="1200" dirty="0">
                <a:solidFill>
                  <a:schemeClr val="tx1"/>
                </a:solidFill>
                <a:latin typeface="+mn-lt"/>
                <a:ea typeface="+mn-ea"/>
                <a:cs typeface="+mn-cs"/>
              </a:rPr>
              <a:t>GeForce</a:t>
            </a:r>
            <a:r>
              <a:rPr lang="en-GB" sz="1200" b="0" i="0" kern="1200" dirty="0">
                <a:solidFill>
                  <a:schemeClr val="tx1"/>
                </a:solidFill>
                <a:latin typeface="+mn-lt"/>
                <a:ea typeface="+mn-ea"/>
                <a:cs typeface="+mn-cs"/>
              </a:rPr>
              <a:t> is a brand of graphics processing units (GPUs) designed by </a:t>
            </a:r>
            <a:r>
              <a:rPr lang="en-GB" sz="1200" b="0" i="0" kern="1200" dirty="0" err="1">
                <a:solidFill>
                  <a:schemeClr val="tx1"/>
                </a:solidFill>
                <a:latin typeface="+mn-lt"/>
                <a:ea typeface="+mn-ea"/>
                <a:cs typeface="+mn-cs"/>
              </a:rPr>
              <a:t>Nvidia</a:t>
            </a:r>
            <a:r>
              <a:rPr lang="en-GB" sz="1200" b="0" i="0" kern="1200" dirty="0">
                <a:solidFill>
                  <a:schemeClr val="tx1"/>
                </a:solidFill>
                <a:latin typeface="+mn-lt"/>
                <a:ea typeface="+mn-ea"/>
                <a:cs typeface="+mn-cs"/>
              </a:rPr>
              <a:t>.</a:t>
            </a:r>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6</a:t>
            </a:fld>
            <a:endParaRPr lang="en-GB"/>
          </a:p>
        </p:txBody>
      </p:sp>
    </p:spTree>
    <p:extLst>
      <p:ext uri="{BB962C8B-B14F-4D97-AF65-F5344CB8AC3E}">
        <p14:creationId xmlns:p14="http://schemas.microsoft.com/office/powerpoint/2010/main" val="758755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the purpose</a:t>
            </a:r>
            <a:r>
              <a:rPr lang="en-GB" baseline="0" dirty="0"/>
              <a:t> is to identify minimum possible age and model of the hardware at which the system can work.</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7</a:t>
            </a:fld>
            <a:endParaRPr lang="x-none"/>
          </a:p>
        </p:txBody>
      </p:sp>
    </p:spTree>
    <p:extLst>
      <p:ext uri="{BB962C8B-B14F-4D97-AF65-F5344CB8AC3E}">
        <p14:creationId xmlns:p14="http://schemas.microsoft.com/office/powerpoint/2010/main" val="1668903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8</a:t>
            </a:fld>
            <a:endParaRPr lang="x-none"/>
          </a:p>
        </p:txBody>
      </p:sp>
    </p:spTree>
    <p:extLst>
      <p:ext uri="{BB962C8B-B14F-4D97-AF65-F5344CB8AC3E}">
        <p14:creationId xmlns:p14="http://schemas.microsoft.com/office/powerpoint/2010/main" val="321728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components are built by manufacturer</a:t>
            </a:r>
            <a:r>
              <a:rPr lang="en-GB" baseline="0" dirty="0"/>
              <a:t> brands themselves while others are purchased from other manufacturers. Like in HP laptop some components used are made by HP while other components are provided by different brands.</a:t>
            </a:r>
          </a:p>
          <a:p>
            <a:endParaRPr lang="en-GB" baseline="0" dirty="0"/>
          </a:p>
          <a:p>
            <a:r>
              <a:rPr lang="en-GB" baseline="0" dirty="0"/>
              <a:t>You can also order custom made PC’s in which you can demand components like processor, RAM, Memory, Network and Graphics Card etc. according to your need.</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9</a:t>
            </a:fld>
            <a:endParaRPr lang="x-none"/>
          </a:p>
        </p:txBody>
      </p:sp>
    </p:spTree>
    <p:extLst>
      <p:ext uri="{BB962C8B-B14F-4D97-AF65-F5344CB8AC3E}">
        <p14:creationId xmlns:p14="http://schemas.microsoft.com/office/powerpoint/2010/main" val="2725124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lvl="2" algn="just"/>
            <a:r>
              <a:rPr lang="en-US" sz="2000" b="1" dirty="0"/>
              <a:t>ISA (Industry Standard Architecture)-</a:t>
            </a:r>
            <a:r>
              <a:rPr lang="en-US" sz="2000" dirty="0"/>
              <a:t> It</a:t>
            </a:r>
            <a:r>
              <a:rPr lang="en-US" sz="2000" baseline="0" dirty="0"/>
              <a:t> is a</a:t>
            </a:r>
            <a:r>
              <a:rPr lang="en-US" sz="2000" dirty="0"/>
              <a:t> bus that allowed the computer to detect peripherals, such as a modem or sound card</a:t>
            </a:r>
          </a:p>
          <a:p>
            <a:pPr lvl="2" algn="just"/>
            <a:r>
              <a:rPr lang="en-US" sz="2000" b="1" dirty="0"/>
              <a:t>PCI (</a:t>
            </a:r>
            <a:r>
              <a:rPr lang="en-GB" sz="2000" b="1" dirty="0"/>
              <a:t>Peripheral Component Interface) </a:t>
            </a:r>
            <a:r>
              <a:rPr lang="en-GB" sz="2000" dirty="0"/>
              <a:t>It holds your CPU and chipset, and provides an interface for other components of the computer.</a:t>
            </a:r>
            <a:endParaRPr lang="en-US" sz="2000" dirty="0"/>
          </a:p>
          <a:p>
            <a:pPr lvl="2" algn="just"/>
            <a:r>
              <a:rPr lang="en-US" sz="2000" b="1" dirty="0"/>
              <a:t>PS/2</a:t>
            </a:r>
            <a:r>
              <a:rPr lang="en-US" sz="2000" dirty="0"/>
              <a:t> </a:t>
            </a:r>
            <a:r>
              <a:rPr lang="en-US" sz="2000" baseline="0" dirty="0"/>
              <a:t> This is a</a:t>
            </a:r>
            <a:r>
              <a:rPr lang="en-US" sz="2000" dirty="0"/>
              <a:t>n old port for connecting mouse and keyboard</a:t>
            </a:r>
          </a:p>
          <a:p>
            <a:pPr lvl="2" algn="just"/>
            <a:r>
              <a:rPr lang="en-US" sz="2000" b="1" dirty="0"/>
              <a:t>RS-332</a:t>
            </a:r>
            <a:r>
              <a:rPr lang="en-US" sz="2000" dirty="0"/>
              <a:t> It</a:t>
            </a:r>
            <a:r>
              <a:rPr lang="en-US" sz="2000" baseline="0" dirty="0"/>
              <a:t> c</a:t>
            </a:r>
            <a:r>
              <a:rPr lang="en-US" sz="2000" dirty="0"/>
              <a:t>onnects DTE (Data Terminal Equipment) to DCE (Data Circuit-terminating Equipment) for data transmission</a:t>
            </a:r>
          </a:p>
          <a:p>
            <a:pPr marL="914400" marR="0" lvl="2" indent="0" algn="just" defTabSz="914400" rtl="0" eaLnBrk="1" fontAlgn="auto" latinLnBrk="0" hangingPunct="1">
              <a:lnSpc>
                <a:spcPct val="100000"/>
              </a:lnSpc>
              <a:spcBef>
                <a:spcPts val="0"/>
              </a:spcBef>
              <a:spcAft>
                <a:spcPts val="0"/>
              </a:spcAft>
              <a:buClrTx/>
              <a:buSzTx/>
              <a:buFontTx/>
              <a:buNone/>
              <a:tabLst/>
              <a:defRPr/>
            </a:pPr>
            <a:r>
              <a:rPr lang="en-GB" sz="2000" b="1" i="0" kern="1200" dirty="0">
                <a:solidFill>
                  <a:schemeClr val="tx1"/>
                </a:solidFill>
                <a:latin typeface="+mn-lt"/>
                <a:ea typeface="+mn-ea"/>
                <a:cs typeface="+mn-cs"/>
              </a:rPr>
              <a:t>	DTE</a:t>
            </a:r>
            <a:r>
              <a:rPr lang="en-GB" sz="2000" b="0" i="0" kern="1200" dirty="0">
                <a:solidFill>
                  <a:schemeClr val="tx1"/>
                </a:solidFill>
                <a:latin typeface="+mn-lt"/>
                <a:ea typeface="+mn-ea"/>
                <a:cs typeface="+mn-cs"/>
              </a:rPr>
              <a:t> is the equipment which terminates flow of information in any communication network. </a:t>
            </a:r>
            <a:r>
              <a:rPr lang="fr-FR" sz="2000" b="0" i="0" kern="1200" dirty="0">
                <a:solidFill>
                  <a:schemeClr val="tx1"/>
                </a:solidFill>
                <a:latin typeface="+mn-lt"/>
                <a:ea typeface="+mn-ea"/>
                <a:cs typeface="+mn-cs"/>
              </a:rPr>
              <a:t>Exemples: </a:t>
            </a:r>
            <a:r>
              <a:rPr lang="fr-FR" sz="2000" b="0" i="0" kern="1200" dirty="0" err="1">
                <a:solidFill>
                  <a:schemeClr val="tx1"/>
                </a:solidFill>
                <a:latin typeface="+mn-lt"/>
                <a:ea typeface="+mn-ea"/>
                <a:cs typeface="+mn-cs"/>
              </a:rPr>
              <a:t>Terminals</a:t>
            </a:r>
            <a:r>
              <a:rPr lang="fr-FR" sz="2000" b="0" i="0" kern="1200" dirty="0">
                <a:solidFill>
                  <a:schemeClr val="tx1"/>
                </a:solidFill>
                <a:latin typeface="+mn-lt"/>
                <a:ea typeface="+mn-ea"/>
                <a:cs typeface="+mn-cs"/>
              </a:rPr>
              <a:t>, computers, </a:t>
            </a:r>
            <a:r>
              <a:rPr lang="fr-FR" sz="2000" b="0" i="0" kern="1200" dirty="0" err="1">
                <a:solidFill>
                  <a:schemeClr val="tx1"/>
                </a:solidFill>
                <a:latin typeface="+mn-lt"/>
                <a:ea typeface="+mn-ea"/>
                <a:cs typeface="+mn-cs"/>
              </a:rPr>
              <a:t>laptops</a:t>
            </a:r>
            <a:r>
              <a:rPr lang="fr-FR" sz="2000" b="0" i="0" kern="1200" dirty="0">
                <a:solidFill>
                  <a:schemeClr val="tx1"/>
                </a:solidFill>
                <a:latin typeface="+mn-lt"/>
                <a:ea typeface="+mn-ea"/>
                <a:cs typeface="+mn-cs"/>
              </a:rPr>
              <a:t>, </a:t>
            </a:r>
            <a:r>
              <a:rPr lang="fr-FR" sz="2000" b="0" i="0" kern="1200" dirty="0" err="1">
                <a:solidFill>
                  <a:schemeClr val="tx1"/>
                </a:solidFill>
                <a:latin typeface="+mn-lt"/>
                <a:ea typeface="+mn-ea"/>
                <a:cs typeface="+mn-cs"/>
              </a:rPr>
              <a:t>routers</a:t>
            </a:r>
            <a:r>
              <a:rPr lang="fr-FR" sz="2000" b="0" i="0" kern="1200" dirty="0">
                <a:solidFill>
                  <a:schemeClr val="tx1"/>
                </a:solidFill>
                <a:latin typeface="+mn-lt"/>
                <a:ea typeface="+mn-ea"/>
                <a:cs typeface="+mn-cs"/>
              </a:rPr>
              <a:t>, bridges etc.</a:t>
            </a:r>
          </a:p>
          <a:p>
            <a:pPr lvl="2" algn="just"/>
            <a:r>
              <a:rPr lang="en-US" sz="2000" dirty="0"/>
              <a:t>	Where</a:t>
            </a:r>
            <a:r>
              <a:rPr lang="en-US" sz="2000" baseline="0" dirty="0"/>
              <a:t> as </a:t>
            </a:r>
            <a:r>
              <a:rPr lang="en-US" sz="2000" b="1" baseline="0" dirty="0"/>
              <a:t>DCE</a:t>
            </a:r>
            <a:r>
              <a:rPr lang="en-US" sz="2000" baseline="0" dirty="0"/>
              <a:t> is t</a:t>
            </a:r>
            <a:r>
              <a:rPr lang="en-GB" sz="2000" b="0" i="0" kern="1200" dirty="0">
                <a:solidFill>
                  <a:schemeClr val="tx1"/>
                </a:solidFill>
                <a:latin typeface="+mn-lt"/>
                <a:ea typeface="+mn-ea"/>
                <a:cs typeface="+mn-cs"/>
              </a:rPr>
              <a:t>he equipment which transports information over communication medium. EXAMPLES: Modem, Switch etc.</a:t>
            </a:r>
          </a:p>
          <a:p>
            <a:pPr marL="914400" marR="0" lvl="2" indent="0" algn="just"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So in other words RS-332 connects components like computers, laptops </a:t>
            </a:r>
            <a:r>
              <a:rPr lang="en-GB" sz="1200" kern="1200" dirty="0" err="1">
                <a:solidFill>
                  <a:schemeClr val="tx1"/>
                </a:solidFill>
                <a:effectLst/>
                <a:latin typeface="+mn-lt"/>
                <a:ea typeface="+mn-ea"/>
                <a:cs typeface="+mn-cs"/>
              </a:rPr>
              <a:t>etc</a:t>
            </a:r>
            <a:r>
              <a:rPr lang="en-GB" sz="1200" kern="1200" dirty="0">
                <a:solidFill>
                  <a:schemeClr val="tx1"/>
                </a:solidFill>
                <a:effectLst/>
                <a:latin typeface="+mn-lt"/>
                <a:ea typeface="+mn-ea"/>
                <a:cs typeface="+mn-cs"/>
              </a:rPr>
              <a:t> to modems and switches.</a:t>
            </a:r>
          </a:p>
          <a:p>
            <a:pPr lvl="2" algn="just"/>
            <a:r>
              <a:rPr lang="en-US" sz="2000" b="1" dirty="0"/>
              <a:t>RJ – 11</a:t>
            </a:r>
          </a:p>
          <a:p>
            <a:pPr lvl="2" algn="just"/>
            <a:r>
              <a:rPr lang="en-US" sz="2000" b="1" dirty="0"/>
              <a:t>RJ – 45</a:t>
            </a:r>
          </a:p>
          <a:p>
            <a:pPr lvl="2" algn="just"/>
            <a:r>
              <a:rPr lang="en-US" sz="2000" b="0" dirty="0"/>
              <a:t>These are network connectors.</a:t>
            </a:r>
          </a:p>
          <a:p>
            <a:pPr lvl="2" algn="just"/>
            <a:r>
              <a:rPr lang="en-US" sz="2000" b="1" dirty="0" err="1"/>
              <a:t>Firewire</a:t>
            </a:r>
            <a:r>
              <a:rPr lang="en-US" sz="2000" dirty="0"/>
              <a:t> </a:t>
            </a:r>
            <a:r>
              <a:rPr lang="en-US" sz="2000" baseline="0" dirty="0"/>
              <a:t> This is a</a:t>
            </a:r>
            <a:r>
              <a:rPr lang="en-US" sz="2000" dirty="0"/>
              <a:t> cable used to transfer information between digital devices</a:t>
            </a:r>
          </a:p>
          <a:p>
            <a:endParaRPr lang="en-GB" sz="1200" b="0" i="0" kern="1200" dirty="0">
              <a:solidFill>
                <a:schemeClr val="tx1"/>
              </a:solidFill>
              <a:latin typeface="+mn-lt"/>
              <a:ea typeface="+mn-ea"/>
              <a:cs typeface="+mn-cs"/>
            </a:endParaRPr>
          </a:p>
          <a:p>
            <a:endParaRPr lang="en-GB" sz="1200" b="0" i="0" kern="1200" dirty="0">
              <a:solidFill>
                <a:schemeClr val="tx1"/>
              </a:solidFill>
              <a:latin typeface="+mn-lt"/>
              <a:ea typeface="+mn-ea"/>
              <a:cs typeface="+mn-cs"/>
            </a:endParaRPr>
          </a:p>
          <a:p>
            <a:endParaRPr lang="fr-FR" sz="1200" b="0" i="0" kern="1200" dirty="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0A3C37BE-C303-496D-B5CD-85F2937540FC}" type="slidenum">
              <a:rPr lang="en-GB" smtClean="0"/>
              <a:pPr/>
              <a:t>11</a:t>
            </a:fld>
            <a:endParaRPr lang="en-GB"/>
          </a:p>
        </p:txBody>
      </p:sp>
    </p:spTree>
    <p:extLst>
      <p:ext uri="{BB962C8B-B14F-4D97-AF65-F5344CB8AC3E}">
        <p14:creationId xmlns:p14="http://schemas.microsoft.com/office/powerpoint/2010/main" val="4139061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For example: </a:t>
            </a:r>
            <a:r>
              <a:rPr lang="en-GB" b="0" dirty="0"/>
              <a:t>The operating system that you want to install on your PC follows the standards and</a:t>
            </a:r>
            <a:r>
              <a:rPr lang="en-GB" b="0" baseline="0" dirty="0"/>
              <a:t> guidelines of windows. But the PC manufacturer has not followed the manufacturing and quality standards. So you would be unable to install operating system. You will get multiple installation errors</a:t>
            </a:r>
            <a:r>
              <a:rPr lang="en-GB" dirty="0"/>
              <a:t> because</a:t>
            </a:r>
            <a:r>
              <a:rPr lang="en-GB" baseline="0" dirty="0"/>
              <a:t> the components will not support that operating system.</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14</a:t>
            </a:fld>
            <a:endParaRPr lang="x-none"/>
          </a:p>
        </p:txBody>
      </p:sp>
    </p:spTree>
    <p:extLst>
      <p:ext uri="{BB962C8B-B14F-4D97-AF65-F5344CB8AC3E}">
        <p14:creationId xmlns:p14="http://schemas.microsoft.com/office/powerpoint/2010/main" val="318104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b="1" dirty="0"/>
              <a:t>Case 1 Example:</a:t>
            </a:r>
            <a:r>
              <a:rPr lang="en-US" dirty="0"/>
              <a:t> if your greeting card program works fine with laser printers but not with inkjet printers</a:t>
            </a:r>
            <a:endParaRPr lang="x-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 b="1" dirty="0"/>
              <a:t>Case 2 Example: </a:t>
            </a:r>
            <a:r>
              <a:rPr lang="en-US" dirty="0"/>
              <a:t>software does not work on  the HP Deskjet 3545 Printer</a:t>
            </a:r>
            <a:endParaRPr lang="x-none"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16</a:t>
            </a:fld>
            <a:endParaRPr lang="x-none"/>
          </a:p>
        </p:txBody>
      </p:sp>
    </p:spTree>
    <p:extLst>
      <p:ext uri="{BB962C8B-B14F-4D97-AF65-F5344CB8AC3E}">
        <p14:creationId xmlns:p14="http://schemas.microsoft.com/office/powerpoint/2010/main" val="3824531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Case 3 Example:</a:t>
            </a:r>
            <a:r>
              <a:rPr lang="en-US" dirty="0"/>
              <a:t> May be your software is the only one that uses a unique display card setting. When your software is run with a specific video card, the PC crashes</a:t>
            </a:r>
            <a:endParaRPr lang="x-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Case 4 Example:</a:t>
            </a:r>
            <a:r>
              <a:rPr lang="en-US" dirty="0"/>
              <a:t> A specific printer driver always defaulted to draft mode and your photo printing software had to set it to high quality every time.</a:t>
            </a:r>
            <a:endParaRPr lang="x-none" dirty="0"/>
          </a:p>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17</a:t>
            </a:fld>
            <a:endParaRPr lang="x-none"/>
          </a:p>
        </p:txBody>
      </p:sp>
    </p:spTree>
    <p:extLst>
      <p:ext uri="{BB962C8B-B14F-4D97-AF65-F5344CB8AC3E}">
        <p14:creationId xmlns:p14="http://schemas.microsoft.com/office/powerpoint/2010/main" val="2676829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a:t>
            </a:r>
            <a:r>
              <a:rPr lang="en-GB" baseline="0" dirty="0"/>
              <a:t> say you report the bug to printer customer support centre. There will be a chain of command to be followed before fixing the bug. The longer the chain of command, the more difficult and time taking it will be to resolve the problem. </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18</a:t>
            </a:fld>
            <a:endParaRPr lang="x-none"/>
          </a:p>
        </p:txBody>
      </p:sp>
    </p:spTree>
    <p:extLst>
      <p:ext uri="{BB962C8B-B14F-4D97-AF65-F5344CB8AC3E}">
        <p14:creationId xmlns:p14="http://schemas.microsoft.com/office/powerpoint/2010/main" val="2790761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a:t>
            </a:r>
            <a:r>
              <a:rPr lang="en-GB" baseline="0" dirty="0"/>
              <a:t> in the picture, you can see a hardware wizard for printer. In the picture at the top you can select the hardware that is printer and in the picture at the bottom you can select the manufacturer and then model of the printer against the manufacturer.</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19</a:t>
            </a:fld>
            <a:endParaRPr lang="x-none"/>
          </a:p>
        </p:txBody>
      </p:sp>
    </p:spTree>
    <p:extLst>
      <p:ext uri="{BB962C8B-B14F-4D97-AF65-F5344CB8AC3E}">
        <p14:creationId xmlns:p14="http://schemas.microsoft.com/office/powerpoint/2010/main" val="386759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20</a:t>
            </a:fld>
            <a:endParaRPr lang="x-none"/>
          </a:p>
        </p:txBody>
      </p:sp>
    </p:spTree>
    <p:extLst>
      <p:ext uri="{BB962C8B-B14F-4D97-AF65-F5344CB8AC3E}">
        <p14:creationId xmlns:p14="http://schemas.microsoft.com/office/powerpoint/2010/main" val="3053003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71550" lvl="1" indent="-514350" algn="just">
              <a:buFont typeface="+mj-lt"/>
              <a:buAutoNum type="arabicParenR"/>
            </a:pPr>
            <a:r>
              <a:rPr lang="en-US" sz="2000" dirty="0"/>
              <a:t>Decide the types of hardware you will need</a:t>
            </a:r>
          </a:p>
          <a:p>
            <a:pPr marL="971550" lvl="1" indent="-514350" algn="just">
              <a:buFont typeface="+mj-lt"/>
              <a:buAutoNum type="arabicParenR"/>
            </a:pPr>
            <a:r>
              <a:rPr lang="en-US" sz="2000" dirty="0"/>
              <a:t>Decide what hardware brands, models and device drivers are available</a:t>
            </a:r>
          </a:p>
          <a:p>
            <a:pPr marL="971550" lvl="1" indent="-514350" algn="just">
              <a:buFont typeface="+mj-lt"/>
              <a:buAutoNum type="arabicParenR"/>
            </a:pPr>
            <a:r>
              <a:rPr lang="en-US" sz="2000" dirty="0"/>
              <a:t>Decide which hardware features, modes and options are possible</a:t>
            </a:r>
          </a:p>
          <a:p>
            <a:pPr marL="971550" lvl="1" indent="-514350" algn="just">
              <a:buFont typeface="+mj-lt"/>
              <a:buAutoNum type="arabicParenR"/>
            </a:pPr>
            <a:r>
              <a:rPr lang="en-US" sz="2000" dirty="0"/>
              <a:t>Pare down the identified hardware configurations to a manageable set</a:t>
            </a:r>
          </a:p>
          <a:p>
            <a:pPr marL="971550" lvl="1" indent="-514350" algn="just">
              <a:buFont typeface="+mj-lt"/>
              <a:buAutoNum type="arabicParenR"/>
            </a:pPr>
            <a:r>
              <a:rPr lang="en-US" sz="2000" dirty="0"/>
              <a:t>Identify your software’s unique features that work with the hardware configurations</a:t>
            </a:r>
          </a:p>
          <a:p>
            <a:pPr marL="971550" lvl="1" indent="-514350" algn="just">
              <a:buFont typeface="+mj-lt"/>
              <a:buAutoNum type="arabicParenR"/>
            </a:pPr>
            <a:r>
              <a:rPr lang="en-US" sz="2000" dirty="0"/>
              <a:t>Design the test cases to run on each configuration</a:t>
            </a:r>
          </a:p>
          <a:p>
            <a:pPr marL="971550" lvl="1" indent="-514350" algn="just">
              <a:buFont typeface="+mj-lt"/>
              <a:buAutoNum type="arabicParenR"/>
            </a:pPr>
            <a:r>
              <a:rPr lang="en-US" sz="2000" dirty="0"/>
              <a:t>Execute the tests on each configuration</a:t>
            </a:r>
          </a:p>
          <a:p>
            <a:pPr marL="971550" lvl="1" indent="-514350" algn="just">
              <a:buFont typeface="+mj-lt"/>
              <a:buAutoNum type="arabicParenR"/>
            </a:pPr>
            <a:r>
              <a:rPr lang="en-US" sz="2000" dirty="0"/>
              <a:t>Rerun the tests until the results satisfy your teams</a:t>
            </a:r>
          </a:p>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21</a:t>
            </a:fld>
            <a:endParaRPr lang="x-none"/>
          </a:p>
        </p:txBody>
      </p:sp>
    </p:spTree>
    <p:extLst>
      <p:ext uri="{BB962C8B-B14F-4D97-AF65-F5344CB8AC3E}">
        <p14:creationId xmlns:p14="http://schemas.microsoft.com/office/powerpoint/2010/main" val="269377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You and your team can review the table and decide which configuration(s) you want to test</a:t>
            </a:r>
          </a:p>
          <a:p>
            <a:pPr algn="just"/>
            <a:r>
              <a:rPr lang="en-US" dirty="0"/>
              <a:t>The table contains information about the device’s Popularity, its Type,</a:t>
            </a:r>
            <a:r>
              <a:rPr lang="en-US" baseline="0" dirty="0"/>
              <a:t> A</a:t>
            </a:r>
            <a:r>
              <a:rPr lang="en-US" dirty="0"/>
              <a:t>ge, Manufacturer, Model, Device Driver Version and different Options.</a:t>
            </a:r>
          </a:p>
          <a:p>
            <a:pPr algn="just"/>
            <a:r>
              <a:rPr lang="en-US" dirty="0"/>
              <a:t>Based on information, you might decide that you want to test only the most popular printers or the ones that are less than five years old</a:t>
            </a:r>
          </a:p>
          <a:p>
            <a:pPr algn="just"/>
            <a:r>
              <a:rPr lang="en-US" dirty="0"/>
              <a:t>On the basis of type of information you might decide to test 75 percent lasers and 25 percent inkjets</a:t>
            </a:r>
          </a:p>
          <a:p>
            <a:pPr algn="just"/>
            <a:r>
              <a:rPr lang="en-US" dirty="0"/>
              <a:t>Similarly</a:t>
            </a:r>
            <a:r>
              <a:rPr lang="en-US" baseline="0" dirty="0"/>
              <a:t> you can take decisions based on any information category of the device.</a:t>
            </a:r>
            <a:endParaRPr lang="en-US" dirty="0"/>
          </a:p>
          <a:p>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25</a:t>
            </a:fld>
            <a:endParaRPr lang="x-none"/>
          </a:p>
        </p:txBody>
      </p:sp>
    </p:spTree>
    <p:extLst>
      <p:ext uri="{BB962C8B-B14F-4D97-AF65-F5344CB8AC3E}">
        <p14:creationId xmlns:p14="http://schemas.microsoft.com/office/powerpoint/2010/main" val="1727224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picture on the right side is although black and white</a:t>
            </a:r>
            <a:r>
              <a:rPr lang="en-GB" baseline="0" dirty="0"/>
              <a:t> but it has different font sizes, font style, bold, colour gradients, colour intensities and a picture to test a print. You can test more options like italics, paragraph indentations, different shapes, graphs and much more.</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26</a:t>
            </a:fld>
            <a:endParaRPr lang="x-none"/>
          </a:p>
        </p:txBody>
      </p:sp>
    </p:spTree>
    <p:extLst>
      <p:ext uri="{BB962C8B-B14F-4D97-AF65-F5344CB8AC3E}">
        <p14:creationId xmlns:p14="http://schemas.microsoft.com/office/powerpoint/2010/main" val="1991559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Actually in the start of</a:t>
            </a:r>
            <a:r>
              <a:rPr lang="en-GB" baseline="0" dirty="0"/>
              <a:t> testing, you have to execute all the test cases but in the next phase you only do confirmation testing just to check that the bugs are fixed or not. So the testing effort reduces gradually.</a:t>
            </a:r>
            <a:endParaRPr lang="" dirty="0"/>
          </a:p>
        </p:txBody>
      </p:sp>
      <p:sp>
        <p:nvSpPr>
          <p:cNvPr id="4" name="Slide Number Placeholder 3"/>
          <p:cNvSpPr>
            <a:spLocks noGrp="1"/>
          </p:cNvSpPr>
          <p:nvPr>
            <p:ph type="sldNum" sz="quarter" idx="10"/>
          </p:nvPr>
        </p:nvSpPr>
        <p:spPr/>
        <p:txBody>
          <a:bodyPr/>
          <a:lstStyle/>
          <a:p>
            <a:fld id="{0A3C37BE-C303-496D-B5CD-85F2937540FC}" type="slidenum">
              <a:rPr lang="x-none" smtClean="0"/>
              <a:pPr/>
              <a:t>29</a:t>
            </a:fld>
            <a:endParaRPr lang="x-none"/>
          </a:p>
        </p:txBody>
      </p:sp>
    </p:spTree>
    <p:extLst>
      <p:ext uri="{BB962C8B-B14F-4D97-AF65-F5344CB8AC3E}">
        <p14:creationId xmlns:p14="http://schemas.microsoft.com/office/powerpoint/2010/main" val="38630064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250FE4B9-2253-46C8-8566-0946359364BA}" type="datetime1">
              <a:rPr lang="en-US" smtClean="0"/>
              <a:t>12/11/2021</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EB04E94-6515-41A2-AE14-D26E45BE58CA}"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BA2889-A2FC-49BA-AA89-E25A9BB069AE}"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ACAE1C7-F0E1-46BC-BBF2-94C51F98AD41}"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3AB6207-9B94-4482-99F3-569513E5B4EC}" type="datetime1">
              <a:rPr lang="en-US" smtClean="0"/>
              <a:t>12/11/2021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AB1C2A77-C554-4119-8C5E-324FBE57D0E3}" type="datetime1">
              <a:rPr lang="en-US" smtClean="0"/>
              <a:t>12/11/2021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A342C1-461F-423F-95A9-E85C973CF009}" type="datetime1">
              <a:rPr lang="en-US" smtClean="0"/>
              <a:t>12/11/2021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1259902-8D3D-4273-B3E6-C2105571FEFA}"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E8DE8B41-74EC-465B-8142-DDB4D556554B}" type="datetime1">
              <a:rPr lang="en-US" smtClean="0"/>
              <a:t>12/11/2021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CA85DD1-0E13-412E-B777-494E56AF9F2C}"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A3EFE6C-E5F6-479D-8810-C9799663AF32}" type="datetime1">
              <a:rPr lang="en-US" smtClean="0"/>
              <a:t>12/11/2021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p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C293A30E-655D-441C-9704-A6E41C4093D4}" type="datetime1">
              <a:rPr lang="en-US" smtClean="0"/>
              <a:t>12/11/2021</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22798" y="1310656"/>
            <a:ext cx="5734050" cy="2219691"/>
          </a:xfrm>
        </p:spPr>
        <p:txBody>
          <a:bodyPr anchor="ctr"/>
          <a:lstStyle/>
          <a:p>
            <a:r>
              <a:rPr lang="en-US" dirty="0"/>
              <a:t>CSE 455</a:t>
            </a:r>
            <a:br>
              <a:rPr lang="en-US" dirty="0"/>
            </a:br>
            <a:r>
              <a:rPr lang="en-US" dirty="0"/>
              <a:t>Software Testing</a:t>
            </a:r>
          </a:p>
        </p:txBody>
      </p:sp>
      <p:sp>
        <p:nvSpPr>
          <p:cNvPr id="7" name="Subtitle 6"/>
          <p:cNvSpPr>
            <a:spLocks noGrp="1"/>
          </p:cNvSpPr>
          <p:nvPr>
            <p:ph type="subTitle" idx="1"/>
          </p:nvPr>
        </p:nvSpPr>
        <p:spPr/>
        <p:txBody>
          <a:bodyPr/>
          <a:lstStyle/>
          <a:p>
            <a:r>
              <a:rPr lang="en-US" dirty="0"/>
              <a:t>This course is offered to the students of students of BS Software Engineering who are enrolled in 8</a:t>
            </a:r>
            <a:r>
              <a:rPr lang="en-US" baseline="30000" dirty="0"/>
              <a:t>th</a:t>
            </a:r>
            <a:r>
              <a:rPr lang="en-US" dirty="0"/>
              <a:t> semester</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
        <p:nvSpPr>
          <p:cNvPr id="5" name="Subtitle 6"/>
          <p:cNvSpPr txBox="1">
            <a:spLocks/>
          </p:cNvSpPr>
          <p:nvPr/>
        </p:nvSpPr>
        <p:spPr>
          <a:xfrm>
            <a:off x="1466850" y="3655068"/>
            <a:ext cx="1045441" cy="454605"/>
          </a:xfrm>
          <a:prstGeom prst="rect">
            <a:avLst/>
          </a:prstGeom>
        </p:spPr>
        <p:txBody>
          <a:bodyPr vert="horz" lIns="0" tIns="45720" rIns="0" bIns="45720" rtlCol="0">
            <a:normAutofit/>
          </a:bodyPr>
          <a:lstStyle>
            <a:lvl1pPr marL="0" indent="0" algn="l" defTabSz="914400" rtl="0" eaLnBrk="1" latinLnBrk="0" hangingPunct="1">
              <a:lnSpc>
                <a:spcPct val="90000"/>
              </a:lnSpc>
              <a:spcBef>
                <a:spcPts val="0"/>
              </a:spcBef>
              <a:buFont typeface="Wingdings" panose="05000000000000000000" pitchFamily="2" charset="2"/>
              <a:buNone/>
              <a:defRPr sz="1800" kern="1200">
                <a:solidFill>
                  <a:schemeClr val="tx1"/>
                </a:solidFill>
                <a:latin typeface="+mn-lt"/>
                <a:ea typeface="+mn-ea"/>
                <a:cs typeface="+mn-cs"/>
              </a:defRPr>
            </a:lvl1pPr>
            <a:lvl2pPr marL="457200" indent="0" algn="ctr" defTabSz="914400" rtl="0" eaLnBrk="1" latinLnBrk="0" hangingPunct="1">
              <a:lnSpc>
                <a:spcPct val="90000"/>
              </a:lnSpc>
              <a:spcBef>
                <a:spcPts val="600"/>
              </a:spcBef>
              <a:buFont typeface="Wingdings" panose="05000000000000000000" pitchFamily="2" charset="2"/>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600"/>
              </a:spcBef>
              <a:buFont typeface="Wingdings" panose="05000000000000000000" pitchFamily="2"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600"/>
              </a:spcBef>
              <a:buFont typeface="Wingdings" panose="05000000000000000000" pitchFamily="2"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mn-lt"/>
                <a:ea typeface="+mn-ea"/>
                <a:cs typeface="+mn-cs"/>
              </a:defRPr>
            </a:lvl9pPr>
          </a:lstStyle>
          <a:p>
            <a:r>
              <a:rPr lang="en-US" dirty="0"/>
              <a:t>Lecture 9</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01085" y="0"/>
            <a:ext cx="1090915" cy="1089498"/>
          </a:xfrm>
          <a:prstGeom prst="rect">
            <a:avLst/>
          </a:prstGeom>
        </p:spPr>
      </p:pic>
    </p:spTree>
    <p:extLst>
      <p:ext uri="{BB962C8B-B14F-4D97-AF65-F5344CB8AC3E}">
        <p14:creationId xmlns:p14="http://schemas.microsoft.com/office/powerpoint/2010/main" val="261867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06618" y="1830275"/>
            <a:ext cx="5301673" cy="2219691"/>
          </a:xfrm>
        </p:spPr>
        <p:style>
          <a:lnRef idx="3">
            <a:schemeClr val="lt1"/>
          </a:lnRef>
          <a:fillRef idx="1">
            <a:schemeClr val="accent3"/>
          </a:fillRef>
          <a:effectRef idx="1">
            <a:schemeClr val="accent3"/>
          </a:effectRef>
          <a:fontRef idx="minor">
            <a:schemeClr val="lt1"/>
          </a:fontRef>
        </p:style>
        <p:txBody>
          <a:bodyPr>
            <a:normAutofit/>
          </a:bodyPr>
          <a:lstStyle/>
          <a:p>
            <a:r>
              <a:rPr lang="en-US" sz="3000" dirty="0">
                <a:latin typeface="Castellar" panose="020A0402060406010301" pitchFamily="18" charset="0"/>
              </a:rPr>
              <a:t>   Course instructor</a:t>
            </a:r>
            <a:br>
              <a:rPr lang="en-US" sz="3000" dirty="0">
                <a:latin typeface="Castellar" panose="020A0402060406010301" pitchFamily="18" charset="0"/>
              </a:rPr>
            </a:br>
            <a:br>
              <a:rPr lang="en-US" sz="3000" dirty="0">
                <a:latin typeface="Castellar" panose="020A0402060406010301" pitchFamily="18" charset="0"/>
              </a:rPr>
            </a:br>
            <a:r>
              <a:rPr lang="en-US" sz="3000" dirty="0">
                <a:latin typeface="Castellar" panose="020A0402060406010301" pitchFamily="18" charset="0"/>
              </a:rPr>
              <a:t>          Yella </a:t>
            </a:r>
            <a:r>
              <a:rPr lang="en-US" sz="3000" dirty="0" err="1">
                <a:latin typeface="Castellar" panose="020A0402060406010301" pitchFamily="18" charset="0"/>
              </a:rPr>
              <a:t>mehroze</a:t>
            </a:r>
            <a:endParaRPr lang="en-US" sz="3000" dirty="0">
              <a:latin typeface="Castellar" panose="020A0402060406010301" pitchFamily="18" charset="0"/>
            </a:endParaRPr>
          </a:p>
        </p:txBody>
      </p:sp>
      <p:sp>
        <p:nvSpPr>
          <p:cNvPr id="3" name="Subtitle 2"/>
          <p:cNvSpPr>
            <a:spLocks noGrp="1"/>
          </p:cNvSpPr>
          <p:nvPr>
            <p:ph type="subTitle" idx="1"/>
          </p:nvPr>
        </p:nvSpPr>
        <p:spPr>
          <a:xfrm>
            <a:off x="3546765" y="4230255"/>
            <a:ext cx="4895272" cy="1126835"/>
          </a:xfrm>
        </p:spPr>
        <p:style>
          <a:lnRef idx="1">
            <a:schemeClr val="accent3"/>
          </a:lnRef>
          <a:fillRef idx="2">
            <a:schemeClr val="accent3"/>
          </a:fillRef>
          <a:effectRef idx="1">
            <a:schemeClr val="accent3"/>
          </a:effectRef>
          <a:fontRef idx="minor">
            <a:schemeClr val="dk1"/>
          </a:fontRef>
        </p:style>
        <p:txBody>
          <a:bodyPr>
            <a:normAutofit/>
          </a:bodyPr>
          <a:lstStyle/>
          <a:p>
            <a:endParaRPr lang="en-US" dirty="0"/>
          </a:p>
          <a:p>
            <a:r>
              <a:rPr lang="en-US" dirty="0">
                <a:latin typeface="Castellar" panose="020A0402060406010301" pitchFamily="18" charset="0"/>
              </a:rPr>
              <a:t>    </a:t>
            </a:r>
          </a:p>
          <a:p>
            <a:r>
              <a:rPr lang="en-US" dirty="0">
                <a:latin typeface="Castellar" panose="020A0402060406010301" pitchFamily="18" charset="0"/>
              </a:rPr>
              <a:t>yellamehroze@cuilahore.edu.pk</a:t>
            </a:r>
          </a:p>
        </p:txBody>
      </p:sp>
    </p:spTree>
    <p:extLst>
      <p:ext uri="{BB962C8B-B14F-4D97-AF65-F5344CB8AC3E}">
        <p14:creationId xmlns:p14="http://schemas.microsoft.com/office/powerpoint/2010/main" val="48392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 y="2140542"/>
            <a:ext cx="6015001" cy="1495794"/>
          </a:xfrm>
        </p:spPr>
        <p:txBody>
          <a:bodyPr anchor="ctr">
            <a:normAutofit/>
          </a:bodyPr>
          <a:lstStyle/>
          <a:p>
            <a:pPr algn="ctr"/>
            <a:endParaRPr lang="en-US" sz="4000" dirty="0"/>
          </a:p>
        </p:txBody>
      </p:sp>
      <p:sp>
        <p:nvSpPr>
          <p:cNvPr id="5" name="Picture Placeholder 4"/>
          <p:cNvSpPr>
            <a:spLocks noGrp="1"/>
          </p:cNvSpPr>
          <p:nvPr>
            <p:ph type="pic" sz="quarter" idx="13"/>
          </p:nvPr>
        </p:nvSpPr>
        <p:spPr/>
      </p:sp>
      <p:pic>
        <p:nvPicPr>
          <p:cNvPr id="1026" name="Picture 2" descr="H:\CIIT\software testing\Final Slides\032316_1245_Configurati1.png"/>
          <p:cNvPicPr>
            <a:picLocks noChangeAspect="1" noChangeArrowheads="1"/>
          </p:cNvPicPr>
          <p:nvPr/>
        </p:nvPicPr>
        <p:blipFill>
          <a:blip r:embed="rId3"/>
          <a:srcRect/>
          <a:stretch>
            <a:fillRect/>
          </a:stretch>
        </p:blipFill>
        <p:spPr bwMode="auto">
          <a:xfrm>
            <a:off x="6018213" y="1252540"/>
            <a:ext cx="6176999" cy="4366361"/>
          </a:xfrm>
          <a:prstGeom prst="rect">
            <a:avLst/>
          </a:prstGeom>
          <a:noFill/>
        </p:spPr>
      </p:pic>
      <p:sp>
        <p:nvSpPr>
          <p:cNvPr id="8" name="Title 5"/>
          <p:cNvSpPr txBox="1">
            <a:spLocks/>
          </p:cNvSpPr>
          <p:nvPr/>
        </p:nvSpPr>
        <p:spPr>
          <a:xfrm>
            <a:off x="-2" y="3810401"/>
            <a:ext cx="6015001" cy="817217"/>
          </a:xfrm>
          <a:prstGeom prst="rect">
            <a:avLst/>
          </a:prstGeom>
        </p:spPr>
        <p:txBody>
          <a:bodyPr vert="horz" lIns="0" tIns="45720" rIns="0" bIns="45720" rtlCol="0" anchor="ctr">
            <a:normAutofit fontScale="92500"/>
          </a:bodyPr>
          <a:lst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a:lstStyle>
          <a:p>
            <a:pPr algn="ctr"/>
            <a:r>
              <a:rPr lang="en-US" sz="3600" dirty="0"/>
              <a:t>Configuration Testing</a:t>
            </a:r>
          </a:p>
        </p:txBody>
      </p:sp>
      <p:sp>
        <p:nvSpPr>
          <p:cNvPr id="3" name="Subtitle 2">
            <a:extLst>
              <a:ext uri="{FF2B5EF4-FFF2-40B4-BE49-F238E27FC236}">
                <a16:creationId xmlns:a16="http://schemas.microsoft.com/office/drawing/2014/main" id="{7C0221C4-CCEB-421F-8672-895249C985A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a:t>
            </a:r>
          </a:p>
        </p:txBody>
      </p:sp>
      <p:sp>
        <p:nvSpPr>
          <p:cNvPr id="3" name="Content Placeholder 2"/>
          <p:cNvSpPr>
            <a:spLocks noGrp="1"/>
          </p:cNvSpPr>
          <p:nvPr>
            <p:ph idx="1"/>
          </p:nvPr>
        </p:nvSpPr>
        <p:spPr/>
        <p:txBody>
          <a:bodyPr/>
          <a:lstStyle/>
          <a:p>
            <a:r>
              <a:rPr lang="en-US" dirty="0"/>
              <a:t>Configuration Testing Objectives</a:t>
            </a:r>
          </a:p>
          <a:p>
            <a:r>
              <a:rPr lang="en-US" dirty="0"/>
              <a:t>Introduction</a:t>
            </a:r>
          </a:p>
          <a:p>
            <a:r>
              <a:rPr lang="en-US" dirty="0"/>
              <a:t>Configuration Possibilities</a:t>
            </a:r>
          </a:p>
          <a:p>
            <a:r>
              <a:rPr lang="en-US" dirty="0"/>
              <a:t>Why we need configuration testing</a:t>
            </a:r>
          </a:p>
          <a:p>
            <a:r>
              <a:rPr lang="en-US" dirty="0"/>
              <a:t>Isolating configuration Bugs</a:t>
            </a:r>
          </a:p>
          <a:p>
            <a:r>
              <a:rPr lang="en-US" dirty="0"/>
              <a:t>Sizing up the Job</a:t>
            </a:r>
          </a:p>
          <a:p>
            <a:r>
              <a:rPr lang="en-US" dirty="0"/>
              <a:t>Configuration Testing Planning</a:t>
            </a:r>
            <a:endParaRPr lang="en-GB"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4</a:t>
            </a:fld>
            <a:endParaRPr lang="x-none"/>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Configuration Testing Objectives</a:t>
            </a:r>
          </a:p>
        </p:txBody>
      </p:sp>
      <p:sp>
        <p:nvSpPr>
          <p:cNvPr id="3" name="Content Placeholder 2"/>
          <p:cNvSpPr>
            <a:spLocks noGrp="1"/>
          </p:cNvSpPr>
          <p:nvPr>
            <p:ph idx="1"/>
          </p:nvPr>
        </p:nvSpPr>
        <p:spPr/>
        <p:txBody>
          <a:bodyPr/>
          <a:lstStyle/>
          <a:p>
            <a:pPr fontAlgn="base"/>
            <a:r>
              <a:rPr lang="en-GB" dirty="0"/>
              <a:t>To determine whether the software application fulfils the configurability requirements.</a:t>
            </a:r>
          </a:p>
          <a:p>
            <a:pPr fontAlgn="base"/>
            <a:r>
              <a:rPr lang="en-GB" dirty="0"/>
              <a:t>To identify the defects that were not efficiently found during different testing processes.</a:t>
            </a:r>
          </a:p>
          <a:p>
            <a:pPr fontAlgn="base"/>
            <a:r>
              <a:rPr lang="en-GB" dirty="0"/>
              <a:t>To minimalize the number of failures due to host configuration errors.</a:t>
            </a:r>
          </a:p>
          <a:p>
            <a:pPr fontAlgn="base"/>
            <a:r>
              <a:rPr lang="en-GB" dirty="0"/>
              <a:t>To determine an optimal configuration of the application under test.</a:t>
            </a:r>
          </a:p>
          <a:p>
            <a:pPr fontAlgn="base"/>
            <a:r>
              <a:rPr lang="en-GB" dirty="0"/>
              <a:t>To do analysis of the performance of software application by changing the hardware and software resources.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5</a:t>
            </a:fld>
            <a:endParaRPr lang="x-none"/>
          </a:p>
        </p:txBody>
      </p:sp>
    </p:spTree>
    <p:extLst>
      <p:ext uri="{BB962C8B-B14F-4D97-AF65-F5344CB8AC3E}">
        <p14:creationId xmlns:p14="http://schemas.microsoft.com/office/powerpoint/2010/main" val="3685851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1104900" y="1600200"/>
            <a:ext cx="9982200" cy="5009606"/>
          </a:xfrm>
        </p:spPr>
        <p:txBody>
          <a:bodyPr>
            <a:normAutofit/>
          </a:bodyPr>
          <a:lstStyle/>
          <a:p>
            <a:pPr algn="just"/>
            <a:r>
              <a:rPr lang="en-US" dirty="0"/>
              <a:t>Computer superstores are offering PCs, printers, monitors, network cards, modems, scanners, digital cameras, peripherals, net-cams and hundreds of other computer related products from thousands of companies.</a:t>
            </a:r>
          </a:p>
          <a:p>
            <a:pPr algn="just"/>
            <a:r>
              <a:rPr lang="en-US" dirty="0"/>
              <a:t>During testing, you make sure that your software works with as many different hardware components as possible.</a:t>
            </a:r>
          </a:p>
          <a:p>
            <a:pPr algn="just"/>
            <a:r>
              <a:rPr lang="en-US" dirty="0"/>
              <a:t>If you are not testing your software for a particular hardware platform such as a PC or MAC, you still need to consider configuration issues</a:t>
            </a:r>
          </a:p>
          <a:p>
            <a:pPr algn="just"/>
            <a:r>
              <a:rPr lang="en-US" dirty="0"/>
              <a:t>Example-System/ Configuration requirements for a game can be </a:t>
            </a:r>
          </a:p>
          <a:p>
            <a:pPr lvl="1" algn="just"/>
            <a:r>
              <a:rPr lang="en-US" sz="2000" dirty="0"/>
              <a:t>6th Gen Intel(R) Core(TM) i5</a:t>
            </a:r>
          </a:p>
          <a:p>
            <a:pPr lvl="1" algn="just"/>
            <a:r>
              <a:rPr lang="en-US" sz="2000" dirty="0"/>
              <a:t>1920 x 1080 Screen Resolution</a:t>
            </a:r>
          </a:p>
          <a:p>
            <a:pPr lvl="1" algn="just"/>
            <a:r>
              <a:rPr lang="en-US" sz="2000" dirty="0"/>
              <a:t>NVIDIA </a:t>
            </a:r>
            <a:r>
              <a:rPr lang="en-US" sz="2000" dirty="0" err="1"/>
              <a:t>GeForce</a:t>
            </a:r>
            <a:r>
              <a:rPr lang="en-US" sz="2000" dirty="0"/>
              <a:t> GTX 950M 4GB Discrete Graphics</a:t>
            </a:r>
          </a:p>
          <a:p>
            <a:pPr lvl="1" algn="just"/>
            <a:r>
              <a:rPr lang="en-US" sz="2000" dirty="0"/>
              <a:t>B&amp;O (Bang &amp; </a:t>
            </a:r>
            <a:r>
              <a:rPr lang="en-US" sz="2000" dirty="0" err="1"/>
              <a:t>Olufsen</a:t>
            </a:r>
            <a:r>
              <a:rPr lang="en-US" sz="2000" dirty="0"/>
              <a:t>) PLAY with 2 speakers</a:t>
            </a:r>
          </a:p>
          <a:p>
            <a:pPr lvl="1" algn="just"/>
            <a:r>
              <a:rPr lang="en-US" sz="2000" dirty="0"/>
              <a:t>Image pad with multi-touch gesture support</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6</a:t>
            </a:fld>
            <a:endParaRPr lang="x-none"/>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Testing</a:t>
            </a:r>
          </a:p>
        </p:txBody>
      </p:sp>
      <p:sp>
        <p:nvSpPr>
          <p:cNvPr id="3" name="Content Placeholder 2"/>
          <p:cNvSpPr>
            <a:spLocks noGrp="1"/>
          </p:cNvSpPr>
          <p:nvPr>
            <p:ph idx="1"/>
          </p:nvPr>
        </p:nvSpPr>
        <p:spPr/>
        <p:txBody>
          <a:bodyPr>
            <a:normAutofit/>
          </a:bodyPr>
          <a:lstStyle/>
          <a:p>
            <a:pPr algn="just"/>
            <a:r>
              <a:rPr lang="en-US" dirty="0"/>
              <a:t>Configuration testing is the process of checking the operation of the software you are testing with all these various types of hardware and above</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7</a:t>
            </a:fld>
            <a:endParaRPr lang="x-none"/>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Possibilities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05112646"/>
              </p:ext>
            </p:extLst>
          </p:nvPr>
        </p:nvGraphicFramePr>
        <p:xfrm>
          <a:off x="1079500" y="1371600"/>
          <a:ext cx="100330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0FF54DE5-C571-48E8-A5BC-B369434E2F44}" type="slidenum">
              <a:rPr lang="x-none" smtClean="0"/>
              <a:pPr/>
              <a:t>8</a:t>
            </a:fld>
            <a:endParaRPr lang="x-none"/>
          </a:p>
        </p:txBody>
      </p:sp>
    </p:spTree>
    <p:extLst>
      <p:ext uri="{BB962C8B-B14F-4D97-AF65-F5344CB8AC3E}">
        <p14:creationId xmlns:p14="http://schemas.microsoft.com/office/powerpoint/2010/main" val="33025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Possibilities</a:t>
            </a:r>
          </a:p>
        </p:txBody>
      </p:sp>
      <p:sp>
        <p:nvSpPr>
          <p:cNvPr id="3" name="Content Placeholder 2"/>
          <p:cNvSpPr>
            <a:spLocks noGrp="1"/>
          </p:cNvSpPr>
          <p:nvPr>
            <p:ph idx="1"/>
          </p:nvPr>
        </p:nvSpPr>
        <p:spPr>
          <a:xfrm>
            <a:off x="1079500" y="1371600"/>
            <a:ext cx="10033000" cy="5410200"/>
          </a:xfrm>
        </p:spPr>
        <p:txBody>
          <a:bodyPr>
            <a:normAutofit/>
          </a:bodyPr>
          <a:lstStyle/>
          <a:p>
            <a:pPr algn="just"/>
            <a:r>
              <a:rPr lang="en-US" b="1" dirty="0"/>
              <a:t>The PC/ System</a:t>
            </a:r>
          </a:p>
          <a:p>
            <a:pPr lvl="1" algn="just"/>
            <a:r>
              <a:rPr lang="en-US" sz="2000" dirty="0"/>
              <a:t>There are well known computer manufacturers such as Gateway, HSP, Dell etc</a:t>
            </a:r>
          </a:p>
          <a:p>
            <a:pPr lvl="1" algn="just"/>
            <a:r>
              <a:rPr lang="en-US" sz="2000" dirty="0"/>
              <a:t>Each one builds PC using components designed themselves or obtained from other manufacturers</a:t>
            </a:r>
          </a:p>
          <a:p>
            <a:pPr lvl="1" algn="just"/>
            <a:r>
              <a:rPr lang="en-US" sz="2000" dirty="0"/>
              <a:t>Some Hobbyists build their own PCs using off-the-shelf components</a:t>
            </a:r>
          </a:p>
          <a:p>
            <a:pPr algn="just"/>
            <a:r>
              <a:rPr lang="en-US" b="1" dirty="0"/>
              <a:t>Components</a:t>
            </a:r>
          </a:p>
          <a:p>
            <a:pPr lvl="1" algn="just"/>
            <a:r>
              <a:rPr lang="en-US" sz="2000" dirty="0"/>
              <a:t>PCs are built up from various system boards, component cards and other internal devices that include:</a:t>
            </a:r>
          </a:p>
          <a:p>
            <a:pPr lvl="2" algn="just"/>
            <a:r>
              <a:rPr lang="en-US" sz="2000" dirty="0"/>
              <a:t>CD-ROM Drives</a:t>
            </a:r>
          </a:p>
          <a:p>
            <a:pPr lvl="2" algn="just"/>
            <a:r>
              <a:rPr lang="en-US" sz="2000" dirty="0"/>
              <a:t>DVD Burners</a:t>
            </a:r>
          </a:p>
          <a:p>
            <a:pPr lvl="2" algn="just"/>
            <a:r>
              <a:rPr lang="en-US" sz="2000" dirty="0"/>
              <a:t>Video</a:t>
            </a:r>
          </a:p>
          <a:p>
            <a:pPr lvl="2" algn="just"/>
            <a:r>
              <a:rPr lang="en-US" sz="2000" dirty="0"/>
              <a:t>Sound</a:t>
            </a:r>
          </a:p>
          <a:p>
            <a:pPr lvl="2" algn="just"/>
            <a:r>
              <a:rPr lang="en-US" sz="2000" dirty="0"/>
              <a:t>Fax Modems</a:t>
            </a:r>
          </a:p>
          <a:p>
            <a:pPr lvl="2" algn="just"/>
            <a:r>
              <a:rPr lang="en-US" sz="2000" dirty="0"/>
              <a:t>Network Card</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9</a:t>
            </a:fld>
            <a:endParaRPr lang="x-none"/>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Possibilities</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664463521"/>
              </p:ext>
            </p:extLst>
          </p:nvPr>
        </p:nvGraphicFramePr>
        <p:xfrm>
          <a:off x="1117600" y="1600201"/>
          <a:ext cx="9969500" cy="27804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0FF54DE5-C571-48E8-A5BC-B369434E2F44}" type="slidenum">
              <a:rPr lang="x-none" smtClean="0"/>
              <a:pPr/>
              <a:t>10</a:t>
            </a:fld>
            <a:endParaRPr lang="x-none"/>
          </a:p>
        </p:txBody>
      </p:sp>
      <p:sp>
        <p:nvSpPr>
          <p:cNvPr id="8" name="Content Placeholder 2"/>
          <p:cNvSpPr txBox="1">
            <a:spLocks/>
          </p:cNvSpPr>
          <p:nvPr/>
        </p:nvSpPr>
        <p:spPr>
          <a:xfrm>
            <a:off x="2000102" y="4758070"/>
            <a:ext cx="9969500" cy="526312"/>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lvl="1" algn="just"/>
            <a:r>
              <a:rPr lang="en-US" sz="2000"/>
              <a:t>These devices are plugged into system and operate externally</a:t>
            </a:r>
            <a:endParaRPr lang="en-US" sz="2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Possibilities</a:t>
            </a:r>
          </a:p>
        </p:txBody>
      </p:sp>
      <p:sp>
        <p:nvSpPr>
          <p:cNvPr id="3" name="Content Placeholder 2"/>
          <p:cNvSpPr>
            <a:spLocks noGrp="1"/>
          </p:cNvSpPr>
          <p:nvPr>
            <p:ph idx="1"/>
          </p:nvPr>
        </p:nvSpPr>
        <p:spPr>
          <a:xfrm>
            <a:off x="647700" y="1562100"/>
            <a:ext cx="11074400" cy="4953000"/>
          </a:xfrm>
        </p:spPr>
        <p:txBody>
          <a:bodyPr>
            <a:normAutofit lnSpcReduction="10000"/>
          </a:bodyPr>
          <a:lstStyle/>
          <a:p>
            <a:pPr algn="just"/>
            <a:r>
              <a:rPr lang="en-US" b="1" dirty="0"/>
              <a:t>Interfaces</a:t>
            </a:r>
          </a:p>
          <a:p>
            <a:pPr lvl="1" algn="just"/>
            <a:r>
              <a:rPr lang="en-US" sz="2000" dirty="0"/>
              <a:t>Components and peripherals plug into your PC through various types of interface connectors</a:t>
            </a:r>
          </a:p>
          <a:p>
            <a:pPr lvl="1" algn="just"/>
            <a:r>
              <a:rPr lang="en-US" sz="2000" dirty="0"/>
              <a:t>Interfaces can be internal or external to the PC and include</a:t>
            </a:r>
          </a:p>
          <a:p>
            <a:pPr lvl="2" algn="just"/>
            <a:r>
              <a:rPr lang="en-US" sz="2000" dirty="0"/>
              <a:t>ISA (Industry Standard Architecture)</a:t>
            </a:r>
          </a:p>
          <a:p>
            <a:pPr lvl="2" algn="just"/>
            <a:r>
              <a:rPr lang="en-US" sz="2000" dirty="0"/>
              <a:t>PCI (</a:t>
            </a:r>
            <a:r>
              <a:rPr lang="en-GB" sz="2000" dirty="0"/>
              <a:t>Peripheral Component Interface</a:t>
            </a:r>
            <a:r>
              <a:rPr lang="en-US" sz="2000" dirty="0"/>
              <a:t>)</a:t>
            </a:r>
          </a:p>
          <a:p>
            <a:pPr lvl="2" algn="just"/>
            <a:r>
              <a:rPr lang="en-US" sz="2000" dirty="0"/>
              <a:t>USB</a:t>
            </a:r>
          </a:p>
          <a:p>
            <a:pPr lvl="2" algn="just"/>
            <a:r>
              <a:rPr lang="en-US" sz="2000" dirty="0"/>
              <a:t>PS/2 </a:t>
            </a:r>
          </a:p>
          <a:p>
            <a:pPr lvl="2" algn="just"/>
            <a:r>
              <a:rPr lang="en-US" sz="2000" dirty="0"/>
              <a:t>RS-332 </a:t>
            </a:r>
          </a:p>
          <a:p>
            <a:pPr lvl="2" algn="just"/>
            <a:r>
              <a:rPr lang="en-US" sz="2000" dirty="0"/>
              <a:t>RJ – 11</a:t>
            </a:r>
          </a:p>
          <a:p>
            <a:pPr lvl="2" algn="just"/>
            <a:r>
              <a:rPr lang="en-US" sz="2000" dirty="0"/>
              <a:t>RJ – 45</a:t>
            </a:r>
          </a:p>
          <a:p>
            <a:pPr lvl="2" algn="just"/>
            <a:r>
              <a:rPr lang="en-US" sz="2000" dirty="0" err="1"/>
              <a:t>Firewire</a:t>
            </a:r>
            <a:endParaRPr lang="en-US" sz="2000" dirty="0"/>
          </a:p>
          <a:p>
            <a:pPr lvl="1" algn="just"/>
            <a:r>
              <a:rPr lang="en-US" sz="2000" dirty="0"/>
              <a:t>Hardware manufacturers often create the same peripheral with different interfaces</a:t>
            </a:r>
          </a:p>
          <a:p>
            <a:pPr lvl="2" algn="just"/>
            <a:r>
              <a:rPr lang="en-US" sz="2000" dirty="0"/>
              <a:t>For example its possible to buy the exact same mouse in three different configurations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11</a:t>
            </a:fld>
            <a:endParaRPr lang="x-none"/>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Possibilities</a:t>
            </a:r>
          </a:p>
        </p:txBody>
      </p:sp>
      <p:sp>
        <p:nvSpPr>
          <p:cNvPr id="3" name="Content Placeholder 2"/>
          <p:cNvSpPr>
            <a:spLocks noGrp="1"/>
          </p:cNvSpPr>
          <p:nvPr>
            <p:ph idx="1"/>
          </p:nvPr>
        </p:nvSpPr>
        <p:spPr>
          <a:xfrm>
            <a:off x="1104900" y="1409700"/>
            <a:ext cx="9982200" cy="5295900"/>
          </a:xfrm>
        </p:spPr>
        <p:txBody>
          <a:bodyPr>
            <a:normAutofit/>
          </a:bodyPr>
          <a:lstStyle/>
          <a:p>
            <a:pPr algn="just"/>
            <a:r>
              <a:rPr lang="en-US" b="1" dirty="0"/>
              <a:t>Options and Memory</a:t>
            </a:r>
          </a:p>
          <a:p>
            <a:pPr lvl="1" algn="just"/>
            <a:r>
              <a:rPr lang="en-US" sz="2000" dirty="0"/>
              <a:t>Many components and peripherals can be purchased with different hardware options and memory sizes</a:t>
            </a:r>
          </a:p>
          <a:p>
            <a:pPr lvl="2" algn="just"/>
            <a:r>
              <a:rPr lang="en-US" sz="2000" dirty="0"/>
              <a:t>For example </a:t>
            </a:r>
            <a:r>
              <a:rPr lang="en-US" sz="2000" b="1" dirty="0"/>
              <a:t>printers </a:t>
            </a:r>
            <a:r>
              <a:rPr lang="en-US" sz="2000" dirty="0"/>
              <a:t>can be upgraded to support extra fonts or accept more memory to speed up printing</a:t>
            </a:r>
          </a:p>
          <a:p>
            <a:pPr lvl="2" algn="just"/>
            <a:r>
              <a:rPr lang="en-US" sz="2000" b="1" dirty="0"/>
              <a:t>Graphics cards </a:t>
            </a:r>
            <a:r>
              <a:rPr lang="en-US" sz="2000" dirty="0"/>
              <a:t>with more memory can support additional colors and higher resolutions</a:t>
            </a:r>
          </a:p>
          <a:p>
            <a:pPr algn="just"/>
            <a:r>
              <a:rPr lang="en-US" b="1" dirty="0"/>
              <a:t>Device Drivers</a:t>
            </a:r>
          </a:p>
          <a:p>
            <a:pPr lvl="1" algn="just"/>
            <a:r>
              <a:rPr lang="en-US" sz="2000" dirty="0"/>
              <a:t>All components and peripherals communicate with the operating system and software application through low-level software called device drivers</a:t>
            </a:r>
          </a:p>
          <a:p>
            <a:pPr lvl="1" algn="just"/>
            <a:r>
              <a:rPr lang="en-US" sz="2000" dirty="0"/>
              <a:t>These drivers may be provided by hardware device manufacturer</a:t>
            </a:r>
          </a:p>
          <a:p>
            <a:pPr lvl="1" algn="just"/>
            <a:r>
              <a:rPr lang="en-US" sz="2000" dirty="0"/>
              <a:t>These drivers are installed when you set up the hardware</a:t>
            </a:r>
          </a:p>
          <a:p>
            <a:pPr lvl="1" algn="just"/>
            <a:r>
              <a:rPr lang="en-US" sz="2000" dirty="0"/>
              <a:t>Technically they are software, for testing purpose they are considered part of the hardware configuration</a:t>
            </a:r>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12</a:t>
            </a:fld>
            <a:endParaRPr lang="x-none"/>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decide Configuration Possibilities</a:t>
            </a:r>
          </a:p>
        </p:txBody>
      </p:sp>
      <p:sp>
        <p:nvSpPr>
          <p:cNvPr id="3" name="Content Placeholder 2"/>
          <p:cNvSpPr>
            <a:spLocks noGrp="1"/>
          </p:cNvSpPr>
          <p:nvPr>
            <p:ph idx="1"/>
          </p:nvPr>
        </p:nvSpPr>
        <p:spPr/>
        <p:txBody>
          <a:bodyPr/>
          <a:lstStyle/>
          <a:p>
            <a:pPr algn="just"/>
            <a:r>
              <a:rPr lang="en-US" altLang="en-US" dirty="0"/>
              <a:t>For configuration testing of a software Identify configuration areas most closely tied to program</a:t>
            </a:r>
          </a:p>
          <a:p>
            <a:pPr algn="just"/>
            <a:r>
              <a:rPr lang="en-US" altLang="en-US" dirty="0"/>
              <a:t>Examples:</a:t>
            </a:r>
          </a:p>
          <a:p>
            <a:pPr lvl="1" algn="just"/>
            <a:r>
              <a:rPr lang="en-US" sz="2000" dirty="0"/>
              <a:t>A </a:t>
            </a:r>
            <a:r>
              <a:rPr lang="en-US" sz="2000" b="1" dirty="0"/>
              <a:t>graphical computer game </a:t>
            </a:r>
            <a:r>
              <a:rPr lang="en-US" sz="2000" dirty="0"/>
              <a:t>will require lots of attention to the video and sound areas</a:t>
            </a:r>
          </a:p>
          <a:p>
            <a:pPr lvl="1" algn="just"/>
            <a:r>
              <a:rPr lang="en-US" sz="2000" dirty="0"/>
              <a:t>A </a:t>
            </a:r>
            <a:r>
              <a:rPr lang="en-US" sz="2000" b="1" dirty="0"/>
              <a:t>greeting card </a:t>
            </a:r>
            <a:r>
              <a:rPr lang="en-US" sz="2000" dirty="0"/>
              <a:t>will be vulnerable to printing issues</a:t>
            </a:r>
          </a:p>
          <a:p>
            <a:pPr lvl="1" algn="just"/>
            <a:r>
              <a:rPr lang="en-US" sz="2000" dirty="0"/>
              <a:t>A </a:t>
            </a:r>
            <a:r>
              <a:rPr lang="en-US" sz="2000" b="1" dirty="0"/>
              <a:t>fax or communication program </a:t>
            </a:r>
            <a:r>
              <a:rPr lang="en-US" sz="2000" dirty="0"/>
              <a:t>will need to be tested with numerous modems and network configurations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13</a:t>
            </a:fld>
            <a:endParaRPr lang="x-none"/>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we need configuration testing</a:t>
            </a:r>
          </a:p>
        </p:txBody>
      </p:sp>
      <p:sp>
        <p:nvSpPr>
          <p:cNvPr id="3" name="Content Placeholder 2"/>
          <p:cNvSpPr>
            <a:spLocks noGrp="1"/>
          </p:cNvSpPr>
          <p:nvPr>
            <p:ph idx="1"/>
          </p:nvPr>
        </p:nvSpPr>
        <p:spPr/>
        <p:txBody>
          <a:bodyPr/>
          <a:lstStyle/>
          <a:p>
            <a:pPr algn="just"/>
            <a:r>
              <a:rPr lang="en-US" dirty="0"/>
              <a:t>You expect that everyone designed their hardware to a set of standards and software would work with it without any problems (Ideal Situation)</a:t>
            </a:r>
          </a:p>
          <a:p>
            <a:pPr algn="just"/>
            <a:r>
              <a:rPr lang="en-US" dirty="0"/>
              <a:t>Unfortunately standards are not always followed</a:t>
            </a:r>
          </a:p>
          <a:p>
            <a:pPr algn="just"/>
            <a:r>
              <a:rPr lang="en-US" dirty="0"/>
              <a:t>The result is software does not work correctly with certain hardware configurations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14</a:t>
            </a:fld>
            <a:endParaRPr lang="x-none"/>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Isolating configuration Bugs</a:t>
            </a:r>
          </a:p>
        </p:txBody>
      </p:sp>
      <p:sp>
        <p:nvSpPr>
          <p:cNvPr id="3" name="Content Placeholder 2"/>
          <p:cNvSpPr>
            <a:spLocks noGrp="1"/>
          </p:cNvSpPr>
          <p:nvPr>
            <p:ph idx="1"/>
          </p:nvPr>
        </p:nvSpPr>
        <p:spPr/>
        <p:txBody>
          <a:bodyPr/>
          <a:lstStyle/>
          <a:p>
            <a:pPr algn="just"/>
            <a:r>
              <a:rPr lang="en-US" dirty="0"/>
              <a:t>Whenever you discover a problem, a question arises, </a:t>
            </a:r>
            <a:r>
              <a:rPr lang="en-US" b="1" dirty="0"/>
              <a:t>who should fix the bug- your team or the hardware manufacturer?</a:t>
            </a:r>
          </a:p>
          <a:p>
            <a:pPr algn="just"/>
            <a:r>
              <a:rPr lang="en-US" dirty="0"/>
              <a:t>This is a million dollar question</a:t>
            </a:r>
          </a:p>
          <a:p>
            <a:pPr algn="just"/>
            <a:r>
              <a:rPr lang="en-US" dirty="0"/>
              <a:t>First you should figure out </a:t>
            </a:r>
            <a:r>
              <a:rPr lang="en-US" b="1" dirty="0"/>
              <a:t>where the problem lies</a:t>
            </a:r>
            <a:r>
              <a:rPr lang="en-US" dirty="0"/>
              <a:t>.</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15</a:t>
            </a:fld>
            <a:endParaRPr lang="x-none"/>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Isolating configuration Bugs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1100617"/>
              </p:ext>
            </p:extLst>
          </p:nvPr>
        </p:nvGraphicFramePr>
        <p:xfrm>
          <a:off x="1104900" y="1600200"/>
          <a:ext cx="99822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0FF54DE5-C571-48E8-A5BC-B369434E2F44}" type="slidenum">
              <a:rPr lang="x-none" smtClean="0"/>
              <a:pPr/>
              <a:t>16</a:t>
            </a:fld>
            <a:endParaRPr lang="x-none"/>
          </a:p>
        </p:txBody>
      </p:sp>
    </p:spTree>
    <p:extLst>
      <p:ext uri="{BB962C8B-B14F-4D97-AF65-F5344CB8AC3E}">
        <p14:creationId xmlns:p14="http://schemas.microsoft.com/office/powerpoint/2010/main" val="1186932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Isolating configuration Bugs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57162578"/>
              </p:ext>
            </p:extLst>
          </p:nvPr>
        </p:nvGraphicFramePr>
        <p:xfrm>
          <a:off x="1003300" y="1600200"/>
          <a:ext cx="99822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0FF54DE5-C571-48E8-A5BC-B369434E2F44}" type="slidenum">
              <a:rPr lang="x-none" smtClean="0"/>
              <a:pPr/>
              <a:t>17</a:t>
            </a:fld>
            <a:endParaRPr lang="x-none"/>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Isolating configuration Bugs</a:t>
            </a:r>
          </a:p>
        </p:txBody>
      </p:sp>
      <p:sp>
        <p:nvSpPr>
          <p:cNvPr id="3" name="Content Placeholder 2"/>
          <p:cNvSpPr>
            <a:spLocks noGrp="1"/>
          </p:cNvSpPr>
          <p:nvPr>
            <p:ph idx="1"/>
          </p:nvPr>
        </p:nvSpPr>
        <p:spPr>
          <a:xfrm>
            <a:off x="1104900" y="1371600"/>
            <a:ext cx="9982200" cy="5257800"/>
          </a:xfrm>
        </p:spPr>
        <p:txBody>
          <a:bodyPr>
            <a:normAutofit/>
          </a:bodyPr>
          <a:lstStyle/>
          <a:p>
            <a:pPr lvl="0" algn="just"/>
            <a:r>
              <a:rPr lang="en-US" dirty="0"/>
              <a:t>Who should fix Bugs?</a:t>
            </a:r>
            <a:endParaRPr lang="en-US" b="1" dirty="0"/>
          </a:p>
          <a:p>
            <a:pPr algn="just"/>
            <a:r>
              <a:rPr lang="en-US" b="1" dirty="0"/>
              <a:t>Case 1&amp; Case 2:</a:t>
            </a:r>
          </a:p>
          <a:p>
            <a:pPr algn="just"/>
            <a:r>
              <a:rPr lang="en-US" dirty="0"/>
              <a:t>Project team is responsible for fixing the bug</a:t>
            </a:r>
          </a:p>
          <a:p>
            <a:pPr algn="just"/>
            <a:r>
              <a:rPr lang="en-US" b="1" dirty="0"/>
              <a:t>Case 3 &amp; Case 4:</a:t>
            </a:r>
          </a:p>
          <a:p>
            <a:pPr algn="just"/>
            <a:r>
              <a:rPr lang="en-US" dirty="0"/>
              <a:t>The last two cases seem blurry</a:t>
            </a:r>
          </a:p>
          <a:p>
            <a:pPr algn="just"/>
            <a:r>
              <a:rPr lang="en-US" dirty="0"/>
              <a:t>Say the bug is in printer and that is popular one in the world. It may take the printer vendor months to fix the bug. So you need to make changes to your software</a:t>
            </a:r>
          </a:p>
          <a:p>
            <a:pPr algn="just"/>
            <a:r>
              <a:rPr lang="en-US" dirty="0"/>
              <a:t>Its your team’s responsibility to address the problem, no matter where it lies.</a:t>
            </a:r>
          </a:p>
          <a:p>
            <a:pPr algn="just"/>
            <a:r>
              <a:rPr lang="en-US" dirty="0"/>
              <a:t>Your customers just want the software they purchased to work on their system’s configuration without caring for how the bug is happening</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18</a:t>
            </a:fld>
            <a:endParaRPr lang="x-none"/>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Sizing up the Job</a:t>
            </a:r>
          </a:p>
        </p:txBody>
      </p:sp>
      <p:sp>
        <p:nvSpPr>
          <p:cNvPr id="3" name="Content Placeholder 2"/>
          <p:cNvSpPr>
            <a:spLocks noGrp="1"/>
          </p:cNvSpPr>
          <p:nvPr>
            <p:ph idx="1"/>
          </p:nvPr>
        </p:nvSpPr>
        <p:spPr>
          <a:xfrm>
            <a:off x="1117600" y="1371600"/>
            <a:ext cx="6654800" cy="5334000"/>
          </a:xfrm>
        </p:spPr>
        <p:txBody>
          <a:bodyPr>
            <a:normAutofit lnSpcReduction="10000"/>
          </a:bodyPr>
          <a:lstStyle/>
          <a:p>
            <a:pPr algn="just"/>
            <a:r>
              <a:rPr lang="en-US" dirty="0"/>
              <a:t>The job of configuration testing can be a huge undertaking.</a:t>
            </a:r>
          </a:p>
          <a:p>
            <a:pPr algn="just"/>
            <a:r>
              <a:rPr lang="en-US" dirty="0"/>
              <a:t>Suppose you are testing a new software game that runs under Microsoft windows</a:t>
            </a:r>
          </a:p>
          <a:p>
            <a:pPr algn="just"/>
            <a:r>
              <a:rPr lang="en-US" dirty="0"/>
              <a:t>For game you will need to consider configuration testing with </a:t>
            </a:r>
            <a:r>
              <a:rPr lang="en-US" b="1" dirty="0"/>
              <a:t>graphics cards</a:t>
            </a:r>
            <a:r>
              <a:rPr lang="en-US" dirty="0"/>
              <a:t>, </a:t>
            </a:r>
            <a:r>
              <a:rPr lang="en-US" b="1" dirty="0"/>
              <a:t>sound cards</a:t>
            </a:r>
            <a:r>
              <a:rPr lang="en-US" dirty="0"/>
              <a:t>, </a:t>
            </a:r>
            <a:r>
              <a:rPr lang="en-US" b="1" dirty="0"/>
              <a:t>modems</a:t>
            </a:r>
            <a:r>
              <a:rPr lang="en-US" dirty="0"/>
              <a:t> and </a:t>
            </a:r>
            <a:r>
              <a:rPr lang="en-US" b="1" dirty="0"/>
              <a:t>printers</a:t>
            </a:r>
          </a:p>
          <a:p>
            <a:pPr algn="just"/>
            <a:r>
              <a:rPr lang="en-US" dirty="0"/>
              <a:t>The windows </a:t>
            </a:r>
            <a:r>
              <a:rPr lang="en-US" b="1" dirty="0"/>
              <a:t>Found New Hardware Wizard </a:t>
            </a:r>
            <a:r>
              <a:rPr lang="en-US" dirty="0"/>
              <a:t>allows you to select </a:t>
            </a:r>
            <a:r>
              <a:rPr lang="en-US" b="1" dirty="0"/>
              <a:t>hardware</a:t>
            </a:r>
            <a:r>
              <a:rPr lang="en-US" dirty="0"/>
              <a:t> in each of these categories</a:t>
            </a:r>
          </a:p>
          <a:p>
            <a:pPr algn="just"/>
            <a:r>
              <a:rPr lang="en-US" dirty="0"/>
              <a:t>Under each hardware category are the different </a:t>
            </a:r>
            <a:r>
              <a:rPr lang="en-US" b="1" dirty="0"/>
              <a:t>manufacturers</a:t>
            </a:r>
            <a:r>
              <a:rPr lang="en-US" dirty="0"/>
              <a:t> and </a:t>
            </a:r>
            <a:r>
              <a:rPr lang="en-US" b="1" dirty="0"/>
              <a:t>models</a:t>
            </a:r>
            <a:r>
              <a:rPr lang="en-US" dirty="0"/>
              <a:t> with support built into windows</a:t>
            </a:r>
          </a:p>
          <a:p>
            <a:pPr algn="just"/>
            <a:r>
              <a:rPr lang="en-US" dirty="0"/>
              <a:t>If you decide to perform  a full, comprehensive configuration test, checking every possible make and model combination is a huge job</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3850" y="3609975"/>
            <a:ext cx="4248150" cy="324802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3850" y="361950"/>
            <a:ext cx="4248150" cy="3248025"/>
          </a:xfrm>
          <a:prstGeom prst="rect">
            <a:avLst/>
          </a:prstGeom>
        </p:spPr>
      </p:pic>
      <p:sp>
        <p:nvSpPr>
          <p:cNvPr id="5" name="Slide Number Placeholder 4"/>
          <p:cNvSpPr>
            <a:spLocks noGrp="1"/>
          </p:cNvSpPr>
          <p:nvPr>
            <p:ph type="sldNum" sz="quarter" idx="12"/>
          </p:nvPr>
        </p:nvSpPr>
        <p:spPr/>
        <p:txBody>
          <a:bodyPr/>
          <a:lstStyle/>
          <a:p>
            <a:fld id="{0FF54DE5-C571-48E8-A5BC-B369434E2F44}" type="slidenum">
              <a:rPr lang="x-none" smtClean="0"/>
              <a:pPr/>
              <a:t>19</a:t>
            </a:fld>
            <a:endParaRPr lang="x-none"/>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Sizing up the Job</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8196416"/>
              </p:ext>
            </p:extLst>
          </p:nvPr>
        </p:nvGraphicFramePr>
        <p:xfrm>
          <a:off x="1143000" y="1435100"/>
          <a:ext cx="9956800" cy="5270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ontent Placeholder 2"/>
          <p:cNvSpPr txBox="1">
            <a:spLocks/>
          </p:cNvSpPr>
          <p:nvPr/>
        </p:nvSpPr>
        <p:spPr>
          <a:xfrm>
            <a:off x="1104900" y="1424940"/>
            <a:ext cx="9956800" cy="5270500"/>
          </a:xfrm>
          <a:prstGeom prst="rect">
            <a:avLst/>
          </a:prstGeom>
        </p:spPr>
        <p:txBody>
          <a:bodyPr vert="horz" lIns="0" tIns="45720" rIns="0" bIns="45720" rtlCol="0">
            <a:normAutofit fontScale="925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algn="just"/>
            <a:r>
              <a:rPr lang="en-US" b="1" dirty="0"/>
              <a:t>Example:</a:t>
            </a:r>
          </a:p>
          <a:p>
            <a:pPr lvl="1" algn="just"/>
            <a:endParaRPr lang="en-US" sz="2000" dirty="0"/>
          </a:p>
          <a:p>
            <a:pPr lvl="1" algn="just"/>
            <a:endParaRPr lang="en-US" sz="2000" dirty="0"/>
          </a:p>
          <a:p>
            <a:pPr lvl="1" algn="just"/>
            <a:endParaRPr lang="en-US" sz="2000" dirty="0"/>
          </a:p>
          <a:p>
            <a:pPr lvl="1" algn="just"/>
            <a:endParaRPr lang="en-US" sz="2000" dirty="0"/>
          </a:p>
          <a:p>
            <a:pPr lvl="1" algn="just"/>
            <a:endParaRPr lang="en-US" sz="2000" dirty="0"/>
          </a:p>
          <a:p>
            <a:pPr lvl="1" algn="just"/>
            <a:endParaRPr lang="en-US" sz="2000" dirty="0"/>
          </a:p>
          <a:p>
            <a:pPr marL="457200" lvl="1" indent="0" algn="just">
              <a:buNone/>
            </a:pPr>
            <a:endParaRPr lang="en-US" sz="2000" dirty="0"/>
          </a:p>
          <a:p>
            <a:pPr algn="just"/>
            <a:r>
              <a:rPr lang="en-US" dirty="0"/>
              <a:t>If you limited your testing to exclude combinations, just testing each card individually (Example: Display Cards) at about 30 min. / configuration, you would be at it for about a year</a:t>
            </a:r>
          </a:p>
          <a:p>
            <a:pPr algn="just"/>
            <a:r>
              <a:rPr lang="en-US" dirty="0"/>
              <a:t>Then it is not uncommon with bug fixes to run two or three configuration test passes</a:t>
            </a:r>
          </a:p>
          <a:p>
            <a:pPr algn="just"/>
            <a:r>
              <a:rPr lang="en-US" dirty="0"/>
              <a:t>The solution to this mess is </a:t>
            </a:r>
            <a:r>
              <a:rPr lang="en-US" i="1" dirty="0"/>
              <a:t>equivalence partitioning</a:t>
            </a:r>
          </a:p>
          <a:p>
            <a:pPr algn="just"/>
            <a:r>
              <a:rPr lang="en-US" dirty="0"/>
              <a:t>You have to figure out set of possible configurations to the ones that matter the most</a:t>
            </a:r>
          </a:p>
        </p:txBody>
      </p:sp>
      <p:grpSp>
        <p:nvGrpSpPr>
          <p:cNvPr id="9" name="Group 8"/>
          <p:cNvGrpSpPr/>
          <p:nvPr/>
        </p:nvGrpSpPr>
        <p:grpSpPr>
          <a:xfrm>
            <a:off x="1104900" y="3232381"/>
            <a:ext cx="10071100" cy="691033"/>
            <a:chOff x="0" y="2707881"/>
            <a:chExt cx="9956800" cy="827809"/>
          </a:xfrm>
        </p:grpSpPr>
        <p:sp>
          <p:nvSpPr>
            <p:cNvPr id="10" name="Rounded Rectangle 9"/>
            <p:cNvSpPr/>
            <p:nvPr/>
          </p:nvSpPr>
          <p:spPr>
            <a:xfrm>
              <a:off x="0" y="2707881"/>
              <a:ext cx="9956800" cy="827809"/>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ounded Rectangle 4"/>
            <p:cNvSpPr/>
            <p:nvPr/>
          </p:nvSpPr>
          <p:spPr>
            <a:xfrm>
              <a:off x="40410" y="2748291"/>
              <a:ext cx="9875980" cy="74698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5730" tIns="125730" rIns="125730" bIns="125730" numCol="1" spcCol="1270" anchor="ctr" anchorCtr="0">
              <a:noAutofit/>
            </a:bodyPr>
            <a:lstStyle/>
            <a:p>
              <a:pPr lvl="0" algn="l" defTabSz="1466850" rtl="0">
                <a:lnSpc>
                  <a:spcPct val="90000"/>
                </a:lnSpc>
                <a:spcBef>
                  <a:spcPct val="0"/>
                </a:spcBef>
                <a:spcAft>
                  <a:spcPct val="35000"/>
                </a:spcAft>
              </a:pPr>
              <a:r>
                <a:rPr lang="en-US" sz="3300" kern="1200" dirty="0"/>
                <a:t>No of Test Combinations = 336 * 210 * 1500 * 1200</a:t>
              </a:r>
              <a:endParaRPr lang="x-none" sz="3300" kern="1200" dirty="0"/>
            </a:p>
          </p:txBody>
        </p:sp>
      </p:grpSp>
      <p:sp>
        <p:nvSpPr>
          <p:cNvPr id="3" name="Slide Number Placeholder 2"/>
          <p:cNvSpPr>
            <a:spLocks noGrp="1"/>
          </p:cNvSpPr>
          <p:nvPr>
            <p:ph type="sldNum" sz="quarter" idx="12"/>
          </p:nvPr>
        </p:nvSpPr>
        <p:spPr/>
        <p:txBody>
          <a:bodyPr/>
          <a:lstStyle/>
          <a:p>
            <a:fld id="{0FF54DE5-C571-48E8-A5BC-B369434E2F44}" type="slidenum">
              <a:rPr lang="x-none" smtClean="0"/>
              <a:pPr/>
              <a:t>20</a:t>
            </a:fld>
            <a:endParaRPr lang="x-none"/>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Configuration Testing Planning</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256374544"/>
              </p:ext>
            </p:extLst>
          </p:nvPr>
        </p:nvGraphicFramePr>
        <p:xfrm>
          <a:off x="281940" y="1620520"/>
          <a:ext cx="11717020" cy="4963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p:cNvSpPr>
            <a:spLocks noGrp="1"/>
          </p:cNvSpPr>
          <p:nvPr>
            <p:ph type="sldNum" sz="quarter" idx="12"/>
          </p:nvPr>
        </p:nvSpPr>
        <p:spPr/>
        <p:txBody>
          <a:bodyPr/>
          <a:lstStyle/>
          <a:p>
            <a:fld id="{0FF54DE5-C571-48E8-A5BC-B369434E2F44}" type="slidenum">
              <a:rPr lang="x-none" smtClean="0"/>
              <a:pPr/>
              <a:t>21</a:t>
            </a:fld>
            <a:endParaRPr lang="x-none"/>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spcBef>
                <a:spcPct val="0"/>
              </a:spcBef>
            </a:pPr>
            <a:r>
              <a:rPr lang="en-US" sz="2800" dirty="0"/>
              <a:t>1. Decide the types of hardware you will need</a:t>
            </a:r>
          </a:p>
        </p:txBody>
      </p:sp>
      <p:sp>
        <p:nvSpPr>
          <p:cNvPr id="3" name="Content Placeholder 2"/>
          <p:cNvSpPr>
            <a:spLocks noGrp="1"/>
          </p:cNvSpPr>
          <p:nvPr>
            <p:ph idx="1"/>
          </p:nvPr>
        </p:nvSpPr>
        <p:spPr/>
        <p:txBody>
          <a:bodyPr>
            <a:normAutofit/>
          </a:bodyPr>
          <a:lstStyle/>
          <a:p>
            <a:pPr algn="just"/>
            <a:r>
              <a:rPr lang="en-US" dirty="0"/>
              <a:t>Decide what hardware pieces you need to put together to make your software work</a:t>
            </a:r>
          </a:p>
          <a:p>
            <a:pPr lvl="1" algn="just"/>
            <a:r>
              <a:rPr lang="en-US" sz="2000" dirty="0"/>
              <a:t>If your application is to print, you need to test </a:t>
            </a:r>
            <a:r>
              <a:rPr lang="en-US" sz="2000" b="1" dirty="0"/>
              <a:t>printers</a:t>
            </a:r>
          </a:p>
          <a:p>
            <a:pPr lvl="1" algn="just"/>
            <a:r>
              <a:rPr lang="en-US" sz="2000" dirty="0"/>
              <a:t>If it has sound, you need to test </a:t>
            </a:r>
            <a:r>
              <a:rPr lang="en-US" sz="2000" b="1" dirty="0"/>
              <a:t>sound cards</a:t>
            </a:r>
          </a:p>
          <a:p>
            <a:pPr lvl="1" algn="just"/>
            <a:r>
              <a:rPr lang="en-US" sz="2000" dirty="0"/>
              <a:t>If it has photos or graphics program, you will need </a:t>
            </a:r>
            <a:r>
              <a:rPr lang="en-US" sz="2000" b="1" dirty="0"/>
              <a:t>scanners</a:t>
            </a:r>
            <a:r>
              <a:rPr lang="en-US" sz="2000" dirty="0"/>
              <a:t> and </a:t>
            </a:r>
            <a:r>
              <a:rPr lang="en-US" sz="2000" b="1" dirty="0"/>
              <a:t>digital cameras</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22</a:t>
            </a:fld>
            <a:endParaRPr lang="x-none"/>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874" y="276447"/>
            <a:ext cx="11685182" cy="684064"/>
          </a:xfrm>
        </p:spPr>
        <p:txBody>
          <a:bodyPr>
            <a:noAutofit/>
          </a:bodyPr>
          <a:lstStyle/>
          <a:p>
            <a:pPr lvl="1" algn="l" rtl="0">
              <a:spcBef>
                <a:spcPct val="0"/>
              </a:spcBef>
            </a:pPr>
            <a:r>
              <a:rPr lang="en-US" sz="2800" dirty="0"/>
              <a:t>2. Decide what hardware brands, models and device drivers are available</a:t>
            </a:r>
          </a:p>
        </p:txBody>
      </p:sp>
      <p:sp>
        <p:nvSpPr>
          <p:cNvPr id="3" name="Content Placeholder 2"/>
          <p:cNvSpPr>
            <a:spLocks noGrp="1"/>
          </p:cNvSpPr>
          <p:nvPr>
            <p:ph idx="1"/>
          </p:nvPr>
        </p:nvSpPr>
        <p:spPr>
          <a:xfrm>
            <a:off x="350874" y="1446011"/>
            <a:ext cx="6156251" cy="5124901"/>
          </a:xfrm>
        </p:spPr>
        <p:txBody>
          <a:bodyPr>
            <a:normAutofit lnSpcReduction="10000"/>
          </a:bodyPr>
          <a:lstStyle/>
          <a:p>
            <a:pPr algn="just"/>
            <a:r>
              <a:rPr lang="en-US" dirty="0"/>
              <a:t>Work with your </a:t>
            </a:r>
            <a:r>
              <a:rPr lang="en-US" b="1" dirty="0"/>
              <a:t>sales and marketing </a:t>
            </a:r>
            <a:r>
              <a:rPr lang="en-US" dirty="0"/>
              <a:t>people to create a list of hardware to test with</a:t>
            </a:r>
          </a:p>
          <a:p>
            <a:pPr algn="just"/>
            <a:r>
              <a:rPr lang="en-US" dirty="0"/>
              <a:t>If they can’t help, check out the recent requirement reviews from </a:t>
            </a:r>
            <a:r>
              <a:rPr lang="en-US" b="1" dirty="0"/>
              <a:t>PC Magazine or Mac World</a:t>
            </a:r>
            <a:r>
              <a:rPr lang="en-US" dirty="0"/>
              <a:t> to get an idea of what hardware available and what is popular. These magazines have annual reviews of printers, sound cards, display adapters etc</a:t>
            </a:r>
          </a:p>
          <a:p>
            <a:pPr algn="just"/>
            <a:r>
              <a:rPr lang="en-US" dirty="0"/>
              <a:t>Do some research to see </a:t>
            </a:r>
            <a:r>
              <a:rPr lang="en-US" b="1" dirty="0"/>
              <a:t>which devices are equivalent</a:t>
            </a:r>
            <a:r>
              <a:rPr lang="en-US" dirty="0"/>
              <a:t>, falling under same equivalence partitioning</a:t>
            </a:r>
          </a:p>
          <a:p>
            <a:pPr lvl="1" algn="just"/>
            <a:r>
              <a:rPr lang="en-US" sz="2000" dirty="0"/>
              <a:t>For example, a printer manufacturer may license their printer to another company that puts a different label or cover on it. Actually it’s the same printer  </a:t>
            </a:r>
          </a:p>
          <a:p>
            <a:pPr algn="just"/>
            <a:r>
              <a:rPr lang="en-US" dirty="0"/>
              <a:t>Decide what </a:t>
            </a:r>
            <a:r>
              <a:rPr lang="en-US" b="1" dirty="0"/>
              <a:t>device drivers </a:t>
            </a:r>
            <a:r>
              <a:rPr lang="en-US" dirty="0"/>
              <a:t>you are going to test with </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23</a:t>
            </a:fld>
            <a:endParaRPr lang="x-none"/>
          </a:p>
        </p:txBody>
      </p:sp>
      <p:pic>
        <p:nvPicPr>
          <p:cNvPr id="5" name="Picture 4"/>
          <p:cNvPicPr>
            <a:picLocks noChangeAspect="1"/>
          </p:cNvPicPr>
          <p:nvPr/>
        </p:nvPicPr>
        <p:blipFill>
          <a:blip r:embed="rId2"/>
          <a:stretch>
            <a:fillRect/>
          </a:stretch>
        </p:blipFill>
        <p:spPr>
          <a:xfrm>
            <a:off x="6624084" y="1435387"/>
            <a:ext cx="5567916" cy="4920964"/>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spcBef>
                <a:spcPct val="0"/>
              </a:spcBef>
            </a:pPr>
            <a:r>
              <a:rPr lang="en-US" sz="2800" dirty="0"/>
              <a:t>3. Decide which hardware features, modes and options are possible</a:t>
            </a:r>
          </a:p>
        </p:txBody>
      </p:sp>
      <p:sp>
        <p:nvSpPr>
          <p:cNvPr id="3" name="Content Placeholder 2"/>
          <p:cNvSpPr>
            <a:spLocks noGrp="1"/>
          </p:cNvSpPr>
          <p:nvPr>
            <p:ph idx="1"/>
          </p:nvPr>
        </p:nvSpPr>
        <p:spPr/>
        <p:txBody>
          <a:bodyPr>
            <a:normAutofit fontScale="92500" lnSpcReduction="20000"/>
          </a:bodyPr>
          <a:lstStyle/>
          <a:p>
            <a:pPr algn="just"/>
            <a:r>
              <a:rPr lang="en-US" sz="2200" dirty="0"/>
              <a:t>Every device has features, mode and options and your software may not need to support all of them</a:t>
            </a:r>
          </a:p>
          <a:p>
            <a:pPr algn="just"/>
            <a:r>
              <a:rPr lang="en-US" sz="2200" dirty="0"/>
              <a:t>For example:</a:t>
            </a:r>
          </a:p>
          <a:p>
            <a:pPr algn="just"/>
            <a:r>
              <a:rPr lang="en-US" sz="2200" b="1" dirty="0"/>
              <a:t>Printers:</a:t>
            </a:r>
          </a:p>
          <a:p>
            <a:pPr lvl="1" algn="just"/>
            <a:r>
              <a:rPr lang="en-US" sz="2200" dirty="0"/>
              <a:t>Color printers can print in black and white or color</a:t>
            </a:r>
          </a:p>
          <a:p>
            <a:pPr lvl="1" algn="just"/>
            <a:r>
              <a:rPr lang="en-US" sz="2200" dirty="0"/>
              <a:t>Printers can print in different quality modes and can have settings for printing photos or texts</a:t>
            </a:r>
          </a:p>
          <a:p>
            <a:pPr algn="just"/>
            <a:r>
              <a:rPr lang="en-US" sz="2200" b="1" dirty="0"/>
              <a:t>Display cards </a:t>
            </a:r>
          </a:p>
          <a:p>
            <a:pPr lvl="1" algn="just"/>
            <a:r>
              <a:rPr lang="en-US" sz="2200" dirty="0"/>
              <a:t>Can have different color settings and screen resolutions</a:t>
            </a:r>
          </a:p>
          <a:p>
            <a:pPr algn="just"/>
            <a:r>
              <a:rPr lang="en-US" sz="2200" b="1" dirty="0"/>
              <a:t>Computer games </a:t>
            </a:r>
          </a:p>
          <a:p>
            <a:pPr lvl="1" algn="just"/>
            <a:r>
              <a:rPr lang="en-US" sz="2200" dirty="0"/>
              <a:t>Require minimum no of display colors and resolution. </a:t>
            </a:r>
          </a:p>
          <a:p>
            <a:pPr algn="just"/>
            <a:r>
              <a:rPr lang="en-US" sz="2200" dirty="0"/>
              <a:t>There is usually a set of minimum requirements for hardware features, modes and options. If configuration has less than that, they won’t run</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24</a:t>
            </a:fld>
            <a:endParaRPr lang="x-none"/>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4. Pare down the identified hardware configurations to a manageable set</a:t>
            </a:r>
          </a:p>
        </p:txBody>
      </p:sp>
      <p:sp>
        <p:nvSpPr>
          <p:cNvPr id="3" name="Content Placeholder 2"/>
          <p:cNvSpPr>
            <a:spLocks noGrp="1"/>
          </p:cNvSpPr>
          <p:nvPr>
            <p:ph idx="1"/>
          </p:nvPr>
        </p:nvSpPr>
        <p:spPr/>
        <p:txBody>
          <a:bodyPr/>
          <a:lstStyle/>
          <a:p>
            <a:pPr algn="just"/>
            <a:r>
              <a:rPr lang="en-US" dirty="0"/>
              <a:t>Reduce thousands of potential configurations into the ones that matter</a:t>
            </a:r>
          </a:p>
          <a:p>
            <a:pPr algn="just"/>
            <a:r>
              <a:rPr lang="en-US" dirty="0"/>
              <a:t>One way to do this is to put all the configuration information into a spreadsheet</a:t>
            </a:r>
          </a:p>
        </p:txBody>
      </p:sp>
      <p:graphicFrame>
        <p:nvGraphicFramePr>
          <p:cNvPr id="4" name="Content Placeholder 4"/>
          <p:cNvGraphicFramePr>
            <a:graphicFrameLocks/>
          </p:cNvGraphicFramePr>
          <p:nvPr>
            <p:extLst>
              <p:ext uri="{D42A27DB-BD31-4B8C-83A1-F6EECF244321}">
                <p14:modId xmlns:p14="http://schemas.microsoft.com/office/powerpoint/2010/main" val="427332805"/>
              </p:ext>
            </p:extLst>
          </p:nvPr>
        </p:nvGraphicFramePr>
        <p:xfrm>
          <a:off x="1079500" y="2829560"/>
          <a:ext cx="9982200" cy="3383280"/>
        </p:xfrm>
        <a:graphic>
          <a:graphicData uri="http://schemas.openxmlformats.org/drawingml/2006/table">
            <a:tbl>
              <a:tblPr firstRow="1" bandRow="1">
                <a:tableStyleId>{5C22544A-7EE6-4342-B048-85BDC9FD1C3A}</a:tableStyleId>
              </a:tblPr>
              <a:tblGrid>
                <a:gridCol w="1409700">
                  <a:extLst>
                    <a:ext uri="{9D8B030D-6E8A-4147-A177-3AD203B41FA5}">
                      <a16:colId xmlns:a16="http://schemas.microsoft.com/office/drawing/2014/main" val="20000"/>
                    </a:ext>
                  </a:extLst>
                </a:gridCol>
                <a:gridCol w="1432560">
                  <a:extLst>
                    <a:ext uri="{9D8B030D-6E8A-4147-A177-3AD203B41FA5}">
                      <a16:colId xmlns:a16="http://schemas.microsoft.com/office/drawing/2014/main" val="20001"/>
                    </a:ext>
                  </a:extLst>
                </a:gridCol>
                <a:gridCol w="955040">
                  <a:extLst>
                    <a:ext uri="{9D8B030D-6E8A-4147-A177-3AD203B41FA5}">
                      <a16:colId xmlns:a16="http://schemas.microsoft.com/office/drawing/2014/main" val="20002"/>
                    </a:ext>
                  </a:extLst>
                </a:gridCol>
                <a:gridCol w="16967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05664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084580">
                  <a:extLst>
                    <a:ext uri="{9D8B030D-6E8A-4147-A177-3AD203B41FA5}">
                      <a16:colId xmlns:a16="http://schemas.microsoft.com/office/drawing/2014/main" val="20007"/>
                    </a:ext>
                  </a:extLst>
                </a:gridCol>
              </a:tblGrid>
              <a:tr h="370840">
                <a:tc>
                  <a:txBody>
                    <a:bodyPr/>
                    <a:lstStyle/>
                    <a:p>
                      <a:r>
                        <a:rPr lang="en-GB" dirty="0"/>
                        <a:t>Popularity</a:t>
                      </a:r>
                    </a:p>
                    <a:p>
                      <a:r>
                        <a:rPr lang="en-GB" dirty="0"/>
                        <a:t>(1</a:t>
                      </a:r>
                      <a:r>
                        <a:rPr lang="en-GB" baseline="0" dirty="0"/>
                        <a:t>=most , 10 =least</a:t>
                      </a:r>
                      <a:r>
                        <a:rPr lang="en-GB" dirty="0"/>
                        <a:t>)</a:t>
                      </a:r>
                    </a:p>
                  </a:txBody>
                  <a:tcPr/>
                </a:tc>
                <a:tc>
                  <a:txBody>
                    <a:bodyPr/>
                    <a:lstStyle/>
                    <a:p>
                      <a:r>
                        <a:rPr lang="en-GB" dirty="0"/>
                        <a:t>Type (Laser/ Inkjet)</a:t>
                      </a:r>
                    </a:p>
                  </a:txBody>
                  <a:tcPr/>
                </a:tc>
                <a:tc>
                  <a:txBody>
                    <a:bodyPr/>
                    <a:lstStyle/>
                    <a:p>
                      <a:r>
                        <a:rPr lang="en-GB" dirty="0"/>
                        <a:t>Age (Years)</a:t>
                      </a:r>
                    </a:p>
                  </a:txBody>
                  <a:tcPr/>
                </a:tc>
                <a:tc>
                  <a:txBody>
                    <a:bodyPr/>
                    <a:lstStyle/>
                    <a:p>
                      <a:r>
                        <a:rPr lang="en-GB" dirty="0"/>
                        <a:t>Manufacturer</a:t>
                      </a:r>
                    </a:p>
                  </a:txBody>
                  <a:tcPr/>
                </a:tc>
                <a:tc>
                  <a:txBody>
                    <a:bodyPr/>
                    <a:lstStyle/>
                    <a:p>
                      <a:r>
                        <a:rPr lang="en-GB" dirty="0"/>
                        <a:t>Model</a:t>
                      </a:r>
                    </a:p>
                  </a:txBody>
                  <a:tcPr/>
                </a:tc>
                <a:tc>
                  <a:txBody>
                    <a:bodyPr/>
                    <a:lstStyle/>
                    <a:p>
                      <a:r>
                        <a:rPr lang="en-GB" dirty="0"/>
                        <a:t>Device Driver Version</a:t>
                      </a:r>
                    </a:p>
                  </a:txBody>
                  <a:tcPr/>
                </a:tc>
                <a:tc>
                  <a:txBody>
                    <a:bodyPr/>
                    <a:lstStyle/>
                    <a:p>
                      <a:r>
                        <a:rPr lang="en-GB" dirty="0"/>
                        <a:t>Options</a:t>
                      </a:r>
                    </a:p>
                  </a:txBody>
                  <a:tcPr/>
                </a:tc>
                <a:tc>
                  <a:txBody>
                    <a:bodyPr/>
                    <a:lstStyle/>
                    <a:p>
                      <a:r>
                        <a:rPr lang="en-GB" dirty="0"/>
                        <a:t>Options</a:t>
                      </a:r>
                    </a:p>
                  </a:txBody>
                  <a:tcPr/>
                </a:tc>
                <a:extLst>
                  <a:ext uri="{0D108BD9-81ED-4DB2-BD59-A6C34878D82A}">
                    <a16:rowId xmlns:a16="http://schemas.microsoft.com/office/drawing/2014/main" val="10000"/>
                  </a:ext>
                </a:extLst>
              </a:tr>
              <a:tr h="370840">
                <a:tc>
                  <a:txBody>
                    <a:bodyPr/>
                    <a:lstStyle/>
                    <a:p>
                      <a:r>
                        <a:rPr lang="en-GB" dirty="0"/>
                        <a:t>1</a:t>
                      </a:r>
                    </a:p>
                  </a:txBody>
                  <a:tcPr/>
                </a:tc>
                <a:tc>
                  <a:txBody>
                    <a:bodyPr/>
                    <a:lstStyle/>
                    <a:p>
                      <a:r>
                        <a:rPr lang="en-GB" dirty="0"/>
                        <a:t>Laser</a:t>
                      </a:r>
                    </a:p>
                  </a:txBody>
                  <a:tcPr/>
                </a:tc>
                <a:tc>
                  <a:txBody>
                    <a:bodyPr/>
                    <a:lstStyle/>
                    <a:p>
                      <a:r>
                        <a:rPr lang="en-GB" dirty="0"/>
                        <a:t>3</a:t>
                      </a:r>
                    </a:p>
                  </a:txBody>
                  <a:tcPr/>
                </a:tc>
                <a:tc>
                  <a:txBody>
                    <a:bodyPr/>
                    <a:lstStyle/>
                    <a:p>
                      <a:r>
                        <a:rPr lang="en-GB" dirty="0"/>
                        <a:t>HAL</a:t>
                      </a:r>
                      <a:r>
                        <a:rPr lang="en-GB" baseline="0" dirty="0"/>
                        <a:t> Printers</a:t>
                      </a:r>
                      <a:endParaRPr lang="en-GB" dirty="0"/>
                    </a:p>
                  </a:txBody>
                  <a:tcPr/>
                </a:tc>
                <a:tc>
                  <a:txBody>
                    <a:bodyPr/>
                    <a:lstStyle/>
                    <a:p>
                      <a:r>
                        <a:rPr lang="en-GB" dirty="0"/>
                        <a:t>LDIY2000</a:t>
                      </a:r>
                    </a:p>
                  </a:txBody>
                  <a:tcPr/>
                </a:tc>
                <a:tc>
                  <a:txBody>
                    <a:bodyPr/>
                    <a:lstStyle/>
                    <a:p>
                      <a:r>
                        <a:rPr lang="en-GB" dirty="0"/>
                        <a:t>1.0</a:t>
                      </a:r>
                    </a:p>
                  </a:txBody>
                  <a:tcPr/>
                </a:tc>
                <a:tc>
                  <a:txBody>
                    <a:bodyPr/>
                    <a:lstStyle/>
                    <a:p>
                      <a:r>
                        <a:rPr lang="en-GB" dirty="0"/>
                        <a:t>B/W</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Draft Quality</a:t>
                      </a:r>
                    </a:p>
                  </a:txBody>
                  <a:tcPr/>
                </a:tc>
                <a:extLst>
                  <a:ext uri="{0D108BD9-81ED-4DB2-BD59-A6C34878D82A}">
                    <a16:rowId xmlns:a16="http://schemas.microsoft.com/office/drawing/2014/main" val="10001"/>
                  </a:ext>
                </a:extLst>
              </a:tr>
              <a:tr h="370840">
                <a:tc>
                  <a:txBody>
                    <a:bodyPr/>
                    <a:lstStyle/>
                    <a:p>
                      <a:r>
                        <a:rPr lang="en-GB" dirty="0"/>
                        <a:t>5</a:t>
                      </a:r>
                    </a:p>
                  </a:txBody>
                  <a:tcPr/>
                </a:tc>
                <a:tc>
                  <a:txBody>
                    <a:bodyPr/>
                    <a:lstStyle/>
                    <a:p>
                      <a:r>
                        <a:rPr lang="en-GB" dirty="0"/>
                        <a:t>Inkjet</a:t>
                      </a:r>
                    </a:p>
                  </a:txBody>
                  <a:tcPr/>
                </a:tc>
                <a:tc>
                  <a:txBody>
                    <a:bodyPr/>
                    <a:lstStyle/>
                    <a:p>
                      <a:r>
                        <a:rPr lang="en-GB" dirty="0"/>
                        <a:t>1</a:t>
                      </a:r>
                    </a:p>
                  </a:txBody>
                  <a:tcPr/>
                </a:tc>
                <a:tc>
                  <a:txBody>
                    <a:bodyPr/>
                    <a:lstStyle/>
                    <a:p>
                      <a:r>
                        <a:rPr lang="en-GB" dirty="0"/>
                        <a:t>HAL</a:t>
                      </a:r>
                      <a:r>
                        <a:rPr lang="en-GB" baseline="0" dirty="0"/>
                        <a:t> Printers</a:t>
                      </a:r>
                      <a:endParaRPr lang="en-GB" dirty="0"/>
                    </a:p>
                  </a:txBody>
                  <a:tcPr/>
                </a:tc>
                <a:tc>
                  <a:txBody>
                    <a:bodyPr/>
                    <a:lstStyle/>
                    <a:p>
                      <a:r>
                        <a:rPr lang="en-GB" dirty="0"/>
                        <a:t>IJDIY2000</a:t>
                      </a:r>
                    </a:p>
                  </a:txBody>
                  <a:tcPr/>
                </a:tc>
                <a:tc>
                  <a:txBody>
                    <a:bodyPr/>
                    <a:lstStyle/>
                    <a:p>
                      <a:r>
                        <a:rPr lang="en-GB" dirty="0"/>
                        <a:t>1.0a</a:t>
                      </a:r>
                    </a:p>
                  </a:txBody>
                  <a:tcPr/>
                </a:tc>
                <a:tc>
                  <a:txBody>
                    <a:bodyPr/>
                    <a:lstStyle/>
                    <a:p>
                      <a:r>
                        <a:rPr lang="en-GB" dirty="0" err="1"/>
                        <a:t>Color</a:t>
                      </a:r>
                      <a:r>
                        <a:rPr lang="en-GB" baseline="0" dirty="0"/>
                        <a:t> B/W</a:t>
                      </a:r>
                      <a:endParaRPr lang="en-GB"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Draft Quality</a:t>
                      </a:r>
                    </a:p>
                  </a:txBody>
                  <a:tcPr/>
                </a:tc>
                <a:extLst>
                  <a:ext uri="{0D108BD9-81ED-4DB2-BD59-A6C34878D82A}">
                    <a16:rowId xmlns:a16="http://schemas.microsoft.com/office/drawing/2014/main" val="10002"/>
                  </a:ext>
                </a:extLst>
              </a:tr>
              <a:tr h="198120">
                <a:tc>
                  <a:txBody>
                    <a:bodyPr/>
                    <a:lstStyle/>
                    <a:p>
                      <a:r>
                        <a:rPr lang="en-GB" dirty="0"/>
                        <a:t>5</a:t>
                      </a:r>
                    </a:p>
                  </a:txBody>
                  <a:tcPr/>
                </a:tc>
                <a:tc>
                  <a:txBody>
                    <a:bodyPr/>
                    <a:lstStyle/>
                    <a:p>
                      <a:r>
                        <a:rPr lang="en-GB" dirty="0"/>
                        <a:t>Inkjet</a:t>
                      </a:r>
                    </a:p>
                  </a:txBody>
                  <a:tcPr/>
                </a:tc>
                <a:tc>
                  <a:txBody>
                    <a:bodyPr/>
                    <a:lstStyle/>
                    <a:p>
                      <a:r>
                        <a:rPr lang="en-GB" dirty="0"/>
                        <a:t>1</a:t>
                      </a:r>
                    </a:p>
                  </a:txBody>
                  <a:tcPr/>
                </a:tc>
                <a:tc>
                  <a:txBody>
                    <a:bodyPr/>
                    <a:lstStyle/>
                    <a:p>
                      <a:r>
                        <a:rPr lang="en-GB" dirty="0"/>
                        <a:t>HAL</a:t>
                      </a:r>
                      <a:r>
                        <a:rPr lang="en-GB" baseline="0" dirty="0"/>
                        <a:t> Printers</a:t>
                      </a:r>
                      <a:endParaRPr lang="en-GB" dirty="0"/>
                    </a:p>
                  </a:txBody>
                  <a:tcPr/>
                </a:tc>
                <a:tc>
                  <a:txBody>
                    <a:bodyPr/>
                    <a:lstStyle/>
                    <a:p>
                      <a:r>
                        <a:rPr lang="en-GB" dirty="0"/>
                        <a:t>IJDIY2000</a:t>
                      </a:r>
                    </a:p>
                  </a:txBody>
                  <a:tcPr/>
                </a:tc>
                <a:tc>
                  <a:txBody>
                    <a:bodyPr/>
                    <a:lstStyle/>
                    <a:p>
                      <a:r>
                        <a:rPr lang="en-GB" dirty="0"/>
                        <a:t>2.0</a:t>
                      </a:r>
                    </a:p>
                  </a:txBody>
                  <a:tcPr/>
                </a:tc>
                <a:tc>
                  <a:txBody>
                    <a:bodyPr/>
                    <a:lstStyle/>
                    <a:p>
                      <a:r>
                        <a:rPr lang="en-GB" dirty="0" err="1"/>
                        <a:t>Color</a:t>
                      </a:r>
                      <a:r>
                        <a:rPr lang="en-GB" baseline="0" dirty="0"/>
                        <a:t> B/W</a:t>
                      </a:r>
                      <a:endParaRPr lang="en-GB" dirty="0"/>
                    </a:p>
                  </a:txBody>
                  <a:tcPr/>
                </a:tc>
                <a:tc>
                  <a:txBody>
                    <a:bodyPr/>
                    <a:lstStyle/>
                    <a:p>
                      <a:r>
                        <a:rPr lang="en-GB" dirty="0"/>
                        <a:t>Art Photo Draft Quality</a:t>
                      </a:r>
                    </a:p>
                  </a:txBody>
                  <a:tcPr/>
                </a:tc>
                <a:extLst>
                  <a:ext uri="{0D108BD9-81ED-4DB2-BD59-A6C34878D82A}">
                    <a16:rowId xmlns:a16="http://schemas.microsoft.com/office/drawing/2014/main" val="10003"/>
                  </a:ext>
                </a:extLst>
              </a:tr>
            </a:tbl>
          </a:graphicData>
        </a:graphic>
      </p:graphicFrame>
      <p:sp>
        <p:nvSpPr>
          <p:cNvPr id="5" name="Slide Number Placeholder 4"/>
          <p:cNvSpPr>
            <a:spLocks noGrp="1"/>
          </p:cNvSpPr>
          <p:nvPr>
            <p:ph type="sldNum" sz="quarter" idx="12"/>
          </p:nvPr>
        </p:nvSpPr>
        <p:spPr/>
        <p:txBody>
          <a:bodyPr/>
          <a:lstStyle/>
          <a:p>
            <a:fld id="{0FF54DE5-C571-48E8-A5BC-B369434E2F44}" type="slidenum">
              <a:rPr lang="x-none" smtClean="0"/>
              <a:pPr/>
              <a:t>25</a:t>
            </a:fld>
            <a:endParaRPr lang="x-none"/>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spcBef>
                <a:spcPct val="0"/>
              </a:spcBef>
            </a:pPr>
            <a:r>
              <a:rPr lang="en-US" sz="2800" dirty="0"/>
              <a:t>5. Identify your software’s unique features that work with the hardware configurations</a:t>
            </a:r>
          </a:p>
        </p:txBody>
      </p:sp>
      <p:sp>
        <p:nvSpPr>
          <p:cNvPr id="3" name="Content Placeholder 2"/>
          <p:cNvSpPr>
            <a:spLocks noGrp="1"/>
          </p:cNvSpPr>
          <p:nvPr>
            <p:ph idx="1"/>
          </p:nvPr>
        </p:nvSpPr>
        <p:spPr>
          <a:xfrm>
            <a:off x="1104900" y="1793237"/>
            <a:ext cx="6401687" cy="4651743"/>
          </a:xfrm>
        </p:spPr>
        <p:txBody>
          <a:bodyPr>
            <a:normAutofit/>
          </a:bodyPr>
          <a:lstStyle/>
          <a:p>
            <a:pPr algn="just"/>
            <a:r>
              <a:rPr lang="en-US" dirty="0"/>
              <a:t>The focus here is on ‘unique’</a:t>
            </a:r>
          </a:p>
          <a:p>
            <a:pPr algn="just"/>
            <a:r>
              <a:rPr lang="en-US" dirty="0"/>
              <a:t>Test only those features that are different from each other that interact with the hardware</a:t>
            </a:r>
          </a:p>
          <a:p>
            <a:pPr algn="just"/>
            <a:r>
              <a:rPr lang="en-US" dirty="0"/>
              <a:t>Example- while testing a word processor as WordPad, you don’t need to test the file save and load feature in each configuration. </a:t>
            </a:r>
          </a:p>
          <a:p>
            <a:pPr lvl="1" algn="just"/>
            <a:r>
              <a:rPr lang="en-US" sz="2000" dirty="0"/>
              <a:t>A good test would be to create a document that contains different fonts, point sizes, colors, embedded pictures and so on</a:t>
            </a:r>
          </a:p>
          <a:p>
            <a:pPr lvl="1" algn="just"/>
            <a:r>
              <a:rPr lang="en-US" sz="2000" dirty="0"/>
              <a:t>You would attempt to print this document on each chosen printer configuration</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26</a:t>
            </a:fld>
            <a:endParaRPr lang="x-none"/>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4930" y="1304018"/>
            <a:ext cx="4377070" cy="5630182"/>
          </a:xfrm>
          <a:prstGeom prst="rect">
            <a:avLst/>
          </a:prstGeom>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spcBef>
                <a:spcPct val="0"/>
              </a:spcBef>
            </a:pPr>
            <a:r>
              <a:rPr lang="en-US" sz="2800" dirty="0"/>
              <a:t>6. Design the test cases to run on each configuration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23800760"/>
              </p:ext>
            </p:extLst>
          </p:nvPr>
        </p:nvGraphicFramePr>
        <p:xfrm>
          <a:off x="292100" y="2062480"/>
          <a:ext cx="11615420" cy="4185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2"/>
          <p:cNvSpPr txBox="1">
            <a:spLocks/>
          </p:cNvSpPr>
          <p:nvPr/>
        </p:nvSpPr>
        <p:spPr>
          <a:xfrm>
            <a:off x="1104900" y="1600200"/>
            <a:ext cx="9982200" cy="462280"/>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buNone/>
            </a:pPr>
            <a:r>
              <a:rPr lang="en-US" b="1" dirty="0"/>
              <a:t>Steps for Configuration Test Cases</a:t>
            </a:r>
          </a:p>
        </p:txBody>
      </p:sp>
      <p:sp>
        <p:nvSpPr>
          <p:cNvPr id="6" name="Content Placeholder 2"/>
          <p:cNvSpPr txBox="1">
            <a:spLocks/>
          </p:cNvSpPr>
          <p:nvPr/>
        </p:nvSpPr>
        <p:spPr>
          <a:xfrm>
            <a:off x="1104900" y="6273800"/>
            <a:ext cx="9982200" cy="462280"/>
          </a:xfrm>
          <a:prstGeom prst="rect">
            <a:avLst/>
          </a:prstGeom>
        </p:spPr>
        <p:txBody>
          <a:bodyPr vert="horz" lIns="0" tIns="45720" rIns="0" bIns="45720" rtlCol="0">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buNone/>
            </a:pPr>
            <a:r>
              <a:rPr lang="en-US" dirty="0"/>
              <a:t>The goal is to create steps that anyone can run</a:t>
            </a:r>
          </a:p>
        </p:txBody>
      </p:sp>
      <p:sp>
        <p:nvSpPr>
          <p:cNvPr id="3" name="Slide Number Placeholder 2"/>
          <p:cNvSpPr>
            <a:spLocks noGrp="1"/>
          </p:cNvSpPr>
          <p:nvPr>
            <p:ph type="sldNum" sz="quarter" idx="12"/>
          </p:nvPr>
        </p:nvSpPr>
        <p:spPr/>
        <p:txBody>
          <a:bodyPr/>
          <a:lstStyle/>
          <a:p>
            <a:fld id="{0FF54DE5-C571-48E8-A5BC-B369434E2F44}" type="slidenum">
              <a:rPr lang="x-none" smtClean="0"/>
              <a:pPr/>
              <a:t>27</a:t>
            </a:fld>
            <a:endParaRPr lang="x-none"/>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7. Execute the tests on each configuration</a:t>
            </a:r>
          </a:p>
        </p:txBody>
      </p:sp>
      <p:sp>
        <p:nvSpPr>
          <p:cNvPr id="3" name="Content Placeholder 2"/>
          <p:cNvSpPr>
            <a:spLocks noGrp="1"/>
          </p:cNvSpPr>
          <p:nvPr>
            <p:ph idx="1"/>
          </p:nvPr>
        </p:nvSpPr>
        <p:spPr/>
        <p:txBody>
          <a:bodyPr>
            <a:normAutofit/>
          </a:bodyPr>
          <a:lstStyle/>
          <a:p>
            <a:pPr algn="just"/>
            <a:r>
              <a:rPr lang="en-US" dirty="0"/>
              <a:t>Run test cases, log and report results to your team and hardware manufacturer</a:t>
            </a:r>
          </a:p>
          <a:p>
            <a:pPr algn="just"/>
            <a:r>
              <a:rPr lang="en-US" dirty="0"/>
              <a:t>It is difficult and time consuming to identify the specific source of configuration problems</a:t>
            </a:r>
          </a:p>
          <a:p>
            <a:pPr algn="just"/>
            <a:r>
              <a:rPr lang="en-US" dirty="0"/>
              <a:t>Work closely with programmers and white-box testers to isolate the cause and decide if the bugs are due to your software or to the hardware</a:t>
            </a:r>
          </a:p>
          <a:p>
            <a:pPr algn="just"/>
            <a:r>
              <a:rPr lang="en-US" dirty="0"/>
              <a:t>If the bug is specific to hardware, consult the manufacturer’s website for reporting problem</a:t>
            </a:r>
          </a:p>
          <a:p>
            <a:pPr lvl="1" algn="just"/>
            <a:r>
              <a:rPr lang="en-US" sz="2000" dirty="0"/>
              <a:t>Identify yourself as a software tester and what company you work for</a:t>
            </a:r>
          </a:p>
          <a:p>
            <a:pPr lvl="1" algn="just"/>
            <a:r>
              <a:rPr lang="en-US" sz="2000" dirty="0"/>
              <a:t>The other company from which the hardware belongs, may ask you to send copies of your test software, your test cases, and supporting details to help them isolate the problem   </a:t>
            </a:r>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28</a:t>
            </a:fld>
            <a:endParaRPr lang="x-none"/>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spcBef>
                <a:spcPct val="0"/>
              </a:spcBef>
            </a:pPr>
            <a:r>
              <a:rPr lang="en-US" sz="2800"/>
              <a:t>8. Rerun </a:t>
            </a:r>
            <a:r>
              <a:rPr lang="en-US" sz="2800" dirty="0"/>
              <a:t>the tests until the results satisfy your teams</a:t>
            </a:r>
          </a:p>
        </p:txBody>
      </p:sp>
      <p:sp>
        <p:nvSpPr>
          <p:cNvPr id="3" name="Content Placeholder 2"/>
          <p:cNvSpPr>
            <a:spLocks noGrp="1"/>
          </p:cNvSpPr>
          <p:nvPr>
            <p:ph idx="1"/>
          </p:nvPr>
        </p:nvSpPr>
        <p:spPr>
          <a:xfrm>
            <a:off x="1117600" y="1600200"/>
            <a:ext cx="9944100" cy="5029200"/>
          </a:xfrm>
        </p:spPr>
        <p:txBody>
          <a:bodyPr>
            <a:normAutofit/>
          </a:bodyPr>
          <a:lstStyle/>
          <a:p>
            <a:pPr algn="just"/>
            <a:r>
              <a:rPr lang="en-US" dirty="0"/>
              <a:t>Entire course of the project is run for configuration testing</a:t>
            </a:r>
          </a:p>
          <a:p>
            <a:pPr algn="just"/>
            <a:r>
              <a:rPr lang="en-US" dirty="0"/>
              <a:t>Initially a few configurations might be tried, then a full test pass, then smaller and smaller sets to confirm bugs fixes</a:t>
            </a:r>
          </a:p>
          <a:p>
            <a:pPr algn="just"/>
            <a:r>
              <a:rPr lang="en-US" dirty="0"/>
              <a:t>Eventually there are no known bugs or bugs that still exist are in uncommon or unlikely test configurations</a:t>
            </a:r>
          </a:p>
          <a:p>
            <a:pPr algn="just"/>
            <a:r>
              <a:rPr lang="en-US" dirty="0"/>
              <a:t>At this point, you call your configuration testing complete</a:t>
            </a:r>
          </a:p>
        </p:txBody>
      </p:sp>
      <p:sp>
        <p:nvSpPr>
          <p:cNvPr id="4" name="Slide Number Placeholder 3"/>
          <p:cNvSpPr>
            <a:spLocks noGrp="1"/>
          </p:cNvSpPr>
          <p:nvPr>
            <p:ph type="sldNum" sz="quarter" idx="12"/>
          </p:nvPr>
        </p:nvSpPr>
        <p:spPr/>
        <p:txBody>
          <a:bodyPr/>
          <a:lstStyle/>
          <a:p>
            <a:fld id="{0FF54DE5-C571-48E8-A5BC-B369434E2F44}" type="slidenum">
              <a:rPr lang="x-none" smtClean="0"/>
              <a:pPr/>
              <a:t>29</a:t>
            </a:fld>
            <a:endParaRPr lang="x-none"/>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1" algn="l" rtl="0">
              <a:spcBef>
                <a:spcPct val="0"/>
              </a:spcBef>
            </a:pPr>
            <a:r>
              <a:rPr lang="en-US" sz="2800" dirty="0"/>
              <a:t>References</a:t>
            </a:r>
          </a:p>
        </p:txBody>
      </p:sp>
      <p:sp>
        <p:nvSpPr>
          <p:cNvPr id="3" name="Content Placeholder 2"/>
          <p:cNvSpPr>
            <a:spLocks noGrp="1"/>
          </p:cNvSpPr>
          <p:nvPr>
            <p:ph idx="1"/>
          </p:nvPr>
        </p:nvSpPr>
        <p:spPr>
          <a:xfrm>
            <a:off x="1117600" y="1600200"/>
            <a:ext cx="9944100" cy="5029200"/>
          </a:xfrm>
        </p:spPr>
        <p:txBody>
          <a:bodyPr>
            <a:normAutofit/>
          </a:bodyPr>
          <a:lstStyle/>
          <a:p>
            <a:pPr algn="just"/>
            <a:r>
              <a:rPr lang="en-GB" b="1" dirty="0"/>
              <a:t>Book: </a:t>
            </a:r>
            <a:r>
              <a:rPr lang="en-US" dirty="0"/>
              <a:t>Software Testing by Ron Patton Second Edition</a:t>
            </a:r>
            <a:endParaRPr lang="en-GB" b="1" dirty="0"/>
          </a:p>
          <a:p>
            <a:pPr algn="just"/>
            <a:r>
              <a:rPr lang="en-GB" b="1" dirty="0"/>
              <a:t>Chapter:</a:t>
            </a:r>
            <a:r>
              <a:rPr lang="en-GB" dirty="0"/>
              <a:t> 8 </a:t>
            </a:r>
          </a:p>
          <a:p>
            <a:pPr marL="0" indent="0" algn="just">
              <a:buNone/>
            </a:pP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x-none" smtClean="0"/>
              <a:pPr/>
              <a:t>30</a:t>
            </a:fld>
            <a:endParaRPr lang="x-none"/>
          </a:p>
        </p:txBody>
      </p:sp>
    </p:spTree>
    <p:extLst>
      <p:ext uri="{BB962C8B-B14F-4D97-AF65-F5344CB8AC3E}">
        <p14:creationId xmlns:p14="http://schemas.microsoft.com/office/powerpoint/2010/main" val="1001231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onfiguration Testing">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Configuration Testing</Template>
  <TotalTime>1603</TotalTime>
  <Words>2890</Words>
  <Application>Microsoft Office PowerPoint</Application>
  <PresentationFormat>Widescreen</PresentationFormat>
  <Paragraphs>337</Paragraphs>
  <Slides>30</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Castellar</vt:lpstr>
      <vt:lpstr>Euphemia</vt:lpstr>
      <vt:lpstr>Plantagenet Cherokee</vt:lpstr>
      <vt:lpstr>Wingdings</vt:lpstr>
      <vt:lpstr>Configuration Testing</vt:lpstr>
      <vt:lpstr>CSE 455 Software Testing</vt:lpstr>
      <vt:lpstr>   Course instructor            Yella mehroze</vt:lpstr>
      <vt:lpstr>PowerPoint Presentation</vt:lpstr>
      <vt:lpstr>Outline</vt:lpstr>
      <vt:lpstr>Configuration Testing Objectives</vt:lpstr>
      <vt:lpstr>Introduction</vt:lpstr>
      <vt:lpstr>Configuration Testing</vt:lpstr>
      <vt:lpstr>Configuration Possibilities</vt:lpstr>
      <vt:lpstr>Configuration Possibilities</vt:lpstr>
      <vt:lpstr>Configuration Possibilities</vt:lpstr>
      <vt:lpstr>Configuration Possibilities</vt:lpstr>
      <vt:lpstr>Configuration Possibilities</vt:lpstr>
      <vt:lpstr>How to decide Configuration Possibilities</vt:lpstr>
      <vt:lpstr>Why we need configuration testing</vt:lpstr>
      <vt:lpstr>Isolating configuration Bugs</vt:lpstr>
      <vt:lpstr>Isolating configuration Bugs</vt:lpstr>
      <vt:lpstr>Isolating configuration Bugs</vt:lpstr>
      <vt:lpstr>Isolating configuration Bugs</vt:lpstr>
      <vt:lpstr>Sizing up the Job</vt:lpstr>
      <vt:lpstr>Sizing up the Job</vt:lpstr>
      <vt:lpstr>Configuration Testing Planning</vt:lpstr>
      <vt:lpstr>1. Decide the types of hardware you will need</vt:lpstr>
      <vt:lpstr>2. Decide what hardware brands, models and device drivers are available</vt:lpstr>
      <vt:lpstr>3. Decide which hardware features, modes and options are possible</vt:lpstr>
      <vt:lpstr>4. Pare down the identified hardware configurations to a manageable set</vt:lpstr>
      <vt:lpstr>5. Identify your software’s unique features that work with the hardware configurations</vt:lpstr>
      <vt:lpstr>6. Design the test cases to run on each configuration</vt:lpstr>
      <vt:lpstr>7. Execute the tests on each configuration</vt:lpstr>
      <vt:lpstr>8. Rerun the tests until the results satisfy your teams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sabeen amjad</dc:creator>
  <cp:lastModifiedBy>Yella</cp:lastModifiedBy>
  <cp:revision>193</cp:revision>
  <dcterms:created xsi:type="dcterms:W3CDTF">2017-08-13T11:55:31Z</dcterms:created>
  <dcterms:modified xsi:type="dcterms:W3CDTF">2021-12-11T17:12:31Z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