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1"/>
  </p:notesMasterIdLst>
  <p:handoutMasterIdLst>
    <p:handoutMasterId r:id="rId32"/>
  </p:handoutMasterIdLst>
  <p:sldIdLst>
    <p:sldId id="301" r:id="rId5"/>
    <p:sldId id="294" r:id="rId6"/>
    <p:sldId id="256" r:id="rId7"/>
    <p:sldId id="257" r:id="rId8"/>
    <p:sldId id="285" r:id="rId9"/>
    <p:sldId id="258" r:id="rId10"/>
    <p:sldId id="259" r:id="rId11"/>
    <p:sldId id="260" r:id="rId12"/>
    <p:sldId id="261" r:id="rId13"/>
    <p:sldId id="284" r:id="rId14"/>
    <p:sldId id="264" r:id="rId15"/>
    <p:sldId id="265" r:id="rId16"/>
    <p:sldId id="266" r:id="rId17"/>
    <p:sldId id="267" r:id="rId18"/>
    <p:sldId id="268" r:id="rId19"/>
    <p:sldId id="269" r:id="rId20"/>
    <p:sldId id="271" r:id="rId21"/>
    <p:sldId id="272" r:id="rId22"/>
    <p:sldId id="273" r:id="rId23"/>
    <p:sldId id="274" r:id="rId24"/>
    <p:sldId id="275" r:id="rId25"/>
    <p:sldId id="277" r:id="rId26"/>
    <p:sldId id="278" r:id="rId27"/>
    <p:sldId id="279" r:id="rId28"/>
    <p:sldId id="280" r:id="rId29"/>
    <p:sldId id="28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84" autoAdjust="0"/>
    <p:restoredTop sz="81719" autoAdjust="0"/>
  </p:normalViewPr>
  <p:slideViewPr>
    <p:cSldViewPr snapToGrid="0" showGuides="1">
      <p:cViewPr varScale="1">
        <p:scale>
          <a:sx n="67" d="100"/>
          <a:sy n="67" d="100"/>
        </p:scale>
        <p:origin x="1128" y="62"/>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D99939-042F-499E-A838-D1C4B982E91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
        </a:p>
      </dgm:t>
    </dgm:pt>
    <dgm:pt modelId="{ED0F0AB8-13B9-4F2B-8E8E-16A6351741DD}">
      <dgm:prSet custT="1"/>
      <dgm:spPr/>
      <dgm:t>
        <a:bodyPr/>
        <a:lstStyle/>
        <a:p>
          <a:pPr rtl="0"/>
          <a:r>
            <a:rPr lang="en-US" sz="2500" dirty="0"/>
            <a:t>Running simultaneously on the same computer </a:t>
          </a:r>
          <a:endParaRPr lang="x-none" sz="2500" dirty="0"/>
        </a:p>
      </dgm:t>
    </dgm:pt>
    <dgm:pt modelId="{97775636-F543-4649-AA6E-9E2AE0F739BC}" type="parTrans" cxnId="{8B8A2707-6CB7-4DBD-A416-5FB527881A72}">
      <dgm:prSet/>
      <dgm:spPr/>
      <dgm:t>
        <a:bodyPr/>
        <a:lstStyle/>
        <a:p>
          <a:endParaRPr lang=""/>
        </a:p>
      </dgm:t>
    </dgm:pt>
    <dgm:pt modelId="{C82C98C0-9297-4825-86B7-12A20B7667BE}" type="sibTrans" cxnId="{8B8A2707-6CB7-4DBD-A416-5FB527881A72}">
      <dgm:prSet/>
      <dgm:spPr/>
      <dgm:t>
        <a:bodyPr/>
        <a:lstStyle/>
        <a:p>
          <a:endParaRPr lang=""/>
        </a:p>
      </dgm:t>
    </dgm:pt>
    <dgm:pt modelId="{AC744270-7B8B-46F0-BE3C-7DF76A4B8E62}">
      <dgm:prSet custT="1"/>
      <dgm:spPr/>
      <dgm:t>
        <a:bodyPr/>
        <a:lstStyle/>
        <a:p>
          <a:pPr rtl="0"/>
          <a:r>
            <a:rPr lang="en-US" sz="2500" dirty="0"/>
            <a:t>Running on different computers connected through internet thousands of miles apart</a:t>
          </a:r>
          <a:endParaRPr lang="x-none" sz="2500" dirty="0"/>
        </a:p>
      </dgm:t>
    </dgm:pt>
    <dgm:pt modelId="{2D93D063-C75B-41B6-976E-45FF1276E66B}" type="parTrans" cxnId="{36411215-8E39-4118-AE90-3749556DCCEF}">
      <dgm:prSet/>
      <dgm:spPr/>
      <dgm:t>
        <a:bodyPr/>
        <a:lstStyle/>
        <a:p>
          <a:endParaRPr lang=""/>
        </a:p>
      </dgm:t>
    </dgm:pt>
    <dgm:pt modelId="{5C2AA86F-B9BE-4DD6-BEAA-6AA0FF41564B}" type="sibTrans" cxnId="{36411215-8E39-4118-AE90-3749556DCCEF}">
      <dgm:prSet/>
      <dgm:spPr/>
      <dgm:t>
        <a:bodyPr/>
        <a:lstStyle/>
        <a:p>
          <a:endParaRPr lang=""/>
        </a:p>
      </dgm:t>
    </dgm:pt>
    <dgm:pt modelId="{968E8427-AEBE-4414-86ED-A9E7F818B396}" type="pres">
      <dgm:prSet presAssocID="{1CD99939-042F-499E-A838-D1C4B982E915}" presName="linear" presStyleCnt="0">
        <dgm:presLayoutVars>
          <dgm:animLvl val="lvl"/>
          <dgm:resizeHandles val="exact"/>
        </dgm:presLayoutVars>
      </dgm:prSet>
      <dgm:spPr/>
    </dgm:pt>
    <dgm:pt modelId="{C465E929-BB1B-4E63-8AF0-24A5C3976901}" type="pres">
      <dgm:prSet presAssocID="{ED0F0AB8-13B9-4F2B-8E8E-16A6351741DD}" presName="parentText" presStyleLbl="node1" presStyleIdx="0" presStyleCnt="2">
        <dgm:presLayoutVars>
          <dgm:chMax val="0"/>
          <dgm:bulletEnabled val="1"/>
        </dgm:presLayoutVars>
      </dgm:prSet>
      <dgm:spPr/>
    </dgm:pt>
    <dgm:pt modelId="{97C8B74A-9962-4497-8092-87CCACA86523}" type="pres">
      <dgm:prSet presAssocID="{C82C98C0-9297-4825-86B7-12A20B7667BE}" presName="spacer" presStyleCnt="0"/>
      <dgm:spPr/>
    </dgm:pt>
    <dgm:pt modelId="{C39F9BC5-9407-4F85-9C9D-2336DF60681B}" type="pres">
      <dgm:prSet presAssocID="{AC744270-7B8B-46F0-BE3C-7DF76A4B8E62}" presName="parentText" presStyleLbl="node1" presStyleIdx="1" presStyleCnt="2">
        <dgm:presLayoutVars>
          <dgm:chMax val="0"/>
          <dgm:bulletEnabled val="1"/>
        </dgm:presLayoutVars>
      </dgm:prSet>
      <dgm:spPr/>
    </dgm:pt>
  </dgm:ptLst>
  <dgm:cxnLst>
    <dgm:cxn modelId="{8B8A2707-6CB7-4DBD-A416-5FB527881A72}" srcId="{1CD99939-042F-499E-A838-D1C4B982E915}" destId="{ED0F0AB8-13B9-4F2B-8E8E-16A6351741DD}" srcOrd="0" destOrd="0" parTransId="{97775636-F543-4649-AA6E-9E2AE0F739BC}" sibTransId="{C82C98C0-9297-4825-86B7-12A20B7667BE}"/>
    <dgm:cxn modelId="{36411215-8E39-4118-AE90-3749556DCCEF}" srcId="{1CD99939-042F-499E-A838-D1C4B982E915}" destId="{AC744270-7B8B-46F0-BE3C-7DF76A4B8E62}" srcOrd="1" destOrd="0" parTransId="{2D93D063-C75B-41B6-976E-45FF1276E66B}" sibTransId="{5C2AA86F-B9BE-4DD6-BEAA-6AA0FF41564B}"/>
    <dgm:cxn modelId="{71C281B3-10E2-45E8-A8D1-2661E92586E2}" type="presOf" srcId="{ED0F0AB8-13B9-4F2B-8E8E-16A6351741DD}" destId="{C465E929-BB1B-4E63-8AF0-24A5C3976901}" srcOrd="0" destOrd="0" presId="urn:microsoft.com/office/officeart/2005/8/layout/vList2"/>
    <dgm:cxn modelId="{3E75E8BE-DDA3-484D-8056-102A473786BD}" type="presOf" srcId="{1CD99939-042F-499E-A838-D1C4B982E915}" destId="{968E8427-AEBE-4414-86ED-A9E7F818B396}" srcOrd="0" destOrd="0" presId="urn:microsoft.com/office/officeart/2005/8/layout/vList2"/>
    <dgm:cxn modelId="{BA2D30E9-25E7-4C5B-81CC-05DFF234B7AC}" type="presOf" srcId="{AC744270-7B8B-46F0-BE3C-7DF76A4B8E62}" destId="{C39F9BC5-9407-4F85-9C9D-2336DF60681B}" srcOrd="0" destOrd="0" presId="urn:microsoft.com/office/officeart/2005/8/layout/vList2"/>
    <dgm:cxn modelId="{235D7E2D-2DCD-4F63-B708-563EA76EF816}" type="presParOf" srcId="{968E8427-AEBE-4414-86ED-A9E7F818B396}" destId="{C465E929-BB1B-4E63-8AF0-24A5C3976901}" srcOrd="0" destOrd="0" presId="urn:microsoft.com/office/officeart/2005/8/layout/vList2"/>
    <dgm:cxn modelId="{451B7F5F-4EC5-4639-9414-DC225747E3B6}" type="presParOf" srcId="{968E8427-AEBE-4414-86ED-A9E7F818B396}" destId="{97C8B74A-9962-4497-8092-87CCACA86523}" srcOrd="1" destOrd="0" presId="urn:microsoft.com/office/officeart/2005/8/layout/vList2"/>
    <dgm:cxn modelId="{C37AB3B6-6816-4BCF-B08F-3106A8A74AD1}" type="presParOf" srcId="{968E8427-AEBE-4414-86ED-A9E7F818B396}" destId="{C39F9BC5-9407-4F85-9C9D-2336DF60681B}"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057D97-0338-4E78-8C4D-DF50A0D6E30B}"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
        </a:p>
      </dgm:t>
    </dgm:pt>
    <dgm:pt modelId="{E58168FF-F2AE-4B69-AEB1-D0A98BE61237}">
      <dgm:prSet/>
      <dgm:spPr/>
      <dgm:t>
        <a:bodyPr/>
        <a:lstStyle/>
        <a:p>
          <a:pPr rtl="0"/>
          <a:r>
            <a:rPr lang="en-US" b="1"/>
            <a:t>Levels of Compatibility </a:t>
          </a:r>
          <a:endParaRPr lang="x-none"/>
        </a:p>
      </dgm:t>
    </dgm:pt>
    <dgm:pt modelId="{D310C485-9734-4884-AAC6-4A394CD7C30F}" type="parTrans" cxnId="{8C3DB655-FE74-4374-8D52-82AD98A19CC1}">
      <dgm:prSet/>
      <dgm:spPr/>
      <dgm:t>
        <a:bodyPr/>
        <a:lstStyle/>
        <a:p>
          <a:endParaRPr lang=""/>
        </a:p>
      </dgm:t>
    </dgm:pt>
    <dgm:pt modelId="{655C9617-6E9F-46D0-AA99-E6E1A5E65CAE}" type="sibTrans" cxnId="{8C3DB655-FE74-4374-8D52-82AD98A19CC1}">
      <dgm:prSet/>
      <dgm:spPr/>
      <dgm:t>
        <a:bodyPr/>
        <a:lstStyle/>
        <a:p>
          <a:endParaRPr lang=""/>
        </a:p>
      </dgm:t>
    </dgm:pt>
    <dgm:pt modelId="{472D0D14-E11B-4785-813E-4B231EBA800F}">
      <dgm:prSet/>
      <dgm:spPr/>
      <dgm:t>
        <a:bodyPr/>
        <a:lstStyle/>
        <a:p>
          <a:pPr rtl="0"/>
          <a:r>
            <a:rPr lang="en-US" b="1" dirty="0"/>
            <a:t>No Compatibility Considerations</a:t>
          </a:r>
          <a:endParaRPr lang="x-none" dirty="0"/>
        </a:p>
      </dgm:t>
    </dgm:pt>
    <dgm:pt modelId="{D0FCF8D5-D33E-4712-B265-403FAB167BA4}" type="parTrans" cxnId="{3A78A3F1-D9A8-48DB-A31C-6831802A9562}">
      <dgm:prSet/>
      <dgm:spPr/>
      <dgm:t>
        <a:bodyPr/>
        <a:lstStyle/>
        <a:p>
          <a:endParaRPr lang=""/>
        </a:p>
      </dgm:t>
    </dgm:pt>
    <dgm:pt modelId="{77713BCB-1EB9-4439-9679-D5FD7118930D}" type="sibTrans" cxnId="{3A78A3F1-D9A8-48DB-A31C-6831802A9562}">
      <dgm:prSet/>
      <dgm:spPr/>
      <dgm:t>
        <a:bodyPr/>
        <a:lstStyle/>
        <a:p>
          <a:endParaRPr lang=""/>
        </a:p>
      </dgm:t>
    </dgm:pt>
    <dgm:pt modelId="{3F216EF0-591B-4BA6-B9A4-2EA45E0365A6}">
      <dgm:prSet/>
      <dgm:spPr/>
      <dgm:t>
        <a:bodyPr/>
        <a:lstStyle/>
        <a:p>
          <a:pPr rtl="0"/>
          <a:r>
            <a:rPr lang="en-US" b="1" dirty="0"/>
            <a:t>Multitude of Compatibility Considerations</a:t>
          </a:r>
          <a:endParaRPr lang="x-none" dirty="0"/>
        </a:p>
      </dgm:t>
    </dgm:pt>
    <dgm:pt modelId="{26E58838-B34D-4DD4-9119-748F3B99BE05}" type="parTrans" cxnId="{F82E62CC-5ADD-418A-93F0-B865C241D94B}">
      <dgm:prSet/>
      <dgm:spPr/>
      <dgm:t>
        <a:bodyPr/>
        <a:lstStyle/>
        <a:p>
          <a:endParaRPr lang=""/>
        </a:p>
      </dgm:t>
    </dgm:pt>
    <dgm:pt modelId="{9C6A0204-267A-4370-AECF-7401F8314ED0}" type="sibTrans" cxnId="{F82E62CC-5ADD-418A-93F0-B865C241D94B}">
      <dgm:prSet/>
      <dgm:spPr/>
      <dgm:t>
        <a:bodyPr/>
        <a:lstStyle/>
        <a:p>
          <a:endParaRPr lang=""/>
        </a:p>
      </dgm:t>
    </dgm:pt>
    <dgm:pt modelId="{EDF8FCC4-DECC-48DB-90B5-0EEC147DED7D}">
      <dgm:prSet/>
      <dgm:spPr/>
      <dgm:t>
        <a:bodyPr/>
        <a:lstStyle/>
        <a:p>
          <a:pPr rtl="0"/>
          <a:r>
            <a:rPr lang="en-GB" dirty="0"/>
            <a:t>Example: Software for Medical Device</a:t>
          </a:r>
          <a:endParaRPr lang="x-none" dirty="0"/>
        </a:p>
      </dgm:t>
    </dgm:pt>
    <dgm:pt modelId="{7F30AD6B-3530-447A-814D-5EC5D9D9010C}" type="parTrans" cxnId="{59883B7E-735A-447C-9CDA-D7A1D26E1690}">
      <dgm:prSet/>
      <dgm:spPr/>
      <dgm:t>
        <a:bodyPr/>
        <a:lstStyle/>
        <a:p>
          <a:endParaRPr lang=""/>
        </a:p>
      </dgm:t>
    </dgm:pt>
    <dgm:pt modelId="{BA31FDE6-70C7-44AB-9A97-6FC56A3AD8A1}" type="sibTrans" cxnId="{59883B7E-735A-447C-9CDA-D7A1D26E1690}">
      <dgm:prSet/>
      <dgm:spPr/>
      <dgm:t>
        <a:bodyPr/>
        <a:lstStyle/>
        <a:p>
          <a:endParaRPr lang=""/>
        </a:p>
      </dgm:t>
    </dgm:pt>
    <dgm:pt modelId="{22665E8F-D48C-4D7A-8F91-E43F2D17F3FB}">
      <dgm:prSet/>
      <dgm:spPr/>
      <dgm:t>
        <a:bodyPr/>
        <a:lstStyle/>
        <a:p>
          <a:pPr rtl="0"/>
          <a:r>
            <a:rPr lang="en-US" dirty="0"/>
            <a:t>Example: Word Processor </a:t>
          </a:r>
          <a:endParaRPr lang="x-none" dirty="0"/>
        </a:p>
      </dgm:t>
    </dgm:pt>
    <dgm:pt modelId="{034939C0-65DB-4377-8CB2-5A712587CE0C}" type="parTrans" cxnId="{6CA05AFC-87CC-493C-86BC-39D896F1B2C9}">
      <dgm:prSet/>
      <dgm:spPr/>
      <dgm:t>
        <a:bodyPr/>
        <a:lstStyle/>
        <a:p>
          <a:endParaRPr lang=""/>
        </a:p>
      </dgm:t>
    </dgm:pt>
    <dgm:pt modelId="{CE4FD538-6BDC-4D76-9045-6D57882099A3}" type="sibTrans" cxnId="{6CA05AFC-87CC-493C-86BC-39D896F1B2C9}">
      <dgm:prSet/>
      <dgm:spPr/>
      <dgm:t>
        <a:bodyPr/>
        <a:lstStyle/>
        <a:p>
          <a:endParaRPr lang=""/>
        </a:p>
      </dgm:t>
    </dgm:pt>
    <dgm:pt modelId="{66302698-32FF-46B2-B080-195C13317793}" type="pres">
      <dgm:prSet presAssocID="{B1057D97-0338-4E78-8C4D-DF50A0D6E30B}" presName="hierChild1" presStyleCnt="0">
        <dgm:presLayoutVars>
          <dgm:orgChart val="1"/>
          <dgm:chPref val="1"/>
          <dgm:dir/>
          <dgm:animOne val="branch"/>
          <dgm:animLvl val="lvl"/>
          <dgm:resizeHandles/>
        </dgm:presLayoutVars>
      </dgm:prSet>
      <dgm:spPr/>
    </dgm:pt>
    <dgm:pt modelId="{31CAA65F-C674-4359-A2B8-F5735FFBAC87}" type="pres">
      <dgm:prSet presAssocID="{E58168FF-F2AE-4B69-AEB1-D0A98BE61237}" presName="hierRoot1" presStyleCnt="0">
        <dgm:presLayoutVars>
          <dgm:hierBranch val="init"/>
        </dgm:presLayoutVars>
      </dgm:prSet>
      <dgm:spPr/>
    </dgm:pt>
    <dgm:pt modelId="{DBA25C4F-E174-4F3D-8F1B-DE8C1431005A}" type="pres">
      <dgm:prSet presAssocID="{E58168FF-F2AE-4B69-AEB1-D0A98BE61237}" presName="rootComposite1" presStyleCnt="0"/>
      <dgm:spPr/>
    </dgm:pt>
    <dgm:pt modelId="{37654D61-F2B0-41D5-B1F0-347AAC41CE42}" type="pres">
      <dgm:prSet presAssocID="{E58168FF-F2AE-4B69-AEB1-D0A98BE61237}" presName="rootText1" presStyleLbl="node0" presStyleIdx="0" presStyleCnt="1">
        <dgm:presLayoutVars>
          <dgm:chPref val="3"/>
        </dgm:presLayoutVars>
      </dgm:prSet>
      <dgm:spPr/>
    </dgm:pt>
    <dgm:pt modelId="{158D2920-8DC6-404A-936D-6475215F5CF3}" type="pres">
      <dgm:prSet presAssocID="{E58168FF-F2AE-4B69-AEB1-D0A98BE61237}" presName="rootConnector1" presStyleLbl="node1" presStyleIdx="0" presStyleCnt="0"/>
      <dgm:spPr/>
    </dgm:pt>
    <dgm:pt modelId="{764E747C-3CA0-4D40-B56A-DC9C3FC4C7E6}" type="pres">
      <dgm:prSet presAssocID="{E58168FF-F2AE-4B69-AEB1-D0A98BE61237}" presName="hierChild2" presStyleCnt="0"/>
      <dgm:spPr/>
    </dgm:pt>
    <dgm:pt modelId="{1393D0FF-3C58-4DC8-9804-589ABAE8DECB}" type="pres">
      <dgm:prSet presAssocID="{D0FCF8D5-D33E-4712-B265-403FAB167BA4}" presName="Name37" presStyleLbl="parChTrans1D2" presStyleIdx="0" presStyleCnt="2"/>
      <dgm:spPr/>
    </dgm:pt>
    <dgm:pt modelId="{A4505D02-947D-4684-912D-164DAB44E0A9}" type="pres">
      <dgm:prSet presAssocID="{472D0D14-E11B-4785-813E-4B231EBA800F}" presName="hierRoot2" presStyleCnt="0">
        <dgm:presLayoutVars>
          <dgm:hierBranch val="init"/>
        </dgm:presLayoutVars>
      </dgm:prSet>
      <dgm:spPr/>
    </dgm:pt>
    <dgm:pt modelId="{13D05A40-9974-4EB7-8A47-2D1D52FE0609}" type="pres">
      <dgm:prSet presAssocID="{472D0D14-E11B-4785-813E-4B231EBA800F}" presName="rootComposite" presStyleCnt="0"/>
      <dgm:spPr/>
    </dgm:pt>
    <dgm:pt modelId="{6ACFCD2B-DAB5-4E8A-A49B-5FDFDF4ECA91}" type="pres">
      <dgm:prSet presAssocID="{472D0D14-E11B-4785-813E-4B231EBA800F}" presName="rootText" presStyleLbl="node2" presStyleIdx="0" presStyleCnt="2">
        <dgm:presLayoutVars>
          <dgm:chPref val="3"/>
        </dgm:presLayoutVars>
      </dgm:prSet>
      <dgm:spPr/>
    </dgm:pt>
    <dgm:pt modelId="{4609E3B2-E292-4799-8C4C-3639838E3CEA}" type="pres">
      <dgm:prSet presAssocID="{472D0D14-E11B-4785-813E-4B231EBA800F}" presName="rootConnector" presStyleLbl="node2" presStyleIdx="0" presStyleCnt="2"/>
      <dgm:spPr/>
    </dgm:pt>
    <dgm:pt modelId="{95036356-6455-4ABB-8329-E2EF62B6DA71}" type="pres">
      <dgm:prSet presAssocID="{472D0D14-E11B-4785-813E-4B231EBA800F}" presName="hierChild4" presStyleCnt="0"/>
      <dgm:spPr/>
    </dgm:pt>
    <dgm:pt modelId="{43777F4C-DFD8-46CB-A744-05D646BBE078}" type="pres">
      <dgm:prSet presAssocID="{7F30AD6B-3530-447A-814D-5EC5D9D9010C}" presName="Name37" presStyleLbl="parChTrans1D3" presStyleIdx="0" presStyleCnt="2"/>
      <dgm:spPr/>
    </dgm:pt>
    <dgm:pt modelId="{5B99D4E4-BA8D-4E76-9AD6-1292790138B4}" type="pres">
      <dgm:prSet presAssocID="{EDF8FCC4-DECC-48DB-90B5-0EEC147DED7D}" presName="hierRoot2" presStyleCnt="0">
        <dgm:presLayoutVars>
          <dgm:hierBranch val="init"/>
        </dgm:presLayoutVars>
      </dgm:prSet>
      <dgm:spPr/>
    </dgm:pt>
    <dgm:pt modelId="{1573B272-5122-473C-98ED-63FB478D2D0F}" type="pres">
      <dgm:prSet presAssocID="{EDF8FCC4-DECC-48DB-90B5-0EEC147DED7D}" presName="rootComposite" presStyleCnt="0"/>
      <dgm:spPr/>
    </dgm:pt>
    <dgm:pt modelId="{26991850-4058-4478-9D2A-DEB122E5C8BB}" type="pres">
      <dgm:prSet presAssocID="{EDF8FCC4-DECC-48DB-90B5-0EEC147DED7D}" presName="rootText" presStyleLbl="node3" presStyleIdx="0" presStyleCnt="2">
        <dgm:presLayoutVars>
          <dgm:chPref val="3"/>
        </dgm:presLayoutVars>
      </dgm:prSet>
      <dgm:spPr/>
    </dgm:pt>
    <dgm:pt modelId="{0F3DB453-29C0-482D-B234-5EBC622CE6BC}" type="pres">
      <dgm:prSet presAssocID="{EDF8FCC4-DECC-48DB-90B5-0EEC147DED7D}" presName="rootConnector" presStyleLbl="node3" presStyleIdx="0" presStyleCnt="2"/>
      <dgm:spPr/>
    </dgm:pt>
    <dgm:pt modelId="{C312362E-3645-4E72-A69A-E88C2391C88B}" type="pres">
      <dgm:prSet presAssocID="{EDF8FCC4-DECC-48DB-90B5-0EEC147DED7D}" presName="hierChild4" presStyleCnt="0"/>
      <dgm:spPr/>
    </dgm:pt>
    <dgm:pt modelId="{D45E687B-E36F-419E-B1CB-FCC942BE6D44}" type="pres">
      <dgm:prSet presAssocID="{EDF8FCC4-DECC-48DB-90B5-0EEC147DED7D}" presName="hierChild5" presStyleCnt="0"/>
      <dgm:spPr/>
    </dgm:pt>
    <dgm:pt modelId="{0EF1DA56-1F9C-4AD3-B172-5098B1EA620E}" type="pres">
      <dgm:prSet presAssocID="{472D0D14-E11B-4785-813E-4B231EBA800F}" presName="hierChild5" presStyleCnt="0"/>
      <dgm:spPr/>
    </dgm:pt>
    <dgm:pt modelId="{35463E37-C182-4A19-A88B-53006F0C065F}" type="pres">
      <dgm:prSet presAssocID="{26E58838-B34D-4DD4-9119-748F3B99BE05}" presName="Name37" presStyleLbl="parChTrans1D2" presStyleIdx="1" presStyleCnt="2"/>
      <dgm:spPr/>
    </dgm:pt>
    <dgm:pt modelId="{B17B5CE3-5D2F-4BD6-B2CF-17A292DAD975}" type="pres">
      <dgm:prSet presAssocID="{3F216EF0-591B-4BA6-B9A4-2EA45E0365A6}" presName="hierRoot2" presStyleCnt="0">
        <dgm:presLayoutVars>
          <dgm:hierBranch val="init"/>
        </dgm:presLayoutVars>
      </dgm:prSet>
      <dgm:spPr/>
    </dgm:pt>
    <dgm:pt modelId="{E3FBEA5F-E216-4DA7-BA70-CD78CA58454F}" type="pres">
      <dgm:prSet presAssocID="{3F216EF0-591B-4BA6-B9A4-2EA45E0365A6}" presName="rootComposite" presStyleCnt="0"/>
      <dgm:spPr/>
    </dgm:pt>
    <dgm:pt modelId="{2AEEB4A6-EA15-453B-B19F-D297DFEC2239}" type="pres">
      <dgm:prSet presAssocID="{3F216EF0-591B-4BA6-B9A4-2EA45E0365A6}" presName="rootText" presStyleLbl="node2" presStyleIdx="1" presStyleCnt="2">
        <dgm:presLayoutVars>
          <dgm:chPref val="3"/>
        </dgm:presLayoutVars>
      </dgm:prSet>
      <dgm:spPr/>
    </dgm:pt>
    <dgm:pt modelId="{7AE09169-8EB2-4D0F-9171-36D899407098}" type="pres">
      <dgm:prSet presAssocID="{3F216EF0-591B-4BA6-B9A4-2EA45E0365A6}" presName="rootConnector" presStyleLbl="node2" presStyleIdx="1" presStyleCnt="2"/>
      <dgm:spPr/>
    </dgm:pt>
    <dgm:pt modelId="{4CCB2553-B05D-458A-8112-5AF5BC955884}" type="pres">
      <dgm:prSet presAssocID="{3F216EF0-591B-4BA6-B9A4-2EA45E0365A6}" presName="hierChild4" presStyleCnt="0"/>
      <dgm:spPr/>
    </dgm:pt>
    <dgm:pt modelId="{91570FE7-D8E7-4EFE-8CC5-C04B141C8BA5}" type="pres">
      <dgm:prSet presAssocID="{034939C0-65DB-4377-8CB2-5A712587CE0C}" presName="Name37" presStyleLbl="parChTrans1D3" presStyleIdx="1" presStyleCnt="2"/>
      <dgm:spPr/>
    </dgm:pt>
    <dgm:pt modelId="{BD368DAB-527D-40E1-BA68-396F0483900B}" type="pres">
      <dgm:prSet presAssocID="{22665E8F-D48C-4D7A-8F91-E43F2D17F3FB}" presName="hierRoot2" presStyleCnt="0">
        <dgm:presLayoutVars>
          <dgm:hierBranch val="init"/>
        </dgm:presLayoutVars>
      </dgm:prSet>
      <dgm:spPr/>
    </dgm:pt>
    <dgm:pt modelId="{F29F62F3-2DA7-4572-BE2D-CBF3722E740B}" type="pres">
      <dgm:prSet presAssocID="{22665E8F-D48C-4D7A-8F91-E43F2D17F3FB}" presName="rootComposite" presStyleCnt="0"/>
      <dgm:spPr/>
    </dgm:pt>
    <dgm:pt modelId="{7BEDFC7F-B137-4582-B749-0F12811FB602}" type="pres">
      <dgm:prSet presAssocID="{22665E8F-D48C-4D7A-8F91-E43F2D17F3FB}" presName="rootText" presStyleLbl="node3" presStyleIdx="1" presStyleCnt="2">
        <dgm:presLayoutVars>
          <dgm:chPref val="3"/>
        </dgm:presLayoutVars>
      </dgm:prSet>
      <dgm:spPr/>
    </dgm:pt>
    <dgm:pt modelId="{A4C8DADE-2CA8-441F-A775-A2E2D0FB2560}" type="pres">
      <dgm:prSet presAssocID="{22665E8F-D48C-4D7A-8F91-E43F2D17F3FB}" presName="rootConnector" presStyleLbl="node3" presStyleIdx="1" presStyleCnt="2"/>
      <dgm:spPr/>
    </dgm:pt>
    <dgm:pt modelId="{7DD01125-C44B-4CDA-AA85-DAC264B5736F}" type="pres">
      <dgm:prSet presAssocID="{22665E8F-D48C-4D7A-8F91-E43F2D17F3FB}" presName="hierChild4" presStyleCnt="0"/>
      <dgm:spPr/>
    </dgm:pt>
    <dgm:pt modelId="{64F3470C-0A3C-4297-BC62-02D9FA89E4D4}" type="pres">
      <dgm:prSet presAssocID="{22665E8F-D48C-4D7A-8F91-E43F2D17F3FB}" presName="hierChild5" presStyleCnt="0"/>
      <dgm:spPr/>
    </dgm:pt>
    <dgm:pt modelId="{F8DE9FA2-606E-4552-AEB3-50C21D0D977B}" type="pres">
      <dgm:prSet presAssocID="{3F216EF0-591B-4BA6-B9A4-2EA45E0365A6}" presName="hierChild5" presStyleCnt="0"/>
      <dgm:spPr/>
    </dgm:pt>
    <dgm:pt modelId="{86E58885-596B-4EA9-804D-1FE6A6682354}" type="pres">
      <dgm:prSet presAssocID="{E58168FF-F2AE-4B69-AEB1-D0A98BE61237}" presName="hierChild3" presStyleCnt="0"/>
      <dgm:spPr/>
    </dgm:pt>
  </dgm:ptLst>
  <dgm:cxnLst>
    <dgm:cxn modelId="{51EB7B03-1CB6-4E45-ABB2-CA1F75E960AB}" type="presOf" srcId="{472D0D14-E11B-4785-813E-4B231EBA800F}" destId="{4609E3B2-E292-4799-8C4C-3639838E3CEA}" srcOrd="1" destOrd="0" presId="urn:microsoft.com/office/officeart/2005/8/layout/orgChart1"/>
    <dgm:cxn modelId="{55CA110F-9B61-45DE-89F3-C187B9068003}" type="presOf" srcId="{E58168FF-F2AE-4B69-AEB1-D0A98BE61237}" destId="{158D2920-8DC6-404A-936D-6475215F5CF3}" srcOrd="1" destOrd="0" presId="urn:microsoft.com/office/officeart/2005/8/layout/orgChart1"/>
    <dgm:cxn modelId="{AFDA8312-E194-4133-8D9C-426553F142CF}" type="presOf" srcId="{034939C0-65DB-4377-8CB2-5A712587CE0C}" destId="{91570FE7-D8E7-4EFE-8CC5-C04B141C8BA5}" srcOrd="0" destOrd="0" presId="urn:microsoft.com/office/officeart/2005/8/layout/orgChart1"/>
    <dgm:cxn modelId="{1BCB9A1F-256C-4BDE-9D83-23F555003E37}" type="presOf" srcId="{7F30AD6B-3530-447A-814D-5EC5D9D9010C}" destId="{43777F4C-DFD8-46CB-A744-05D646BBE078}" srcOrd="0" destOrd="0" presId="urn:microsoft.com/office/officeart/2005/8/layout/orgChart1"/>
    <dgm:cxn modelId="{1D66DB4A-451C-40AC-ABEB-B747852253C6}" type="presOf" srcId="{472D0D14-E11B-4785-813E-4B231EBA800F}" destId="{6ACFCD2B-DAB5-4E8A-A49B-5FDFDF4ECA91}" srcOrd="0" destOrd="0" presId="urn:microsoft.com/office/officeart/2005/8/layout/orgChart1"/>
    <dgm:cxn modelId="{8C3DB655-FE74-4374-8D52-82AD98A19CC1}" srcId="{B1057D97-0338-4E78-8C4D-DF50A0D6E30B}" destId="{E58168FF-F2AE-4B69-AEB1-D0A98BE61237}" srcOrd="0" destOrd="0" parTransId="{D310C485-9734-4884-AAC6-4A394CD7C30F}" sibTransId="{655C9617-6E9F-46D0-AA99-E6E1A5E65CAE}"/>
    <dgm:cxn modelId="{04978878-5456-4630-A2DA-52B9F1792B4D}" type="presOf" srcId="{D0FCF8D5-D33E-4712-B265-403FAB167BA4}" destId="{1393D0FF-3C58-4DC8-9804-589ABAE8DECB}" srcOrd="0" destOrd="0" presId="urn:microsoft.com/office/officeart/2005/8/layout/orgChart1"/>
    <dgm:cxn modelId="{59883B7E-735A-447C-9CDA-D7A1D26E1690}" srcId="{472D0D14-E11B-4785-813E-4B231EBA800F}" destId="{EDF8FCC4-DECC-48DB-90B5-0EEC147DED7D}" srcOrd="0" destOrd="0" parTransId="{7F30AD6B-3530-447A-814D-5EC5D9D9010C}" sibTransId="{BA31FDE6-70C7-44AB-9A97-6FC56A3AD8A1}"/>
    <dgm:cxn modelId="{0DB3B57E-A120-46A7-BD28-4C952DF9F914}" type="presOf" srcId="{E58168FF-F2AE-4B69-AEB1-D0A98BE61237}" destId="{37654D61-F2B0-41D5-B1F0-347AAC41CE42}" srcOrd="0" destOrd="0" presId="urn:microsoft.com/office/officeart/2005/8/layout/orgChart1"/>
    <dgm:cxn modelId="{9ED3E492-8E07-4D17-A965-F405C919857A}" type="presOf" srcId="{3F216EF0-591B-4BA6-B9A4-2EA45E0365A6}" destId="{2AEEB4A6-EA15-453B-B19F-D297DFEC2239}" srcOrd="0" destOrd="0" presId="urn:microsoft.com/office/officeart/2005/8/layout/orgChart1"/>
    <dgm:cxn modelId="{37EDB398-15F8-4ADD-8B15-3B655D3CC1C4}" type="presOf" srcId="{EDF8FCC4-DECC-48DB-90B5-0EEC147DED7D}" destId="{0F3DB453-29C0-482D-B234-5EBC622CE6BC}" srcOrd="1" destOrd="0" presId="urn:microsoft.com/office/officeart/2005/8/layout/orgChart1"/>
    <dgm:cxn modelId="{29E23D9E-C31D-468A-91E5-73E594E55311}" type="presOf" srcId="{22665E8F-D48C-4D7A-8F91-E43F2D17F3FB}" destId="{A4C8DADE-2CA8-441F-A775-A2E2D0FB2560}" srcOrd="1" destOrd="0" presId="urn:microsoft.com/office/officeart/2005/8/layout/orgChart1"/>
    <dgm:cxn modelId="{A91FCCA3-4536-4DE8-9B67-37F023FF387B}" type="presOf" srcId="{3F216EF0-591B-4BA6-B9A4-2EA45E0365A6}" destId="{7AE09169-8EB2-4D0F-9171-36D899407098}" srcOrd="1" destOrd="0" presId="urn:microsoft.com/office/officeart/2005/8/layout/orgChart1"/>
    <dgm:cxn modelId="{93B397AE-140A-4DB1-90F8-6DD01FD49BEB}" type="presOf" srcId="{EDF8FCC4-DECC-48DB-90B5-0EEC147DED7D}" destId="{26991850-4058-4478-9D2A-DEB122E5C8BB}" srcOrd="0" destOrd="0" presId="urn:microsoft.com/office/officeart/2005/8/layout/orgChart1"/>
    <dgm:cxn modelId="{B48601B7-CC03-4A46-ADE1-B8398E3F4009}" type="presOf" srcId="{B1057D97-0338-4E78-8C4D-DF50A0D6E30B}" destId="{66302698-32FF-46B2-B080-195C13317793}" srcOrd="0" destOrd="0" presId="urn:microsoft.com/office/officeart/2005/8/layout/orgChart1"/>
    <dgm:cxn modelId="{F82E62CC-5ADD-418A-93F0-B865C241D94B}" srcId="{E58168FF-F2AE-4B69-AEB1-D0A98BE61237}" destId="{3F216EF0-591B-4BA6-B9A4-2EA45E0365A6}" srcOrd="1" destOrd="0" parTransId="{26E58838-B34D-4DD4-9119-748F3B99BE05}" sibTransId="{9C6A0204-267A-4370-AECF-7401F8314ED0}"/>
    <dgm:cxn modelId="{D30CF5CF-F1C0-4196-B08B-6B2732949A81}" type="presOf" srcId="{26E58838-B34D-4DD4-9119-748F3B99BE05}" destId="{35463E37-C182-4A19-A88B-53006F0C065F}" srcOrd="0" destOrd="0" presId="urn:microsoft.com/office/officeart/2005/8/layout/orgChart1"/>
    <dgm:cxn modelId="{D7FFF6E4-E814-4940-A0AB-842833594848}" type="presOf" srcId="{22665E8F-D48C-4D7A-8F91-E43F2D17F3FB}" destId="{7BEDFC7F-B137-4582-B749-0F12811FB602}" srcOrd="0" destOrd="0" presId="urn:microsoft.com/office/officeart/2005/8/layout/orgChart1"/>
    <dgm:cxn modelId="{3A78A3F1-D9A8-48DB-A31C-6831802A9562}" srcId="{E58168FF-F2AE-4B69-AEB1-D0A98BE61237}" destId="{472D0D14-E11B-4785-813E-4B231EBA800F}" srcOrd="0" destOrd="0" parTransId="{D0FCF8D5-D33E-4712-B265-403FAB167BA4}" sibTransId="{77713BCB-1EB9-4439-9679-D5FD7118930D}"/>
    <dgm:cxn modelId="{6CA05AFC-87CC-493C-86BC-39D896F1B2C9}" srcId="{3F216EF0-591B-4BA6-B9A4-2EA45E0365A6}" destId="{22665E8F-D48C-4D7A-8F91-E43F2D17F3FB}" srcOrd="0" destOrd="0" parTransId="{034939C0-65DB-4377-8CB2-5A712587CE0C}" sibTransId="{CE4FD538-6BDC-4D76-9045-6D57882099A3}"/>
    <dgm:cxn modelId="{0C0960D0-78F7-4ED1-BCCB-2FEC9DDDE647}" type="presParOf" srcId="{66302698-32FF-46B2-B080-195C13317793}" destId="{31CAA65F-C674-4359-A2B8-F5735FFBAC87}" srcOrd="0" destOrd="0" presId="urn:microsoft.com/office/officeart/2005/8/layout/orgChart1"/>
    <dgm:cxn modelId="{8648A096-0BED-46FB-A929-5D4EFB3B4173}" type="presParOf" srcId="{31CAA65F-C674-4359-A2B8-F5735FFBAC87}" destId="{DBA25C4F-E174-4F3D-8F1B-DE8C1431005A}" srcOrd="0" destOrd="0" presId="urn:microsoft.com/office/officeart/2005/8/layout/orgChart1"/>
    <dgm:cxn modelId="{ABE00476-BCF4-43AA-A2CC-516F82BF324D}" type="presParOf" srcId="{DBA25C4F-E174-4F3D-8F1B-DE8C1431005A}" destId="{37654D61-F2B0-41D5-B1F0-347AAC41CE42}" srcOrd="0" destOrd="0" presId="urn:microsoft.com/office/officeart/2005/8/layout/orgChart1"/>
    <dgm:cxn modelId="{FD24D8F7-8ECA-4424-9972-1C19FE985FBB}" type="presParOf" srcId="{DBA25C4F-E174-4F3D-8F1B-DE8C1431005A}" destId="{158D2920-8DC6-404A-936D-6475215F5CF3}" srcOrd="1" destOrd="0" presId="urn:microsoft.com/office/officeart/2005/8/layout/orgChart1"/>
    <dgm:cxn modelId="{8C752AA8-4C7B-4F80-BC32-825F55085CCD}" type="presParOf" srcId="{31CAA65F-C674-4359-A2B8-F5735FFBAC87}" destId="{764E747C-3CA0-4D40-B56A-DC9C3FC4C7E6}" srcOrd="1" destOrd="0" presId="urn:microsoft.com/office/officeart/2005/8/layout/orgChart1"/>
    <dgm:cxn modelId="{B649BF2E-644A-4CD8-905E-9D0212869692}" type="presParOf" srcId="{764E747C-3CA0-4D40-B56A-DC9C3FC4C7E6}" destId="{1393D0FF-3C58-4DC8-9804-589ABAE8DECB}" srcOrd="0" destOrd="0" presId="urn:microsoft.com/office/officeart/2005/8/layout/orgChart1"/>
    <dgm:cxn modelId="{D1C5F469-B1DB-4D51-9209-057F643844D4}" type="presParOf" srcId="{764E747C-3CA0-4D40-B56A-DC9C3FC4C7E6}" destId="{A4505D02-947D-4684-912D-164DAB44E0A9}" srcOrd="1" destOrd="0" presId="urn:microsoft.com/office/officeart/2005/8/layout/orgChart1"/>
    <dgm:cxn modelId="{FD1AE237-06F5-4BBA-BFBB-7AA557AF1160}" type="presParOf" srcId="{A4505D02-947D-4684-912D-164DAB44E0A9}" destId="{13D05A40-9974-4EB7-8A47-2D1D52FE0609}" srcOrd="0" destOrd="0" presId="urn:microsoft.com/office/officeart/2005/8/layout/orgChart1"/>
    <dgm:cxn modelId="{A58593A9-DF30-4393-A7FA-74FCEECA129E}" type="presParOf" srcId="{13D05A40-9974-4EB7-8A47-2D1D52FE0609}" destId="{6ACFCD2B-DAB5-4E8A-A49B-5FDFDF4ECA91}" srcOrd="0" destOrd="0" presId="urn:microsoft.com/office/officeart/2005/8/layout/orgChart1"/>
    <dgm:cxn modelId="{ED96E2F2-3D11-4D8B-8BB7-4C1F5B329039}" type="presParOf" srcId="{13D05A40-9974-4EB7-8A47-2D1D52FE0609}" destId="{4609E3B2-E292-4799-8C4C-3639838E3CEA}" srcOrd="1" destOrd="0" presId="urn:microsoft.com/office/officeart/2005/8/layout/orgChart1"/>
    <dgm:cxn modelId="{3717F51E-3634-4939-ADA9-885C770F2DB3}" type="presParOf" srcId="{A4505D02-947D-4684-912D-164DAB44E0A9}" destId="{95036356-6455-4ABB-8329-E2EF62B6DA71}" srcOrd="1" destOrd="0" presId="urn:microsoft.com/office/officeart/2005/8/layout/orgChart1"/>
    <dgm:cxn modelId="{0CF22E6D-45C0-4522-B025-DA270456A70A}" type="presParOf" srcId="{95036356-6455-4ABB-8329-E2EF62B6DA71}" destId="{43777F4C-DFD8-46CB-A744-05D646BBE078}" srcOrd="0" destOrd="0" presId="urn:microsoft.com/office/officeart/2005/8/layout/orgChart1"/>
    <dgm:cxn modelId="{1722718A-56EE-4AE4-8359-E0AE270513CA}" type="presParOf" srcId="{95036356-6455-4ABB-8329-E2EF62B6DA71}" destId="{5B99D4E4-BA8D-4E76-9AD6-1292790138B4}" srcOrd="1" destOrd="0" presId="urn:microsoft.com/office/officeart/2005/8/layout/orgChart1"/>
    <dgm:cxn modelId="{466DF4FD-5D54-4B00-81A5-C645F197B0E3}" type="presParOf" srcId="{5B99D4E4-BA8D-4E76-9AD6-1292790138B4}" destId="{1573B272-5122-473C-98ED-63FB478D2D0F}" srcOrd="0" destOrd="0" presId="urn:microsoft.com/office/officeart/2005/8/layout/orgChart1"/>
    <dgm:cxn modelId="{FC037574-81F6-4F23-BFDF-2DF084CF7982}" type="presParOf" srcId="{1573B272-5122-473C-98ED-63FB478D2D0F}" destId="{26991850-4058-4478-9D2A-DEB122E5C8BB}" srcOrd="0" destOrd="0" presId="urn:microsoft.com/office/officeart/2005/8/layout/orgChart1"/>
    <dgm:cxn modelId="{8C9008D9-988B-4E31-AED8-B57FF207A551}" type="presParOf" srcId="{1573B272-5122-473C-98ED-63FB478D2D0F}" destId="{0F3DB453-29C0-482D-B234-5EBC622CE6BC}" srcOrd="1" destOrd="0" presId="urn:microsoft.com/office/officeart/2005/8/layout/orgChart1"/>
    <dgm:cxn modelId="{293E9A80-7CEB-4784-A8B6-17B035C7392F}" type="presParOf" srcId="{5B99D4E4-BA8D-4E76-9AD6-1292790138B4}" destId="{C312362E-3645-4E72-A69A-E88C2391C88B}" srcOrd="1" destOrd="0" presId="urn:microsoft.com/office/officeart/2005/8/layout/orgChart1"/>
    <dgm:cxn modelId="{9909A544-A18E-4143-9DFE-49275C0A494F}" type="presParOf" srcId="{5B99D4E4-BA8D-4E76-9AD6-1292790138B4}" destId="{D45E687B-E36F-419E-B1CB-FCC942BE6D44}" srcOrd="2" destOrd="0" presId="urn:microsoft.com/office/officeart/2005/8/layout/orgChart1"/>
    <dgm:cxn modelId="{80F40F02-B0F6-4F37-94F7-E3671884A00F}" type="presParOf" srcId="{A4505D02-947D-4684-912D-164DAB44E0A9}" destId="{0EF1DA56-1F9C-4AD3-B172-5098B1EA620E}" srcOrd="2" destOrd="0" presId="urn:microsoft.com/office/officeart/2005/8/layout/orgChart1"/>
    <dgm:cxn modelId="{87D71845-8F66-4896-A29E-1C20A71C83CC}" type="presParOf" srcId="{764E747C-3CA0-4D40-B56A-DC9C3FC4C7E6}" destId="{35463E37-C182-4A19-A88B-53006F0C065F}" srcOrd="2" destOrd="0" presId="urn:microsoft.com/office/officeart/2005/8/layout/orgChart1"/>
    <dgm:cxn modelId="{CEACA15E-0CAD-40A2-B3DD-9F5C775194DF}" type="presParOf" srcId="{764E747C-3CA0-4D40-B56A-DC9C3FC4C7E6}" destId="{B17B5CE3-5D2F-4BD6-B2CF-17A292DAD975}" srcOrd="3" destOrd="0" presId="urn:microsoft.com/office/officeart/2005/8/layout/orgChart1"/>
    <dgm:cxn modelId="{0677A8F8-A3F2-45E1-AD07-12088DD1EC43}" type="presParOf" srcId="{B17B5CE3-5D2F-4BD6-B2CF-17A292DAD975}" destId="{E3FBEA5F-E216-4DA7-BA70-CD78CA58454F}" srcOrd="0" destOrd="0" presId="urn:microsoft.com/office/officeart/2005/8/layout/orgChart1"/>
    <dgm:cxn modelId="{67717DC4-E0D1-498C-9251-81DD98CEF986}" type="presParOf" srcId="{E3FBEA5F-E216-4DA7-BA70-CD78CA58454F}" destId="{2AEEB4A6-EA15-453B-B19F-D297DFEC2239}" srcOrd="0" destOrd="0" presId="urn:microsoft.com/office/officeart/2005/8/layout/orgChart1"/>
    <dgm:cxn modelId="{FDD54865-74A9-440C-B563-1B9175D2FA05}" type="presParOf" srcId="{E3FBEA5F-E216-4DA7-BA70-CD78CA58454F}" destId="{7AE09169-8EB2-4D0F-9171-36D899407098}" srcOrd="1" destOrd="0" presId="urn:microsoft.com/office/officeart/2005/8/layout/orgChart1"/>
    <dgm:cxn modelId="{97E31155-93E5-4DB7-9F30-B645FD672EB4}" type="presParOf" srcId="{B17B5CE3-5D2F-4BD6-B2CF-17A292DAD975}" destId="{4CCB2553-B05D-458A-8112-5AF5BC955884}" srcOrd="1" destOrd="0" presId="urn:microsoft.com/office/officeart/2005/8/layout/orgChart1"/>
    <dgm:cxn modelId="{63DF9F68-BEB6-4EA0-9131-57CDFFC80D7F}" type="presParOf" srcId="{4CCB2553-B05D-458A-8112-5AF5BC955884}" destId="{91570FE7-D8E7-4EFE-8CC5-C04B141C8BA5}" srcOrd="0" destOrd="0" presId="urn:microsoft.com/office/officeart/2005/8/layout/orgChart1"/>
    <dgm:cxn modelId="{58C5B745-0088-4C6E-A326-F0B0FCECB593}" type="presParOf" srcId="{4CCB2553-B05D-458A-8112-5AF5BC955884}" destId="{BD368DAB-527D-40E1-BA68-396F0483900B}" srcOrd="1" destOrd="0" presId="urn:microsoft.com/office/officeart/2005/8/layout/orgChart1"/>
    <dgm:cxn modelId="{75660479-FB25-4AFC-9BC0-D0F0FE919A16}" type="presParOf" srcId="{BD368DAB-527D-40E1-BA68-396F0483900B}" destId="{F29F62F3-2DA7-4572-BE2D-CBF3722E740B}" srcOrd="0" destOrd="0" presId="urn:microsoft.com/office/officeart/2005/8/layout/orgChart1"/>
    <dgm:cxn modelId="{F730FEF2-3F30-4B44-B609-CA2BC6A8145A}" type="presParOf" srcId="{F29F62F3-2DA7-4572-BE2D-CBF3722E740B}" destId="{7BEDFC7F-B137-4582-B749-0F12811FB602}" srcOrd="0" destOrd="0" presId="urn:microsoft.com/office/officeart/2005/8/layout/orgChart1"/>
    <dgm:cxn modelId="{05556D87-6912-4269-8463-D991B8D20047}" type="presParOf" srcId="{F29F62F3-2DA7-4572-BE2D-CBF3722E740B}" destId="{A4C8DADE-2CA8-441F-A775-A2E2D0FB2560}" srcOrd="1" destOrd="0" presId="urn:microsoft.com/office/officeart/2005/8/layout/orgChart1"/>
    <dgm:cxn modelId="{4B5B84C8-7505-4141-908D-FC7C01FFE932}" type="presParOf" srcId="{BD368DAB-527D-40E1-BA68-396F0483900B}" destId="{7DD01125-C44B-4CDA-AA85-DAC264B5736F}" srcOrd="1" destOrd="0" presId="urn:microsoft.com/office/officeart/2005/8/layout/orgChart1"/>
    <dgm:cxn modelId="{2616A424-7248-44B5-AE4E-B69D12E8E589}" type="presParOf" srcId="{BD368DAB-527D-40E1-BA68-396F0483900B}" destId="{64F3470C-0A3C-4297-BC62-02D9FA89E4D4}" srcOrd="2" destOrd="0" presId="urn:microsoft.com/office/officeart/2005/8/layout/orgChart1"/>
    <dgm:cxn modelId="{160D6F95-B0FE-40D6-952B-AD9FE9377B6B}" type="presParOf" srcId="{B17B5CE3-5D2F-4BD6-B2CF-17A292DAD975}" destId="{F8DE9FA2-606E-4552-AEB3-50C21D0D977B}" srcOrd="2" destOrd="0" presId="urn:microsoft.com/office/officeart/2005/8/layout/orgChart1"/>
    <dgm:cxn modelId="{E169181C-A3C9-4475-8244-5302E5EF3015}" type="presParOf" srcId="{31CAA65F-C674-4359-A2B8-F5735FFBAC87}" destId="{86E58885-596B-4EA9-804D-1FE6A6682354}"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D457E14-ACE2-4BBF-A38A-1648B939783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
        </a:p>
      </dgm:t>
    </dgm:pt>
    <dgm:pt modelId="{C2950A15-B3E4-4262-8AB6-4B5E01E3AD27}">
      <dgm:prSet custT="1"/>
      <dgm:spPr/>
      <dgm:t>
        <a:bodyPr/>
        <a:lstStyle/>
        <a:p>
          <a:pPr rtl="0"/>
          <a:r>
            <a:rPr lang="en-US" sz="2000" dirty="0"/>
            <a:t>What </a:t>
          </a:r>
          <a:r>
            <a:rPr lang="en-US" sz="2000" b="1" dirty="0"/>
            <a:t>other platforms </a:t>
          </a:r>
          <a:r>
            <a:rPr lang="en-US" sz="2000" dirty="0"/>
            <a:t>(operating system, Web browser etc.) and </a:t>
          </a:r>
          <a:r>
            <a:rPr lang="en-US" sz="2000" b="1" dirty="0"/>
            <a:t>other application software </a:t>
          </a:r>
          <a:r>
            <a:rPr lang="en-US" sz="2000" dirty="0"/>
            <a:t>is your software designed to be compatible with?</a:t>
          </a:r>
          <a:endParaRPr lang="x-none" sz="2000" dirty="0"/>
        </a:p>
      </dgm:t>
    </dgm:pt>
    <dgm:pt modelId="{733894E8-39B9-4A53-AC8F-0E6166D70D48}" type="parTrans" cxnId="{6E9C4D98-BB01-482B-BABF-6B99CDBE2498}">
      <dgm:prSet/>
      <dgm:spPr/>
      <dgm:t>
        <a:bodyPr/>
        <a:lstStyle/>
        <a:p>
          <a:endParaRPr lang=""/>
        </a:p>
      </dgm:t>
    </dgm:pt>
    <dgm:pt modelId="{43024354-D7CE-41B9-91A1-296255D402A9}" type="sibTrans" cxnId="{6E9C4D98-BB01-482B-BABF-6B99CDBE2498}">
      <dgm:prSet/>
      <dgm:spPr/>
      <dgm:t>
        <a:bodyPr/>
        <a:lstStyle/>
        <a:p>
          <a:endParaRPr lang=""/>
        </a:p>
      </dgm:t>
    </dgm:pt>
    <dgm:pt modelId="{140373E8-853E-4294-AEBD-F1A27DC21CE8}">
      <dgm:prSet custT="1"/>
      <dgm:spPr/>
      <dgm:t>
        <a:bodyPr/>
        <a:lstStyle/>
        <a:p>
          <a:pPr rtl="0"/>
          <a:r>
            <a:rPr lang="en-US" sz="2000" dirty="0"/>
            <a:t>If the software you are testing is a platform, what </a:t>
          </a:r>
          <a:r>
            <a:rPr lang="en-US" sz="2000" b="1" dirty="0"/>
            <a:t>applications </a:t>
          </a:r>
          <a:r>
            <a:rPr lang="en-US" sz="2000" dirty="0"/>
            <a:t>are designed to run under it?</a:t>
          </a:r>
          <a:endParaRPr lang="x-none" sz="2000" dirty="0"/>
        </a:p>
      </dgm:t>
    </dgm:pt>
    <dgm:pt modelId="{07EE7E96-92F6-4BCA-AB66-E7CE683431A0}" type="parTrans" cxnId="{E8DD62F7-52DD-477C-9D58-A142D7BDE5D0}">
      <dgm:prSet/>
      <dgm:spPr/>
      <dgm:t>
        <a:bodyPr/>
        <a:lstStyle/>
        <a:p>
          <a:endParaRPr lang=""/>
        </a:p>
      </dgm:t>
    </dgm:pt>
    <dgm:pt modelId="{4C403409-0024-4D45-9215-311BBBBB13A9}" type="sibTrans" cxnId="{E8DD62F7-52DD-477C-9D58-A142D7BDE5D0}">
      <dgm:prSet/>
      <dgm:spPr/>
      <dgm:t>
        <a:bodyPr/>
        <a:lstStyle/>
        <a:p>
          <a:endParaRPr lang=""/>
        </a:p>
      </dgm:t>
    </dgm:pt>
    <dgm:pt modelId="{AD1C6F0A-7E4D-4AC4-9B90-E9E218E00D4D}">
      <dgm:prSet custT="1"/>
      <dgm:spPr/>
      <dgm:t>
        <a:bodyPr/>
        <a:lstStyle/>
        <a:p>
          <a:pPr rtl="0"/>
          <a:r>
            <a:rPr lang="en-US" sz="2000" dirty="0"/>
            <a:t>What </a:t>
          </a:r>
          <a:r>
            <a:rPr lang="en-US" sz="2000" b="1" dirty="0"/>
            <a:t>compatibility standards or guidelines </a:t>
          </a:r>
          <a:r>
            <a:rPr lang="en-US" sz="2000" dirty="0"/>
            <a:t>should be followed that define how your software interact with other software?</a:t>
          </a:r>
          <a:endParaRPr lang="x-none" sz="2000" dirty="0"/>
        </a:p>
      </dgm:t>
    </dgm:pt>
    <dgm:pt modelId="{2ACEA48A-36AC-41DB-97E1-D39CDD178643}" type="parTrans" cxnId="{D67BD600-4228-4750-B824-10F5214624B8}">
      <dgm:prSet/>
      <dgm:spPr/>
      <dgm:t>
        <a:bodyPr/>
        <a:lstStyle/>
        <a:p>
          <a:endParaRPr lang=""/>
        </a:p>
      </dgm:t>
    </dgm:pt>
    <dgm:pt modelId="{90F2CB90-F1D1-44AF-87A9-4F2E7DF94121}" type="sibTrans" cxnId="{D67BD600-4228-4750-B824-10F5214624B8}">
      <dgm:prSet/>
      <dgm:spPr/>
      <dgm:t>
        <a:bodyPr/>
        <a:lstStyle/>
        <a:p>
          <a:endParaRPr lang=""/>
        </a:p>
      </dgm:t>
    </dgm:pt>
    <dgm:pt modelId="{3C781D78-143F-4D8E-8581-DA7AC72E18AD}">
      <dgm:prSet custT="1"/>
      <dgm:spPr/>
      <dgm:t>
        <a:bodyPr/>
        <a:lstStyle/>
        <a:p>
          <a:pPr rtl="0"/>
          <a:r>
            <a:rPr lang="en-US" sz="2000" dirty="0"/>
            <a:t>What </a:t>
          </a:r>
          <a:r>
            <a:rPr lang="en-US" sz="2000" b="1" dirty="0"/>
            <a:t>types of data </a:t>
          </a:r>
          <a:r>
            <a:rPr lang="en-US" sz="2000" dirty="0"/>
            <a:t>will your software use to interact and share information with other platforms and software?</a:t>
          </a:r>
          <a:endParaRPr lang="x-none" sz="2000" dirty="0"/>
        </a:p>
      </dgm:t>
    </dgm:pt>
    <dgm:pt modelId="{B380455B-B756-48FC-B442-44518C365445}" type="parTrans" cxnId="{011DB186-4D11-4E14-8BEC-6EF1EA63307F}">
      <dgm:prSet/>
      <dgm:spPr/>
      <dgm:t>
        <a:bodyPr/>
        <a:lstStyle/>
        <a:p>
          <a:endParaRPr lang=""/>
        </a:p>
      </dgm:t>
    </dgm:pt>
    <dgm:pt modelId="{B6DB2A5B-6369-4243-9F6C-72CB9414F778}" type="sibTrans" cxnId="{011DB186-4D11-4E14-8BEC-6EF1EA63307F}">
      <dgm:prSet/>
      <dgm:spPr/>
      <dgm:t>
        <a:bodyPr/>
        <a:lstStyle/>
        <a:p>
          <a:endParaRPr lang=""/>
        </a:p>
      </dgm:t>
    </dgm:pt>
    <dgm:pt modelId="{1D65707D-920C-4C1D-B318-E0F90C0C3619}" type="pres">
      <dgm:prSet presAssocID="{8D457E14-ACE2-4BBF-A38A-1648B9397830}" presName="linear" presStyleCnt="0">
        <dgm:presLayoutVars>
          <dgm:animLvl val="lvl"/>
          <dgm:resizeHandles val="exact"/>
        </dgm:presLayoutVars>
      </dgm:prSet>
      <dgm:spPr/>
    </dgm:pt>
    <dgm:pt modelId="{D3636C84-D530-4983-A5F6-CD86315E28BE}" type="pres">
      <dgm:prSet presAssocID="{C2950A15-B3E4-4262-8AB6-4B5E01E3AD27}" presName="parentText" presStyleLbl="node1" presStyleIdx="0" presStyleCnt="4">
        <dgm:presLayoutVars>
          <dgm:chMax val="0"/>
          <dgm:bulletEnabled val="1"/>
        </dgm:presLayoutVars>
      </dgm:prSet>
      <dgm:spPr/>
    </dgm:pt>
    <dgm:pt modelId="{4AFA80B0-3DC5-4E76-ACE1-B1E07942A100}" type="pres">
      <dgm:prSet presAssocID="{43024354-D7CE-41B9-91A1-296255D402A9}" presName="spacer" presStyleCnt="0"/>
      <dgm:spPr/>
    </dgm:pt>
    <dgm:pt modelId="{5E662EE0-D065-43E8-A072-C42E7BA0BDF7}" type="pres">
      <dgm:prSet presAssocID="{140373E8-853E-4294-AEBD-F1A27DC21CE8}" presName="parentText" presStyleLbl="node1" presStyleIdx="1" presStyleCnt="4">
        <dgm:presLayoutVars>
          <dgm:chMax val="0"/>
          <dgm:bulletEnabled val="1"/>
        </dgm:presLayoutVars>
      </dgm:prSet>
      <dgm:spPr/>
    </dgm:pt>
    <dgm:pt modelId="{0DEF97A6-9BA0-4886-83A5-76701F69F2D4}" type="pres">
      <dgm:prSet presAssocID="{4C403409-0024-4D45-9215-311BBBBB13A9}" presName="spacer" presStyleCnt="0"/>
      <dgm:spPr/>
    </dgm:pt>
    <dgm:pt modelId="{BC82DF68-0A87-4BF6-A022-A329081A5457}" type="pres">
      <dgm:prSet presAssocID="{AD1C6F0A-7E4D-4AC4-9B90-E9E218E00D4D}" presName="parentText" presStyleLbl="node1" presStyleIdx="2" presStyleCnt="4">
        <dgm:presLayoutVars>
          <dgm:chMax val="0"/>
          <dgm:bulletEnabled val="1"/>
        </dgm:presLayoutVars>
      </dgm:prSet>
      <dgm:spPr/>
    </dgm:pt>
    <dgm:pt modelId="{BFC9DF9B-F9E0-427B-BE31-D7D5EB8E1DC4}" type="pres">
      <dgm:prSet presAssocID="{90F2CB90-F1D1-44AF-87A9-4F2E7DF94121}" presName="spacer" presStyleCnt="0"/>
      <dgm:spPr/>
    </dgm:pt>
    <dgm:pt modelId="{BF45DAE1-058F-4BFF-81E0-DC06F2F0BABB}" type="pres">
      <dgm:prSet presAssocID="{3C781D78-143F-4D8E-8581-DA7AC72E18AD}" presName="parentText" presStyleLbl="node1" presStyleIdx="3" presStyleCnt="4">
        <dgm:presLayoutVars>
          <dgm:chMax val="0"/>
          <dgm:bulletEnabled val="1"/>
        </dgm:presLayoutVars>
      </dgm:prSet>
      <dgm:spPr/>
    </dgm:pt>
  </dgm:ptLst>
  <dgm:cxnLst>
    <dgm:cxn modelId="{D67BD600-4228-4750-B824-10F5214624B8}" srcId="{8D457E14-ACE2-4BBF-A38A-1648B9397830}" destId="{AD1C6F0A-7E4D-4AC4-9B90-E9E218E00D4D}" srcOrd="2" destOrd="0" parTransId="{2ACEA48A-36AC-41DB-97E1-D39CDD178643}" sibTransId="{90F2CB90-F1D1-44AF-87A9-4F2E7DF94121}"/>
    <dgm:cxn modelId="{925D1B34-8559-4C12-9ABF-89FBE9FD4864}" type="presOf" srcId="{C2950A15-B3E4-4262-8AB6-4B5E01E3AD27}" destId="{D3636C84-D530-4983-A5F6-CD86315E28BE}" srcOrd="0" destOrd="0" presId="urn:microsoft.com/office/officeart/2005/8/layout/vList2"/>
    <dgm:cxn modelId="{38745C49-93DB-438B-93CA-FAA9E642C74C}" type="presOf" srcId="{AD1C6F0A-7E4D-4AC4-9B90-E9E218E00D4D}" destId="{BC82DF68-0A87-4BF6-A022-A329081A5457}" srcOrd="0" destOrd="0" presId="urn:microsoft.com/office/officeart/2005/8/layout/vList2"/>
    <dgm:cxn modelId="{A193216E-3EF9-4FD8-8C7D-15F226510705}" type="presOf" srcId="{3C781D78-143F-4D8E-8581-DA7AC72E18AD}" destId="{BF45DAE1-058F-4BFF-81E0-DC06F2F0BABB}" srcOrd="0" destOrd="0" presId="urn:microsoft.com/office/officeart/2005/8/layout/vList2"/>
    <dgm:cxn modelId="{011DB186-4D11-4E14-8BEC-6EF1EA63307F}" srcId="{8D457E14-ACE2-4BBF-A38A-1648B9397830}" destId="{3C781D78-143F-4D8E-8581-DA7AC72E18AD}" srcOrd="3" destOrd="0" parTransId="{B380455B-B756-48FC-B442-44518C365445}" sibTransId="{B6DB2A5B-6369-4243-9F6C-72CB9414F778}"/>
    <dgm:cxn modelId="{D4A5B896-1ADA-43BD-A5D5-A974BF4E31DE}" type="presOf" srcId="{8D457E14-ACE2-4BBF-A38A-1648B9397830}" destId="{1D65707D-920C-4C1D-B318-E0F90C0C3619}" srcOrd="0" destOrd="0" presId="urn:microsoft.com/office/officeart/2005/8/layout/vList2"/>
    <dgm:cxn modelId="{6E9C4D98-BB01-482B-BABF-6B99CDBE2498}" srcId="{8D457E14-ACE2-4BBF-A38A-1648B9397830}" destId="{C2950A15-B3E4-4262-8AB6-4B5E01E3AD27}" srcOrd="0" destOrd="0" parTransId="{733894E8-39B9-4A53-AC8F-0E6166D70D48}" sibTransId="{43024354-D7CE-41B9-91A1-296255D402A9}"/>
    <dgm:cxn modelId="{F5C992E4-B516-4600-A232-2DDD8882CEF4}" type="presOf" srcId="{140373E8-853E-4294-AEBD-F1A27DC21CE8}" destId="{5E662EE0-D065-43E8-A072-C42E7BA0BDF7}" srcOrd="0" destOrd="0" presId="urn:microsoft.com/office/officeart/2005/8/layout/vList2"/>
    <dgm:cxn modelId="{E8DD62F7-52DD-477C-9D58-A142D7BDE5D0}" srcId="{8D457E14-ACE2-4BBF-A38A-1648B9397830}" destId="{140373E8-853E-4294-AEBD-F1A27DC21CE8}" srcOrd="1" destOrd="0" parTransId="{07EE7E96-92F6-4BCA-AB66-E7CE683431A0}" sibTransId="{4C403409-0024-4D45-9215-311BBBBB13A9}"/>
    <dgm:cxn modelId="{0B12EE04-B7A9-4ECE-9203-6084A53A3245}" type="presParOf" srcId="{1D65707D-920C-4C1D-B318-E0F90C0C3619}" destId="{D3636C84-D530-4983-A5F6-CD86315E28BE}" srcOrd="0" destOrd="0" presId="urn:microsoft.com/office/officeart/2005/8/layout/vList2"/>
    <dgm:cxn modelId="{461255F5-FEEF-4AA8-970F-459492D89F65}" type="presParOf" srcId="{1D65707D-920C-4C1D-B318-E0F90C0C3619}" destId="{4AFA80B0-3DC5-4E76-ACE1-B1E07942A100}" srcOrd="1" destOrd="0" presId="urn:microsoft.com/office/officeart/2005/8/layout/vList2"/>
    <dgm:cxn modelId="{6434116D-FF08-4044-B686-08AFF322B390}" type="presParOf" srcId="{1D65707D-920C-4C1D-B318-E0F90C0C3619}" destId="{5E662EE0-D065-43E8-A072-C42E7BA0BDF7}" srcOrd="2" destOrd="0" presId="urn:microsoft.com/office/officeart/2005/8/layout/vList2"/>
    <dgm:cxn modelId="{CAB6C216-7928-4E82-BB17-9CCA17CAB12A}" type="presParOf" srcId="{1D65707D-920C-4C1D-B318-E0F90C0C3619}" destId="{0DEF97A6-9BA0-4886-83A5-76701F69F2D4}" srcOrd="3" destOrd="0" presId="urn:microsoft.com/office/officeart/2005/8/layout/vList2"/>
    <dgm:cxn modelId="{66922461-32E2-4B67-B24A-48CBCDFC0E44}" type="presParOf" srcId="{1D65707D-920C-4C1D-B318-E0F90C0C3619}" destId="{BC82DF68-0A87-4BF6-A022-A329081A5457}" srcOrd="4" destOrd="0" presId="urn:microsoft.com/office/officeart/2005/8/layout/vList2"/>
    <dgm:cxn modelId="{D34613C4-8946-4430-BFF3-6F0B6159718E}" type="presParOf" srcId="{1D65707D-920C-4C1D-B318-E0F90C0C3619}" destId="{BFC9DF9B-F9E0-427B-BE31-D7D5EB8E1DC4}" srcOrd="5" destOrd="0" presId="urn:microsoft.com/office/officeart/2005/8/layout/vList2"/>
    <dgm:cxn modelId="{83EC5347-DD94-4B91-A330-C079E6B88255}" type="presParOf" srcId="{1D65707D-920C-4C1D-B318-E0F90C0C3619}" destId="{BF45DAE1-058F-4BFF-81E0-DC06F2F0BABB}"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ACED53A-46D4-41DC-8280-244101E0DC10}"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
        </a:p>
      </dgm:t>
    </dgm:pt>
    <dgm:pt modelId="{577EBB98-F150-4E02-9D5F-5355C612B956}">
      <dgm:prSet/>
      <dgm:spPr/>
      <dgm:t>
        <a:bodyPr/>
        <a:lstStyle/>
        <a:p>
          <a:pPr rtl="0"/>
          <a:r>
            <a:rPr lang="en-US" b="1" dirty="0"/>
            <a:t>Ways to Reduce the Testing Effort</a:t>
          </a:r>
          <a:endParaRPr lang="x-none" dirty="0"/>
        </a:p>
      </dgm:t>
    </dgm:pt>
    <dgm:pt modelId="{0EE1C9EC-F2EB-4D49-8885-10539F2981E9}" type="parTrans" cxnId="{E98141DB-C9FA-44D7-A779-ACC9712D3228}">
      <dgm:prSet/>
      <dgm:spPr/>
      <dgm:t>
        <a:bodyPr/>
        <a:lstStyle/>
        <a:p>
          <a:endParaRPr lang=""/>
        </a:p>
      </dgm:t>
    </dgm:pt>
    <dgm:pt modelId="{432A3AF0-5FDA-4960-8DF2-0A10E2B893FA}" type="sibTrans" cxnId="{E98141DB-C9FA-44D7-A779-ACC9712D3228}">
      <dgm:prSet/>
      <dgm:spPr/>
      <dgm:t>
        <a:bodyPr/>
        <a:lstStyle/>
        <a:p>
          <a:endParaRPr lang=""/>
        </a:p>
      </dgm:t>
    </dgm:pt>
    <dgm:pt modelId="{A80D7AD4-75AC-4911-BFE5-EA3FED6FD8FC}">
      <dgm:prSet/>
      <dgm:spPr/>
      <dgm:t>
        <a:bodyPr/>
        <a:lstStyle/>
        <a:p>
          <a:pPr rtl="0"/>
          <a:r>
            <a:rPr lang="en-US" b="1" dirty="0"/>
            <a:t>Equivalence Partitioning</a:t>
          </a:r>
          <a:endParaRPr lang="x-none" b="1" dirty="0"/>
        </a:p>
      </dgm:t>
    </dgm:pt>
    <dgm:pt modelId="{27CC04E3-61BA-43C1-A943-B81651C33C41}" type="parTrans" cxnId="{D2C05AEB-D84C-45FC-AA80-CBDE67F6D877}">
      <dgm:prSet/>
      <dgm:spPr/>
      <dgm:t>
        <a:bodyPr/>
        <a:lstStyle/>
        <a:p>
          <a:endParaRPr lang=""/>
        </a:p>
      </dgm:t>
    </dgm:pt>
    <dgm:pt modelId="{D79D288E-3FCE-4167-A5B2-D88F94385C85}" type="sibTrans" cxnId="{D2C05AEB-D84C-45FC-AA80-CBDE67F6D877}">
      <dgm:prSet/>
      <dgm:spPr/>
      <dgm:t>
        <a:bodyPr/>
        <a:lstStyle/>
        <a:p>
          <a:endParaRPr lang=""/>
        </a:p>
      </dgm:t>
    </dgm:pt>
    <dgm:pt modelId="{CFE180AA-1C0E-44CE-BDAB-89BE0D8669C8}">
      <dgm:prSet/>
      <dgm:spPr/>
      <dgm:t>
        <a:bodyPr/>
        <a:lstStyle/>
        <a:p>
          <a:pPr rtl="0"/>
          <a:r>
            <a:rPr lang="en-US" b="1" dirty="0"/>
            <a:t>Select Important Programs</a:t>
          </a:r>
          <a:endParaRPr lang="x-none" b="1" dirty="0"/>
        </a:p>
      </dgm:t>
    </dgm:pt>
    <dgm:pt modelId="{7E6BBD9A-7114-4326-B40D-13CE48D6C3D0}" type="parTrans" cxnId="{26B09C95-6193-47B7-B22C-0AB43E58FB0F}">
      <dgm:prSet/>
      <dgm:spPr/>
      <dgm:t>
        <a:bodyPr/>
        <a:lstStyle/>
        <a:p>
          <a:endParaRPr lang=""/>
        </a:p>
      </dgm:t>
    </dgm:pt>
    <dgm:pt modelId="{E7351A9A-B279-4AB6-8019-78882221425A}" type="sibTrans" cxnId="{26B09C95-6193-47B7-B22C-0AB43E58FB0F}">
      <dgm:prSet/>
      <dgm:spPr/>
      <dgm:t>
        <a:bodyPr/>
        <a:lstStyle/>
        <a:p>
          <a:endParaRPr lang=""/>
        </a:p>
      </dgm:t>
    </dgm:pt>
    <dgm:pt modelId="{62A39436-9F5A-48FB-9FB7-9B92BF5B132A}">
      <dgm:prSet/>
      <dgm:spPr/>
      <dgm:t>
        <a:bodyPr/>
        <a:lstStyle/>
        <a:p>
          <a:pPr rtl="0"/>
          <a:r>
            <a:rPr lang="en-US" b="1" dirty="0"/>
            <a:t>Popularity</a:t>
          </a:r>
          <a:endParaRPr lang="x-none" b="1" dirty="0"/>
        </a:p>
      </dgm:t>
    </dgm:pt>
    <dgm:pt modelId="{D546B8C6-3759-473A-81A0-7CCE161E6D72}" type="parTrans" cxnId="{4F5E0535-DBB4-4E77-B8C8-F73366C8D9C5}">
      <dgm:prSet/>
      <dgm:spPr/>
      <dgm:t>
        <a:bodyPr/>
        <a:lstStyle/>
        <a:p>
          <a:endParaRPr lang=""/>
        </a:p>
      </dgm:t>
    </dgm:pt>
    <dgm:pt modelId="{360A5F51-20DD-4859-84A9-7126BE67865A}" type="sibTrans" cxnId="{4F5E0535-DBB4-4E77-B8C8-F73366C8D9C5}">
      <dgm:prSet/>
      <dgm:spPr/>
      <dgm:t>
        <a:bodyPr/>
        <a:lstStyle/>
        <a:p>
          <a:endParaRPr lang=""/>
        </a:p>
      </dgm:t>
    </dgm:pt>
    <dgm:pt modelId="{93B6F9BC-2C97-4B2B-B8FF-6D85FCC8890A}">
      <dgm:prSet/>
      <dgm:spPr/>
      <dgm:t>
        <a:bodyPr/>
        <a:lstStyle/>
        <a:p>
          <a:pPr rtl="0"/>
          <a:r>
            <a:rPr lang="en-US" b="1" dirty="0"/>
            <a:t>Age</a:t>
          </a:r>
          <a:endParaRPr lang="x-none" b="1" dirty="0"/>
        </a:p>
      </dgm:t>
    </dgm:pt>
    <dgm:pt modelId="{32DC33E0-285B-4481-A253-FA7DF2C6E37D}" type="parTrans" cxnId="{5ACF1B7D-4D7A-41A2-8B40-DDCD7A3BD118}">
      <dgm:prSet/>
      <dgm:spPr/>
      <dgm:t>
        <a:bodyPr/>
        <a:lstStyle/>
        <a:p>
          <a:endParaRPr lang=""/>
        </a:p>
      </dgm:t>
    </dgm:pt>
    <dgm:pt modelId="{A1E2A4AF-0749-4108-9307-6CCE07C13962}" type="sibTrans" cxnId="{5ACF1B7D-4D7A-41A2-8B40-DDCD7A3BD118}">
      <dgm:prSet/>
      <dgm:spPr/>
      <dgm:t>
        <a:bodyPr/>
        <a:lstStyle/>
        <a:p>
          <a:endParaRPr lang=""/>
        </a:p>
      </dgm:t>
    </dgm:pt>
    <dgm:pt modelId="{2771D531-87CC-4F86-BA34-F5912BBF90D1}">
      <dgm:prSet/>
      <dgm:spPr/>
      <dgm:t>
        <a:bodyPr/>
        <a:lstStyle/>
        <a:p>
          <a:pPr rtl="0"/>
          <a:r>
            <a:rPr lang="en-US" b="1" dirty="0"/>
            <a:t>Type</a:t>
          </a:r>
          <a:endParaRPr lang="x-none" b="1" dirty="0"/>
        </a:p>
      </dgm:t>
    </dgm:pt>
    <dgm:pt modelId="{32439408-5FAC-489E-8128-223E3D2E4107}" type="parTrans" cxnId="{D42804CD-0876-47AF-813C-5D5D4962119A}">
      <dgm:prSet/>
      <dgm:spPr/>
      <dgm:t>
        <a:bodyPr/>
        <a:lstStyle/>
        <a:p>
          <a:endParaRPr lang=""/>
        </a:p>
      </dgm:t>
    </dgm:pt>
    <dgm:pt modelId="{EFBA4BDB-C1DF-4682-96A6-462681FD1866}" type="sibTrans" cxnId="{D42804CD-0876-47AF-813C-5D5D4962119A}">
      <dgm:prSet/>
      <dgm:spPr/>
      <dgm:t>
        <a:bodyPr/>
        <a:lstStyle/>
        <a:p>
          <a:endParaRPr lang=""/>
        </a:p>
      </dgm:t>
    </dgm:pt>
    <dgm:pt modelId="{76774F74-5148-4D92-B4F7-D62B2CAB00B2}">
      <dgm:prSet/>
      <dgm:spPr/>
      <dgm:t>
        <a:bodyPr/>
        <a:lstStyle/>
        <a:p>
          <a:pPr rtl="0"/>
          <a:r>
            <a:rPr lang="en-US" b="1" dirty="0"/>
            <a:t>Manufacturer</a:t>
          </a:r>
          <a:r>
            <a:rPr lang="en-US" dirty="0"/>
            <a:t> </a:t>
          </a:r>
          <a:endParaRPr lang="x-none" dirty="0"/>
        </a:p>
      </dgm:t>
    </dgm:pt>
    <dgm:pt modelId="{41B3829E-49CF-4301-9766-9E5F0AC2EFED}" type="parTrans" cxnId="{6A24AD19-51C2-4AFA-B8AF-04A1C3325CE9}">
      <dgm:prSet/>
      <dgm:spPr/>
      <dgm:t>
        <a:bodyPr/>
        <a:lstStyle/>
        <a:p>
          <a:endParaRPr lang=""/>
        </a:p>
      </dgm:t>
    </dgm:pt>
    <dgm:pt modelId="{8120ED8A-3ADB-40D0-850C-47DF49694539}" type="sibTrans" cxnId="{6A24AD19-51C2-4AFA-B8AF-04A1C3325CE9}">
      <dgm:prSet/>
      <dgm:spPr/>
      <dgm:t>
        <a:bodyPr/>
        <a:lstStyle/>
        <a:p>
          <a:endParaRPr lang=""/>
        </a:p>
      </dgm:t>
    </dgm:pt>
    <dgm:pt modelId="{4D95F394-1538-4B63-A104-EF02AFEE9AD9}" type="pres">
      <dgm:prSet presAssocID="{EACED53A-46D4-41DC-8280-244101E0DC10}" presName="hierChild1" presStyleCnt="0">
        <dgm:presLayoutVars>
          <dgm:chPref val="1"/>
          <dgm:dir/>
          <dgm:animOne val="branch"/>
          <dgm:animLvl val="lvl"/>
          <dgm:resizeHandles/>
        </dgm:presLayoutVars>
      </dgm:prSet>
      <dgm:spPr/>
    </dgm:pt>
    <dgm:pt modelId="{9583C5D5-C27E-4597-A6AF-F0EDD661157D}" type="pres">
      <dgm:prSet presAssocID="{577EBB98-F150-4E02-9D5F-5355C612B956}" presName="hierRoot1" presStyleCnt="0"/>
      <dgm:spPr/>
    </dgm:pt>
    <dgm:pt modelId="{D3860B11-98DC-4019-8F31-51819637C144}" type="pres">
      <dgm:prSet presAssocID="{577EBB98-F150-4E02-9D5F-5355C612B956}" presName="composite" presStyleCnt="0"/>
      <dgm:spPr/>
    </dgm:pt>
    <dgm:pt modelId="{F19AA446-BB06-4AE6-98B8-94243AED54FE}" type="pres">
      <dgm:prSet presAssocID="{577EBB98-F150-4E02-9D5F-5355C612B956}" presName="background" presStyleLbl="node0" presStyleIdx="0" presStyleCnt="1"/>
      <dgm:spPr/>
    </dgm:pt>
    <dgm:pt modelId="{62DDE3F2-D61E-4C91-A115-000D7EF99BC0}" type="pres">
      <dgm:prSet presAssocID="{577EBB98-F150-4E02-9D5F-5355C612B956}" presName="text" presStyleLbl="fgAcc0" presStyleIdx="0" presStyleCnt="1">
        <dgm:presLayoutVars>
          <dgm:chPref val="3"/>
        </dgm:presLayoutVars>
      </dgm:prSet>
      <dgm:spPr/>
    </dgm:pt>
    <dgm:pt modelId="{C0397633-D3D4-42E9-89EB-D835BF6E27C7}" type="pres">
      <dgm:prSet presAssocID="{577EBB98-F150-4E02-9D5F-5355C612B956}" presName="hierChild2" presStyleCnt="0"/>
      <dgm:spPr/>
    </dgm:pt>
    <dgm:pt modelId="{1DB390D4-93EE-4ACC-9331-C2BC7BC6957E}" type="pres">
      <dgm:prSet presAssocID="{27CC04E3-61BA-43C1-A943-B81651C33C41}" presName="Name10" presStyleLbl="parChTrans1D2" presStyleIdx="0" presStyleCnt="2"/>
      <dgm:spPr/>
    </dgm:pt>
    <dgm:pt modelId="{FD0C67A4-EF64-4D89-8CD0-5831BEE6637C}" type="pres">
      <dgm:prSet presAssocID="{A80D7AD4-75AC-4911-BFE5-EA3FED6FD8FC}" presName="hierRoot2" presStyleCnt="0"/>
      <dgm:spPr/>
    </dgm:pt>
    <dgm:pt modelId="{4A426FED-D430-48F6-96A3-66A242C2D7F2}" type="pres">
      <dgm:prSet presAssocID="{A80D7AD4-75AC-4911-BFE5-EA3FED6FD8FC}" presName="composite2" presStyleCnt="0"/>
      <dgm:spPr/>
    </dgm:pt>
    <dgm:pt modelId="{FB10F85B-5397-41C7-A9E8-21FA0E990AD8}" type="pres">
      <dgm:prSet presAssocID="{A80D7AD4-75AC-4911-BFE5-EA3FED6FD8FC}" presName="background2" presStyleLbl="node2" presStyleIdx="0" presStyleCnt="2"/>
      <dgm:spPr/>
    </dgm:pt>
    <dgm:pt modelId="{27A73E47-025A-4351-B0C8-5BA0D1E1949C}" type="pres">
      <dgm:prSet presAssocID="{A80D7AD4-75AC-4911-BFE5-EA3FED6FD8FC}" presName="text2" presStyleLbl="fgAcc2" presStyleIdx="0" presStyleCnt="2">
        <dgm:presLayoutVars>
          <dgm:chPref val="3"/>
        </dgm:presLayoutVars>
      </dgm:prSet>
      <dgm:spPr/>
    </dgm:pt>
    <dgm:pt modelId="{EA223650-3519-45E3-A439-2882BEFBB2E3}" type="pres">
      <dgm:prSet presAssocID="{A80D7AD4-75AC-4911-BFE5-EA3FED6FD8FC}" presName="hierChild3" presStyleCnt="0"/>
      <dgm:spPr/>
    </dgm:pt>
    <dgm:pt modelId="{984BCAD6-E078-4753-A7EE-66EA2151395A}" type="pres">
      <dgm:prSet presAssocID="{7E6BBD9A-7114-4326-B40D-13CE48D6C3D0}" presName="Name10" presStyleLbl="parChTrans1D2" presStyleIdx="1" presStyleCnt="2"/>
      <dgm:spPr/>
    </dgm:pt>
    <dgm:pt modelId="{EF95D953-7B5E-4471-B371-C9CA19327849}" type="pres">
      <dgm:prSet presAssocID="{CFE180AA-1C0E-44CE-BDAB-89BE0D8669C8}" presName="hierRoot2" presStyleCnt="0"/>
      <dgm:spPr/>
    </dgm:pt>
    <dgm:pt modelId="{35B35D9C-E70A-43D2-A6C3-83A9346C704A}" type="pres">
      <dgm:prSet presAssocID="{CFE180AA-1C0E-44CE-BDAB-89BE0D8669C8}" presName="composite2" presStyleCnt="0"/>
      <dgm:spPr/>
    </dgm:pt>
    <dgm:pt modelId="{E7738679-3475-40AF-8E5F-E47CABF9EAEF}" type="pres">
      <dgm:prSet presAssocID="{CFE180AA-1C0E-44CE-BDAB-89BE0D8669C8}" presName="background2" presStyleLbl="node2" presStyleIdx="1" presStyleCnt="2"/>
      <dgm:spPr/>
    </dgm:pt>
    <dgm:pt modelId="{CBA64E89-7F38-4821-A4E5-7988263338D7}" type="pres">
      <dgm:prSet presAssocID="{CFE180AA-1C0E-44CE-BDAB-89BE0D8669C8}" presName="text2" presStyleLbl="fgAcc2" presStyleIdx="1" presStyleCnt="2">
        <dgm:presLayoutVars>
          <dgm:chPref val="3"/>
        </dgm:presLayoutVars>
      </dgm:prSet>
      <dgm:spPr/>
    </dgm:pt>
    <dgm:pt modelId="{7B2C2F7C-E617-42BA-929B-10EEF1E5DC9B}" type="pres">
      <dgm:prSet presAssocID="{CFE180AA-1C0E-44CE-BDAB-89BE0D8669C8}" presName="hierChild3" presStyleCnt="0"/>
      <dgm:spPr/>
    </dgm:pt>
    <dgm:pt modelId="{E5F4FFC6-31D4-4E78-832E-688509BA5002}" type="pres">
      <dgm:prSet presAssocID="{D546B8C6-3759-473A-81A0-7CCE161E6D72}" presName="Name17" presStyleLbl="parChTrans1D3" presStyleIdx="0" presStyleCnt="4"/>
      <dgm:spPr/>
    </dgm:pt>
    <dgm:pt modelId="{1A76C517-010C-4140-85EF-FAD917312899}" type="pres">
      <dgm:prSet presAssocID="{62A39436-9F5A-48FB-9FB7-9B92BF5B132A}" presName="hierRoot3" presStyleCnt="0"/>
      <dgm:spPr/>
    </dgm:pt>
    <dgm:pt modelId="{E17F86A0-016D-4238-B673-CB9E5BF13187}" type="pres">
      <dgm:prSet presAssocID="{62A39436-9F5A-48FB-9FB7-9B92BF5B132A}" presName="composite3" presStyleCnt="0"/>
      <dgm:spPr/>
    </dgm:pt>
    <dgm:pt modelId="{AA402B8A-9710-4237-9DED-6BA30BB5EF4E}" type="pres">
      <dgm:prSet presAssocID="{62A39436-9F5A-48FB-9FB7-9B92BF5B132A}" presName="background3" presStyleLbl="node3" presStyleIdx="0" presStyleCnt="4"/>
      <dgm:spPr/>
    </dgm:pt>
    <dgm:pt modelId="{DF5ACB5C-07D8-4EDF-A211-5BEDFE6CD3E0}" type="pres">
      <dgm:prSet presAssocID="{62A39436-9F5A-48FB-9FB7-9B92BF5B132A}" presName="text3" presStyleLbl="fgAcc3" presStyleIdx="0" presStyleCnt="4">
        <dgm:presLayoutVars>
          <dgm:chPref val="3"/>
        </dgm:presLayoutVars>
      </dgm:prSet>
      <dgm:spPr/>
    </dgm:pt>
    <dgm:pt modelId="{4F649DE3-0791-4BC4-98B5-9CFD1BB23850}" type="pres">
      <dgm:prSet presAssocID="{62A39436-9F5A-48FB-9FB7-9B92BF5B132A}" presName="hierChild4" presStyleCnt="0"/>
      <dgm:spPr/>
    </dgm:pt>
    <dgm:pt modelId="{1A30B56E-CA16-44D7-8473-56091EB23598}" type="pres">
      <dgm:prSet presAssocID="{32DC33E0-285B-4481-A253-FA7DF2C6E37D}" presName="Name17" presStyleLbl="parChTrans1D3" presStyleIdx="1" presStyleCnt="4"/>
      <dgm:spPr/>
    </dgm:pt>
    <dgm:pt modelId="{0AE92ED9-A9A4-4685-BA63-3FBE24A4CC7C}" type="pres">
      <dgm:prSet presAssocID="{93B6F9BC-2C97-4B2B-B8FF-6D85FCC8890A}" presName="hierRoot3" presStyleCnt="0"/>
      <dgm:spPr/>
    </dgm:pt>
    <dgm:pt modelId="{6E3A907D-E23A-4C2B-A95A-73AD5F7AF968}" type="pres">
      <dgm:prSet presAssocID="{93B6F9BC-2C97-4B2B-B8FF-6D85FCC8890A}" presName="composite3" presStyleCnt="0"/>
      <dgm:spPr/>
    </dgm:pt>
    <dgm:pt modelId="{7F87CE1C-EAE6-4F6D-B5B1-289BC5B62FBF}" type="pres">
      <dgm:prSet presAssocID="{93B6F9BC-2C97-4B2B-B8FF-6D85FCC8890A}" presName="background3" presStyleLbl="node3" presStyleIdx="1" presStyleCnt="4"/>
      <dgm:spPr/>
    </dgm:pt>
    <dgm:pt modelId="{595B4B8D-0A62-44C2-8F1A-4F97566508B7}" type="pres">
      <dgm:prSet presAssocID="{93B6F9BC-2C97-4B2B-B8FF-6D85FCC8890A}" presName="text3" presStyleLbl="fgAcc3" presStyleIdx="1" presStyleCnt="4">
        <dgm:presLayoutVars>
          <dgm:chPref val="3"/>
        </dgm:presLayoutVars>
      </dgm:prSet>
      <dgm:spPr/>
    </dgm:pt>
    <dgm:pt modelId="{07502C36-7271-4B1F-907A-CCEB4DDD3ACA}" type="pres">
      <dgm:prSet presAssocID="{93B6F9BC-2C97-4B2B-B8FF-6D85FCC8890A}" presName="hierChild4" presStyleCnt="0"/>
      <dgm:spPr/>
    </dgm:pt>
    <dgm:pt modelId="{84B4857C-201A-4B6F-A008-2415D2712536}" type="pres">
      <dgm:prSet presAssocID="{32439408-5FAC-489E-8128-223E3D2E4107}" presName="Name17" presStyleLbl="parChTrans1D3" presStyleIdx="2" presStyleCnt="4"/>
      <dgm:spPr/>
    </dgm:pt>
    <dgm:pt modelId="{1D2EB77C-1AE0-4C92-A8E5-7AEA053E1150}" type="pres">
      <dgm:prSet presAssocID="{2771D531-87CC-4F86-BA34-F5912BBF90D1}" presName="hierRoot3" presStyleCnt="0"/>
      <dgm:spPr/>
    </dgm:pt>
    <dgm:pt modelId="{CD388078-21D0-4D92-B055-F856B1E0B7F8}" type="pres">
      <dgm:prSet presAssocID="{2771D531-87CC-4F86-BA34-F5912BBF90D1}" presName="composite3" presStyleCnt="0"/>
      <dgm:spPr/>
    </dgm:pt>
    <dgm:pt modelId="{ADA7462E-4DCA-4E5D-866C-AC3DAB9D985D}" type="pres">
      <dgm:prSet presAssocID="{2771D531-87CC-4F86-BA34-F5912BBF90D1}" presName="background3" presStyleLbl="node3" presStyleIdx="2" presStyleCnt="4"/>
      <dgm:spPr/>
    </dgm:pt>
    <dgm:pt modelId="{AB9C20FF-7AE0-448A-913D-0853F6BA8FE0}" type="pres">
      <dgm:prSet presAssocID="{2771D531-87CC-4F86-BA34-F5912BBF90D1}" presName="text3" presStyleLbl="fgAcc3" presStyleIdx="2" presStyleCnt="4">
        <dgm:presLayoutVars>
          <dgm:chPref val="3"/>
        </dgm:presLayoutVars>
      </dgm:prSet>
      <dgm:spPr/>
    </dgm:pt>
    <dgm:pt modelId="{04D1E7C5-3D02-4825-ACE2-A798BE3C2EE8}" type="pres">
      <dgm:prSet presAssocID="{2771D531-87CC-4F86-BA34-F5912BBF90D1}" presName="hierChild4" presStyleCnt="0"/>
      <dgm:spPr/>
    </dgm:pt>
    <dgm:pt modelId="{7B29A0AA-5081-417F-A7FC-91ED405C157A}" type="pres">
      <dgm:prSet presAssocID="{41B3829E-49CF-4301-9766-9E5F0AC2EFED}" presName="Name17" presStyleLbl="parChTrans1D3" presStyleIdx="3" presStyleCnt="4"/>
      <dgm:spPr/>
    </dgm:pt>
    <dgm:pt modelId="{EC525116-EB6D-43DE-9CD1-E35690FCDBEC}" type="pres">
      <dgm:prSet presAssocID="{76774F74-5148-4D92-B4F7-D62B2CAB00B2}" presName="hierRoot3" presStyleCnt="0"/>
      <dgm:spPr/>
    </dgm:pt>
    <dgm:pt modelId="{73E1C544-C818-4439-850D-CF07239AE1DD}" type="pres">
      <dgm:prSet presAssocID="{76774F74-5148-4D92-B4F7-D62B2CAB00B2}" presName="composite3" presStyleCnt="0"/>
      <dgm:spPr/>
    </dgm:pt>
    <dgm:pt modelId="{1D545C6F-EA4C-427F-9BA4-3FA1969897CE}" type="pres">
      <dgm:prSet presAssocID="{76774F74-5148-4D92-B4F7-D62B2CAB00B2}" presName="background3" presStyleLbl="node3" presStyleIdx="3" presStyleCnt="4"/>
      <dgm:spPr/>
    </dgm:pt>
    <dgm:pt modelId="{D784C98A-2609-484D-A4CE-F962E7B32EE1}" type="pres">
      <dgm:prSet presAssocID="{76774F74-5148-4D92-B4F7-D62B2CAB00B2}" presName="text3" presStyleLbl="fgAcc3" presStyleIdx="3" presStyleCnt="4">
        <dgm:presLayoutVars>
          <dgm:chPref val="3"/>
        </dgm:presLayoutVars>
      </dgm:prSet>
      <dgm:spPr/>
    </dgm:pt>
    <dgm:pt modelId="{FDA4E503-C40A-4843-B96D-1EFF7C203FF0}" type="pres">
      <dgm:prSet presAssocID="{76774F74-5148-4D92-B4F7-D62B2CAB00B2}" presName="hierChild4" presStyleCnt="0"/>
      <dgm:spPr/>
    </dgm:pt>
  </dgm:ptLst>
  <dgm:cxnLst>
    <dgm:cxn modelId="{8D6AD316-9837-42FC-8541-11EE759A70D8}" type="presOf" srcId="{62A39436-9F5A-48FB-9FB7-9B92BF5B132A}" destId="{DF5ACB5C-07D8-4EDF-A211-5BEDFE6CD3E0}" srcOrd="0" destOrd="0" presId="urn:microsoft.com/office/officeart/2005/8/layout/hierarchy1"/>
    <dgm:cxn modelId="{E50A0418-A3C8-4E59-BF2B-D9D0B350F450}" type="presOf" srcId="{41B3829E-49CF-4301-9766-9E5F0AC2EFED}" destId="{7B29A0AA-5081-417F-A7FC-91ED405C157A}" srcOrd="0" destOrd="0" presId="urn:microsoft.com/office/officeart/2005/8/layout/hierarchy1"/>
    <dgm:cxn modelId="{6A24AD19-51C2-4AFA-B8AF-04A1C3325CE9}" srcId="{CFE180AA-1C0E-44CE-BDAB-89BE0D8669C8}" destId="{76774F74-5148-4D92-B4F7-D62B2CAB00B2}" srcOrd="3" destOrd="0" parTransId="{41B3829E-49CF-4301-9766-9E5F0AC2EFED}" sibTransId="{8120ED8A-3ADB-40D0-850C-47DF49694539}"/>
    <dgm:cxn modelId="{FEA51E1A-176A-46FA-8A3B-AF53BCB60CD5}" type="presOf" srcId="{CFE180AA-1C0E-44CE-BDAB-89BE0D8669C8}" destId="{CBA64E89-7F38-4821-A4E5-7988263338D7}" srcOrd="0" destOrd="0" presId="urn:microsoft.com/office/officeart/2005/8/layout/hierarchy1"/>
    <dgm:cxn modelId="{4F5E0535-DBB4-4E77-B8C8-F73366C8D9C5}" srcId="{CFE180AA-1C0E-44CE-BDAB-89BE0D8669C8}" destId="{62A39436-9F5A-48FB-9FB7-9B92BF5B132A}" srcOrd="0" destOrd="0" parTransId="{D546B8C6-3759-473A-81A0-7CCE161E6D72}" sibTransId="{360A5F51-20DD-4859-84A9-7126BE67865A}"/>
    <dgm:cxn modelId="{71B29B39-6BE9-44FE-95CE-3133D31F4E9E}" type="presOf" srcId="{D546B8C6-3759-473A-81A0-7CCE161E6D72}" destId="{E5F4FFC6-31D4-4E78-832E-688509BA5002}" srcOrd="0" destOrd="0" presId="urn:microsoft.com/office/officeart/2005/8/layout/hierarchy1"/>
    <dgm:cxn modelId="{49E1C270-0E0E-4982-B006-20FB6DEFD115}" type="presOf" srcId="{A80D7AD4-75AC-4911-BFE5-EA3FED6FD8FC}" destId="{27A73E47-025A-4351-B0C8-5BA0D1E1949C}" srcOrd="0" destOrd="0" presId="urn:microsoft.com/office/officeart/2005/8/layout/hierarchy1"/>
    <dgm:cxn modelId="{5ACF1B7D-4D7A-41A2-8B40-DDCD7A3BD118}" srcId="{CFE180AA-1C0E-44CE-BDAB-89BE0D8669C8}" destId="{93B6F9BC-2C97-4B2B-B8FF-6D85FCC8890A}" srcOrd="1" destOrd="0" parTransId="{32DC33E0-285B-4481-A253-FA7DF2C6E37D}" sibTransId="{A1E2A4AF-0749-4108-9307-6CCE07C13962}"/>
    <dgm:cxn modelId="{F0E11D80-FC1D-4866-8BFC-F8CCD56C2632}" type="presOf" srcId="{32439408-5FAC-489E-8128-223E3D2E4107}" destId="{84B4857C-201A-4B6F-A008-2415D2712536}" srcOrd="0" destOrd="0" presId="urn:microsoft.com/office/officeart/2005/8/layout/hierarchy1"/>
    <dgm:cxn modelId="{C8BF0381-735C-4250-B046-51282AC63B73}" type="presOf" srcId="{93B6F9BC-2C97-4B2B-B8FF-6D85FCC8890A}" destId="{595B4B8D-0A62-44C2-8F1A-4F97566508B7}" srcOrd="0" destOrd="0" presId="urn:microsoft.com/office/officeart/2005/8/layout/hierarchy1"/>
    <dgm:cxn modelId="{40F2BB84-076A-4979-9B23-25513A8D7764}" type="presOf" srcId="{76774F74-5148-4D92-B4F7-D62B2CAB00B2}" destId="{D784C98A-2609-484D-A4CE-F962E7B32EE1}" srcOrd="0" destOrd="0" presId="urn:microsoft.com/office/officeart/2005/8/layout/hierarchy1"/>
    <dgm:cxn modelId="{26B09C95-6193-47B7-B22C-0AB43E58FB0F}" srcId="{577EBB98-F150-4E02-9D5F-5355C612B956}" destId="{CFE180AA-1C0E-44CE-BDAB-89BE0D8669C8}" srcOrd="1" destOrd="0" parTransId="{7E6BBD9A-7114-4326-B40D-13CE48D6C3D0}" sibTransId="{E7351A9A-B279-4AB6-8019-78882221425A}"/>
    <dgm:cxn modelId="{37DB8E9E-3D22-4FA7-B807-CE1A9CC96B61}" type="presOf" srcId="{2771D531-87CC-4F86-BA34-F5912BBF90D1}" destId="{AB9C20FF-7AE0-448A-913D-0853F6BA8FE0}" srcOrd="0" destOrd="0" presId="urn:microsoft.com/office/officeart/2005/8/layout/hierarchy1"/>
    <dgm:cxn modelId="{616D72A1-A9EA-4809-A456-82DE85B264F5}" type="presOf" srcId="{577EBB98-F150-4E02-9D5F-5355C612B956}" destId="{62DDE3F2-D61E-4C91-A115-000D7EF99BC0}" srcOrd="0" destOrd="0" presId="urn:microsoft.com/office/officeart/2005/8/layout/hierarchy1"/>
    <dgm:cxn modelId="{7F5936A8-C1F5-4594-BD78-1B416A2A21B7}" type="presOf" srcId="{EACED53A-46D4-41DC-8280-244101E0DC10}" destId="{4D95F394-1538-4B63-A104-EF02AFEE9AD9}" srcOrd="0" destOrd="0" presId="urn:microsoft.com/office/officeart/2005/8/layout/hierarchy1"/>
    <dgm:cxn modelId="{91C8A8AD-7000-484D-B3C2-E0584987117F}" type="presOf" srcId="{7E6BBD9A-7114-4326-B40D-13CE48D6C3D0}" destId="{984BCAD6-E078-4753-A7EE-66EA2151395A}" srcOrd="0" destOrd="0" presId="urn:microsoft.com/office/officeart/2005/8/layout/hierarchy1"/>
    <dgm:cxn modelId="{D42804CD-0876-47AF-813C-5D5D4962119A}" srcId="{CFE180AA-1C0E-44CE-BDAB-89BE0D8669C8}" destId="{2771D531-87CC-4F86-BA34-F5912BBF90D1}" srcOrd="2" destOrd="0" parTransId="{32439408-5FAC-489E-8128-223E3D2E4107}" sibTransId="{EFBA4BDB-C1DF-4682-96A6-462681FD1866}"/>
    <dgm:cxn modelId="{E98141DB-C9FA-44D7-A779-ACC9712D3228}" srcId="{EACED53A-46D4-41DC-8280-244101E0DC10}" destId="{577EBB98-F150-4E02-9D5F-5355C612B956}" srcOrd="0" destOrd="0" parTransId="{0EE1C9EC-F2EB-4D49-8885-10539F2981E9}" sibTransId="{432A3AF0-5FDA-4960-8DF2-0A10E2B893FA}"/>
    <dgm:cxn modelId="{AF5EA6DB-DF31-42F2-8CF7-ED0623C5EE0B}" type="presOf" srcId="{27CC04E3-61BA-43C1-A943-B81651C33C41}" destId="{1DB390D4-93EE-4ACC-9331-C2BC7BC6957E}" srcOrd="0" destOrd="0" presId="urn:microsoft.com/office/officeart/2005/8/layout/hierarchy1"/>
    <dgm:cxn modelId="{D2C05AEB-D84C-45FC-AA80-CBDE67F6D877}" srcId="{577EBB98-F150-4E02-9D5F-5355C612B956}" destId="{A80D7AD4-75AC-4911-BFE5-EA3FED6FD8FC}" srcOrd="0" destOrd="0" parTransId="{27CC04E3-61BA-43C1-A943-B81651C33C41}" sibTransId="{D79D288E-3FCE-4167-A5B2-D88F94385C85}"/>
    <dgm:cxn modelId="{A1BBC8EE-DA37-4B3C-9860-CC96B6B9DC40}" type="presOf" srcId="{32DC33E0-285B-4481-A253-FA7DF2C6E37D}" destId="{1A30B56E-CA16-44D7-8473-56091EB23598}" srcOrd="0" destOrd="0" presId="urn:microsoft.com/office/officeart/2005/8/layout/hierarchy1"/>
    <dgm:cxn modelId="{86BED333-F2E3-4CED-9E0A-2AA51E191232}" type="presParOf" srcId="{4D95F394-1538-4B63-A104-EF02AFEE9AD9}" destId="{9583C5D5-C27E-4597-A6AF-F0EDD661157D}" srcOrd="0" destOrd="0" presId="urn:microsoft.com/office/officeart/2005/8/layout/hierarchy1"/>
    <dgm:cxn modelId="{A003D37C-C786-4080-8FCD-84CEC961730E}" type="presParOf" srcId="{9583C5D5-C27E-4597-A6AF-F0EDD661157D}" destId="{D3860B11-98DC-4019-8F31-51819637C144}" srcOrd="0" destOrd="0" presId="urn:microsoft.com/office/officeart/2005/8/layout/hierarchy1"/>
    <dgm:cxn modelId="{8989B827-89B1-4D2B-88C3-DD55089B58DF}" type="presParOf" srcId="{D3860B11-98DC-4019-8F31-51819637C144}" destId="{F19AA446-BB06-4AE6-98B8-94243AED54FE}" srcOrd="0" destOrd="0" presId="urn:microsoft.com/office/officeart/2005/8/layout/hierarchy1"/>
    <dgm:cxn modelId="{E3EF01EE-74CC-443E-AEC4-EC088CF6C8E7}" type="presParOf" srcId="{D3860B11-98DC-4019-8F31-51819637C144}" destId="{62DDE3F2-D61E-4C91-A115-000D7EF99BC0}" srcOrd="1" destOrd="0" presId="urn:microsoft.com/office/officeart/2005/8/layout/hierarchy1"/>
    <dgm:cxn modelId="{AC071831-1459-44B1-9174-F1310F2554C5}" type="presParOf" srcId="{9583C5D5-C27E-4597-A6AF-F0EDD661157D}" destId="{C0397633-D3D4-42E9-89EB-D835BF6E27C7}" srcOrd="1" destOrd="0" presId="urn:microsoft.com/office/officeart/2005/8/layout/hierarchy1"/>
    <dgm:cxn modelId="{D1FFA500-A142-4234-BAEE-25A1F03E782C}" type="presParOf" srcId="{C0397633-D3D4-42E9-89EB-D835BF6E27C7}" destId="{1DB390D4-93EE-4ACC-9331-C2BC7BC6957E}" srcOrd="0" destOrd="0" presId="urn:microsoft.com/office/officeart/2005/8/layout/hierarchy1"/>
    <dgm:cxn modelId="{A960F785-624F-4EE2-9037-C74515F6B2C6}" type="presParOf" srcId="{C0397633-D3D4-42E9-89EB-D835BF6E27C7}" destId="{FD0C67A4-EF64-4D89-8CD0-5831BEE6637C}" srcOrd="1" destOrd="0" presId="urn:microsoft.com/office/officeart/2005/8/layout/hierarchy1"/>
    <dgm:cxn modelId="{CA5BC9B7-CA77-42A4-BBC8-CB61AE762D08}" type="presParOf" srcId="{FD0C67A4-EF64-4D89-8CD0-5831BEE6637C}" destId="{4A426FED-D430-48F6-96A3-66A242C2D7F2}" srcOrd="0" destOrd="0" presId="urn:microsoft.com/office/officeart/2005/8/layout/hierarchy1"/>
    <dgm:cxn modelId="{0D4FBDAC-0EFF-46AE-9A4C-C784C1B79F01}" type="presParOf" srcId="{4A426FED-D430-48F6-96A3-66A242C2D7F2}" destId="{FB10F85B-5397-41C7-A9E8-21FA0E990AD8}" srcOrd="0" destOrd="0" presId="urn:microsoft.com/office/officeart/2005/8/layout/hierarchy1"/>
    <dgm:cxn modelId="{73D8E54A-7FEC-4C6C-99DA-4FA261649C26}" type="presParOf" srcId="{4A426FED-D430-48F6-96A3-66A242C2D7F2}" destId="{27A73E47-025A-4351-B0C8-5BA0D1E1949C}" srcOrd="1" destOrd="0" presId="urn:microsoft.com/office/officeart/2005/8/layout/hierarchy1"/>
    <dgm:cxn modelId="{2A9EB64F-9F89-41F0-86FF-4E8384611E2F}" type="presParOf" srcId="{FD0C67A4-EF64-4D89-8CD0-5831BEE6637C}" destId="{EA223650-3519-45E3-A439-2882BEFBB2E3}" srcOrd="1" destOrd="0" presId="urn:microsoft.com/office/officeart/2005/8/layout/hierarchy1"/>
    <dgm:cxn modelId="{D0A1FF3B-DAF3-44B7-98BA-66B113B6B40D}" type="presParOf" srcId="{C0397633-D3D4-42E9-89EB-D835BF6E27C7}" destId="{984BCAD6-E078-4753-A7EE-66EA2151395A}" srcOrd="2" destOrd="0" presId="urn:microsoft.com/office/officeart/2005/8/layout/hierarchy1"/>
    <dgm:cxn modelId="{E5447A70-815F-4DB4-B862-86726538B20E}" type="presParOf" srcId="{C0397633-D3D4-42E9-89EB-D835BF6E27C7}" destId="{EF95D953-7B5E-4471-B371-C9CA19327849}" srcOrd="3" destOrd="0" presId="urn:microsoft.com/office/officeart/2005/8/layout/hierarchy1"/>
    <dgm:cxn modelId="{708FD4EA-4A9E-4EB7-82DC-4FFFEDC35315}" type="presParOf" srcId="{EF95D953-7B5E-4471-B371-C9CA19327849}" destId="{35B35D9C-E70A-43D2-A6C3-83A9346C704A}" srcOrd="0" destOrd="0" presId="urn:microsoft.com/office/officeart/2005/8/layout/hierarchy1"/>
    <dgm:cxn modelId="{FC4C054B-9CE8-47FC-9712-08AE33057F51}" type="presParOf" srcId="{35B35D9C-E70A-43D2-A6C3-83A9346C704A}" destId="{E7738679-3475-40AF-8E5F-E47CABF9EAEF}" srcOrd="0" destOrd="0" presId="urn:microsoft.com/office/officeart/2005/8/layout/hierarchy1"/>
    <dgm:cxn modelId="{BF1870AA-9151-4949-BD8C-00E6900D7D09}" type="presParOf" srcId="{35B35D9C-E70A-43D2-A6C3-83A9346C704A}" destId="{CBA64E89-7F38-4821-A4E5-7988263338D7}" srcOrd="1" destOrd="0" presId="urn:microsoft.com/office/officeart/2005/8/layout/hierarchy1"/>
    <dgm:cxn modelId="{3962257E-3D84-407B-BC64-8B88C50F8114}" type="presParOf" srcId="{EF95D953-7B5E-4471-B371-C9CA19327849}" destId="{7B2C2F7C-E617-42BA-929B-10EEF1E5DC9B}" srcOrd="1" destOrd="0" presId="urn:microsoft.com/office/officeart/2005/8/layout/hierarchy1"/>
    <dgm:cxn modelId="{6FA9D441-3B62-413B-AE32-E3DA47955E12}" type="presParOf" srcId="{7B2C2F7C-E617-42BA-929B-10EEF1E5DC9B}" destId="{E5F4FFC6-31D4-4E78-832E-688509BA5002}" srcOrd="0" destOrd="0" presId="urn:microsoft.com/office/officeart/2005/8/layout/hierarchy1"/>
    <dgm:cxn modelId="{BD0EFF88-3016-4DAA-93A8-125E4A3B1A63}" type="presParOf" srcId="{7B2C2F7C-E617-42BA-929B-10EEF1E5DC9B}" destId="{1A76C517-010C-4140-85EF-FAD917312899}" srcOrd="1" destOrd="0" presId="urn:microsoft.com/office/officeart/2005/8/layout/hierarchy1"/>
    <dgm:cxn modelId="{0D05765B-A364-4A14-B8F3-7DED633E2C5A}" type="presParOf" srcId="{1A76C517-010C-4140-85EF-FAD917312899}" destId="{E17F86A0-016D-4238-B673-CB9E5BF13187}" srcOrd="0" destOrd="0" presId="urn:microsoft.com/office/officeart/2005/8/layout/hierarchy1"/>
    <dgm:cxn modelId="{5CB1C826-AC0F-49E5-A914-12350C512CDC}" type="presParOf" srcId="{E17F86A0-016D-4238-B673-CB9E5BF13187}" destId="{AA402B8A-9710-4237-9DED-6BA30BB5EF4E}" srcOrd="0" destOrd="0" presId="urn:microsoft.com/office/officeart/2005/8/layout/hierarchy1"/>
    <dgm:cxn modelId="{23A9C47D-BE7C-40D7-B466-FED79DE2AF1C}" type="presParOf" srcId="{E17F86A0-016D-4238-B673-CB9E5BF13187}" destId="{DF5ACB5C-07D8-4EDF-A211-5BEDFE6CD3E0}" srcOrd="1" destOrd="0" presId="urn:microsoft.com/office/officeart/2005/8/layout/hierarchy1"/>
    <dgm:cxn modelId="{BEB20800-A036-4C92-9190-8ABA21CF586D}" type="presParOf" srcId="{1A76C517-010C-4140-85EF-FAD917312899}" destId="{4F649DE3-0791-4BC4-98B5-9CFD1BB23850}" srcOrd="1" destOrd="0" presId="urn:microsoft.com/office/officeart/2005/8/layout/hierarchy1"/>
    <dgm:cxn modelId="{892B4050-9670-4B33-90C5-6B087CA16162}" type="presParOf" srcId="{7B2C2F7C-E617-42BA-929B-10EEF1E5DC9B}" destId="{1A30B56E-CA16-44D7-8473-56091EB23598}" srcOrd="2" destOrd="0" presId="urn:microsoft.com/office/officeart/2005/8/layout/hierarchy1"/>
    <dgm:cxn modelId="{C14074B3-1143-47B4-A261-5364D6FF0E8D}" type="presParOf" srcId="{7B2C2F7C-E617-42BA-929B-10EEF1E5DC9B}" destId="{0AE92ED9-A9A4-4685-BA63-3FBE24A4CC7C}" srcOrd="3" destOrd="0" presId="urn:microsoft.com/office/officeart/2005/8/layout/hierarchy1"/>
    <dgm:cxn modelId="{0D0FD1BB-4F7D-46E1-A777-295D160FF40F}" type="presParOf" srcId="{0AE92ED9-A9A4-4685-BA63-3FBE24A4CC7C}" destId="{6E3A907D-E23A-4C2B-A95A-73AD5F7AF968}" srcOrd="0" destOrd="0" presId="urn:microsoft.com/office/officeart/2005/8/layout/hierarchy1"/>
    <dgm:cxn modelId="{8B707F35-C31B-4536-A114-1A1E5E3A09FB}" type="presParOf" srcId="{6E3A907D-E23A-4C2B-A95A-73AD5F7AF968}" destId="{7F87CE1C-EAE6-4F6D-B5B1-289BC5B62FBF}" srcOrd="0" destOrd="0" presId="urn:microsoft.com/office/officeart/2005/8/layout/hierarchy1"/>
    <dgm:cxn modelId="{218F329F-F48C-4D95-BEF3-A048F034ADFF}" type="presParOf" srcId="{6E3A907D-E23A-4C2B-A95A-73AD5F7AF968}" destId="{595B4B8D-0A62-44C2-8F1A-4F97566508B7}" srcOrd="1" destOrd="0" presId="urn:microsoft.com/office/officeart/2005/8/layout/hierarchy1"/>
    <dgm:cxn modelId="{D7A9E691-C6C4-411A-886B-991C20A0A524}" type="presParOf" srcId="{0AE92ED9-A9A4-4685-BA63-3FBE24A4CC7C}" destId="{07502C36-7271-4B1F-907A-CCEB4DDD3ACA}" srcOrd="1" destOrd="0" presId="urn:microsoft.com/office/officeart/2005/8/layout/hierarchy1"/>
    <dgm:cxn modelId="{A1DB222A-4BDF-4FDA-8482-05D099175E60}" type="presParOf" srcId="{7B2C2F7C-E617-42BA-929B-10EEF1E5DC9B}" destId="{84B4857C-201A-4B6F-A008-2415D2712536}" srcOrd="4" destOrd="0" presId="urn:microsoft.com/office/officeart/2005/8/layout/hierarchy1"/>
    <dgm:cxn modelId="{4CA8DD1E-A448-4890-A493-DDC5C09B2AFA}" type="presParOf" srcId="{7B2C2F7C-E617-42BA-929B-10EEF1E5DC9B}" destId="{1D2EB77C-1AE0-4C92-A8E5-7AEA053E1150}" srcOrd="5" destOrd="0" presId="urn:microsoft.com/office/officeart/2005/8/layout/hierarchy1"/>
    <dgm:cxn modelId="{5D9834F9-472D-4739-B700-6BCFB4DDCB2F}" type="presParOf" srcId="{1D2EB77C-1AE0-4C92-A8E5-7AEA053E1150}" destId="{CD388078-21D0-4D92-B055-F856B1E0B7F8}" srcOrd="0" destOrd="0" presId="urn:microsoft.com/office/officeart/2005/8/layout/hierarchy1"/>
    <dgm:cxn modelId="{7A8BD4DE-3D0F-45F2-98AC-B9ADB3F19497}" type="presParOf" srcId="{CD388078-21D0-4D92-B055-F856B1E0B7F8}" destId="{ADA7462E-4DCA-4E5D-866C-AC3DAB9D985D}" srcOrd="0" destOrd="0" presId="urn:microsoft.com/office/officeart/2005/8/layout/hierarchy1"/>
    <dgm:cxn modelId="{C90A7F15-231B-4C15-BE00-85E0BCC68E1E}" type="presParOf" srcId="{CD388078-21D0-4D92-B055-F856B1E0B7F8}" destId="{AB9C20FF-7AE0-448A-913D-0853F6BA8FE0}" srcOrd="1" destOrd="0" presId="urn:microsoft.com/office/officeart/2005/8/layout/hierarchy1"/>
    <dgm:cxn modelId="{E9F53D19-EC88-4C11-9E86-970C706B10BD}" type="presParOf" srcId="{1D2EB77C-1AE0-4C92-A8E5-7AEA053E1150}" destId="{04D1E7C5-3D02-4825-ACE2-A798BE3C2EE8}" srcOrd="1" destOrd="0" presId="urn:microsoft.com/office/officeart/2005/8/layout/hierarchy1"/>
    <dgm:cxn modelId="{24A47BE0-E408-4237-A7A4-E1272687EF9D}" type="presParOf" srcId="{7B2C2F7C-E617-42BA-929B-10EEF1E5DC9B}" destId="{7B29A0AA-5081-417F-A7FC-91ED405C157A}" srcOrd="6" destOrd="0" presId="urn:microsoft.com/office/officeart/2005/8/layout/hierarchy1"/>
    <dgm:cxn modelId="{0D931CA4-BC20-4A9C-9DE1-D642B046A6B8}" type="presParOf" srcId="{7B2C2F7C-E617-42BA-929B-10EEF1E5DC9B}" destId="{EC525116-EB6D-43DE-9CD1-E35690FCDBEC}" srcOrd="7" destOrd="0" presId="urn:microsoft.com/office/officeart/2005/8/layout/hierarchy1"/>
    <dgm:cxn modelId="{33AF97C1-138A-46D9-B0F8-BDED2543C64A}" type="presParOf" srcId="{EC525116-EB6D-43DE-9CD1-E35690FCDBEC}" destId="{73E1C544-C818-4439-850D-CF07239AE1DD}" srcOrd="0" destOrd="0" presId="urn:microsoft.com/office/officeart/2005/8/layout/hierarchy1"/>
    <dgm:cxn modelId="{8CA4C012-F635-489A-87B8-8FAAB45EBBB4}" type="presParOf" srcId="{73E1C544-C818-4439-850D-CF07239AE1DD}" destId="{1D545C6F-EA4C-427F-9BA4-3FA1969897CE}" srcOrd="0" destOrd="0" presId="urn:microsoft.com/office/officeart/2005/8/layout/hierarchy1"/>
    <dgm:cxn modelId="{5A176067-2BE4-4F1F-9C77-A61319148052}" type="presParOf" srcId="{73E1C544-C818-4439-850D-CF07239AE1DD}" destId="{D784C98A-2609-484D-A4CE-F962E7B32EE1}" srcOrd="1" destOrd="0" presId="urn:microsoft.com/office/officeart/2005/8/layout/hierarchy1"/>
    <dgm:cxn modelId="{2B45CB0A-52F3-4BB2-8CC7-D429C3D5A329}" type="presParOf" srcId="{EC525116-EB6D-43DE-9CD1-E35690FCDBEC}" destId="{FDA4E503-C40A-4843-B96D-1EFF7C203FF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0587511-5F1E-4837-B99A-88E30383174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
        </a:p>
      </dgm:t>
    </dgm:pt>
    <dgm:pt modelId="{D6492DEB-C9C5-4129-A5A3-7C683649F1D9}">
      <dgm:prSet/>
      <dgm:spPr/>
      <dgm:t>
        <a:bodyPr/>
        <a:lstStyle/>
        <a:p>
          <a:pPr rtl="0"/>
          <a:r>
            <a:rPr lang="en-US" dirty="0"/>
            <a:t>Levels of Standards and Guidelines</a:t>
          </a:r>
          <a:endParaRPr lang="x-none" dirty="0"/>
        </a:p>
      </dgm:t>
    </dgm:pt>
    <dgm:pt modelId="{8D9DEF96-6418-42F7-B778-6FD460EDAEA5}" type="parTrans" cxnId="{890FAB04-596F-4A6F-96EE-F53F83EDEBF0}">
      <dgm:prSet/>
      <dgm:spPr/>
      <dgm:t>
        <a:bodyPr/>
        <a:lstStyle/>
        <a:p>
          <a:endParaRPr lang=""/>
        </a:p>
      </dgm:t>
    </dgm:pt>
    <dgm:pt modelId="{57559D90-3F4D-4B59-BADE-0BF36AA94E43}" type="sibTrans" cxnId="{890FAB04-596F-4A6F-96EE-F53F83EDEBF0}">
      <dgm:prSet/>
      <dgm:spPr/>
      <dgm:t>
        <a:bodyPr/>
        <a:lstStyle/>
        <a:p>
          <a:endParaRPr lang=""/>
        </a:p>
      </dgm:t>
    </dgm:pt>
    <dgm:pt modelId="{218A834F-5CC5-4945-9833-55A101AC6257}">
      <dgm:prSet/>
      <dgm:spPr/>
      <dgm:t>
        <a:bodyPr/>
        <a:lstStyle/>
        <a:p>
          <a:pPr rtl="0"/>
          <a:r>
            <a:rPr lang="en-US" b="1" dirty="0"/>
            <a:t>High Level- </a:t>
          </a:r>
        </a:p>
        <a:p>
          <a:pPr rtl="0"/>
          <a:r>
            <a:rPr lang="en-US" dirty="0"/>
            <a:t>In which you guide your product’s </a:t>
          </a:r>
          <a:endParaRPr lang="x-none" dirty="0"/>
        </a:p>
      </dgm:t>
    </dgm:pt>
    <dgm:pt modelId="{72E674DA-1220-498E-BD8B-0A8D9EC28A07}" type="parTrans" cxnId="{5F091B18-5A14-4D75-84E5-D0AA81BE310A}">
      <dgm:prSet/>
      <dgm:spPr/>
      <dgm:t>
        <a:bodyPr/>
        <a:lstStyle/>
        <a:p>
          <a:endParaRPr lang=""/>
        </a:p>
      </dgm:t>
    </dgm:pt>
    <dgm:pt modelId="{3041DF81-51BC-40B8-9B5F-9D960B20B8A2}" type="sibTrans" cxnId="{5F091B18-5A14-4D75-84E5-D0AA81BE310A}">
      <dgm:prSet/>
      <dgm:spPr/>
      <dgm:t>
        <a:bodyPr/>
        <a:lstStyle/>
        <a:p>
          <a:endParaRPr lang=""/>
        </a:p>
      </dgm:t>
    </dgm:pt>
    <dgm:pt modelId="{CF9B9F8F-2952-4120-AA0D-202F9C737445}">
      <dgm:prSet/>
      <dgm:spPr/>
      <dgm:t>
        <a:bodyPr/>
        <a:lstStyle/>
        <a:p>
          <a:pPr rtl="0"/>
          <a:r>
            <a:rPr lang="en-US" dirty="0"/>
            <a:t>General Operations</a:t>
          </a:r>
          <a:endParaRPr lang="x-none" dirty="0"/>
        </a:p>
      </dgm:t>
    </dgm:pt>
    <dgm:pt modelId="{A3DC0614-5954-4732-BC40-9F6993FE0A04}" type="parTrans" cxnId="{557778A0-90D5-4AAE-B527-A232267E7764}">
      <dgm:prSet/>
      <dgm:spPr/>
      <dgm:t>
        <a:bodyPr/>
        <a:lstStyle/>
        <a:p>
          <a:endParaRPr lang=""/>
        </a:p>
      </dgm:t>
    </dgm:pt>
    <dgm:pt modelId="{DF04485B-5511-4F3D-95B2-CBD0819BC233}" type="sibTrans" cxnId="{557778A0-90D5-4AAE-B527-A232267E7764}">
      <dgm:prSet/>
      <dgm:spPr/>
      <dgm:t>
        <a:bodyPr/>
        <a:lstStyle/>
        <a:p>
          <a:endParaRPr lang=""/>
        </a:p>
      </dgm:t>
    </dgm:pt>
    <dgm:pt modelId="{4A666E91-F0B9-4CF9-AA71-6020EB14B17D}">
      <dgm:prSet/>
      <dgm:spPr/>
      <dgm:t>
        <a:bodyPr/>
        <a:lstStyle/>
        <a:p>
          <a:pPr rtl="0"/>
          <a:r>
            <a:rPr lang="en-US" dirty="0"/>
            <a:t>Look and Feel</a:t>
          </a:r>
          <a:endParaRPr lang="x-none" dirty="0"/>
        </a:p>
      </dgm:t>
    </dgm:pt>
    <dgm:pt modelId="{80C3E3AD-C7CC-4A3F-BA8E-C850BAF55AD0}" type="parTrans" cxnId="{78226BCF-4A14-4567-851F-EC575B211009}">
      <dgm:prSet/>
      <dgm:spPr/>
      <dgm:t>
        <a:bodyPr/>
        <a:lstStyle/>
        <a:p>
          <a:endParaRPr lang=""/>
        </a:p>
      </dgm:t>
    </dgm:pt>
    <dgm:pt modelId="{8E00BEE2-EF36-4517-84F9-56DACD0B1AA9}" type="sibTrans" cxnId="{78226BCF-4A14-4567-851F-EC575B211009}">
      <dgm:prSet/>
      <dgm:spPr/>
      <dgm:t>
        <a:bodyPr/>
        <a:lstStyle/>
        <a:p>
          <a:endParaRPr lang=""/>
        </a:p>
      </dgm:t>
    </dgm:pt>
    <dgm:pt modelId="{903FB666-12E1-4FBA-944D-B2224615E23C}">
      <dgm:prSet/>
      <dgm:spPr/>
      <dgm:t>
        <a:bodyPr/>
        <a:lstStyle/>
        <a:p>
          <a:pPr rtl="0"/>
          <a:r>
            <a:rPr lang="en-US" dirty="0"/>
            <a:t>Supported Features etc.</a:t>
          </a:r>
          <a:endParaRPr lang="x-none" dirty="0"/>
        </a:p>
      </dgm:t>
    </dgm:pt>
    <dgm:pt modelId="{024D310A-E7D3-48FB-A8AD-AC61E29CB819}" type="parTrans" cxnId="{46CD03E3-6DC7-4C40-B556-9AC39AEE55DF}">
      <dgm:prSet/>
      <dgm:spPr/>
      <dgm:t>
        <a:bodyPr/>
        <a:lstStyle/>
        <a:p>
          <a:endParaRPr lang=""/>
        </a:p>
      </dgm:t>
    </dgm:pt>
    <dgm:pt modelId="{D3B97C97-2D49-48E1-BBCE-7170413A0E97}" type="sibTrans" cxnId="{46CD03E3-6DC7-4C40-B556-9AC39AEE55DF}">
      <dgm:prSet/>
      <dgm:spPr/>
      <dgm:t>
        <a:bodyPr/>
        <a:lstStyle/>
        <a:p>
          <a:endParaRPr lang=""/>
        </a:p>
      </dgm:t>
    </dgm:pt>
    <dgm:pt modelId="{9EDE38C2-F10A-412F-B639-57F821EAFC7C}">
      <dgm:prSet/>
      <dgm:spPr/>
      <dgm:t>
        <a:bodyPr/>
        <a:lstStyle/>
        <a:p>
          <a:pPr rtl="0"/>
          <a:r>
            <a:rPr lang="en-US" b="1" dirty="0"/>
            <a:t>Low Level- </a:t>
          </a:r>
        </a:p>
        <a:p>
          <a:pPr rtl="0"/>
          <a:r>
            <a:rPr lang="en-US" dirty="0"/>
            <a:t>Include nitty-gritty details, such as </a:t>
          </a:r>
          <a:endParaRPr lang="x-none" dirty="0"/>
        </a:p>
      </dgm:t>
    </dgm:pt>
    <dgm:pt modelId="{BCD0DDA7-28FD-40AC-AB58-3671B1E461FF}" type="parTrans" cxnId="{8EB88C69-4088-4BEA-A139-490EF818A236}">
      <dgm:prSet/>
      <dgm:spPr/>
      <dgm:t>
        <a:bodyPr/>
        <a:lstStyle/>
        <a:p>
          <a:endParaRPr lang=""/>
        </a:p>
      </dgm:t>
    </dgm:pt>
    <dgm:pt modelId="{18412493-9321-42AD-95D8-2951842492F2}" type="sibTrans" cxnId="{8EB88C69-4088-4BEA-A139-490EF818A236}">
      <dgm:prSet/>
      <dgm:spPr/>
      <dgm:t>
        <a:bodyPr/>
        <a:lstStyle/>
        <a:p>
          <a:endParaRPr lang=""/>
        </a:p>
      </dgm:t>
    </dgm:pt>
    <dgm:pt modelId="{9CD00F66-0C41-45CF-91A8-2399D4775269}">
      <dgm:prSet/>
      <dgm:spPr/>
      <dgm:t>
        <a:bodyPr/>
        <a:lstStyle/>
        <a:p>
          <a:pPr rtl="0"/>
          <a:r>
            <a:rPr lang="en-US" dirty="0"/>
            <a:t>File Formats </a:t>
          </a:r>
          <a:endParaRPr lang="x-none" dirty="0"/>
        </a:p>
      </dgm:t>
    </dgm:pt>
    <dgm:pt modelId="{849C53C4-1CB4-42AF-818A-2DEFB5BBBD67}" type="parTrans" cxnId="{B11A75E2-B795-49F8-B53E-0989C3B30BF5}">
      <dgm:prSet/>
      <dgm:spPr/>
      <dgm:t>
        <a:bodyPr/>
        <a:lstStyle/>
        <a:p>
          <a:endParaRPr lang=""/>
        </a:p>
      </dgm:t>
    </dgm:pt>
    <dgm:pt modelId="{5D75D99C-5163-4C02-BCE6-4B7EF97932FF}" type="sibTrans" cxnId="{B11A75E2-B795-49F8-B53E-0989C3B30BF5}">
      <dgm:prSet/>
      <dgm:spPr/>
      <dgm:t>
        <a:bodyPr/>
        <a:lstStyle/>
        <a:p>
          <a:endParaRPr lang=""/>
        </a:p>
      </dgm:t>
    </dgm:pt>
    <dgm:pt modelId="{41B23EEE-F058-42FC-AC80-EB09C71CD0C2}">
      <dgm:prSet/>
      <dgm:spPr/>
      <dgm:t>
        <a:bodyPr/>
        <a:lstStyle/>
        <a:p>
          <a:pPr rtl="0"/>
          <a:r>
            <a:rPr lang="en-US" dirty="0"/>
            <a:t>Network Communication Protocols etc.</a:t>
          </a:r>
          <a:endParaRPr lang="x-none" dirty="0"/>
        </a:p>
      </dgm:t>
    </dgm:pt>
    <dgm:pt modelId="{EECF81D7-B87A-4D80-89E1-6BDE9F3AA7DE}" type="parTrans" cxnId="{F4AE5920-3BE2-4E00-B9B1-B66E96C1CF97}">
      <dgm:prSet/>
      <dgm:spPr/>
      <dgm:t>
        <a:bodyPr/>
        <a:lstStyle/>
        <a:p>
          <a:endParaRPr lang=""/>
        </a:p>
      </dgm:t>
    </dgm:pt>
    <dgm:pt modelId="{5AD05098-8757-4702-ADFE-1222386FBA22}" type="sibTrans" cxnId="{F4AE5920-3BE2-4E00-B9B1-B66E96C1CF97}">
      <dgm:prSet/>
      <dgm:spPr/>
      <dgm:t>
        <a:bodyPr/>
        <a:lstStyle/>
        <a:p>
          <a:endParaRPr lang=""/>
        </a:p>
      </dgm:t>
    </dgm:pt>
    <dgm:pt modelId="{3A324CFF-7215-4D0E-83DD-593C571B0779}" type="pres">
      <dgm:prSet presAssocID="{60587511-5F1E-4837-B99A-88E30383174B}" presName="diagram" presStyleCnt="0">
        <dgm:presLayoutVars>
          <dgm:dir/>
          <dgm:resizeHandles val="exact"/>
        </dgm:presLayoutVars>
      </dgm:prSet>
      <dgm:spPr/>
    </dgm:pt>
    <dgm:pt modelId="{E23C3D69-A431-471E-8D74-F9B3F2B2CDB3}" type="pres">
      <dgm:prSet presAssocID="{D6492DEB-C9C5-4129-A5A3-7C683649F1D9}" presName="node" presStyleLbl="node1" presStyleIdx="0" presStyleCnt="3" custScaleX="162040" custScaleY="23794">
        <dgm:presLayoutVars>
          <dgm:bulletEnabled val="1"/>
        </dgm:presLayoutVars>
      </dgm:prSet>
      <dgm:spPr/>
    </dgm:pt>
    <dgm:pt modelId="{0BE3A8D1-30D5-436F-BBBA-C8E3C66B09BD}" type="pres">
      <dgm:prSet presAssocID="{57559D90-3F4D-4B59-BADE-0BF36AA94E43}" presName="sibTrans" presStyleCnt="0"/>
      <dgm:spPr/>
    </dgm:pt>
    <dgm:pt modelId="{9B7D1D2E-4EAA-4881-8D9E-7D41BFDA7548}" type="pres">
      <dgm:prSet presAssocID="{218A834F-5CC5-4945-9833-55A101AC6257}" presName="node" presStyleLbl="node1" presStyleIdx="1" presStyleCnt="3" custLinFactNeighborX="-26" custLinFactNeighborY="7362">
        <dgm:presLayoutVars>
          <dgm:bulletEnabled val="1"/>
        </dgm:presLayoutVars>
      </dgm:prSet>
      <dgm:spPr/>
    </dgm:pt>
    <dgm:pt modelId="{062BAB3C-A69F-4FD7-BE1E-CB4021EF557F}" type="pres">
      <dgm:prSet presAssocID="{3041DF81-51BC-40B8-9B5F-9D960B20B8A2}" presName="sibTrans" presStyleCnt="0"/>
      <dgm:spPr/>
    </dgm:pt>
    <dgm:pt modelId="{32F61293-AC29-486C-996A-1C27F554A3B9}" type="pres">
      <dgm:prSet presAssocID="{9EDE38C2-F10A-412F-B639-57F821EAFC7C}" presName="node" presStyleLbl="node1" presStyleIdx="2" presStyleCnt="3" custLinFactNeighborX="-6" custLinFactNeighborY="7811">
        <dgm:presLayoutVars>
          <dgm:bulletEnabled val="1"/>
        </dgm:presLayoutVars>
      </dgm:prSet>
      <dgm:spPr/>
    </dgm:pt>
  </dgm:ptLst>
  <dgm:cxnLst>
    <dgm:cxn modelId="{890FAB04-596F-4A6F-96EE-F53F83EDEBF0}" srcId="{60587511-5F1E-4837-B99A-88E30383174B}" destId="{D6492DEB-C9C5-4129-A5A3-7C683649F1D9}" srcOrd="0" destOrd="0" parTransId="{8D9DEF96-6418-42F7-B778-6FD460EDAEA5}" sibTransId="{57559D90-3F4D-4B59-BADE-0BF36AA94E43}"/>
    <dgm:cxn modelId="{1A25CA04-6E05-46AD-B24A-22CEEB04943B}" type="presOf" srcId="{41B23EEE-F058-42FC-AC80-EB09C71CD0C2}" destId="{32F61293-AC29-486C-996A-1C27F554A3B9}" srcOrd="0" destOrd="2" presId="urn:microsoft.com/office/officeart/2005/8/layout/default"/>
    <dgm:cxn modelId="{4DEB0605-38EB-4852-AD6A-9EB1FC59A4AD}" type="presOf" srcId="{60587511-5F1E-4837-B99A-88E30383174B}" destId="{3A324CFF-7215-4D0E-83DD-593C571B0779}" srcOrd="0" destOrd="0" presId="urn:microsoft.com/office/officeart/2005/8/layout/default"/>
    <dgm:cxn modelId="{5F091B18-5A14-4D75-84E5-D0AA81BE310A}" srcId="{60587511-5F1E-4837-B99A-88E30383174B}" destId="{218A834F-5CC5-4945-9833-55A101AC6257}" srcOrd="1" destOrd="0" parTransId="{72E674DA-1220-498E-BD8B-0A8D9EC28A07}" sibTransId="{3041DF81-51BC-40B8-9B5F-9D960B20B8A2}"/>
    <dgm:cxn modelId="{F4AE5920-3BE2-4E00-B9B1-B66E96C1CF97}" srcId="{9EDE38C2-F10A-412F-B639-57F821EAFC7C}" destId="{41B23EEE-F058-42FC-AC80-EB09C71CD0C2}" srcOrd="1" destOrd="0" parTransId="{EECF81D7-B87A-4D80-89E1-6BDE9F3AA7DE}" sibTransId="{5AD05098-8757-4702-ADFE-1222386FBA22}"/>
    <dgm:cxn modelId="{6E0FB433-4AC6-4282-9310-3B08ECC2BAC3}" type="presOf" srcId="{903FB666-12E1-4FBA-944D-B2224615E23C}" destId="{9B7D1D2E-4EAA-4881-8D9E-7D41BFDA7548}" srcOrd="0" destOrd="3" presId="urn:microsoft.com/office/officeart/2005/8/layout/default"/>
    <dgm:cxn modelId="{75DDB33A-B700-4384-927E-80C59F139A40}" type="presOf" srcId="{D6492DEB-C9C5-4129-A5A3-7C683649F1D9}" destId="{E23C3D69-A431-471E-8D74-F9B3F2B2CDB3}" srcOrd="0" destOrd="0" presId="urn:microsoft.com/office/officeart/2005/8/layout/default"/>
    <dgm:cxn modelId="{8C0A2862-AC35-440A-A1B1-01989FDBFE8B}" type="presOf" srcId="{9CD00F66-0C41-45CF-91A8-2399D4775269}" destId="{32F61293-AC29-486C-996A-1C27F554A3B9}" srcOrd="0" destOrd="1" presId="urn:microsoft.com/office/officeart/2005/8/layout/default"/>
    <dgm:cxn modelId="{E6647D69-C204-448B-A219-F1365B18E011}" type="presOf" srcId="{9EDE38C2-F10A-412F-B639-57F821EAFC7C}" destId="{32F61293-AC29-486C-996A-1C27F554A3B9}" srcOrd="0" destOrd="0" presId="urn:microsoft.com/office/officeart/2005/8/layout/default"/>
    <dgm:cxn modelId="{8EB88C69-4088-4BEA-A139-490EF818A236}" srcId="{60587511-5F1E-4837-B99A-88E30383174B}" destId="{9EDE38C2-F10A-412F-B639-57F821EAFC7C}" srcOrd="2" destOrd="0" parTransId="{BCD0DDA7-28FD-40AC-AB58-3671B1E461FF}" sibTransId="{18412493-9321-42AD-95D8-2951842492F2}"/>
    <dgm:cxn modelId="{0C8A7E8D-04C0-42E7-96CE-CAE2F2268B6B}" type="presOf" srcId="{218A834F-5CC5-4945-9833-55A101AC6257}" destId="{9B7D1D2E-4EAA-4881-8D9E-7D41BFDA7548}" srcOrd="0" destOrd="0" presId="urn:microsoft.com/office/officeart/2005/8/layout/default"/>
    <dgm:cxn modelId="{557778A0-90D5-4AAE-B527-A232267E7764}" srcId="{218A834F-5CC5-4945-9833-55A101AC6257}" destId="{CF9B9F8F-2952-4120-AA0D-202F9C737445}" srcOrd="0" destOrd="0" parTransId="{A3DC0614-5954-4732-BC40-9F6993FE0A04}" sibTransId="{DF04485B-5511-4F3D-95B2-CBD0819BC233}"/>
    <dgm:cxn modelId="{FCABE4A0-91A3-4A41-8B34-54F47DBFE1A6}" type="presOf" srcId="{CF9B9F8F-2952-4120-AA0D-202F9C737445}" destId="{9B7D1D2E-4EAA-4881-8D9E-7D41BFDA7548}" srcOrd="0" destOrd="1" presId="urn:microsoft.com/office/officeart/2005/8/layout/default"/>
    <dgm:cxn modelId="{76566BBF-6E32-417E-8A41-0E1E2B28430F}" type="presOf" srcId="{4A666E91-F0B9-4CF9-AA71-6020EB14B17D}" destId="{9B7D1D2E-4EAA-4881-8D9E-7D41BFDA7548}" srcOrd="0" destOrd="2" presId="urn:microsoft.com/office/officeart/2005/8/layout/default"/>
    <dgm:cxn modelId="{78226BCF-4A14-4567-851F-EC575B211009}" srcId="{218A834F-5CC5-4945-9833-55A101AC6257}" destId="{4A666E91-F0B9-4CF9-AA71-6020EB14B17D}" srcOrd="1" destOrd="0" parTransId="{80C3E3AD-C7CC-4A3F-BA8E-C850BAF55AD0}" sibTransId="{8E00BEE2-EF36-4517-84F9-56DACD0B1AA9}"/>
    <dgm:cxn modelId="{B11A75E2-B795-49F8-B53E-0989C3B30BF5}" srcId="{9EDE38C2-F10A-412F-B639-57F821EAFC7C}" destId="{9CD00F66-0C41-45CF-91A8-2399D4775269}" srcOrd="0" destOrd="0" parTransId="{849C53C4-1CB4-42AF-818A-2DEFB5BBBD67}" sibTransId="{5D75D99C-5163-4C02-BCE6-4B7EF97932FF}"/>
    <dgm:cxn modelId="{46CD03E3-6DC7-4C40-B556-9AC39AEE55DF}" srcId="{218A834F-5CC5-4945-9833-55A101AC6257}" destId="{903FB666-12E1-4FBA-944D-B2224615E23C}" srcOrd="2" destOrd="0" parTransId="{024D310A-E7D3-48FB-A8AD-AC61E29CB819}" sibTransId="{D3B97C97-2D49-48E1-BBCE-7170413A0E97}"/>
    <dgm:cxn modelId="{BE633392-745F-45AB-8682-9544AEABDD5D}" type="presParOf" srcId="{3A324CFF-7215-4D0E-83DD-593C571B0779}" destId="{E23C3D69-A431-471E-8D74-F9B3F2B2CDB3}" srcOrd="0" destOrd="0" presId="urn:microsoft.com/office/officeart/2005/8/layout/default"/>
    <dgm:cxn modelId="{D381DE8C-EC8D-4EB3-BA92-1DC38E3D47A6}" type="presParOf" srcId="{3A324CFF-7215-4D0E-83DD-593C571B0779}" destId="{0BE3A8D1-30D5-436F-BBBA-C8E3C66B09BD}" srcOrd="1" destOrd="0" presId="urn:microsoft.com/office/officeart/2005/8/layout/default"/>
    <dgm:cxn modelId="{9FD48525-1FA6-4877-A43D-75B566D2ED1E}" type="presParOf" srcId="{3A324CFF-7215-4D0E-83DD-593C571B0779}" destId="{9B7D1D2E-4EAA-4881-8D9E-7D41BFDA7548}" srcOrd="2" destOrd="0" presId="urn:microsoft.com/office/officeart/2005/8/layout/default"/>
    <dgm:cxn modelId="{10929D68-EFA7-4930-B4F1-441D7E291C4B}" type="presParOf" srcId="{3A324CFF-7215-4D0E-83DD-593C571B0779}" destId="{062BAB3C-A69F-4FD7-BE1E-CB4021EF557F}" srcOrd="3" destOrd="0" presId="urn:microsoft.com/office/officeart/2005/8/layout/default"/>
    <dgm:cxn modelId="{FDFC3EC6-DECB-4B34-B9C8-FA79F11E1F57}" type="presParOf" srcId="{3A324CFF-7215-4D0E-83DD-593C571B0779}" destId="{32F61293-AC29-486C-996A-1C27F554A3B9}"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5520361-C1C0-4FA4-BA90-F17F2B783873}"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
        </a:p>
      </dgm:t>
    </dgm:pt>
    <dgm:pt modelId="{3F43CEA3-58A0-4356-9105-D3EF607E631C}">
      <dgm:prSet/>
      <dgm:spPr/>
      <dgm:t>
        <a:bodyPr/>
        <a:lstStyle/>
        <a:p>
          <a:pPr rtl="0"/>
          <a:r>
            <a:rPr lang="en-US" b="1" dirty="0"/>
            <a:t>Data Sharing Possibilities</a:t>
          </a:r>
          <a:endParaRPr lang="x-none" b="1" dirty="0"/>
        </a:p>
      </dgm:t>
    </dgm:pt>
    <dgm:pt modelId="{DB67B15D-DD1C-41E8-884A-8530826D1C74}" type="parTrans" cxnId="{2DA6504F-DBB9-44C3-8F73-C949DF71F042}">
      <dgm:prSet/>
      <dgm:spPr/>
      <dgm:t>
        <a:bodyPr/>
        <a:lstStyle/>
        <a:p>
          <a:endParaRPr lang=""/>
        </a:p>
      </dgm:t>
    </dgm:pt>
    <dgm:pt modelId="{834F6A5B-7C3E-4AC4-9B22-5C89D23D29D9}" type="sibTrans" cxnId="{2DA6504F-DBB9-44C3-8F73-C949DF71F042}">
      <dgm:prSet/>
      <dgm:spPr/>
      <dgm:t>
        <a:bodyPr/>
        <a:lstStyle/>
        <a:p>
          <a:endParaRPr lang=""/>
        </a:p>
      </dgm:t>
    </dgm:pt>
    <dgm:pt modelId="{E7B8A22A-B9F7-4EEB-AEB9-5F9FB28C529E}">
      <dgm:prSet/>
      <dgm:spPr/>
      <dgm:t>
        <a:bodyPr/>
        <a:lstStyle/>
        <a:p>
          <a:pPr rtl="0"/>
          <a:r>
            <a:rPr lang="en-US" b="1" dirty="0"/>
            <a:t>File Save and File Load</a:t>
          </a:r>
          <a:endParaRPr lang="x-none" dirty="0"/>
        </a:p>
      </dgm:t>
    </dgm:pt>
    <dgm:pt modelId="{FA54DB67-8E9C-460E-8E5C-725CA3472131}" type="parTrans" cxnId="{6E3BDFA2-519B-4323-ACD5-81441EF920B6}">
      <dgm:prSet/>
      <dgm:spPr/>
      <dgm:t>
        <a:bodyPr/>
        <a:lstStyle/>
        <a:p>
          <a:endParaRPr lang=""/>
        </a:p>
      </dgm:t>
    </dgm:pt>
    <dgm:pt modelId="{B2BE0624-0DE8-4268-A1A3-D7B1929A4DBD}" type="sibTrans" cxnId="{6E3BDFA2-519B-4323-ACD5-81441EF920B6}">
      <dgm:prSet/>
      <dgm:spPr/>
      <dgm:t>
        <a:bodyPr/>
        <a:lstStyle/>
        <a:p>
          <a:endParaRPr lang=""/>
        </a:p>
      </dgm:t>
    </dgm:pt>
    <dgm:pt modelId="{150120A0-AD4E-4648-A986-88ABF70FC69E}">
      <dgm:prSet/>
      <dgm:spPr/>
      <dgm:t>
        <a:bodyPr/>
        <a:lstStyle/>
        <a:p>
          <a:pPr rtl="0"/>
          <a:r>
            <a:rPr lang="en-US" b="1" dirty="0"/>
            <a:t>File Export and File Import</a:t>
          </a:r>
          <a:endParaRPr lang="x-none" dirty="0"/>
        </a:p>
      </dgm:t>
    </dgm:pt>
    <dgm:pt modelId="{E7676686-49CA-4B88-8FE7-D2D512A4B966}" type="parTrans" cxnId="{FA091560-F832-4448-B970-D3364C6980C7}">
      <dgm:prSet/>
      <dgm:spPr/>
      <dgm:t>
        <a:bodyPr/>
        <a:lstStyle/>
        <a:p>
          <a:endParaRPr lang=""/>
        </a:p>
      </dgm:t>
    </dgm:pt>
    <dgm:pt modelId="{71CEA789-1A0D-4149-AC9D-99A096370677}" type="sibTrans" cxnId="{FA091560-F832-4448-B970-D3364C6980C7}">
      <dgm:prSet/>
      <dgm:spPr/>
      <dgm:t>
        <a:bodyPr/>
        <a:lstStyle/>
        <a:p>
          <a:endParaRPr lang=""/>
        </a:p>
      </dgm:t>
    </dgm:pt>
    <dgm:pt modelId="{D8ECBC7F-1801-42CF-B7E1-57E386DF338C}">
      <dgm:prSet/>
      <dgm:spPr/>
      <dgm:t>
        <a:bodyPr/>
        <a:lstStyle/>
        <a:p>
          <a:pPr rtl="0"/>
          <a:r>
            <a:rPr lang="en-US" b="1" dirty="0"/>
            <a:t>Cut, Copy and Paste</a:t>
          </a:r>
          <a:endParaRPr lang="x-none" dirty="0"/>
        </a:p>
      </dgm:t>
    </dgm:pt>
    <dgm:pt modelId="{2CF7F77C-5F14-483A-ACCB-90DB6E59F993}" type="parTrans" cxnId="{E0733394-091A-4F81-A721-573D988A9726}">
      <dgm:prSet/>
      <dgm:spPr/>
      <dgm:t>
        <a:bodyPr/>
        <a:lstStyle/>
        <a:p>
          <a:endParaRPr lang=""/>
        </a:p>
      </dgm:t>
    </dgm:pt>
    <dgm:pt modelId="{C1463372-616F-4AAA-B6AE-CC787401EBAA}" type="sibTrans" cxnId="{E0733394-091A-4F81-A721-573D988A9726}">
      <dgm:prSet/>
      <dgm:spPr/>
      <dgm:t>
        <a:bodyPr/>
        <a:lstStyle/>
        <a:p>
          <a:endParaRPr lang=""/>
        </a:p>
      </dgm:t>
    </dgm:pt>
    <dgm:pt modelId="{373291E3-631E-4083-AC6F-04C95085C64C}">
      <dgm:prSet/>
      <dgm:spPr/>
      <dgm:t>
        <a:bodyPr/>
        <a:lstStyle/>
        <a:p>
          <a:pPr rtl="0"/>
          <a:r>
            <a:rPr lang="en-US" b="1" dirty="0"/>
            <a:t>Dynamic </a:t>
          </a:r>
          <a:r>
            <a:rPr lang="en-US" b="1"/>
            <a:t>Data Exchange</a:t>
          </a:r>
          <a:endParaRPr lang="x-none" dirty="0"/>
        </a:p>
      </dgm:t>
    </dgm:pt>
    <dgm:pt modelId="{B99864BB-12A9-4B3A-B52E-F1688A111E2D}" type="parTrans" cxnId="{F8262DFC-02CF-4A5B-8B56-D67004F46A29}">
      <dgm:prSet/>
      <dgm:spPr/>
      <dgm:t>
        <a:bodyPr/>
        <a:lstStyle/>
        <a:p>
          <a:endParaRPr lang=""/>
        </a:p>
      </dgm:t>
    </dgm:pt>
    <dgm:pt modelId="{20619999-1135-406E-B200-6FAC58C55849}" type="sibTrans" cxnId="{F8262DFC-02CF-4A5B-8B56-D67004F46A29}">
      <dgm:prSet/>
      <dgm:spPr/>
      <dgm:t>
        <a:bodyPr/>
        <a:lstStyle/>
        <a:p>
          <a:endParaRPr lang=""/>
        </a:p>
      </dgm:t>
    </dgm:pt>
    <dgm:pt modelId="{C19A9B6A-7C50-480F-B3F9-6A908D89AE8C}" type="pres">
      <dgm:prSet presAssocID="{85520361-C1C0-4FA4-BA90-F17F2B783873}" presName="hierChild1" presStyleCnt="0">
        <dgm:presLayoutVars>
          <dgm:orgChart val="1"/>
          <dgm:chPref val="1"/>
          <dgm:dir/>
          <dgm:animOne val="branch"/>
          <dgm:animLvl val="lvl"/>
          <dgm:resizeHandles/>
        </dgm:presLayoutVars>
      </dgm:prSet>
      <dgm:spPr/>
    </dgm:pt>
    <dgm:pt modelId="{2E088823-2B3A-4C0F-AC44-582F13B1541A}" type="pres">
      <dgm:prSet presAssocID="{3F43CEA3-58A0-4356-9105-D3EF607E631C}" presName="hierRoot1" presStyleCnt="0">
        <dgm:presLayoutVars>
          <dgm:hierBranch val="init"/>
        </dgm:presLayoutVars>
      </dgm:prSet>
      <dgm:spPr/>
    </dgm:pt>
    <dgm:pt modelId="{F6BD02D9-EC45-4D7C-B14D-816EA2A0E41B}" type="pres">
      <dgm:prSet presAssocID="{3F43CEA3-58A0-4356-9105-D3EF607E631C}" presName="rootComposite1" presStyleCnt="0"/>
      <dgm:spPr/>
    </dgm:pt>
    <dgm:pt modelId="{0012D0AA-7274-4261-AF2C-2D96676F80D1}" type="pres">
      <dgm:prSet presAssocID="{3F43CEA3-58A0-4356-9105-D3EF607E631C}" presName="rootText1" presStyleLbl="node0" presStyleIdx="0" presStyleCnt="1">
        <dgm:presLayoutVars>
          <dgm:chPref val="3"/>
        </dgm:presLayoutVars>
      </dgm:prSet>
      <dgm:spPr/>
    </dgm:pt>
    <dgm:pt modelId="{27DE3E6A-D842-49E0-889E-83F7837B2859}" type="pres">
      <dgm:prSet presAssocID="{3F43CEA3-58A0-4356-9105-D3EF607E631C}" presName="rootConnector1" presStyleLbl="node1" presStyleIdx="0" presStyleCnt="0"/>
      <dgm:spPr/>
    </dgm:pt>
    <dgm:pt modelId="{C0567B41-1E5A-4EC0-9F1A-50F8D1CE1BBB}" type="pres">
      <dgm:prSet presAssocID="{3F43CEA3-58A0-4356-9105-D3EF607E631C}" presName="hierChild2" presStyleCnt="0"/>
      <dgm:spPr/>
    </dgm:pt>
    <dgm:pt modelId="{BFE7A468-3EEE-4875-9C9C-7AD45A38D774}" type="pres">
      <dgm:prSet presAssocID="{FA54DB67-8E9C-460E-8E5C-725CA3472131}" presName="Name37" presStyleLbl="parChTrans1D2" presStyleIdx="0" presStyleCnt="4"/>
      <dgm:spPr/>
    </dgm:pt>
    <dgm:pt modelId="{C90FD653-83C2-4844-8F16-5D38303F9332}" type="pres">
      <dgm:prSet presAssocID="{E7B8A22A-B9F7-4EEB-AEB9-5F9FB28C529E}" presName="hierRoot2" presStyleCnt="0">
        <dgm:presLayoutVars>
          <dgm:hierBranch val="init"/>
        </dgm:presLayoutVars>
      </dgm:prSet>
      <dgm:spPr/>
    </dgm:pt>
    <dgm:pt modelId="{FB2D7975-A82B-44A4-950F-64B1AB6F86BC}" type="pres">
      <dgm:prSet presAssocID="{E7B8A22A-B9F7-4EEB-AEB9-5F9FB28C529E}" presName="rootComposite" presStyleCnt="0"/>
      <dgm:spPr/>
    </dgm:pt>
    <dgm:pt modelId="{52E1CFC3-5311-4224-8ECF-4E2E17BA0DB1}" type="pres">
      <dgm:prSet presAssocID="{E7B8A22A-B9F7-4EEB-AEB9-5F9FB28C529E}" presName="rootText" presStyleLbl="node2" presStyleIdx="0" presStyleCnt="4">
        <dgm:presLayoutVars>
          <dgm:chPref val="3"/>
        </dgm:presLayoutVars>
      </dgm:prSet>
      <dgm:spPr/>
    </dgm:pt>
    <dgm:pt modelId="{33036E53-AEB0-464E-8158-7A1116F989C7}" type="pres">
      <dgm:prSet presAssocID="{E7B8A22A-B9F7-4EEB-AEB9-5F9FB28C529E}" presName="rootConnector" presStyleLbl="node2" presStyleIdx="0" presStyleCnt="4"/>
      <dgm:spPr/>
    </dgm:pt>
    <dgm:pt modelId="{A088D14A-CBF4-4C13-96BF-A43F9773A352}" type="pres">
      <dgm:prSet presAssocID="{E7B8A22A-B9F7-4EEB-AEB9-5F9FB28C529E}" presName="hierChild4" presStyleCnt="0"/>
      <dgm:spPr/>
    </dgm:pt>
    <dgm:pt modelId="{4F7E92CA-5835-43FA-ABBD-A923B317B185}" type="pres">
      <dgm:prSet presAssocID="{E7B8A22A-B9F7-4EEB-AEB9-5F9FB28C529E}" presName="hierChild5" presStyleCnt="0"/>
      <dgm:spPr/>
    </dgm:pt>
    <dgm:pt modelId="{FFA005E9-74A6-4E56-A394-C5D5A9689E58}" type="pres">
      <dgm:prSet presAssocID="{E7676686-49CA-4B88-8FE7-D2D512A4B966}" presName="Name37" presStyleLbl="parChTrans1D2" presStyleIdx="1" presStyleCnt="4"/>
      <dgm:spPr/>
    </dgm:pt>
    <dgm:pt modelId="{6C35C220-B924-4E7A-A341-D8C00C87A723}" type="pres">
      <dgm:prSet presAssocID="{150120A0-AD4E-4648-A986-88ABF70FC69E}" presName="hierRoot2" presStyleCnt="0">
        <dgm:presLayoutVars>
          <dgm:hierBranch val="init"/>
        </dgm:presLayoutVars>
      </dgm:prSet>
      <dgm:spPr/>
    </dgm:pt>
    <dgm:pt modelId="{4AF9A727-5EF6-4E2F-8FBC-898A4C874BB2}" type="pres">
      <dgm:prSet presAssocID="{150120A0-AD4E-4648-A986-88ABF70FC69E}" presName="rootComposite" presStyleCnt="0"/>
      <dgm:spPr/>
    </dgm:pt>
    <dgm:pt modelId="{9CD2C782-53B4-4EA2-B2A8-0B8E521D00DD}" type="pres">
      <dgm:prSet presAssocID="{150120A0-AD4E-4648-A986-88ABF70FC69E}" presName="rootText" presStyleLbl="node2" presStyleIdx="1" presStyleCnt="4" custScaleX="118121">
        <dgm:presLayoutVars>
          <dgm:chPref val="3"/>
        </dgm:presLayoutVars>
      </dgm:prSet>
      <dgm:spPr/>
    </dgm:pt>
    <dgm:pt modelId="{38544857-B935-4043-891A-1E7FD05CF79A}" type="pres">
      <dgm:prSet presAssocID="{150120A0-AD4E-4648-A986-88ABF70FC69E}" presName="rootConnector" presStyleLbl="node2" presStyleIdx="1" presStyleCnt="4"/>
      <dgm:spPr/>
    </dgm:pt>
    <dgm:pt modelId="{786866C0-873D-4A7B-9FD7-0D012730AC29}" type="pres">
      <dgm:prSet presAssocID="{150120A0-AD4E-4648-A986-88ABF70FC69E}" presName="hierChild4" presStyleCnt="0"/>
      <dgm:spPr/>
    </dgm:pt>
    <dgm:pt modelId="{8CEC2AC9-69D4-4059-A956-B12BB1C78F6F}" type="pres">
      <dgm:prSet presAssocID="{150120A0-AD4E-4648-A986-88ABF70FC69E}" presName="hierChild5" presStyleCnt="0"/>
      <dgm:spPr/>
    </dgm:pt>
    <dgm:pt modelId="{D1EC4302-260A-4FBB-8CCA-52D151652C26}" type="pres">
      <dgm:prSet presAssocID="{2CF7F77C-5F14-483A-ACCB-90DB6E59F993}" presName="Name37" presStyleLbl="parChTrans1D2" presStyleIdx="2" presStyleCnt="4"/>
      <dgm:spPr/>
    </dgm:pt>
    <dgm:pt modelId="{6FB43E17-0788-4DA3-882F-980BCC6FD555}" type="pres">
      <dgm:prSet presAssocID="{D8ECBC7F-1801-42CF-B7E1-57E386DF338C}" presName="hierRoot2" presStyleCnt="0">
        <dgm:presLayoutVars>
          <dgm:hierBranch val="init"/>
        </dgm:presLayoutVars>
      </dgm:prSet>
      <dgm:spPr/>
    </dgm:pt>
    <dgm:pt modelId="{0FF32510-2D6E-425E-8DB5-99D34CC52F29}" type="pres">
      <dgm:prSet presAssocID="{D8ECBC7F-1801-42CF-B7E1-57E386DF338C}" presName="rootComposite" presStyleCnt="0"/>
      <dgm:spPr/>
    </dgm:pt>
    <dgm:pt modelId="{682017A8-6FD4-4C3C-87EE-35735AE0B9EA}" type="pres">
      <dgm:prSet presAssocID="{D8ECBC7F-1801-42CF-B7E1-57E386DF338C}" presName="rootText" presStyleLbl="node2" presStyleIdx="2" presStyleCnt="4">
        <dgm:presLayoutVars>
          <dgm:chPref val="3"/>
        </dgm:presLayoutVars>
      </dgm:prSet>
      <dgm:spPr/>
    </dgm:pt>
    <dgm:pt modelId="{55A4B73B-D727-43B2-95AE-4F416A17F3FF}" type="pres">
      <dgm:prSet presAssocID="{D8ECBC7F-1801-42CF-B7E1-57E386DF338C}" presName="rootConnector" presStyleLbl="node2" presStyleIdx="2" presStyleCnt="4"/>
      <dgm:spPr/>
    </dgm:pt>
    <dgm:pt modelId="{49A05322-4C98-42CC-BAF9-AB3BAF79F727}" type="pres">
      <dgm:prSet presAssocID="{D8ECBC7F-1801-42CF-B7E1-57E386DF338C}" presName="hierChild4" presStyleCnt="0"/>
      <dgm:spPr/>
    </dgm:pt>
    <dgm:pt modelId="{5A3EF5CE-509C-449E-AC74-2AEB9E1AA062}" type="pres">
      <dgm:prSet presAssocID="{D8ECBC7F-1801-42CF-B7E1-57E386DF338C}" presName="hierChild5" presStyleCnt="0"/>
      <dgm:spPr/>
    </dgm:pt>
    <dgm:pt modelId="{593F627D-257A-4BE9-B877-6AF06BBBD7FC}" type="pres">
      <dgm:prSet presAssocID="{B99864BB-12A9-4B3A-B52E-F1688A111E2D}" presName="Name37" presStyleLbl="parChTrans1D2" presStyleIdx="3" presStyleCnt="4"/>
      <dgm:spPr/>
    </dgm:pt>
    <dgm:pt modelId="{04A6F696-72A0-43AB-901D-49F8D282BD4A}" type="pres">
      <dgm:prSet presAssocID="{373291E3-631E-4083-AC6F-04C95085C64C}" presName="hierRoot2" presStyleCnt="0">
        <dgm:presLayoutVars>
          <dgm:hierBranch val="init"/>
        </dgm:presLayoutVars>
      </dgm:prSet>
      <dgm:spPr/>
    </dgm:pt>
    <dgm:pt modelId="{902C783D-FB97-42DB-BF81-6938ACECA51F}" type="pres">
      <dgm:prSet presAssocID="{373291E3-631E-4083-AC6F-04C95085C64C}" presName="rootComposite" presStyleCnt="0"/>
      <dgm:spPr/>
    </dgm:pt>
    <dgm:pt modelId="{8ECA9155-8931-4FB7-A4EB-7CCC2DB00EDF}" type="pres">
      <dgm:prSet presAssocID="{373291E3-631E-4083-AC6F-04C95085C64C}" presName="rootText" presStyleLbl="node2" presStyleIdx="3" presStyleCnt="4" custScaleX="119698">
        <dgm:presLayoutVars>
          <dgm:chPref val="3"/>
        </dgm:presLayoutVars>
      </dgm:prSet>
      <dgm:spPr/>
    </dgm:pt>
    <dgm:pt modelId="{9EEAE955-4E53-4A9F-A015-676B03A6BBBB}" type="pres">
      <dgm:prSet presAssocID="{373291E3-631E-4083-AC6F-04C95085C64C}" presName="rootConnector" presStyleLbl="node2" presStyleIdx="3" presStyleCnt="4"/>
      <dgm:spPr/>
    </dgm:pt>
    <dgm:pt modelId="{82E2173F-8A53-4931-93D3-8CA7CB1310B3}" type="pres">
      <dgm:prSet presAssocID="{373291E3-631E-4083-AC6F-04C95085C64C}" presName="hierChild4" presStyleCnt="0"/>
      <dgm:spPr/>
    </dgm:pt>
    <dgm:pt modelId="{F8092CE2-7DAC-4667-BF0D-45B86A249C98}" type="pres">
      <dgm:prSet presAssocID="{373291E3-631E-4083-AC6F-04C95085C64C}" presName="hierChild5" presStyleCnt="0"/>
      <dgm:spPr/>
    </dgm:pt>
    <dgm:pt modelId="{8D0B6E1E-5E3E-4D24-B463-BE8C0D998800}" type="pres">
      <dgm:prSet presAssocID="{3F43CEA3-58A0-4356-9105-D3EF607E631C}" presName="hierChild3" presStyleCnt="0"/>
      <dgm:spPr/>
    </dgm:pt>
  </dgm:ptLst>
  <dgm:cxnLst>
    <dgm:cxn modelId="{0694B005-A0AE-42A8-A630-C218C3376885}" type="presOf" srcId="{2CF7F77C-5F14-483A-ACCB-90DB6E59F993}" destId="{D1EC4302-260A-4FBB-8CCA-52D151652C26}" srcOrd="0" destOrd="0" presId="urn:microsoft.com/office/officeart/2005/8/layout/orgChart1"/>
    <dgm:cxn modelId="{AC768D2B-B0F8-41E2-A45B-207118A474C9}" type="presOf" srcId="{3F43CEA3-58A0-4356-9105-D3EF607E631C}" destId="{27DE3E6A-D842-49E0-889E-83F7837B2859}" srcOrd="1" destOrd="0" presId="urn:microsoft.com/office/officeart/2005/8/layout/orgChart1"/>
    <dgm:cxn modelId="{5568043F-F89F-4DBF-84F7-57FDF2E7BF78}" type="presOf" srcId="{E7B8A22A-B9F7-4EEB-AEB9-5F9FB28C529E}" destId="{52E1CFC3-5311-4224-8ECF-4E2E17BA0DB1}" srcOrd="0" destOrd="0" presId="urn:microsoft.com/office/officeart/2005/8/layout/orgChart1"/>
    <dgm:cxn modelId="{FA091560-F832-4448-B970-D3364C6980C7}" srcId="{3F43CEA3-58A0-4356-9105-D3EF607E631C}" destId="{150120A0-AD4E-4648-A986-88ABF70FC69E}" srcOrd="1" destOrd="0" parTransId="{E7676686-49CA-4B88-8FE7-D2D512A4B966}" sibTransId="{71CEA789-1A0D-4149-AC9D-99A096370677}"/>
    <dgm:cxn modelId="{49627245-A7AB-44AE-94A3-14D9E7936414}" type="presOf" srcId="{3F43CEA3-58A0-4356-9105-D3EF607E631C}" destId="{0012D0AA-7274-4261-AF2C-2D96676F80D1}" srcOrd="0" destOrd="0" presId="urn:microsoft.com/office/officeart/2005/8/layout/orgChart1"/>
    <dgm:cxn modelId="{18B20348-C5E9-4A79-9879-6D4F1D22BF63}" type="presOf" srcId="{B99864BB-12A9-4B3A-B52E-F1688A111E2D}" destId="{593F627D-257A-4BE9-B877-6AF06BBBD7FC}" srcOrd="0" destOrd="0" presId="urn:microsoft.com/office/officeart/2005/8/layout/orgChart1"/>
    <dgm:cxn modelId="{2DA6504F-DBB9-44C3-8F73-C949DF71F042}" srcId="{85520361-C1C0-4FA4-BA90-F17F2B783873}" destId="{3F43CEA3-58A0-4356-9105-D3EF607E631C}" srcOrd="0" destOrd="0" parTransId="{DB67B15D-DD1C-41E8-884A-8530826D1C74}" sibTransId="{834F6A5B-7C3E-4AC4-9B22-5C89D23D29D9}"/>
    <dgm:cxn modelId="{5AFE704F-7F3E-473C-9A01-F524E29DD9F0}" type="presOf" srcId="{E7676686-49CA-4B88-8FE7-D2D512A4B966}" destId="{FFA005E9-74A6-4E56-A394-C5D5A9689E58}" srcOrd="0" destOrd="0" presId="urn:microsoft.com/office/officeart/2005/8/layout/orgChart1"/>
    <dgm:cxn modelId="{6860F757-8676-40F3-8645-E4B85A08A3CE}" type="presOf" srcId="{E7B8A22A-B9F7-4EEB-AEB9-5F9FB28C529E}" destId="{33036E53-AEB0-464E-8158-7A1116F989C7}" srcOrd="1" destOrd="0" presId="urn:microsoft.com/office/officeart/2005/8/layout/orgChart1"/>
    <dgm:cxn modelId="{6AB66E5A-E08A-4A44-83D2-A9D05FC83D71}" type="presOf" srcId="{373291E3-631E-4083-AC6F-04C95085C64C}" destId="{8ECA9155-8931-4FB7-A4EB-7CCC2DB00EDF}" srcOrd="0" destOrd="0" presId="urn:microsoft.com/office/officeart/2005/8/layout/orgChart1"/>
    <dgm:cxn modelId="{E0733394-091A-4F81-A721-573D988A9726}" srcId="{3F43CEA3-58A0-4356-9105-D3EF607E631C}" destId="{D8ECBC7F-1801-42CF-B7E1-57E386DF338C}" srcOrd="2" destOrd="0" parTransId="{2CF7F77C-5F14-483A-ACCB-90DB6E59F993}" sibTransId="{C1463372-616F-4AAA-B6AE-CC787401EBAA}"/>
    <dgm:cxn modelId="{6E3BDFA2-519B-4323-ACD5-81441EF920B6}" srcId="{3F43CEA3-58A0-4356-9105-D3EF607E631C}" destId="{E7B8A22A-B9F7-4EEB-AEB9-5F9FB28C529E}" srcOrd="0" destOrd="0" parTransId="{FA54DB67-8E9C-460E-8E5C-725CA3472131}" sibTransId="{B2BE0624-0DE8-4268-A1A3-D7B1929A4DBD}"/>
    <dgm:cxn modelId="{8B8CA5AB-A3D4-475D-9FC1-DD73908A6AAF}" type="presOf" srcId="{150120A0-AD4E-4648-A986-88ABF70FC69E}" destId="{9CD2C782-53B4-4EA2-B2A8-0B8E521D00DD}" srcOrd="0" destOrd="0" presId="urn:microsoft.com/office/officeart/2005/8/layout/orgChart1"/>
    <dgm:cxn modelId="{F45523AE-1634-44CC-AEAB-E01F0BD821CD}" type="presOf" srcId="{D8ECBC7F-1801-42CF-B7E1-57E386DF338C}" destId="{682017A8-6FD4-4C3C-87EE-35735AE0B9EA}" srcOrd="0" destOrd="0" presId="urn:microsoft.com/office/officeart/2005/8/layout/orgChart1"/>
    <dgm:cxn modelId="{B18CE6B6-4CA7-4CBC-B189-BD1E2DD5F5C5}" type="presOf" srcId="{FA54DB67-8E9C-460E-8E5C-725CA3472131}" destId="{BFE7A468-3EEE-4875-9C9C-7AD45A38D774}" srcOrd="0" destOrd="0" presId="urn:microsoft.com/office/officeart/2005/8/layout/orgChart1"/>
    <dgm:cxn modelId="{BAD62FC8-B026-4121-9AF9-DE64D157597F}" type="presOf" srcId="{85520361-C1C0-4FA4-BA90-F17F2B783873}" destId="{C19A9B6A-7C50-480F-B3F9-6A908D89AE8C}" srcOrd="0" destOrd="0" presId="urn:microsoft.com/office/officeart/2005/8/layout/orgChart1"/>
    <dgm:cxn modelId="{20AC28D6-0969-497A-B704-D02A4D724278}" type="presOf" srcId="{150120A0-AD4E-4648-A986-88ABF70FC69E}" destId="{38544857-B935-4043-891A-1E7FD05CF79A}" srcOrd="1" destOrd="0" presId="urn:microsoft.com/office/officeart/2005/8/layout/orgChart1"/>
    <dgm:cxn modelId="{9F617DE7-4FD6-49D8-A7E5-E05E7BE2A4F7}" type="presOf" srcId="{373291E3-631E-4083-AC6F-04C95085C64C}" destId="{9EEAE955-4E53-4A9F-A015-676B03A6BBBB}" srcOrd="1" destOrd="0" presId="urn:microsoft.com/office/officeart/2005/8/layout/orgChart1"/>
    <dgm:cxn modelId="{F8262DFC-02CF-4A5B-8B56-D67004F46A29}" srcId="{3F43CEA3-58A0-4356-9105-D3EF607E631C}" destId="{373291E3-631E-4083-AC6F-04C95085C64C}" srcOrd="3" destOrd="0" parTransId="{B99864BB-12A9-4B3A-B52E-F1688A111E2D}" sibTransId="{20619999-1135-406E-B200-6FAC58C55849}"/>
    <dgm:cxn modelId="{EFFBF1FE-8630-468D-AEA8-BCA6E57D11A7}" type="presOf" srcId="{D8ECBC7F-1801-42CF-B7E1-57E386DF338C}" destId="{55A4B73B-D727-43B2-95AE-4F416A17F3FF}" srcOrd="1" destOrd="0" presId="urn:microsoft.com/office/officeart/2005/8/layout/orgChart1"/>
    <dgm:cxn modelId="{1671D4EC-5E53-44AF-9549-0F5441870659}" type="presParOf" srcId="{C19A9B6A-7C50-480F-B3F9-6A908D89AE8C}" destId="{2E088823-2B3A-4C0F-AC44-582F13B1541A}" srcOrd="0" destOrd="0" presId="urn:microsoft.com/office/officeart/2005/8/layout/orgChart1"/>
    <dgm:cxn modelId="{BEFE3658-02E1-43BE-9D81-A5E7315F3434}" type="presParOf" srcId="{2E088823-2B3A-4C0F-AC44-582F13B1541A}" destId="{F6BD02D9-EC45-4D7C-B14D-816EA2A0E41B}" srcOrd="0" destOrd="0" presId="urn:microsoft.com/office/officeart/2005/8/layout/orgChart1"/>
    <dgm:cxn modelId="{1D4E8093-7911-4BA5-8BA4-EAAD87280560}" type="presParOf" srcId="{F6BD02D9-EC45-4D7C-B14D-816EA2A0E41B}" destId="{0012D0AA-7274-4261-AF2C-2D96676F80D1}" srcOrd="0" destOrd="0" presId="urn:microsoft.com/office/officeart/2005/8/layout/orgChart1"/>
    <dgm:cxn modelId="{8EF06B8A-17FA-4A9A-8DEC-D76185CDC7C5}" type="presParOf" srcId="{F6BD02D9-EC45-4D7C-B14D-816EA2A0E41B}" destId="{27DE3E6A-D842-49E0-889E-83F7837B2859}" srcOrd="1" destOrd="0" presId="urn:microsoft.com/office/officeart/2005/8/layout/orgChart1"/>
    <dgm:cxn modelId="{48260718-A7A3-450E-AF15-D57C595AF2C1}" type="presParOf" srcId="{2E088823-2B3A-4C0F-AC44-582F13B1541A}" destId="{C0567B41-1E5A-4EC0-9F1A-50F8D1CE1BBB}" srcOrd="1" destOrd="0" presId="urn:microsoft.com/office/officeart/2005/8/layout/orgChart1"/>
    <dgm:cxn modelId="{DD6B2872-AE5F-4436-AE56-82E0D917B14F}" type="presParOf" srcId="{C0567B41-1E5A-4EC0-9F1A-50F8D1CE1BBB}" destId="{BFE7A468-3EEE-4875-9C9C-7AD45A38D774}" srcOrd="0" destOrd="0" presId="urn:microsoft.com/office/officeart/2005/8/layout/orgChart1"/>
    <dgm:cxn modelId="{F18ED9B5-FEBF-4C18-B552-2D0F61A34664}" type="presParOf" srcId="{C0567B41-1E5A-4EC0-9F1A-50F8D1CE1BBB}" destId="{C90FD653-83C2-4844-8F16-5D38303F9332}" srcOrd="1" destOrd="0" presId="urn:microsoft.com/office/officeart/2005/8/layout/orgChart1"/>
    <dgm:cxn modelId="{DC348493-48F8-43E2-91E9-2873F0A670D6}" type="presParOf" srcId="{C90FD653-83C2-4844-8F16-5D38303F9332}" destId="{FB2D7975-A82B-44A4-950F-64B1AB6F86BC}" srcOrd="0" destOrd="0" presId="urn:microsoft.com/office/officeart/2005/8/layout/orgChart1"/>
    <dgm:cxn modelId="{826D2F60-CD3A-4F98-BC5B-891CBD6F6CF9}" type="presParOf" srcId="{FB2D7975-A82B-44A4-950F-64B1AB6F86BC}" destId="{52E1CFC3-5311-4224-8ECF-4E2E17BA0DB1}" srcOrd="0" destOrd="0" presId="urn:microsoft.com/office/officeart/2005/8/layout/orgChart1"/>
    <dgm:cxn modelId="{3630C7B9-30BE-40B8-B4AB-C080633EB58E}" type="presParOf" srcId="{FB2D7975-A82B-44A4-950F-64B1AB6F86BC}" destId="{33036E53-AEB0-464E-8158-7A1116F989C7}" srcOrd="1" destOrd="0" presId="urn:microsoft.com/office/officeart/2005/8/layout/orgChart1"/>
    <dgm:cxn modelId="{DCE3780F-C521-4561-9F80-F5DCA4D4A58C}" type="presParOf" srcId="{C90FD653-83C2-4844-8F16-5D38303F9332}" destId="{A088D14A-CBF4-4C13-96BF-A43F9773A352}" srcOrd="1" destOrd="0" presId="urn:microsoft.com/office/officeart/2005/8/layout/orgChart1"/>
    <dgm:cxn modelId="{F511016D-DA66-48DD-8C4A-5DC8B687A336}" type="presParOf" srcId="{C90FD653-83C2-4844-8F16-5D38303F9332}" destId="{4F7E92CA-5835-43FA-ABBD-A923B317B185}" srcOrd="2" destOrd="0" presId="urn:microsoft.com/office/officeart/2005/8/layout/orgChart1"/>
    <dgm:cxn modelId="{A8835A70-6457-4992-880C-02008F59D17B}" type="presParOf" srcId="{C0567B41-1E5A-4EC0-9F1A-50F8D1CE1BBB}" destId="{FFA005E9-74A6-4E56-A394-C5D5A9689E58}" srcOrd="2" destOrd="0" presId="urn:microsoft.com/office/officeart/2005/8/layout/orgChart1"/>
    <dgm:cxn modelId="{62596D6F-04FB-4DCF-B55C-E509754F3940}" type="presParOf" srcId="{C0567B41-1E5A-4EC0-9F1A-50F8D1CE1BBB}" destId="{6C35C220-B924-4E7A-A341-D8C00C87A723}" srcOrd="3" destOrd="0" presId="urn:microsoft.com/office/officeart/2005/8/layout/orgChart1"/>
    <dgm:cxn modelId="{6ABFA2C9-E606-4883-9D4E-AEAD3FF9550F}" type="presParOf" srcId="{6C35C220-B924-4E7A-A341-D8C00C87A723}" destId="{4AF9A727-5EF6-4E2F-8FBC-898A4C874BB2}" srcOrd="0" destOrd="0" presId="urn:microsoft.com/office/officeart/2005/8/layout/orgChart1"/>
    <dgm:cxn modelId="{836C6329-9292-4B72-A6C8-2B704C3DC80B}" type="presParOf" srcId="{4AF9A727-5EF6-4E2F-8FBC-898A4C874BB2}" destId="{9CD2C782-53B4-4EA2-B2A8-0B8E521D00DD}" srcOrd="0" destOrd="0" presId="urn:microsoft.com/office/officeart/2005/8/layout/orgChart1"/>
    <dgm:cxn modelId="{7A9B0B74-3ED4-4A13-8481-F94A97ACEDF5}" type="presParOf" srcId="{4AF9A727-5EF6-4E2F-8FBC-898A4C874BB2}" destId="{38544857-B935-4043-891A-1E7FD05CF79A}" srcOrd="1" destOrd="0" presId="urn:microsoft.com/office/officeart/2005/8/layout/orgChart1"/>
    <dgm:cxn modelId="{93E7DF0B-ED50-4488-A5CD-5A61AE0D42F7}" type="presParOf" srcId="{6C35C220-B924-4E7A-A341-D8C00C87A723}" destId="{786866C0-873D-4A7B-9FD7-0D012730AC29}" srcOrd="1" destOrd="0" presId="urn:microsoft.com/office/officeart/2005/8/layout/orgChart1"/>
    <dgm:cxn modelId="{B5F43F46-B62C-43A1-920E-5CCDE1CEDD79}" type="presParOf" srcId="{6C35C220-B924-4E7A-A341-D8C00C87A723}" destId="{8CEC2AC9-69D4-4059-A956-B12BB1C78F6F}" srcOrd="2" destOrd="0" presId="urn:microsoft.com/office/officeart/2005/8/layout/orgChart1"/>
    <dgm:cxn modelId="{36FD50B4-10F7-44B2-831C-BDD9ABF584AE}" type="presParOf" srcId="{C0567B41-1E5A-4EC0-9F1A-50F8D1CE1BBB}" destId="{D1EC4302-260A-4FBB-8CCA-52D151652C26}" srcOrd="4" destOrd="0" presId="urn:microsoft.com/office/officeart/2005/8/layout/orgChart1"/>
    <dgm:cxn modelId="{81B4A58B-5C81-4437-82A8-2394F33B367E}" type="presParOf" srcId="{C0567B41-1E5A-4EC0-9F1A-50F8D1CE1BBB}" destId="{6FB43E17-0788-4DA3-882F-980BCC6FD555}" srcOrd="5" destOrd="0" presId="urn:microsoft.com/office/officeart/2005/8/layout/orgChart1"/>
    <dgm:cxn modelId="{EF30C1CB-F205-4940-9955-19E84BEB2F96}" type="presParOf" srcId="{6FB43E17-0788-4DA3-882F-980BCC6FD555}" destId="{0FF32510-2D6E-425E-8DB5-99D34CC52F29}" srcOrd="0" destOrd="0" presId="urn:microsoft.com/office/officeart/2005/8/layout/orgChart1"/>
    <dgm:cxn modelId="{C55C7ABC-7165-4F8A-A554-854F0E095E2E}" type="presParOf" srcId="{0FF32510-2D6E-425E-8DB5-99D34CC52F29}" destId="{682017A8-6FD4-4C3C-87EE-35735AE0B9EA}" srcOrd="0" destOrd="0" presId="urn:microsoft.com/office/officeart/2005/8/layout/orgChart1"/>
    <dgm:cxn modelId="{53EB04E8-5F05-4660-A58F-61556F31A780}" type="presParOf" srcId="{0FF32510-2D6E-425E-8DB5-99D34CC52F29}" destId="{55A4B73B-D727-43B2-95AE-4F416A17F3FF}" srcOrd="1" destOrd="0" presId="urn:microsoft.com/office/officeart/2005/8/layout/orgChart1"/>
    <dgm:cxn modelId="{A5D92632-FF5A-4154-9B58-FDBCAC6F1BED}" type="presParOf" srcId="{6FB43E17-0788-4DA3-882F-980BCC6FD555}" destId="{49A05322-4C98-42CC-BAF9-AB3BAF79F727}" srcOrd="1" destOrd="0" presId="urn:microsoft.com/office/officeart/2005/8/layout/orgChart1"/>
    <dgm:cxn modelId="{DDC9F403-C5B7-4617-9FA2-084A3DF63E51}" type="presParOf" srcId="{6FB43E17-0788-4DA3-882F-980BCC6FD555}" destId="{5A3EF5CE-509C-449E-AC74-2AEB9E1AA062}" srcOrd="2" destOrd="0" presId="urn:microsoft.com/office/officeart/2005/8/layout/orgChart1"/>
    <dgm:cxn modelId="{A7A2E065-06C5-4D80-A88C-3942CED71E66}" type="presParOf" srcId="{C0567B41-1E5A-4EC0-9F1A-50F8D1CE1BBB}" destId="{593F627D-257A-4BE9-B877-6AF06BBBD7FC}" srcOrd="6" destOrd="0" presId="urn:microsoft.com/office/officeart/2005/8/layout/orgChart1"/>
    <dgm:cxn modelId="{94CA9EFB-492B-4E89-825A-263CC35E5F1D}" type="presParOf" srcId="{C0567B41-1E5A-4EC0-9F1A-50F8D1CE1BBB}" destId="{04A6F696-72A0-43AB-901D-49F8D282BD4A}" srcOrd="7" destOrd="0" presId="urn:microsoft.com/office/officeart/2005/8/layout/orgChart1"/>
    <dgm:cxn modelId="{4E1E9182-7251-4785-835D-2E996F53B47E}" type="presParOf" srcId="{04A6F696-72A0-43AB-901D-49F8D282BD4A}" destId="{902C783D-FB97-42DB-BF81-6938ACECA51F}" srcOrd="0" destOrd="0" presId="urn:microsoft.com/office/officeart/2005/8/layout/orgChart1"/>
    <dgm:cxn modelId="{02C5C6E4-CB71-4109-AAE2-B0B4150C74D3}" type="presParOf" srcId="{902C783D-FB97-42DB-BF81-6938ACECA51F}" destId="{8ECA9155-8931-4FB7-A4EB-7CCC2DB00EDF}" srcOrd="0" destOrd="0" presId="urn:microsoft.com/office/officeart/2005/8/layout/orgChart1"/>
    <dgm:cxn modelId="{7D1BE23E-893D-438F-B147-5A1A6D44D1FE}" type="presParOf" srcId="{902C783D-FB97-42DB-BF81-6938ACECA51F}" destId="{9EEAE955-4E53-4A9F-A015-676B03A6BBBB}" srcOrd="1" destOrd="0" presId="urn:microsoft.com/office/officeart/2005/8/layout/orgChart1"/>
    <dgm:cxn modelId="{29C659DF-92A4-4A65-B85C-FFCBA3FB92A6}" type="presParOf" srcId="{04A6F696-72A0-43AB-901D-49F8D282BD4A}" destId="{82E2173F-8A53-4931-93D3-8CA7CB1310B3}" srcOrd="1" destOrd="0" presId="urn:microsoft.com/office/officeart/2005/8/layout/orgChart1"/>
    <dgm:cxn modelId="{62F02B9F-0390-48B3-ABCC-B5E18815DE77}" type="presParOf" srcId="{04A6F696-72A0-43AB-901D-49F8D282BD4A}" destId="{F8092CE2-7DAC-4667-BF0D-45B86A249C98}" srcOrd="2" destOrd="0" presId="urn:microsoft.com/office/officeart/2005/8/layout/orgChart1"/>
    <dgm:cxn modelId="{92D2ADC0-0381-4222-81AE-AD98D37FC35F}" type="presParOf" srcId="{2E088823-2B3A-4C0F-AC44-582F13B1541A}" destId="{8D0B6E1E-5E3E-4D24-B463-BE8C0D998800}"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65E929-BB1B-4E63-8AF0-24A5C3976901}">
      <dsp:nvSpPr>
        <dsp:cNvPr id="0" name=""/>
        <dsp:cNvSpPr/>
      </dsp:nvSpPr>
      <dsp:spPr>
        <a:xfrm>
          <a:off x="0" y="41492"/>
          <a:ext cx="9982200" cy="1216800"/>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rtl="0">
            <a:lnSpc>
              <a:spcPct val="90000"/>
            </a:lnSpc>
            <a:spcBef>
              <a:spcPct val="0"/>
            </a:spcBef>
            <a:spcAft>
              <a:spcPct val="35000"/>
            </a:spcAft>
            <a:buNone/>
          </a:pPr>
          <a:r>
            <a:rPr lang="en-US" sz="2500" kern="1200" dirty="0"/>
            <a:t>Running simultaneously on the same computer </a:t>
          </a:r>
          <a:endParaRPr lang="x-none" sz="2500" kern="1200" dirty="0"/>
        </a:p>
      </dsp:txBody>
      <dsp:txXfrm>
        <a:off x="59399" y="100891"/>
        <a:ext cx="9863402" cy="1098002"/>
      </dsp:txXfrm>
    </dsp:sp>
    <dsp:sp modelId="{C39F9BC5-9407-4F85-9C9D-2336DF60681B}">
      <dsp:nvSpPr>
        <dsp:cNvPr id="0" name=""/>
        <dsp:cNvSpPr/>
      </dsp:nvSpPr>
      <dsp:spPr>
        <a:xfrm>
          <a:off x="0" y="1445493"/>
          <a:ext cx="9982200" cy="1216800"/>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rtl="0">
            <a:lnSpc>
              <a:spcPct val="90000"/>
            </a:lnSpc>
            <a:spcBef>
              <a:spcPct val="0"/>
            </a:spcBef>
            <a:spcAft>
              <a:spcPct val="35000"/>
            </a:spcAft>
            <a:buNone/>
          </a:pPr>
          <a:r>
            <a:rPr lang="en-US" sz="2500" kern="1200" dirty="0"/>
            <a:t>Running on different computers connected through internet thousands of miles apart</a:t>
          </a:r>
          <a:endParaRPr lang="x-none" sz="2500" kern="1200" dirty="0"/>
        </a:p>
      </dsp:txBody>
      <dsp:txXfrm>
        <a:off x="59399" y="1504892"/>
        <a:ext cx="9863402" cy="10980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570FE7-D8E7-4EFE-8CC5-C04B141C8BA5}">
      <dsp:nvSpPr>
        <dsp:cNvPr id="0" name=""/>
        <dsp:cNvSpPr/>
      </dsp:nvSpPr>
      <dsp:spPr>
        <a:xfrm>
          <a:off x="5184889" y="2851563"/>
          <a:ext cx="353149" cy="1082990"/>
        </a:xfrm>
        <a:custGeom>
          <a:avLst/>
          <a:gdLst/>
          <a:ahLst/>
          <a:cxnLst/>
          <a:rect l="0" t="0" r="0" b="0"/>
          <a:pathLst>
            <a:path>
              <a:moveTo>
                <a:pt x="0" y="0"/>
              </a:moveTo>
              <a:lnTo>
                <a:pt x="0" y="1082990"/>
              </a:lnTo>
              <a:lnTo>
                <a:pt x="353149" y="1082990"/>
              </a:lnTo>
            </a:path>
          </a:pathLst>
        </a:custGeom>
        <a:noFill/>
        <a:ln w="48000" cap="flat" cmpd="thickThin"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463E37-C182-4A19-A88B-53006F0C065F}">
      <dsp:nvSpPr>
        <dsp:cNvPr id="0" name=""/>
        <dsp:cNvSpPr/>
      </dsp:nvSpPr>
      <dsp:spPr>
        <a:xfrm>
          <a:off x="4702251" y="1179990"/>
          <a:ext cx="1424368" cy="494408"/>
        </a:xfrm>
        <a:custGeom>
          <a:avLst/>
          <a:gdLst/>
          <a:ahLst/>
          <a:cxnLst/>
          <a:rect l="0" t="0" r="0" b="0"/>
          <a:pathLst>
            <a:path>
              <a:moveTo>
                <a:pt x="0" y="0"/>
              </a:moveTo>
              <a:lnTo>
                <a:pt x="0" y="247204"/>
              </a:lnTo>
              <a:lnTo>
                <a:pt x="1424368" y="247204"/>
              </a:lnTo>
              <a:lnTo>
                <a:pt x="1424368" y="494408"/>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3777F4C-DFD8-46CB-A744-05D646BBE078}">
      <dsp:nvSpPr>
        <dsp:cNvPr id="0" name=""/>
        <dsp:cNvSpPr/>
      </dsp:nvSpPr>
      <dsp:spPr>
        <a:xfrm>
          <a:off x="2336152" y="2851563"/>
          <a:ext cx="353149" cy="1082990"/>
        </a:xfrm>
        <a:custGeom>
          <a:avLst/>
          <a:gdLst/>
          <a:ahLst/>
          <a:cxnLst/>
          <a:rect l="0" t="0" r="0" b="0"/>
          <a:pathLst>
            <a:path>
              <a:moveTo>
                <a:pt x="0" y="0"/>
              </a:moveTo>
              <a:lnTo>
                <a:pt x="0" y="1082990"/>
              </a:lnTo>
              <a:lnTo>
                <a:pt x="353149" y="1082990"/>
              </a:lnTo>
            </a:path>
          </a:pathLst>
        </a:custGeom>
        <a:noFill/>
        <a:ln w="48000" cap="flat" cmpd="thickThin"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393D0FF-3C58-4DC8-9804-589ABAE8DECB}">
      <dsp:nvSpPr>
        <dsp:cNvPr id="0" name=""/>
        <dsp:cNvSpPr/>
      </dsp:nvSpPr>
      <dsp:spPr>
        <a:xfrm>
          <a:off x="3277883" y="1179990"/>
          <a:ext cx="1424368" cy="494408"/>
        </a:xfrm>
        <a:custGeom>
          <a:avLst/>
          <a:gdLst/>
          <a:ahLst/>
          <a:cxnLst/>
          <a:rect l="0" t="0" r="0" b="0"/>
          <a:pathLst>
            <a:path>
              <a:moveTo>
                <a:pt x="1424368" y="0"/>
              </a:moveTo>
              <a:lnTo>
                <a:pt x="1424368" y="247204"/>
              </a:lnTo>
              <a:lnTo>
                <a:pt x="0" y="247204"/>
              </a:lnTo>
              <a:lnTo>
                <a:pt x="0" y="494408"/>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7654D61-F2B0-41D5-B1F0-347AAC41CE42}">
      <dsp:nvSpPr>
        <dsp:cNvPr id="0" name=""/>
        <dsp:cNvSpPr/>
      </dsp:nvSpPr>
      <dsp:spPr>
        <a:xfrm>
          <a:off x="3525087" y="2826"/>
          <a:ext cx="2354328" cy="1177164"/>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rtl="0">
            <a:lnSpc>
              <a:spcPct val="90000"/>
            </a:lnSpc>
            <a:spcBef>
              <a:spcPct val="0"/>
            </a:spcBef>
            <a:spcAft>
              <a:spcPct val="35000"/>
            </a:spcAft>
            <a:buNone/>
          </a:pPr>
          <a:r>
            <a:rPr lang="en-US" sz="2500" b="1" kern="1200"/>
            <a:t>Levels of Compatibility </a:t>
          </a:r>
          <a:endParaRPr lang="x-none" sz="2500" kern="1200"/>
        </a:p>
      </dsp:txBody>
      <dsp:txXfrm>
        <a:off x="3525087" y="2826"/>
        <a:ext cx="2354328" cy="1177164"/>
      </dsp:txXfrm>
    </dsp:sp>
    <dsp:sp modelId="{6ACFCD2B-DAB5-4E8A-A49B-5FDFDF4ECA91}">
      <dsp:nvSpPr>
        <dsp:cNvPr id="0" name=""/>
        <dsp:cNvSpPr/>
      </dsp:nvSpPr>
      <dsp:spPr>
        <a:xfrm>
          <a:off x="2100719" y="1674399"/>
          <a:ext cx="2354328" cy="1177164"/>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rtl="0">
            <a:lnSpc>
              <a:spcPct val="90000"/>
            </a:lnSpc>
            <a:spcBef>
              <a:spcPct val="0"/>
            </a:spcBef>
            <a:spcAft>
              <a:spcPct val="35000"/>
            </a:spcAft>
            <a:buNone/>
          </a:pPr>
          <a:r>
            <a:rPr lang="en-US" sz="2500" b="1" kern="1200" dirty="0"/>
            <a:t>No Compatibility Considerations</a:t>
          </a:r>
          <a:endParaRPr lang="x-none" sz="2500" kern="1200" dirty="0"/>
        </a:p>
      </dsp:txBody>
      <dsp:txXfrm>
        <a:off x="2100719" y="1674399"/>
        <a:ext cx="2354328" cy="1177164"/>
      </dsp:txXfrm>
    </dsp:sp>
    <dsp:sp modelId="{26991850-4058-4478-9D2A-DEB122E5C8BB}">
      <dsp:nvSpPr>
        <dsp:cNvPr id="0" name=""/>
        <dsp:cNvSpPr/>
      </dsp:nvSpPr>
      <dsp:spPr>
        <a:xfrm>
          <a:off x="2689301" y="3345972"/>
          <a:ext cx="2354328" cy="1177164"/>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rtl="0">
            <a:lnSpc>
              <a:spcPct val="90000"/>
            </a:lnSpc>
            <a:spcBef>
              <a:spcPct val="0"/>
            </a:spcBef>
            <a:spcAft>
              <a:spcPct val="35000"/>
            </a:spcAft>
            <a:buNone/>
          </a:pPr>
          <a:r>
            <a:rPr lang="en-GB" sz="2500" kern="1200" dirty="0"/>
            <a:t>Example: Software for Medical Device</a:t>
          </a:r>
          <a:endParaRPr lang="x-none" sz="2500" kern="1200" dirty="0"/>
        </a:p>
      </dsp:txBody>
      <dsp:txXfrm>
        <a:off x="2689301" y="3345972"/>
        <a:ext cx="2354328" cy="1177164"/>
      </dsp:txXfrm>
    </dsp:sp>
    <dsp:sp modelId="{2AEEB4A6-EA15-453B-B19F-D297DFEC2239}">
      <dsp:nvSpPr>
        <dsp:cNvPr id="0" name=""/>
        <dsp:cNvSpPr/>
      </dsp:nvSpPr>
      <dsp:spPr>
        <a:xfrm>
          <a:off x="4949456" y="1674399"/>
          <a:ext cx="2354328" cy="1177164"/>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rtl="0">
            <a:lnSpc>
              <a:spcPct val="90000"/>
            </a:lnSpc>
            <a:spcBef>
              <a:spcPct val="0"/>
            </a:spcBef>
            <a:spcAft>
              <a:spcPct val="35000"/>
            </a:spcAft>
            <a:buNone/>
          </a:pPr>
          <a:r>
            <a:rPr lang="en-US" sz="2500" b="1" kern="1200" dirty="0"/>
            <a:t>Multitude of Compatibility Considerations</a:t>
          </a:r>
          <a:endParaRPr lang="x-none" sz="2500" kern="1200" dirty="0"/>
        </a:p>
      </dsp:txBody>
      <dsp:txXfrm>
        <a:off x="4949456" y="1674399"/>
        <a:ext cx="2354328" cy="1177164"/>
      </dsp:txXfrm>
    </dsp:sp>
    <dsp:sp modelId="{7BEDFC7F-B137-4582-B749-0F12811FB602}">
      <dsp:nvSpPr>
        <dsp:cNvPr id="0" name=""/>
        <dsp:cNvSpPr/>
      </dsp:nvSpPr>
      <dsp:spPr>
        <a:xfrm>
          <a:off x="5538038" y="3345972"/>
          <a:ext cx="2354328" cy="1177164"/>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rtl="0">
            <a:lnSpc>
              <a:spcPct val="90000"/>
            </a:lnSpc>
            <a:spcBef>
              <a:spcPct val="0"/>
            </a:spcBef>
            <a:spcAft>
              <a:spcPct val="35000"/>
            </a:spcAft>
            <a:buNone/>
          </a:pPr>
          <a:r>
            <a:rPr lang="en-US" sz="2500" kern="1200" dirty="0"/>
            <a:t>Example: Word Processor </a:t>
          </a:r>
          <a:endParaRPr lang="x-none" sz="2500" kern="1200" dirty="0"/>
        </a:p>
      </dsp:txBody>
      <dsp:txXfrm>
        <a:off x="5538038" y="3345972"/>
        <a:ext cx="2354328" cy="11771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636C84-D530-4983-A5F6-CD86315E28BE}">
      <dsp:nvSpPr>
        <dsp:cNvPr id="0" name=""/>
        <dsp:cNvSpPr/>
      </dsp:nvSpPr>
      <dsp:spPr>
        <a:xfrm>
          <a:off x="0" y="16507"/>
          <a:ext cx="10251340" cy="1010880"/>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t>What </a:t>
          </a:r>
          <a:r>
            <a:rPr lang="en-US" sz="2000" b="1" kern="1200" dirty="0"/>
            <a:t>other platforms </a:t>
          </a:r>
          <a:r>
            <a:rPr lang="en-US" sz="2000" kern="1200" dirty="0"/>
            <a:t>(operating system, Web browser etc.) and </a:t>
          </a:r>
          <a:r>
            <a:rPr lang="en-US" sz="2000" b="1" kern="1200" dirty="0"/>
            <a:t>other application software </a:t>
          </a:r>
          <a:r>
            <a:rPr lang="en-US" sz="2000" kern="1200" dirty="0"/>
            <a:t>is your software designed to be compatible with?</a:t>
          </a:r>
          <a:endParaRPr lang="x-none" sz="2000" kern="1200" dirty="0"/>
        </a:p>
      </dsp:txBody>
      <dsp:txXfrm>
        <a:off x="49347" y="65854"/>
        <a:ext cx="10152646" cy="912186"/>
      </dsp:txXfrm>
    </dsp:sp>
    <dsp:sp modelId="{5E662EE0-D065-43E8-A072-C42E7BA0BDF7}">
      <dsp:nvSpPr>
        <dsp:cNvPr id="0" name=""/>
        <dsp:cNvSpPr/>
      </dsp:nvSpPr>
      <dsp:spPr>
        <a:xfrm>
          <a:off x="0" y="1182908"/>
          <a:ext cx="10251340" cy="1010880"/>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t>If the software you are testing is a platform, what </a:t>
          </a:r>
          <a:r>
            <a:rPr lang="en-US" sz="2000" b="1" kern="1200" dirty="0"/>
            <a:t>applications </a:t>
          </a:r>
          <a:r>
            <a:rPr lang="en-US" sz="2000" kern="1200" dirty="0"/>
            <a:t>are designed to run under it?</a:t>
          </a:r>
          <a:endParaRPr lang="x-none" sz="2000" kern="1200" dirty="0"/>
        </a:p>
      </dsp:txBody>
      <dsp:txXfrm>
        <a:off x="49347" y="1232255"/>
        <a:ext cx="10152646" cy="912186"/>
      </dsp:txXfrm>
    </dsp:sp>
    <dsp:sp modelId="{BC82DF68-0A87-4BF6-A022-A329081A5457}">
      <dsp:nvSpPr>
        <dsp:cNvPr id="0" name=""/>
        <dsp:cNvSpPr/>
      </dsp:nvSpPr>
      <dsp:spPr>
        <a:xfrm>
          <a:off x="0" y="2349308"/>
          <a:ext cx="10251340" cy="1010880"/>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t>What </a:t>
          </a:r>
          <a:r>
            <a:rPr lang="en-US" sz="2000" b="1" kern="1200" dirty="0"/>
            <a:t>compatibility standards or guidelines </a:t>
          </a:r>
          <a:r>
            <a:rPr lang="en-US" sz="2000" kern="1200" dirty="0"/>
            <a:t>should be followed that define how your software interact with other software?</a:t>
          </a:r>
          <a:endParaRPr lang="x-none" sz="2000" kern="1200" dirty="0"/>
        </a:p>
      </dsp:txBody>
      <dsp:txXfrm>
        <a:off x="49347" y="2398655"/>
        <a:ext cx="10152646" cy="912186"/>
      </dsp:txXfrm>
    </dsp:sp>
    <dsp:sp modelId="{BF45DAE1-058F-4BFF-81E0-DC06F2F0BABB}">
      <dsp:nvSpPr>
        <dsp:cNvPr id="0" name=""/>
        <dsp:cNvSpPr/>
      </dsp:nvSpPr>
      <dsp:spPr>
        <a:xfrm>
          <a:off x="0" y="3515708"/>
          <a:ext cx="10251340" cy="1010880"/>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t>What </a:t>
          </a:r>
          <a:r>
            <a:rPr lang="en-US" sz="2000" b="1" kern="1200" dirty="0"/>
            <a:t>types of data </a:t>
          </a:r>
          <a:r>
            <a:rPr lang="en-US" sz="2000" kern="1200" dirty="0"/>
            <a:t>will your software use to interact and share information with other platforms and software?</a:t>
          </a:r>
          <a:endParaRPr lang="x-none" sz="2000" kern="1200" dirty="0"/>
        </a:p>
      </dsp:txBody>
      <dsp:txXfrm>
        <a:off x="49347" y="3565055"/>
        <a:ext cx="10152646" cy="9121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29A0AA-5081-417F-A7FC-91ED405C157A}">
      <dsp:nvSpPr>
        <dsp:cNvPr id="0" name=""/>
        <dsp:cNvSpPr/>
      </dsp:nvSpPr>
      <dsp:spPr>
        <a:xfrm>
          <a:off x="4893130" y="2752826"/>
          <a:ext cx="3233004" cy="512872"/>
        </a:xfrm>
        <a:custGeom>
          <a:avLst/>
          <a:gdLst/>
          <a:ahLst/>
          <a:cxnLst/>
          <a:rect l="0" t="0" r="0" b="0"/>
          <a:pathLst>
            <a:path>
              <a:moveTo>
                <a:pt x="0" y="0"/>
              </a:moveTo>
              <a:lnTo>
                <a:pt x="0" y="349507"/>
              </a:lnTo>
              <a:lnTo>
                <a:pt x="3233004" y="349507"/>
              </a:lnTo>
              <a:lnTo>
                <a:pt x="3233004" y="512872"/>
              </a:lnTo>
            </a:path>
          </a:pathLst>
        </a:custGeom>
        <a:noFill/>
        <a:ln w="48000" cap="flat" cmpd="thickThin"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4B4857C-201A-4B6F-A008-2415D2712536}">
      <dsp:nvSpPr>
        <dsp:cNvPr id="0" name=""/>
        <dsp:cNvSpPr/>
      </dsp:nvSpPr>
      <dsp:spPr>
        <a:xfrm>
          <a:off x="4893130" y="2752826"/>
          <a:ext cx="1077668" cy="512872"/>
        </a:xfrm>
        <a:custGeom>
          <a:avLst/>
          <a:gdLst/>
          <a:ahLst/>
          <a:cxnLst/>
          <a:rect l="0" t="0" r="0" b="0"/>
          <a:pathLst>
            <a:path>
              <a:moveTo>
                <a:pt x="0" y="0"/>
              </a:moveTo>
              <a:lnTo>
                <a:pt x="0" y="349507"/>
              </a:lnTo>
              <a:lnTo>
                <a:pt x="1077668" y="349507"/>
              </a:lnTo>
              <a:lnTo>
                <a:pt x="1077668" y="512872"/>
              </a:lnTo>
            </a:path>
          </a:pathLst>
        </a:custGeom>
        <a:noFill/>
        <a:ln w="48000" cap="flat" cmpd="thickThin"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30B56E-CA16-44D7-8473-56091EB23598}">
      <dsp:nvSpPr>
        <dsp:cNvPr id="0" name=""/>
        <dsp:cNvSpPr/>
      </dsp:nvSpPr>
      <dsp:spPr>
        <a:xfrm>
          <a:off x="3815461" y="2752826"/>
          <a:ext cx="1077668" cy="512872"/>
        </a:xfrm>
        <a:custGeom>
          <a:avLst/>
          <a:gdLst/>
          <a:ahLst/>
          <a:cxnLst/>
          <a:rect l="0" t="0" r="0" b="0"/>
          <a:pathLst>
            <a:path>
              <a:moveTo>
                <a:pt x="1077668" y="0"/>
              </a:moveTo>
              <a:lnTo>
                <a:pt x="1077668" y="349507"/>
              </a:lnTo>
              <a:lnTo>
                <a:pt x="0" y="349507"/>
              </a:lnTo>
              <a:lnTo>
                <a:pt x="0" y="512872"/>
              </a:lnTo>
            </a:path>
          </a:pathLst>
        </a:custGeom>
        <a:noFill/>
        <a:ln w="48000" cap="flat" cmpd="thickThin"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F4FFC6-31D4-4E78-832E-688509BA5002}">
      <dsp:nvSpPr>
        <dsp:cNvPr id="0" name=""/>
        <dsp:cNvSpPr/>
      </dsp:nvSpPr>
      <dsp:spPr>
        <a:xfrm>
          <a:off x="1660125" y="2752826"/>
          <a:ext cx="3233004" cy="512872"/>
        </a:xfrm>
        <a:custGeom>
          <a:avLst/>
          <a:gdLst/>
          <a:ahLst/>
          <a:cxnLst/>
          <a:rect l="0" t="0" r="0" b="0"/>
          <a:pathLst>
            <a:path>
              <a:moveTo>
                <a:pt x="3233004" y="0"/>
              </a:moveTo>
              <a:lnTo>
                <a:pt x="3233004" y="349507"/>
              </a:lnTo>
              <a:lnTo>
                <a:pt x="0" y="349507"/>
              </a:lnTo>
              <a:lnTo>
                <a:pt x="0" y="512872"/>
              </a:lnTo>
            </a:path>
          </a:pathLst>
        </a:custGeom>
        <a:noFill/>
        <a:ln w="48000" cap="flat" cmpd="thickThin"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84BCAD6-E078-4753-A7EE-66EA2151395A}">
      <dsp:nvSpPr>
        <dsp:cNvPr id="0" name=""/>
        <dsp:cNvSpPr/>
      </dsp:nvSpPr>
      <dsp:spPr>
        <a:xfrm>
          <a:off x="3815461" y="1120158"/>
          <a:ext cx="1077668" cy="512872"/>
        </a:xfrm>
        <a:custGeom>
          <a:avLst/>
          <a:gdLst/>
          <a:ahLst/>
          <a:cxnLst/>
          <a:rect l="0" t="0" r="0" b="0"/>
          <a:pathLst>
            <a:path>
              <a:moveTo>
                <a:pt x="0" y="0"/>
              </a:moveTo>
              <a:lnTo>
                <a:pt x="0" y="349507"/>
              </a:lnTo>
              <a:lnTo>
                <a:pt x="1077668" y="349507"/>
              </a:lnTo>
              <a:lnTo>
                <a:pt x="1077668" y="512872"/>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B390D4-93EE-4ACC-9331-C2BC7BC6957E}">
      <dsp:nvSpPr>
        <dsp:cNvPr id="0" name=""/>
        <dsp:cNvSpPr/>
      </dsp:nvSpPr>
      <dsp:spPr>
        <a:xfrm>
          <a:off x="2737793" y="1120158"/>
          <a:ext cx="1077668" cy="512872"/>
        </a:xfrm>
        <a:custGeom>
          <a:avLst/>
          <a:gdLst/>
          <a:ahLst/>
          <a:cxnLst/>
          <a:rect l="0" t="0" r="0" b="0"/>
          <a:pathLst>
            <a:path>
              <a:moveTo>
                <a:pt x="1077668" y="0"/>
              </a:moveTo>
              <a:lnTo>
                <a:pt x="1077668" y="349507"/>
              </a:lnTo>
              <a:lnTo>
                <a:pt x="0" y="349507"/>
              </a:lnTo>
              <a:lnTo>
                <a:pt x="0" y="512872"/>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19AA446-BB06-4AE6-98B8-94243AED54FE}">
      <dsp:nvSpPr>
        <dsp:cNvPr id="0" name=""/>
        <dsp:cNvSpPr/>
      </dsp:nvSpPr>
      <dsp:spPr>
        <a:xfrm>
          <a:off x="2933733" y="363"/>
          <a:ext cx="1763457" cy="1119795"/>
        </a:xfrm>
        <a:prstGeom prst="roundRect">
          <a:avLst>
            <a:gd name="adj" fmla="val 10000"/>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DDE3F2-D61E-4C91-A115-000D7EF99BC0}">
      <dsp:nvSpPr>
        <dsp:cNvPr id="0" name=""/>
        <dsp:cNvSpPr/>
      </dsp:nvSpPr>
      <dsp:spPr>
        <a:xfrm>
          <a:off x="3129673" y="186506"/>
          <a:ext cx="1763457" cy="1119795"/>
        </a:xfrm>
        <a:prstGeom prst="roundRect">
          <a:avLst>
            <a:gd name="adj" fmla="val 10000"/>
          </a:avLst>
        </a:prstGeom>
        <a:solidFill>
          <a:schemeClr val="lt1">
            <a:alpha val="90000"/>
            <a:hueOff val="0"/>
            <a:satOff val="0"/>
            <a:lumOff val="0"/>
            <a:alphaOff val="0"/>
          </a:schemeClr>
        </a:solidFill>
        <a:ln w="48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b="1" kern="1200" dirty="0"/>
            <a:t>Ways to Reduce the Testing Effort</a:t>
          </a:r>
          <a:endParaRPr lang="x-none" sz="1900" kern="1200" dirty="0"/>
        </a:p>
      </dsp:txBody>
      <dsp:txXfrm>
        <a:off x="3162471" y="219304"/>
        <a:ext cx="1697861" cy="1054199"/>
      </dsp:txXfrm>
    </dsp:sp>
    <dsp:sp modelId="{FB10F85B-5397-41C7-A9E8-21FA0E990AD8}">
      <dsp:nvSpPr>
        <dsp:cNvPr id="0" name=""/>
        <dsp:cNvSpPr/>
      </dsp:nvSpPr>
      <dsp:spPr>
        <a:xfrm>
          <a:off x="1856065" y="1633031"/>
          <a:ext cx="1763457" cy="1119795"/>
        </a:xfrm>
        <a:prstGeom prst="roundRect">
          <a:avLst>
            <a:gd name="adj" fmla="val 10000"/>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A73E47-025A-4351-B0C8-5BA0D1E1949C}">
      <dsp:nvSpPr>
        <dsp:cNvPr id="0" name=""/>
        <dsp:cNvSpPr/>
      </dsp:nvSpPr>
      <dsp:spPr>
        <a:xfrm>
          <a:off x="2052004" y="1819173"/>
          <a:ext cx="1763457" cy="1119795"/>
        </a:xfrm>
        <a:prstGeom prst="roundRect">
          <a:avLst>
            <a:gd name="adj" fmla="val 10000"/>
          </a:avLst>
        </a:prstGeom>
        <a:solidFill>
          <a:schemeClr val="lt1">
            <a:alpha val="90000"/>
            <a:hueOff val="0"/>
            <a:satOff val="0"/>
            <a:lumOff val="0"/>
            <a:alphaOff val="0"/>
          </a:schemeClr>
        </a:solidFill>
        <a:ln w="48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b="1" kern="1200" dirty="0"/>
            <a:t>Equivalence Partitioning</a:t>
          </a:r>
          <a:endParaRPr lang="x-none" sz="1900" b="1" kern="1200" dirty="0"/>
        </a:p>
      </dsp:txBody>
      <dsp:txXfrm>
        <a:off x="2084802" y="1851971"/>
        <a:ext cx="1697861" cy="1054199"/>
      </dsp:txXfrm>
    </dsp:sp>
    <dsp:sp modelId="{E7738679-3475-40AF-8E5F-E47CABF9EAEF}">
      <dsp:nvSpPr>
        <dsp:cNvPr id="0" name=""/>
        <dsp:cNvSpPr/>
      </dsp:nvSpPr>
      <dsp:spPr>
        <a:xfrm>
          <a:off x="4011401" y="1633031"/>
          <a:ext cx="1763457" cy="1119795"/>
        </a:xfrm>
        <a:prstGeom prst="roundRect">
          <a:avLst>
            <a:gd name="adj" fmla="val 10000"/>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A64E89-7F38-4821-A4E5-7988263338D7}">
      <dsp:nvSpPr>
        <dsp:cNvPr id="0" name=""/>
        <dsp:cNvSpPr/>
      </dsp:nvSpPr>
      <dsp:spPr>
        <a:xfrm>
          <a:off x="4207341" y="1819173"/>
          <a:ext cx="1763457" cy="1119795"/>
        </a:xfrm>
        <a:prstGeom prst="roundRect">
          <a:avLst>
            <a:gd name="adj" fmla="val 10000"/>
          </a:avLst>
        </a:prstGeom>
        <a:solidFill>
          <a:schemeClr val="lt1">
            <a:alpha val="90000"/>
            <a:hueOff val="0"/>
            <a:satOff val="0"/>
            <a:lumOff val="0"/>
            <a:alphaOff val="0"/>
          </a:schemeClr>
        </a:solidFill>
        <a:ln w="48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b="1" kern="1200" dirty="0"/>
            <a:t>Select Important Programs</a:t>
          </a:r>
          <a:endParaRPr lang="x-none" sz="1900" b="1" kern="1200" dirty="0"/>
        </a:p>
      </dsp:txBody>
      <dsp:txXfrm>
        <a:off x="4240139" y="1851971"/>
        <a:ext cx="1697861" cy="1054199"/>
      </dsp:txXfrm>
    </dsp:sp>
    <dsp:sp modelId="{AA402B8A-9710-4237-9DED-6BA30BB5EF4E}">
      <dsp:nvSpPr>
        <dsp:cNvPr id="0" name=""/>
        <dsp:cNvSpPr/>
      </dsp:nvSpPr>
      <dsp:spPr>
        <a:xfrm>
          <a:off x="778397" y="3265698"/>
          <a:ext cx="1763457" cy="1119795"/>
        </a:xfrm>
        <a:prstGeom prst="roundRect">
          <a:avLst>
            <a:gd name="adj" fmla="val 10000"/>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5ACB5C-07D8-4EDF-A211-5BEDFE6CD3E0}">
      <dsp:nvSpPr>
        <dsp:cNvPr id="0" name=""/>
        <dsp:cNvSpPr/>
      </dsp:nvSpPr>
      <dsp:spPr>
        <a:xfrm>
          <a:off x="974336" y="3451841"/>
          <a:ext cx="1763457" cy="1119795"/>
        </a:xfrm>
        <a:prstGeom prst="roundRect">
          <a:avLst>
            <a:gd name="adj" fmla="val 10000"/>
          </a:avLst>
        </a:prstGeom>
        <a:solidFill>
          <a:schemeClr val="lt1">
            <a:alpha val="90000"/>
            <a:hueOff val="0"/>
            <a:satOff val="0"/>
            <a:lumOff val="0"/>
            <a:alphaOff val="0"/>
          </a:schemeClr>
        </a:solidFill>
        <a:ln w="48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b="1" kern="1200" dirty="0"/>
            <a:t>Popularity</a:t>
          </a:r>
          <a:endParaRPr lang="x-none" sz="1900" b="1" kern="1200" dirty="0"/>
        </a:p>
      </dsp:txBody>
      <dsp:txXfrm>
        <a:off x="1007134" y="3484639"/>
        <a:ext cx="1697861" cy="1054199"/>
      </dsp:txXfrm>
    </dsp:sp>
    <dsp:sp modelId="{7F87CE1C-EAE6-4F6D-B5B1-289BC5B62FBF}">
      <dsp:nvSpPr>
        <dsp:cNvPr id="0" name=""/>
        <dsp:cNvSpPr/>
      </dsp:nvSpPr>
      <dsp:spPr>
        <a:xfrm>
          <a:off x="2933733" y="3265698"/>
          <a:ext cx="1763457" cy="1119795"/>
        </a:xfrm>
        <a:prstGeom prst="roundRect">
          <a:avLst>
            <a:gd name="adj" fmla="val 10000"/>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95B4B8D-0A62-44C2-8F1A-4F97566508B7}">
      <dsp:nvSpPr>
        <dsp:cNvPr id="0" name=""/>
        <dsp:cNvSpPr/>
      </dsp:nvSpPr>
      <dsp:spPr>
        <a:xfrm>
          <a:off x="3129673" y="3451841"/>
          <a:ext cx="1763457" cy="1119795"/>
        </a:xfrm>
        <a:prstGeom prst="roundRect">
          <a:avLst>
            <a:gd name="adj" fmla="val 10000"/>
          </a:avLst>
        </a:prstGeom>
        <a:solidFill>
          <a:schemeClr val="lt1">
            <a:alpha val="90000"/>
            <a:hueOff val="0"/>
            <a:satOff val="0"/>
            <a:lumOff val="0"/>
            <a:alphaOff val="0"/>
          </a:schemeClr>
        </a:solidFill>
        <a:ln w="48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b="1" kern="1200" dirty="0"/>
            <a:t>Age</a:t>
          </a:r>
          <a:endParaRPr lang="x-none" sz="1900" b="1" kern="1200" dirty="0"/>
        </a:p>
      </dsp:txBody>
      <dsp:txXfrm>
        <a:off x="3162471" y="3484639"/>
        <a:ext cx="1697861" cy="1054199"/>
      </dsp:txXfrm>
    </dsp:sp>
    <dsp:sp modelId="{ADA7462E-4DCA-4E5D-866C-AC3DAB9D985D}">
      <dsp:nvSpPr>
        <dsp:cNvPr id="0" name=""/>
        <dsp:cNvSpPr/>
      </dsp:nvSpPr>
      <dsp:spPr>
        <a:xfrm>
          <a:off x="5089069" y="3265698"/>
          <a:ext cx="1763457" cy="1119795"/>
        </a:xfrm>
        <a:prstGeom prst="roundRect">
          <a:avLst>
            <a:gd name="adj" fmla="val 10000"/>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9C20FF-7AE0-448A-913D-0853F6BA8FE0}">
      <dsp:nvSpPr>
        <dsp:cNvPr id="0" name=""/>
        <dsp:cNvSpPr/>
      </dsp:nvSpPr>
      <dsp:spPr>
        <a:xfrm>
          <a:off x="5285009" y="3451841"/>
          <a:ext cx="1763457" cy="1119795"/>
        </a:xfrm>
        <a:prstGeom prst="roundRect">
          <a:avLst>
            <a:gd name="adj" fmla="val 10000"/>
          </a:avLst>
        </a:prstGeom>
        <a:solidFill>
          <a:schemeClr val="lt1">
            <a:alpha val="90000"/>
            <a:hueOff val="0"/>
            <a:satOff val="0"/>
            <a:lumOff val="0"/>
            <a:alphaOff val="0"/>
          </a:schemeClr>
        </a:solidFill>
        <a:ln w="48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b="1" kern="1200" dirty="0"/>
            <a:t>Type</a:t>
          </a:r>
          <a:endParaRPr lang="x-none" sz="1900" b="1" kern="1200" dirty="0"/>
        </a:p>
      </dsp:txBody>
      <dsp:txXfrm>
        <a:off x="5317807" y="3484639"/>
        <a:ext cx="1697861" cy="1054199"/>
      </dsp:txXfrm>
    </dsp:sp>
    <dsp:sp modelId="{1D545C6F-EA4C-427F-9BA4-3FA1969897CE}">
      <dsp:nvSpPr>
        <dsp:cNvPr id="0" name=""/>
        <dsp:cNvSpPr/>
      </dsp:nvSpPr>
      <dsp:spPr>
        <a:xfrm>
          <a:off x="7244406" y="3265698"/>
          <a:ext cx="1763457" cy="1119795"/>
        </a:xfrm>
        <a:prstGeom prst="roundRect">
          <a:avLst>
            <a:gd name="adj" fmla="val 10000"/>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84C98A-2609-484D-A4CE-F962E7B32EE1}">
      <dsp:nvSpPr>
        <dsp:cNvPr id="0" name=""/>
        <dsp:cNvSpPr/>
      </dsp:nvSpPr>
      <dsp:spPr>
        <a:xfrm>
          <a:off x="7440345" y="3451841"/>
          <a:ext cx="1763457" cy="1119795"/>
        </a:xfrm>
        <a:prstGeom prst="roundRect">
          <a:avLst>
            <a:gd name="adj" fmla="val 10000"/>
          </a:avLst>
        </a:prstGeom>
        <a:solidFill>
          <a:schemeClr val="lt1">
            <a:alpha val="90000"/>
            <a:hueOff val="0"/>
            <a:satOff val="0"/>
            <a:lumOff val="0"/>
            <a:alphaOff val="0"/>
          </a:schemeClr>
        </a:solidFill>
        <a:ln w="48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b="1" kern="1200" dirty="0"/>
            <a:t>Manufacturer</a:t>
          </a:r>
          <a:r>
            <a:rPr lang="en-US" sz="1900" kern="1200" dirty="0"/>
            <a:t> </a:t>
          </a:r>
          <a:endParaRPr lang="x-none" sz="1900" kern="1200" dirty="0"/>
        </a:p>
      </dsp:txBody>
      <dsp:txXfrm>
        <a:off x="7473143" y="3484639"/>
        <a:ext cx="1697861" cy="10541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3C3D69-A431-471E-8D74-F9B3F2B2CDB3}">
      <dsp:nvSpPr>
        <dsp:cNvPr id="0" name=""/>
        <dsp:cNvSpPr/>
      </dsp:nvSpPr>
      <dsp:spPr>
        <a:xfrm>
          <a:off x="1140812" y="283479"/>
          <a:ext cx="7700575" cy="678452"/>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rtl="0">
            <a:lnSpc>
              <a:spcPct val="90000"/>
            </a:lnSpc>
            <a:spcBef>
              <a:spcPct val="0"/>
            </a:spcBef>
            <a:spcAft>
              <a:spcPct val="35000"/>
            </a:spcAft>
            <a:buNone/>
          </a:pPr>
          <a:r>
            <a:rPr lang="en-US" sz="3100" kern="1200" dirty="0"/>
            <a:t>Levels of Standards and Guidelines</a:t>
          </a:r>
          <a:endParaRPr lang="x-none" sz="3100" kern="1200" dirty="0"/>
        </a:p>
      </dsp:txBody>
      <dsp:txXfrm>
        <a:off x="1140812" y="283479"/>
        <a:ext cx="7700575" cy="678452"/>
      </dsp:txXfrm>
    </dsp:sp>
    <dsp:sp modelId="{9B7D1D2E-4EAA-4881-8D9E-7D41BFDA7548}">
      <dsp:nvSpPr>
        <dsp:cNvPr id="0" name=""/>
        <dsp:cNvSpPr/>
      </dsp:nvSpPr>
      <dsp:spPr>
        <a:xfrm>
          <a:off x="0" y="1647076"/>
          <a:ext cx="4752268" cy="2851360"/>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t" anchorCtr="0">
          <a:noAutofit/>
        </a:bodyPr>
        <a:lstStyle/>
        <a:p>
          <a:pPr marL="0" lvl="0" indent="0" algn="l" defTabSz="1377950" rtl="0">
            <a:lnSpc>
              <a:spcPct val="90000"/>
            </a:lnSpc>
            <a:spcBef>
              <a:spcPct val="0"/>
            </a:spcBef>
            <a:spcAft>
              <a:spcPct val="35000"/>
            </a:spcAft>
            <a:buNone/>
          </a:pPr>
          <a:r>
            <a:rPr lang="en-US" sz="3100" b="1" kern="1200" dirty="0"/>
            <a:t>High Level- </a:t>
          </a:r>
        </a:p>
        <a:p>
          <a:pPr marL="0" lvl="0" indent="0" algn="l" defTabSz="1377950" rtl="0">
            <a:lnSpc>
              <a:spcPct val="90000"/>
            </a:lnSpc>
            <a:spcBef>
              <a:spcPct val="0"/>
            </a:spcBef>
            <a:spcAft>
              <a:spcPct val="35000"/>
            </a:spcAft>
            <a:buNone/>
          </a:pPr>
          <a:r>
            <a:rPr lang="en-US" sz="3100" kern="1200" dirty="0"/>
            <a:t>In which you guide your product’s </a:t>
          </a:r>
          <a:endParaRPr lang="x-none" sz="3100" kern="1200" dirty="0"/>
        </a:p>
        <a:p>
          <a:pPr marL="228600" lvl="1" indent="-228600" algn="l" defTabSz="1066800" rtl="0">
            <a:lnSpc>
              <a:spcPct val="90000"/>
            </a:lnSpc>
            <a:spcBef>
              <a:spcPct val="0"/>
            </a:spcBef>
            <a:spcAft>
              <a:spcPct val="15000"/>
            </a:spcAft>
            <a:buChar char="•"/>
          </a:pPr>
          <a:r>
            <a:rPr lang="en-US" sz="2400" kern="1200" dirty="0"/>
            <a:t>General Operations</a:t>
          </a:r>
          <a:endParaRPr lang="x-none" sz="2400" kern="1200" dirty="0"/>
        </a:p>
        <a:p>
          <a:pPr marL="228600" lvl="1" indent="-228600" algn="l" defTabSz="1066800" rtl="0">
            <a:lnSpc>
              <a:spcPct val="90000"/>
            </a:lnSpc>
            <a:spcBef>
              <a:spcPct val="0"/>
            </a:spcBef>
            <a:spcAft>
              <a:spcPct val="15000"/>
            </a:spcAft>
            <a:buChar char="•"/>
          </a:pPr>
          <a:r>
            <a:rPr lang="en-US" sz="2400" kern="1200" dirty="0"/>
            <a:t>Look and Feel</a:t>
          </a:r>
          <a:endParaRPr lang="x-none" sz="2400" kern="1200" dirty="0"/>
        </a:p>
        <a:p>
          <a:pPr marL="228600" lvl="1" indent="-228600" algn="l" defTabSz="1066800" rtl="0">
            <a:lnSpc>
              <a:spcPct val="90000"/>
            </a:lnSpc>
            <a:spcBef>
              <a:spcPct val="0"/>
            </a:spcBef>
            <a:spcAft>
              <a:spcPct val="15000"/>
            </a:spcAft>
            <a:buChar char="•"/>
          </a:pPr>
          <a:r>
            <a:rPr lang="en-US" sz="2400" kern="1200" dirty="0"/>
            <a:t>Supported Features etc.</a:t>
          </a:r>
          <a:endParaRPr lang="x-none" sz="2400" kern="1200" dirty="0"/>
        </a:p>
      </dsp:txBody>
      <dsp:txXfrm>
        <a:off x="0" y="1647076"/>
        <a:ext cx="4752268" cy="2851360"/>
      </dsp:txXfrm>
    </dsp:sp>
    <dsp:sp modelId="{32F61293-AC29-486C-996A-1C27F554A3B9}">
      <dsp:nvSpPr>
        <dsp:cNvPr id="0" name=""/>
        <dsp:cNvSpPr/>
      </dsp:nvSpPr>
      <dsp:spPr>
        <a:xfrm>
          <a:off x="5228428" y="1659879"/>
          <a:ext cx="4752268" cy="2851360"/>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t" anchorCtr="0">
          <a:noAutofit/>
        </a:bodyPr>
        <a:lstStyle/>
        <a:p>
          <a:pPr marL="0" lvl="0" indent="0" algn="l" defTabSz="1377950" rtl="0">
            <a:lnSpc>
              <a:spcPct val="90000"/>
            </a:lnSpc>
            <a:spcBef>
              <a:spcPct val="0"/>
            </a:spcBef>
            <a:spcAft>
              <a:spcPct val="35000"/>
            </a:spcAft>
            <a:buNone/>
          </a:pPr>
          <a:r>
            <a:rPr lang="en-US" sz="3100" b="1" kern="1200" dirty="0"/>
            <a:t>Low Level- </a:t>
          </a:r>
        </a:p>
        <a:p>
          <a:pPr marL="0" lvl="0" indent="0" algn="l" defTabSz="1377950" rtl="0">
            <a:lnSpc>
              <a:spcPct val="90000"/>
            </a:lnSpc>
            <a:spcBef>
              <a:spcPct val="0"/>
            </a:spcBef>
            <a:spcAft>
              <a:spcPct val="35000"/>
            </a:spcAft>
            <a:buNone/>
          </a:pPr>
          <a:r>
            <a:rPr lang="en-US" sz="3100" kern="1200" dirty="0"/>
            <a:t>Include nitty-gritty details, such as </a:t>
          </a:r>
          <a:endParaRPr lang="x-none" sz="3100" kern="1200" dirty="0"/>
        </a:p>
        <a:p>
          <a:pPr marL="228600" lvl="1" indent="-228600" algn="l" defTabSz="1066800" rtl="0">
            <a:lnSpc>
              <a:spcPct val="90000"/>
            </a:lnSpc>
            <a:spcBef>
              <a:spcPct val="0"/>
            </a:spcBef>
            <a:spcAft>
              <a:spcPct val="15000"/>
            </a:spcAft>
            <a:buChar char="•"/>
          </a:pPr>
          <a:r>
            <a:rPr lang="en-US" sz="2400" kern="1200" dirty="0"/>
            <a:t>File Formats </a:t>
          </a:r>
          <a:endParaRPr lang="x-none" sz="2400" kern="1200" dirty="0"/>
        </a:p>
        <a:p>
          <a:pPr marL="228600" lvl="1" indent="-228600" algn="l" defTabSz="1066800" rtl="0">
            <a:lnSpc>
              <a:spcPct val="90000"/>
            </a:lnSpc>
            <a:spcBef>
              <a:spcPct val="0"/>
            </a:spcBef>
            <a:spcAft>
              <a:spcPct val="15000"/>
            </a:spcAft>
            <a:buChar char="•"/>
          </a:pPr>
          <a:r>
            <a:rPr lang="en-US" sz="2400" kern="1200" dirty="0"/>
            <a:t>Network Communication Protocols etc.</a:t>
          </a:r>
          <a:endParaRPr lang="x-none" sz="2400" kern="1200" dirty="0"/>
        </a:p>
      </dsp:txBody>
      <dsp:txXfrm>
        <a:off x="5228428" y="1659879"/>
        <a:ext cx="4752268" cy="28513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3F627D-257A-4BE9-B877-6AF06BBBD7FC}">
      <dsp:nvSpPr>
        <dsp:cNvPr id="0" name=""/>
        <dsp:cNvSpPr/>
      </dsp:nvSpPr>
      <dsp:spPr>
        <a:xfrm>
          <a:off x="4991100" y="1934918"/>
          <a:ext cx="3796531" cy="418382"/>
        </a:xfrm>
        <a:custGeom>
          <a:avLst/>
          <a:gdLst/>
          <a:ahLst/>
          <a:cxnLst/>
          <a:rect l="0" t="0" r="0" b="0"/>
          <a:pathLst>
            <a:path>
              <a:moveTo>
                <a:pt x="0" y="0"/>
              </a:moveTo>
              <a:lnTo>
                <a:pt x="0" y="209191"/>
              </a:lnTo>
              <a:lnTo>
                <a:pt x="3796531" y="209191"/>
              </a:lnTo>
              <a:lnTo>
                <a:pt x="3796531" y="418382"/>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EC4302-260A-4FBB-8CCA-52D151652C26}">
      <dsp:nvSpPr>
        <dsp:cNvPr id="0" name=""/>
        <dsp:cNvSpPr/>
      </dsp:nvSpPr>
      <dsp:spPr>
        <a:xfrm>
          <a:off x="4991100" y="1934918"/>
          <a:ext cx="1189630" cy="418382"/>
        </a:xfrm>
        <a:custGeom>
          <a:avLst/>
          <a:gdLst/>
          <a:ahLst/>
          <a:cxnLst/>
          <a:rect l="0" t="0" r="0" b="0"/>
          <a:pathLst>
            <a:path>
              <a:moveTo>
                <a:pt x="0" y="0"/>
              </a:moveTo>
              <a:lnTo>
                <a:pt x="0" y="209191"/>
              </a:lnTo>
              <a:lnTo>
                <a:pt x="1189630" y="209191"/>
              </a:lnTo>
              <a:lnTo>
                <a:pt x="1189630" y="418382"/>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A005E9-74A6-4E56-A394-C5D5A9689E58}">
      <dsp:nvSpPr>
        <dsp:cNvPr id="0" name=""/>
        <dsp:cNvSpPr/>
      </dsp:nvSpPr>
      <dsp:spPr>
        <a:xfrm>
          <a:off x="3589538" y="1934918"/>
          <a:ext cx="1401561" cy="418382"/>
        </a:xfrm>
        <a:custGeom>
          <a:avLst/>
          <a:gdLst/>
          <a:ahLst/>
          <a:cxnLst/>
          <a:rect l="0" t="0" r="0" b="0"/>
          <a:pathLst>
            <a:path>
              <a:moveTo>
                <a:pt x="1401561" y="0"/>
              </a:moveTo>
              <a:lnTo>
                <a:pt x="1401561" y="209191"/>
              </a:lnTo>
              <a:lnTo>
                <a:pt x="0" y="209191"/>
              </a:lnTo>
              <a:lnTo>
                <a:pt x="0" y="418382"/>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FE7A468-3EEE-4875-9C9C-7AD45A38D774}">
      <dsp:nvSpPr>
        <dsp:cNvPr id="0" name=""/>
        <dsp:cNvSpPr/>
      </dsp:nvSpPr>
      <dsp:spPr>
        <a:xfrm>
          <a:off x="998347" y="1934918"/>
          <a:ext cx="3992752" cy="418382"/>
        </a:xfrm>
        <a:custGeom>
          <a:avLst/>
          <a:gdLst/>
          <a:ahLst/>
          <a:cxnLst/>
          <a:rect l="0" t="0" r="0" b="0"/>
          <a:pathLst>
            <a:path>
              <a:moveTo>
                <a:pt x="3992752" y="0"/>
              </a:moveTo>
              <a:lnTo>
                <a:pt x="3992752" y="209191"/>
              </a:lnTo>
              <a:lnTo>
                <a:pt x="0" y="209191"/>
              </a:lnTo>
              <a:lnTo>
                <a:pt x="0" y="418382"/>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12D0AA-7274-4261-AF2C-2D96676F80D1}">
      <dsp:nvSpPr>
        <dsp:cNvPr id="0" name=""/>
        <dsp:cNvSpPr/>
      </dsp:nvSpPr>
      <dsp:spPr>
        <a:xfrm>
          <a:off x="3994951" y="938769"/>
          <a:ext cx="1992296" cy="996148"/>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b="1" kern="1200" dirty="0"/>
            <a:t>Data Sharing Possibilities</a:t>
          </a:r>
          <a:endParaRPr lang="x-none" sz="2400" b="1" kern="1200" dirty="0"/>
        </a:p>
      </dsp:txBody>
      <dsp:txXfrm>
        <a:off x="3994951" y="938769"/>
        <a:ext cx="1992296" cy="996148"/>
      </dsp:txXfrm>
    </dsp:sp>
    <dsp:sp modelId="{52E1CFC3-5311-4224-8ECF-4E2E17BA0DB1}">
      <dsp:nvSpPr>
        <dsp:cNvPr id="0" name=""/>
        <dsp:cNvSpPr/>
      </dsp:nvSpPr>
      <dsp:spPr>
        <a:xfrm>
          <a:off x="2199" y="2353300"/>
          <a:ext cx="1992296" cy="996148"/>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b="1" kern="1200" dirty="0"/>
            <a:t>File Save and File Load</a:t>
          </a:r>
          <a:endParaRPr lang="x-none" sz="2400" kern="1200" dirty="0"/>
        </a:p>
      </dsp:txBody>
      <dsp:txXfrm>
        <a:off x="2199" y="2353300"/>
        <a:ext cx="1992296" cy="996148"/>
      </dsp:txXfrm>
    </dsp:sp>
    <dsp:sp modelId="{9CD2C782-53B4-4EA2-B2A8-0B8E521D00DD}">
      <dsp:nvSpPr>
        <dsp:cNvPr id="0" name=""/>
        <dsp:cNvSpPr/>
      </dsp:nvSpPr>
      <dsp:spPr>
        <a:xfrm>
          <a:off x="2412878" y="2353300"/>
          <a:ext cx="2353321" cy="996148"/>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b="1" kern="1200" dirty="0"/>
            <a:t>File Export and File Import</a:t>
          </a:r>
          <a:endParaRPr lang="x-none" sz="2400" kern="1200" dirty="0"/>
        </a:p>
      </dsp:txBody>
      <dsp:txXfrm>
        <a:off x="2412878" y="2353300"/>
        <a:ext cx="2353321" cy="996148"/>
      </dsp:txXfrm>
    </dsp:sp>
    <dsp:sp modelId="{682017A8-6FD4-4C3C-87EE-35735AE0B9EA}">
      <dsp:nvSpPr>
        <dsp:cNvPr id="0" name=""/>
        <dsp:cNvSpPr/>
      </dsp:nvSpPr>
      <dsp:spPr>
        <a:xfrm>
          <a:off x="5184581" y="2353300"/>
          <a:ext cx="1992296" cy="996148"/>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b="1" kern="1200" dirty="0"/>
            <a:t>Cut, Copy and Paste</a:t>
          </a:r>
          <a:endParaRPr lang="x-none" sz="2400" kern="1200" dirty="0"/>
        </a:p>
      </dsp:txBody>
      <dsp:txXfrm>
        <a:off x="5184581" y="2353300"/>
        <a:ext cx="1992296" cy="996148"/>
      </dsp:txXfrm>
    </dsp:sp>
    <dsp:sp modelId="{8ECA9155-8931-4FB7-A4EB-7CCC2DB00EDF}">
      <dsp:nvSpPr>
        <dsp:cNvPr id="0" name=""/>
        <dsp:cNvSpPr/>
      </dsp:nvSpPr>
      <dsp:spPr>
        <a:xfrm>
          <a:off x="7595261" y="2353300"/>
          <a:ext cx="2384739" cy="996148"/>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b="1" kern="1200" dirty="0"/>
            <a:t>Dynamic </a:t>
          </a:r>
          <a:r>
            <a:rPr lang="en-US" sz="2400" b="1" kern="1200"/>
            <a:t>Data Exchange</a:t>
          </a:r>
          <a:endParaRPr lang="x-none" sz="2400" kern="1200" dirty="0"/>
        </a:p>
      </dsp:txBody>
      <dsp:txXfrm>
        <a:off x="7595261" y="2353300"/>
        <a:ext cx="2384739" cy="99614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pPr/>
              <a:t>12/11/2021</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p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pPr/>
              <a:t>12/11/2021</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p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pPr/>
              <a:t>1</a:t>
            </a:fld>
            <a:endParaRPr lang="en-US"/>
          </a:p>
        </p:txBody>
      </p:sp>
    </p:spTree>
    <p:extLst>
      <p:ext uri="{BB962C8B-B14F-4D97-AF65-F5344CB8AC3E}">
        <p14:creationId xmlns:p14="http://schemas.microsoft.com/office/powerpoint/2010/main" val="1048923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pPr/>
              <a:t>3</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
          </a:p>
        </p:txBody>
      </p:sp>
      <p:sp>
        <p:nvSpPr>
          <p:cNvPr id="4" name="Slide Number Placeholder 3"/>
          <p:cNvSpPr>
            <a:spLocks noGrp="1"/>
          </p:cNvSpPr>
          <p:nvPr>
            <p:ph type="sldNum" sz="quarter" idx="10"/>
          </p:nvPr>
        </p:nvSpPr>
        <p:spPr/>
        <p:txBody>
          <a:bodyPr/>
          <a:lstStyle/>
          <a:p>
            <a:fld id="{0A3C37BE-C303-496D-B5CD-85F2937540FC}" type="slidenum">
              <a:rPr lang="x-none" smtClean="0"/>
              <a:pPr/>
              <a:t>4</a:t>
            </a:fld>
            <a:endParaRPr lang="x-none"/>
          </a:p>
        </p:txBody>
      </p:sp>
    </p:spTree>
    <p:extLst>
      <p:ext uri="{BB962C8B-B14F-4D97-AF65-F5344CB8AC3E}">
        <p14:creationId xmlns:p14="http://schemas.microsoft.com/office/powerpoint/2010/main" val="549522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Point 4 Example: </a:t>
            </a:r>
            <a:r>
              <a:rPr lang="en-GB" b="0" dirty="0"/>
              <a:t>Google chrome is available for windows and MAC</a:t>
            </a:r>
            <a:r>
              <a:rPr lang="en-GB" b="0" baseline="0" dirty="0"/>
              <a:t> operating system separately. You can see in the picture the google chrome can be downloaded for windows 10, 8.1, 8 and 7  64 bit version. </a:t>
            </a:r>
            <a:endParaRPr lang="" b="1"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6</a:t>
            </a:fld>
            <a:endParaRPr lang="x-none"/>
          </a:p>
        </p:txBody>
      </p:sp>
    </p:spTree>
    <p:extLst>
      <p:ext uri="{BB962C8B-B14F-4D97-AF65-F5344CB8AC3E}">
        <p14:creationId xmlns:p14="http://schemas.microsoft.com/office/powerpoint/2010/main" val="3476803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u="sng" kern="1200" dirty="0">
                <a:solidFill>
                  <a:schemeClr val="tx1"/>
                </a:solidFill>
                <a:effectLst/>
                <a:latin typeface="+mn-lt"/>
                <a:ea typeface="+mn-ea"/>
                <a:cs typeface="+mn-cs"/>
              </a:rPr>
              <a:t>For example</a:t>
            </a:r>
            <a:r>
              <a:rPr lang="en-GB" sz="1200" b="0" i="0" kern="1200" dirty="0">
                <a:solidFill>
                  <a:schemeClr val="tx1"/>
                </a:solidFill>
                <a:effectLst/>
                <a:latin typeface="+mn-lt"/>
                <a:ea typeface="+mn-ea"/>
                <a:cs typeface="+mn-cs"/>
              </a:rPr>
              <a:t>, if Google.com site is compatible, then it should open in all browsers and operating system.</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7</a:t>
            </a:fld>
            <a:endParaRPr lang="x-none"/>
          </a:p>
        </p:txBody>
      </p:sp>
    </p:spTree>
    <p:extLst>
      <p:ext uri="{BB962C8B-B14F-4D97-AF65-F5344CB8AC3E}">
        <p14:creationId xmlns:p14="http://schemas.microsoft.com/office/powerpoint/2010/main" val="1359349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Cutting text from a web page and pasting it into a document opened in your word processor</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a:t>For example:</a:t>
            </a:r>
            <a:r>
              <a:rPr lang="en-US" b="0" dirty="0"/>
              <a:t> When you make your assignments you copy content from different sites and paste</a:t>
            </a:r>
            <a:r>
              <a:rPr lang="en-US" b="0" baseline="0" dirty="0"/>
              <a:t> it into the word processor like Microsoft word. It means Microsoft word has no compatibility issues with the text or graphics available in the browser otherwise you would not have been able to make your assignments.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a:t>Having photograph touchup software work correctly on different versions of the same operating system</a:t>
            </a:r>
          </a:p>
          <a:p>
            <a:pPr marL="0" marR="0" indent="0" algn="l" defTabSz="914400" rtl="0" eaLnBrk="1" fontAlgn="auto" latinLnBrk="0" hangingPunct="1">
              <a:lnSpc>
                <a:spcPct val="100000"/>
              </a:lnSpc>
              <a:spcBef>
                <a:spcPts val="0"/>
              </a:spcBef>
              <a:spcAft>
                <a:spcPts val="0"/>
              </a:spcAft>
              <a:buClrTx/>
              <a:buSzTx/>
              <a:buFontTx/>
              <a:buNone/>
              <a:tabLst/>
              <a:defRPr/>
            </a:pPr>
            <a:r>
              <a:rPr lang="en-US" b="0" dirty="0"/>
              <a:t>You can edit your pictures</a:t>
            </a:r>
            <a:r>
              <a:rPr lang="en-US" b="0" baseline="0" dirty="0"/>
              <a:t> in both the online photo editing tools available or you can download different tools and edit your pictures. These tools support different formats of the pictures and you can also save edited pictures in different formats. For example JPEG, PNG etc.</a:t>
            </a:r>
            <a:endParaRPr lang="en-US" b="0" dirty="0"/>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a:t>Upgrading to a new database program and having all your existing databases load in and work just as they did with the old program</a:t>
            </a:r>
          </a:p>
          <a:p>
            <a:endParaRPr lang="en-GB" baseline="0" dirty="0"/>
          </a:p>
          <a:p>
            <a:r>
              <a:rPr lang="en-GB" baseline="0" dirty="0"/>
              <a:t>If a database file created in the old version of </a:t>
            </a:r>
            <a:r>
              <a:rPr lang="en-GB" baseline="0" dirty="0" err="1"/>
              <a:t>wamp</a:t>
            </a:r>
            <a:r>
              <a:rPr lang="en-GB" baseline="0" dirty="0"/>
              <a:t> server cannot open/load properly in the latest version of </a:t>
            </a:r>
            <a:r>
              <a:rPr lang="en-GB" baseline="0" dirty="0" err="1"/>
              <a:t>wamp</a:t>
            </a:r>
            <a:r>
              <a:rPr lang="en-GB" baseline="0" dirty="0"/>
              <a:t> server, then  the </a:t>
            </a:r>
            <a:r>
              <a:rPr lang="en-GB" baseline="0" dirty="0" err="1"/>
              <a:t>wamp</a:t>
            </a:r>
            <a:r>
              <a:rPr lang="en-GB" baseline="0" dirty="0"/>
              <a:t> server will not be a choice for many users.  </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Similarly</a:t>
            </a:r>
            <a:r>
              <a:rPr lang="en-GB" baseline="0" dirty="0"/>
              <a:t>, </a:t>
            </a:r>
            <a:r>
              <a:rPr lang="en-GB" dirty="0"/>
              <a:t>If</a:t>
            </a:r>
            <a:r>
              <a:rPr lang="en-GB" baseline="0" dirty="0"/>
              <a:t> your product cannot not run on different versions of the operating system and doesn't support different versions of other soft wares it will be difficult for it to survive in the market. </a:t>
            </a:r>
          </a:p>
          <a:p>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8</a:t>
            </a:fld>
            <a:endParaRPr lang="x-none"/>
          </a:p>
        </p:txBody>
      </p:sp>
    </p:spTree>
    <p:extLst>
      <p:ext uri="{BB962C8B-B14F-4D97-AF65-F5344CB8AC3E}">
        <p14:creationId xmlns:p14="http://schemas.microsoft.com/office/powerpoint/2010/main" val="31187404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gn="just"/>
            <a:r>
              <a:rPr lang="en-US" sz="2000" b="1" dirty="0"/>
              <a:t>Example: Software for Medical Device</a:t>
            </a:r>
          </a:p>
          <a:p>
            <a:pPr lvl="1" algn="just"/>
            <a:r>
              <a:rPr lang="en-US" sz="2000" dirty="0"/>
              <a:t>If</a:t>
            </a:r>
            <a:r>
              <a:rPr lang="en-US" sz="2000" baseline="0" dirty="0"/>
              <a:t> </a:t>
            </a:r>
            <a:r>
              <a:rPr lang="en-US" sz="2000" dirty="0"/>
              <a:t>Software is for a standalone medical device. The device runs its own operating system</a:t>
            </a:r>
            <a:r>
              <a:rPr lang="en-US" sz="2000" baseline="0" dirty="0"/>
              <a:t>, s</a:t>
            </a:r>
            <a:r>
              <a:rPr lang="en-US" sz="2000" dirty="0"/>
              <a:t>tores its data on its own memory cartridges</a:t>
            </a:r>
            <a:r>
              <a:rPr lang="en-US" sz="2000" baseline="0" dirty="0"/>
              <a:t> and d</a:t>
            </a:r>
            <a:r>
              <a:rPr lang="en-US" sz="2000" dirty="0"/>
              <a:t>oes not connect to any other device then it will require no compatibility considerations.</a:t>
            </a:r>
            <a:endParaRPr lang="en-GB" sz="1200" dirty="0"/>
          </a:p>
          <a:p>
            <a:pPr lvl="1" algn="just"/>
            <a:r>
              <a:rPr lang="en-GB" sz="1200" b="1" dirty="0"/>
              <a:t>Example: Word Processor</a:t>
            </a:r>
          </a:p>
          <a:p>
            <a:pPr lvl="1" algn="just"/>
            <a:r>
              <a:rPr lang="en-US" sz="2000" dirty="0"/>
              <a:t>The word processor reads and writes different files from other word processors. It allows multiuser editing over the internet, supports inclusion of embedded pictures and spreadsheets from various applications. So it will have multitude of compatibility considerations.</a:t>
            </a:r>
          </a:p>
        </p:txBody>
      </p:sp>
      <p:sp>
        <p:nvSpPr>
          <p:cNvPr id="4" name="Slide Number Placeholder 3"/>
          <p:cNvSpPr>
            <a:spLocks noGrp="1"/>
          </p:cNvSpPr>
          <p:nvPr>
            <p:ph type="sldNum" sz="quarter" idx="10"/>
          </p:nvPr>
        </p:nvSpPr>
        <p:spPr/>
        <p:txBody>
          <a:bodyPr/>
          <a:lstStyle/>
          <a:p>
            <a:fld id="{0A3C37BE-C303-496D-B5CD-85F2937540FC}" type="slidenum">
              <a:rPr lang="x-none" smtClean="0"/>
              <a:pPr/>
              <a:t>9</a:t>
            </a:fld>
            <a:endParaRPr lang="x-none"/>
          </a:p>
        </p:txBody>
      </p:sp>
    </p:spTree>
    <p:extLst>
      <p:ext uri="{BB962C8B-B14F-4D97-AF65-F5344CB8AC3E}">
        <p14:creationId xmlns:p14="http://schemas.microsoft.com/office/powerpoint/2010/main" val="38123553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a:t>
            </a:r>
            <a:r>
              <a:rPr lang="en-GB" baseline="0" dirty="0"/>
              <a:t> will cover all these questions in this lecture.</a:t>
            </a:r>
          </a:p>
          <a:p>
            <a:r>
              <a:rPr lang="en-GB" baseline="0" dirty="0"/>
              <a:t>We will take start from first two questions that is checking the compatibility of your software with other applications and platforms. In which we will also discuss the concept of forward and backward compatibility.</a:t>
            </a:r>
          </a:p>
          <a:p>
            <a:r>
              <a:rPr lang="en-GB" baseline="0" dirty="0"/>
              <a:t>And checking the compatibility of your platform with different application that will run on it.</a:t>
            </a:r>
          </a:p>
        </p:txBody>
      </p:sp>
      <p:sp>
        <p:nvSpPr>
          <p:cNvPr id="4" name="Slide Number Placeholder 3"/>
          <p:cNvSpPr>
            <a:spLocks noGrp="1"/>
          </p:cNvSpPr>
          <p:nvPr>
            <p:ph type="sldNum" sz="quarter" idx="10"/>
          </p:nvPr>
        </p:nvSpPr>
        <p:spPr/>
        <p:txBody>
          <a:bodyPr/>
          <a:lstStyle/>
          <a:p>
            <a:fld id="{0A3C37BE-C303-496D-B5CD-85F2937540FC}" type="slidenum">
              <a:rPr lang="x-none" smtClean="0"/>
              <a:pPr/>
              <a:t>10</a:t>
            </a:fld>
            <a:endParaRPr lang="x-none"/>
          </a:p>
        </p:txBody>
      </p:sp>
    </p:spTree>
    <p:extLst>
      <p:ext uri="{BB962C8B-B14F-4D97-AF65-F5344CB8AC3E}">
        <p14:creationId xmlns:p14="http://schemas.microsoft.com/office/powerpoint/2010/main" val="6276645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In this</a:t>
            </a:r>
            <a:r>
              <a:rPr lang="en-GB" baseline="0" dirty="0"/>
              <a:t> example the list contains the minimum requirements for the software to operate properly. </a:t>
            </a:r>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en-GB" smtClean="0"/>
              <a:pPr/>
              <a:t>11</a:t>
            </a:fld>
            <a:endParaRPr lang="en-GB"/>
          </a:p>
        </p:txBody>
      </p:sp>
    </p:spTree>
    <p:extLst>
      <p:ext uri="{BB962C8B-B14F-4D97-AF65-F5344CB8AC3E}">
        <p14:creationId xmlns:p14="http://schemas.microsoft.com/office/powerpoint/2010/main" val="34312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picture you can see the example</a:t>
            </a:r>
            <a:r>
              <a:rPr lang="en-GB" baseline="0" dirty="0"/>
              <a:t> of backward and Forward compatibility.</a:t>
            </a:r>
            <a:endParaRPr lang="en-GB" dirty="0"/>
          </a:p>
          <a:p>
            <a:r>
              <a:rPr lang="en-GB" baseline="0" dirty="0"/>
              <a:t>Applications, libraries and plugins on the left most side are compatible with all the drivers.</a:t>
            </a:r>
          </a:p>
          <a:p>
            <a:r>
              <a:rPr lang="en-GB" baseline="0" dirty="0"/>
              <a:t>Applications, libraries and plugins in the middle are not backward compatible means not compatible with driver 1.0. however it is compatible with current driver that is driver 1.1 and also with future driver that is driver 2.0</a:t>
            </a:r>
          </a:p>
          <a:p>
            <a:r>
              <a:rPr lang="en-GB" baseline="0" dirty="0"/>
              <a:t>Application, libraries and plugins on the right most side are only compatible with its current version that is driver 2.0. It is not backward compatible and future compatibilities are also not considered for these applications, libraries and plugins.</a:t>
            </a:r>
          </a:p>
          <a:p>
            <a:r>
              <a:rPr lang="en-GB" baseline="0" dirty="0"/>
              <a:t> </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12</a:t>
            </a:fld>
            <a:endParaRPr lang="x-none"/>
          </a:p>
        </p:txBody>
      </p:sp>
    </p:spTree>
    <p:extLst>
      <p:ext uri="{BB962C8B-B14F-4D97-AF65-F5344CB8AC3E}">
        <p14:creationId xmlns:p14="http://schemas.microsoft.com/office/powerpoint/2010/main" val="2007416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another</a:t>
            </a:r>
            <a:r>
              <a:rPr lang="en-GB" baseline="0" dirty="0"/>
              <a:t> example of Backward and Forward compatibility.</a:t>
            </a:r>
            <a:endParaRPr lang="en-GB" dirty="0"/>
          </a:p>
          <a:p>
            <a:r>
              <a:rPr lang="en-GB" dirty="0"/>
              <a:t>Here</a:t>
            </a:r>
            <a:r>
              <a:rPr lang="en-GB" baseline="0" dirty="0"/>
              <a:t> in this picture, MyDATA.TXT is compatible with its current windows operating system that is windows 98 and Word processor that is </a:t>
            </a:r>
            <a:r>
              <a:rPr lang="en-GB" baseline="0" dirty="0" err="1"/>
              <a:t>NotePad</a:t>
            </a:r>
            <a:r>
              <a:rPr lang="en-GB" baseline="0" dirty="0"/>
              <a:t> 98. It is compatible with previous operating systems and word processors. It is also future compatible with </a:t>
            </a:r>
            <a:r>
              <a:rPr lang="en-GB" baseline="0" dirty="0" err="1"/>
              <a:t>wordPad</a:t>
            </a:r>
            <a:r>
              <a:rPr lang="en-GB" baseline="0" dirty="0"/>
              <a:t> running on windows 2000 and above versions</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13</a:t>
            </a:fld>
            <a:endParaRPr lang="x-none"/>
          </a:p>
        </p:txBody>
      </p:sp>
    </p:spTree>
    <p:extLst>
      <p:ext uri="{BB962C8B-B14F-4D97-AF65-F5344CB8AC3E}">
        <p14:creationId xmlns:p14="http://schemas.microsoft.com/office/powerpoint/2010/main" val="22504049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can see the pictorial</a:t>
            </a:r>
            <a:r>
              <a:rPr lang="en-GB" baseline="0" dirty="0"/>
              <a:t> representation of the example in the next slide</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14</a:t>
            </a:fld>
            <a:endParaRPr lang="x-none"/>
          </a:p>
        </p:txBody>
      </p:sp>
    </p:spTree>
    <p:extLst>
      <p:ext uri="{BB962C8B-B14F-4D97-AF65-F5344CB8AC3E}">
        <p14:creationId xmlns:p14="http://schemas.microsoft.com/office/powerpoint/2010/main" val="23829537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dirty="0"/>
              <a:t>In</a:t>
            </a:r>
            <a:r>
              <a:rPr lang="" baseline="0" dirty="0"/>
              <a:t> this </a:t>
            </a:r>
            <a:r>
              <a:rPr lang="en-GB" dirty="0"/>
              <a:t>picture you can see the</a:t>
            </a:r>
            <a:r>
              <a:rPr lang="en-GB" baseline="0" dirty="0"/>
              <a:t> ‘New Computing Platform 2010’. Multiple programs running on the previous OS should be compatibility tested on this platform like </a:t>
            </a:r>
          </a:p>
          <a:p>
            <a:pPr marL="171450" indent="-171450">
              <a:buFont typeface="Arial" panose="020B0604020202020204" pitchFamily="34" charset="0"/>
              <a:buChar char="•"/>
            </a:pPr>
            <a:r>
              <a:rPr lang="en-GB" baseline="0" dirty="0"/>
              <a:t>Painting and Drawing Programs</a:t>
            </a:r>
          </a:p>
          <a:p>
            <a:pPr marL="171450" indent="-171450">
              <a:buFont typeface="Arial" panose="020B0604020202020204" pitchFamily="34" charset="0"/>
              <a:buChar char="•"/>
            </a:pPr>
            <a:r>
              <a:rPr lang="en-GB" baseline="0" dirty="0"/>
              <a:t>Databases</a:t>
            </a:r>
          </a:p>
          <a:p>
            <a:pPr marL="171450" indent="-171450">
              <a:buFont typeface="Arial" panose="020B0604020202020204" pitchFamily="34" charset="0"/>
              <a:buChar char="•"/>
            </a:pPr>
            <a:r>
              <a:rPr lang="en-GB" baseline="0" dirty="0"/>
              <a:t>Word Processors</a:t>
            </a:r>
          </a:p>
          <a:p>
            <a:pPr marL="171450" indent="-171450">
              <a:buFont typeface="Arial" panose="020B0604020202020204" pitchFamily="34" charset="0"/>
              <a:buChar char="•"/>
            </a:pPr>
            <a:r>
              <a:rPr lang="en-GB" baseline="0" dirty="0"/>
              <a:t>Spreadsheet Programs</a:t>
            </a:r>
          </a:p>
          <a:p>
            <a:pPr marL="171450" indent="-171450">
              <a:buFont typeface="Arial" panose="020B0604020202020204" pitchFamily="34" charset="0"/>
              <a:buChar char="•"/>
            </a:pPr>
            <a:r>
              <a:rPr lang="en-GB" baseline="0" dirty="0"/>
              <a:t>Games</a:t>
            </a:r>
          </a:p>
          <a:p>
            <a:pPr marL="171450" indent="-171450">
              <a:buFont typeface="Arial" panose="020B0604020202020204" pitchFamily="34" charset="0"/>
              <a:buChar char="•"/>
            </a:pPr>
            <a:r>
              <a:rPr lang="en-GB" baseline="0" dirty="0"/>
              <a:t>Educational Programs and many more</a:t>
            </a:r>
          </a:p>
          <a:p>
            <a:pPr marL="0" indent="0">
              <a:buFont typeface="Arial" panose="020B0604020202020204" pitchFamily="34" charset="0"/>
              <a:buNone/>
            </a:pPr>
            <a:r>
              <a:rPr lang="en-GB" baseline="0" dirty="0"/>
              <a:t>Here we are not talking about the versions of the platform and applications</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15</a:t>
            </a:fld>
            <a:endParaRPr lang="x-none"/>
          </a:p>
        </p:txBody>
      </p:sp>
    </p:spTree>
    <p:extLst>
      <p:ext uri="{BB962C8B-B14F-4D97-AF65-F5344CB8AC3E}">
        <p14:creationId xmlns:p14="http://schemas.microsoft.com/office/powerpoint/2010/main" val="1024130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altLang="en-US" sz="2000" dirty="0"/>
              <a:t>There</a:t>
            </a:r>
            <a:r>
              <a:rPr lang="en-US" altLang="en-US" sz="2000" baseline="0" dirty="0"/>
              <a:t> are so many applications available with a number of versions but every application and all its versions cannot be considered for compatibility testing. Because it will take a lot of time and effort.</a:t>
            </a:r>
          </a:p>
          <a:p>
            <a:pPr marL="0" marR="0" lvl="2" indent="0" algn="l" defTabSz="914400" rtl="0" eaLnBrk="1" fontAlgn="auto" latinLnBrk="0" hangingPunct="1">
              <a:lnSpc>
                <a:spcPct val="100000"/>
              </a:lnSpc>
              <a:spcBef>
                <a:spcPts val="0"/>
              </a:spcBef>
              <a:spcAft>
                <a:spcPts val="0"/>
              </a:spcAft>
              <a:buClrTx/>
              <a:buSzTx/>
              <a:buFontTx/>
              <a:buNone/>
              <a:tabLst/>
              <a:defRPr/>
            </a:pPr>
            <a:r>
              <a:rPr lang="en-US" altLang="en-US" sz="2000" baseline="0" dirty="0"/>
              <a:t>Ways to reduce the testing effort are:</a:t>
            </a:r>
          </a:p>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2000" baseline="0" dirty="0"/>
              <a:t>Equivalence Partitioning</a:t>
            </a:r>
          </a:p>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2000" baseline="0" dirty="0"/>
              <a:t>Select Important Programs</a:t>
            </a:r>
            <a:endParaRPr lang="en-US" altLang="en-US" sz="2000" dirty="0"/>
          </a:p>
          <a:p>
            <a:pPr marL="0" marR="0" lvl="2" indent="0" algn="l" defTabSz="914400" rtl="0" eaLnBrk="1" fontAlgn="auto" latinLnBrk="0" hangingPunct="1">
              <a:lnSpc>
                <a:spcPct val="100000"/>
              </a:lnSpc>
              <a:spcBef>
                <a:spcPts val="0"/>
              </a:spcBef>
              <a:spcAft>
                <a:spcPts val="0"/>
              </a:spcAft>
              <a:buClrTx/>
              <a:buSzTx/>
              <a:buFontTx/>
              <a:buNone/>
              <a:tabLst/>
              <a:defRPr/>
            </a:pPr>
            <a:r>
              <a:rPr lang="en-US" altLang="en-US" sz="2000" dirty="0"/>
              <a:t>There are multiple criteria to select important programs.</a:t>
            </a:r>
            <a:r>
              <a:rPr lang="en-US" altLang="en-US" sz="2000" baseline="0" dirty="0"/>
              <a:t> These include:</a:t>
            </a:r>
          </a:p>
          <a:p>
            <a:pPr lvl="1" algn="just"/>
            <a:r>
              <a:rPr lang="en-US" sz="2000" b="1" dirty="0"/>
              <a:t>Popularity- </a:t>
            </a:r>
          </a:p>
          <a:p>
            <a:pPr lvl="1" algn="just"/>
            <a:r>
              <a:rPr lang="en-US" sz="2000" b="0" dirty="0"/>
              <a:t>For example: You can u</a:t>
            </a:r>
            <a:r>
              <a:rPr lang="en-US" sz="2000" dirty="0"/>
              <a:t>se sales data to select the top 100 or 1000 most popular programs</a:t>
            </a:r>
          </a:p>
          <a:p>
            <a:pPr lvl="1" algn="just"/>
            <a:r>
              <a:rPr lang="en-US" sz="2000" b="1" dirty="0"/>
              <a:t>Age- </a:t>
            </a:r>
          </a:p>
          <a:p>
            <a:pPr lvl="1" algn="just"/>
            <a:r>
              <a:rPr lang="en-US" sz="2000" b="0" dirty="0"/>
              <a:t>For example:</a:t>
            </a:r>
            <a:r>
              <a:rPr lang="en-US" sz="2000" b="1" baseline="0" dirty="0"/>
              <a:t> </a:t>
            </a:r>
            <a:r>
              <a:rPr lang="en-US" sz="2000" dirty="0"/>
              <a:t>You might want to select programs and versions that are less than three years old</a:t>
            </a:r>
            <a:endParaRPr lang="en-US" sz="2000" b="1" dirty="0">
              <a:solidFill>
                <a:prstClr val="black"/>
              </a:solidFill>
            </a:endParaRPr>
          </a:p>
          <a:p>
            <a:pPr lvl="1" algn="just"/>
            <a:r>
              <a:rPr lang="en-US" sz="2000" b="1" dirty="0">
                <a:solidFill>
                  <a:prstClr val="black"/>
                </a:solidFill>
              </a:rPr>
              <a:t>Type-</a:t>
            </a:r>
            <a:r>
              <a:rPr lang="en-US" sz="2000" dirty="0">
                <a:solidFill>
                  <a:prstClr val="black"/>
                </a:solidFill>
              </a:rPr>
              <a:t> </a:t>
            </a:r>
          </a:p>
          <a:p>
            <a:pPr lvl="1" algn="just"/>
            <a:r>
              <a:rPr lang="en-US" sz="2000" dirty="0">
                <a:solidFill>
                  <a:prstClr val="black"/>
                </a:solidFill>
              </a:rPr>
              <a:t>Break the software into types such as</a:t>
            </a:r>
          </a:p>
          <a:p>
            <a:pPr lvl="2" algn="just"/>
            <a:r>
              <a:rPr lang="en-US" sz="2000" dirty="0">
                <a:solidFill>
                  <a:prstClr val="black"/>
                </a:solidFill>
              </a:rPr>
              <a:t>Painting Software</a:t>
            </a:r>
          </a:p>
          <a:p>
            <a:pPr lvl="2" algn="just"/>
            <a:r>
              <a:rPr lang="en-US" sz="2000" dirty="0">
                <a:solidFill>
                  <a:prstClr val="black"/>
                </a:solidFill>
              </a:rPr>
              <a:t>Word</a:t>
            </a:r>
            <a:r>
              <a:rPr lang="en-US" sz="2000" baseline="0" dirty="0">
                <a:solidFill>
                  <a:prstClr val="black"/>
                </a:solidFill>
              </a:rPr>
              <a:t> Processors</a:t>
            </a:r>
            <a:endParaRPr lang="en-US" sz="2000" dirty="0">
              <a:solidFill>
                <a:prstClr val="black"/>
              </a:solidFill>
            </a:endParaRPr>
          </a:p>
          <a:p>
            <a:pPr lvl="2" algn="just"/>
            <a:r>
              <a:rPr lang="en-US" sz="2000" dirty="0">
                <a:solidFill>
                  <a:prstClr val="black"/>
                </a:solidFill>
              </a:rPr>
              <a:t>Accounting Software</a:t>
            </a:r>
          </a:p>
          <a:p>
            <a:pPr lvl="2" algn="just"/>
            <a:r>
              <a:rPr lang="en-US" sz="2000" dirty="0">
                <a:solidFill>
                  <a:prstClr val="black"/>
                </a:solidFill>
              </a:rPr>
              <a:t>Database Software</a:t>
            </a:r>
          </a:p>
          <a:p>
            <a:pPr lvl="2" algn="just"/>
            <a:r>
              <a:rPr lang="en-US" sz="2000" dirty="0">
                <a:solidFill>
                  <a:prstClr val="black"/>
                </a:solidFill>
              </a:rPr>
              <a:t>Communications Software</a:t>
            </a:r>
            <a:r>
              <a:rPr lang="en-US" sz="2000" baseline="0" dirty="0">
                <a:solidFill>
                  <a:prstClr val="black"/>
                </a:solidFill>
              </a:rPr>
              <a:t> </a:t>
            </a:r>
            <a:r>
              <a:rPr lang="en-US" sz="2000" dirty="0">
                <a:solidFill>
                  <a:prstClr val="black"/>
                </a:solidFill>
              </a:rPr>
              <a:t>and so on</a:t>
            </a:r>
          </a:p>
          <a:p>
            <a:pPr lvl="1" algn="just">
              <a:buNone/>
            </a:pPr>
            <a:r>
              <a:rPr lang="en-US" sz="2000" dirty="0">
                <a:solidFill>
                  <a:prstClr val="black"/>
                </a:solidFill>
              </a:rPr>
              <a:t>Select software from each category for testing</a:t>
            </a:r>
          </a:p>
          <a:p>
            <a:pPr lvl="1" algn="just"/>
            <a:r>
              <a:rPr lang="en-US" sz="2000" b="1" dirty="0">
                <a:solidFill>
                  <a:prstClr val="black"/>
                </a:solidFill>
              </a:rPr>
              <a:t>Manufacturer-</a:t>
            </a:r>
            <a:r>
              <a:rPr lang="en-US" sz="2000" dirty="0">
                <a:solidFill>
                  <a:prstClr val="black"/>
                </a:solidFill>
              </a:rPr>
              <a:t> Pick software based on the company that created it</a:t>
            </a:r>
          </a:p>
        </p:txBody>
      </p:sp>
      <p:sp>
        <p:nvSpPr>
          <p:cNvPr id="4" name="Slide Number Placeholder 3"/>
          <p:cNvSpPr>
            <a:spLocks noGrp="1"/>
          </p:cNvSpPr>
          <p:nvPr>
            <p:ph type="sldNum" sz="quarter" idx="10"/>
          </p:nvPr>
        </p:nvSpPr>
        <p:spPr/>
        <p:txBody>
          <a:bodyPr/>
          <a:lstStyle/>
          <a:p>
            <a:fld id="{0A3C37BE-C303-496D-B5CD-85F2937540FC}" type="slidenum">
              <a:rPr lang="x-none" smtClean="0"/>
              <a:pPr/>
              <a:t>16</a:t>
            </a:fld>
            <a:endParaRPr lang="x-none"/>
          </a:p>
        </p:txBody>
      </p:sp>
    </p:spTree>
    <p:extLst>
      <p:ext uri="{BB962C8B-B14F-4D97-AF65-F5344CB8AC3E}">
        <p14:creationId xmlns:p14="http://schemas.microsoft.com/office/powerpoint/2010/main" val="29171870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in this picture you</a:t>
            </a:r>
            <a:r>
              <a:rPr lang="en-GB" baseline="0" dirty="0"/>
              <a:t> can see a New Software Application that should be compatible with </a:t>
            </a:r>
            <a:r>
              <a:rPr lang="en-GB" baseline="0" dirty="0" err="1"/>
              <a:t>thses</a:t>
            </a:r>
            <a:r>
              <a:rPr lang="en-GB" baseline="0" dirty="0"/>
              <a:t> </a:t>
            </a:r>
            <a:r>
              <a:rPr lang="" baseline="0" dirty="0"/>
              <a:t>shortlisted platforms </a:t>
            </a:r>
            <a:r>
              <a:rPr lang="en-GB" baseline="0" dirty="0"/>
              <a:t>and many other already developed applications.</a:t>
            </a:r>
          </a:p>
        </p:txBody>
      </p:sp>
      <p:sp>
        <p:nvSpPr>
          <p:cNvPr id="4" name="Slide Number Placeholder 3"/>
          <p:cNvSpPr>
            <a:spLocks noGrp="1"/>
          </p:cNvSpPr>
          <p:nvPr>
            <p:ph type="sldNum" sz="quarter" idx="10"/>
          </p:nvPr>
        </p:nvSpPr>
        <p:spPr/>
        <p:txBody>
          <a:bodyPr/>
          <a:lstStyle/>
          <a:p>
            <a:fld id="{0A3C37BE-C303-496D-B5CD-85F2937540FC}" type="slidenum">
              <a:rPr lang="x-none" smtClean="0"/>
              <a:pPr/>
              <a:t>17</a:t>
            </a:fld>
            <a:endParaRPr lang="x-none"/>
          </a:p>
        </p:txBody>
      </p:sp>
    </p:spTree>
    <p:extLst>
      <p:ext uri="{BB962C8B-B14F-4D97-AF65-F5344CB8AC3E}">
        <p14:creationId xmlns:p14="http://schemas.microsoft.com/office/powerpoint/2010/main" val="6685572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Now we will cover our question number 3</a:t>
            </a:r>
            <a:r>
              <a:rPr lang="en-US" sz="1200" baseline="0" dirty="0"/>
              <a:t> that is</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What </a:t>
            </a:r>
            <a:r>
              <a:rPr lang="en-US" sz="1200" b="1" dirty="0"/>
              <a:t>compatibility standards or guidelines </a:t>
            </a:r>
            <a:r>
              <a:rPr lang="en-US" sz="1200" dirty="0"/>
              <a:t>should be followed that define how your software interact with other software?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So</a:t>
            </a:r>
            <a:r>
              <a:rPr lang="en-US" sz="1200" baseline="0" dirty="0"/>
              <a:t> there are two levels of standards and guidelines.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aseline="0" dirty="0"/>
              <a:t>High Level and Low Level</a:t>
            </a:r>
            <a:endParaRPr lang="x-none" sz="1200" dirty="0"/>
          </a:p>
          <a:p>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18</a:t>
            </a:fld>
            <a:endParaRPr lang="x-none"/>
          </a:p>
        </p:txBody>
      </p:sp>
    </p:spTree>
    <p:extLst>
      <p:ext uri="{BB962C8B-B14F-4D97-AF65-F5344CB8AC3E}">
        <p14:creationId xmlns:p14="http://schemas.microsoft.com/office/powerpoint/2010/main" val="42024936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a:t>
            </a:r>
            <a:r>
              <a:rPr lang="en-GB" baseline="0" dirty="0"/>
              <a:t> example to make you software windows compatible, you will have to follow the standards and guidelines provided by windows for the software to run under windows OS.</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19</a:t>
            </a:fld>
            <a:endParaRPr lang="x-none"/>
          </a:p>
        </p:txBody>
      </p:sp>
    </p:spTree>
    <p:extLst>
      <p:ext uri="{BB962C8B-B14F-4D97-AF65-F5344CB8AC3E}">
        <p14:creationId xmlns:p14="http://schemas.microsoft.com/office/powerpoint/2010/main" val="2256014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another example of High</a:t>
            </a:r>
            <a:r>
              <a:rPr lang="en-GB" baseline="0" dirty="0"/>
              <a:t> level standards</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20</a:t>
            </a:fld>
            <a:endParaRPr lang="x-none"/>
          </a:p>
        </p:txBody>
      </p:sp>
    </p:spTree>
    <p:extLst>
      <p:ext uri="{BB962C8B-B14F-4D97-AF65-F5344CB8AC3E}">
        <p14:creationId xmlns:p14="http://schemas.microsoft.com/office/powerpoint/2010/main" val="7270968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b="1" dirty="0"/>
              <a:t>Does not have look and feel of windows software</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2000" b="1" dirty="0"/>
              <a:t>For example:</a:t>
            </a:r>
            <a:r>
              <a:rPr lang="en-US" sz="2000" b="0" baseline="0" dirty="0"/>
              <a:t> </a:t>
            </a:r>
            <a:r>
              <a:rPr lang="en-US" sz="2000" b="0" dirty="0"/>
              <a:t>In</a:t>
            </a:r>
            <a:r>
              <a:rPr lang="en-US" sz="2000" b="0" baseline="0" dirty="0"/>
              <a:t> windows, the menu bar and tool bar are aligned at the top left side of the window. But if in a program the menu bar and tool bar are aligned at the top right side, the user will notice the difference but he may use the program and ignore it.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2000" b="0" baseline="0" dirty="0"/>
              <a:t>In this case the program has followed low level standards but not the high level standard. </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2000" b="1" dirty="0"/>
              <a:t>The software would likely be a short lived product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2000" b="0" baseline="0" dirty="0"/>
              <a:t>It means if we do not follow the high level standard the user still can use the system but if we do not follow low level standards the project will be short lived. </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US" sz="2000" b="0" dirty="0"/>
          </a:p>
          <a:p>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22</a:t>
            </a:fld>
            <a:endParaRPr lang="x-none"/>
          </a:p>
        </p:txBody>
      </p:sp>
    </p:spTree>
    <p:extLst>
      <p:ext uri="{BB962C8B-B14F-4D97-AF65-F5344CB8AC3E}">
        <p14:creationId xmlns:p14="http://schemas.microsoft.com/office/powerpoint/2010/main" val="11772777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Now we will cover</a:t>
            </a:r>
            <a:r>
              <a:rPr lang="en-GB" baseline="0" dirty="0"/>
              <a:t> the question number 4 that is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What </a:t>
            </a:r>
            <a:r>
              <a:rPr lang="en-US" sz="1200" b="1" dirty="0"/>
              <a:t>types of data </a:t>
            </a:r>
            <a:r>
              <a:rPr lang="en-US" sz="1200" dirty="0"/>
              <a:t>will your software use to interact and share information with other platforms and software?</a:t>
            </a:r>
            <a:endParaRPr lang="x-none" sz="1200" dirty="0"/>
          </a:p>
          <a:p>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23</a:t>
            </a:fld>
            <a:endParaRPr lang="x-none"/>
          </a:p>
        </p:txBody>
      </p:sp>
    </p:spTree>
    <p:extLst>
      <p:ext uri="{BB962C8B-B14F-4D97-AF65-F5344CB8AC3E}">
        <p14:creationId xmlns:p14="http://schemas.microsoft.com/office/powerpoint/2010/main" val="15474273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File Save and File Load- </a:t>
            </a:r>
            <a:r>
              <a:rPr lang="en-US" b="0" dirty="0"/>
              <a:t>For Example:</a:t>
            </a:r>
            <a:r>
              <a:rPr lang="en-US" b="1" dirty="0"/>
              <a:t> </a:t>
            </a:r>
            <a:r>
              <a:rPr lang="en-US" b="0" dirty="0"/>
              <a:t>You copy a Microsoft</a:t>
            </a:r>
            <a:r>
              <a:rPr lang="en-US" b="0" baseline="0" dirty="0"/>
              <a:t> </a:t>
            </a:r>
            <a:r>
              <a:rPr lang="en-US" b="0" dirty="0"/>
              <a:t>world file</a:t>
            </a:r>
            <a:r>
              <a:rPr lang="en-US" b="0" baseline="0" dirty="0"/>
              <a:t> and paste it in USB from your computer and then copy from </a:t>
            </a:r>
            <a:r>
              <a:rPr lang="en-US" b="0" baseline="0" dirty="0" err="1"/>
              <a:t>usb</a:t>
            </a:r>
            <a:r>
              <a:rPr lang="en-US" b="0" baseline="0" dirty="0"/>
              <a:t> and paste it into another computer that has only </a:t>
            </a:r>
            <a:r>
              <a:rPr lang="en-US" b="0" baseline="0" dirty="0" err="1"/>
              <a:t>Wordpad</a:t>
            </a:r>
            <a:r>
              <a:rPr lang="en-US" b="0" baseline="0" dirty="0"/>
              <a:t>. The file to open in </a:t>
            </a:r>
            <a:r>
              <a:rPr lang="en-US" b="0" baseline="0" dirty="0" err="1"/>
              <a:t>Wordpad</a:t>
            </a:r>
            <a:r>
              <a:rPr lang="en-US" b="0" baseline="0" dirty="0"/>
              <a:t>, it should be compatible with it. It should meet the standards of </a:t>
            </a:r>
            <a:r>
              <a:rPr lang="en-US" b="0" baseline="0" dirty="0" err="1"/>
              <a:t>Wordpad</a:t>
            </a:r>
            <a:r>
              <a:rPr lang="en-US" b="0" baseline="0" dirty="0"/>
              <a:t>.</a:t>
            </a:r>
          </a:p>
          <a:p>
            <a:r>
              <a:rPr lang="en-US" b="1" dirty="0"/>
              <a:t>File Export and File Import- </a:t>
            </a:r>
            <a:r>
              <a:rPr lang="en-US" b="0" dirty="0"/>
              <a:t>For</a:t>
            </a:r>
            <a:r>
              <a:rPr lang="en-US" b="0" baseline="0" dirty="0"/>
              <a:t> Example: When you export database file from </a:t>
            </a:r>
            <a:r>
              <a:rPr lang="en-US" b="0" baseline="0" dirty="0" err="1"/>
              <a:t>Wamp</a:t>
            </a:r>
            <a:r>
              <a:rPr lang="en-US" b="0" baseline="0" dirty="0"/>
              <a:t> server, you have multiple options of file format in which you can export. If you export it as .txt file it should be opened properly in word processor along with information of joins.</a:t>
            </a:r>
            <a:endParaRPr lang="en-US" b="0"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24</a:t>
            </a:fld>
            <a:endParaRPr lang="x-none"/>
          </a:p>
        </p:txBody>
      </p:sp>
    </p:spTree>
    <p:extLst>
      <p:ext uri="{BB962C8B-B14F-4D97-AF65-F5344CB8AC3E}">
        <p14:creationId xmlns:p14="http://schemas.microsoft.com/office/powerpoint/2010/main" val="13305332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r>
              <a:rPr lang="en-US" b="1" dirty="0"/>
              <a:t>Example- </a:t>
            </a:r>
            <a:r>
              <a:rPr lang="en-US" dirty="0"/>
              <a:t>is a written report in a word processor that has pie chart created by a spreadsheet program.</a:t>
            </a:r>
          </a:p>
          <a:p>
            <a:pPr lvl="1" algn="just"/>
            <a:r>
              <a:rPr lang="en-US" sz="2000" dirty="0"/>
              <a:t>If it is copied and pasted in the report, it would be a snapshot in time of the data.</a:t>
            </a:r>
          </a:p>
          <a:p>
            <a:pPr lvl="1" algn="just"/>
            <a:r>
              <a:rPr lang="en-US" sz="2000" dirty="0"/>
              <a:t>If the author linked the pie chart into the report as an object, when the underlying numbers for the chart change, the new graphics will automatically appear in the report</a:t>
            </a:r>
          </a:p>
          <a:p>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en-GB" smtClean="0"/>
              <a:pPr/>
              <a:t>26</a:t>
            </a:fld>
            <a:endParaRPr lang="en-GB"/>
          </a:p>
        </p:txBody>
      </p:sp>
    </p:spTree>
    <p:extLst>
      <p:ext uri="{BB962C8B-B14F-4D97-AF65-F5344CB8AC3E}">
        <p14:creationId xmlns:p14="http://schemas.microsoft.com/office/powerpoint/2010/main" val="80315329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F5501A8F-29D7-4C88-899F-D2A63F4F97C3}" type="datetime1">
              <a:rPr lang="en-US" smtClean="0"/>
              <a:t>12/11/2021</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32415952-4806-4E4F-BA47-636591ACD7E9}" type="datetime1">
              <a:rPr lang="en-US" smtClean="0"/>
              <a:t>12/11/2021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F2B552-D33D-4055-838A-4A2865759D44}" type="datetime1">
              <a:rPr lang="en-US" smtClean="0"/>
              <a:t>12/11/2021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0C2B2A40-65F6-4899-96AC-2794B4DAD6BF}" type="datetime1">
              <a:rPr lang="en-US" smtClean="0"/>
              <a:t>12/11/2021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96642F41-A145-4E92-86FE-40FF9C70691A}" type="datetime1">
              <a:rPr lang="en-US" smtClean="0"/>
              <a:t>12/11/2021</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EF490178-CBE9-4929-98F2-4D40DD57B406}" type="datetime1">
              <a:rPr lang="en-US" smtClean="0"/>
              <a:t>12/11/2021</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44035A-4BD2-4057-8CC1-E0ECA0A73986}" type="datetime1">
              <a:rPr lang="en-US" smtClean="0"/>
              <a:t>12/11/2021</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7693C6AA-DF00-4C26-AC28-846ABE0FA754}" type="datetime1">
              <a:rPr lang="en-US" smtClean="0"/>
              <a:t>12/11/2021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77265BB8-A240-4172-9A89-BA0BAD0841C2}" type="datetime1">
              <a:rPr lang="en-US" smtClean="0"/>
              <a:t>12/11/2021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7F5868E1-4280-40A5-82D5-E1F3BF7117D2}" type="datetime1">
              <a:rPr lang="en-US" smtClean="0"/>
              <a:t>12/11/2021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61CA24B-86B8-4EFF-A12F-9B6053204347}" type="datetime1">
              <a:rPr lang="en-US" smtClean="0"/>
              <a:t>12/11/2021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B7C9BCD8-ABBB-4F3C-A7CC-33B762541BE1}" type="datetime1">
              <a:rPr lang="en-US" smtClean="0"/>
              <a:t>12/11/2021</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822798" y="1310656"/>
            <a:ext cx="5734050" cy="2219691"/>
          </a:xfrm>
        </p:spPr>
        <p:txBody>
          <a:bodyPr anchor="ctr"/>
          <a:lstStyle/>
          <a:p>
            <a:r>
              <a:rPr lang="en-US" dirty="0"/>
              <a:t>CSE 455</a:t>
            </a:r>
            <a:br>
              <a:rPr lang="en-US" dirty="0"/>
            </a:br>
            <a:r>
              <a:rPr lang="en-US" dirty="0"/>
              <a:t>Software Testing</a:t>
            </a:r>
          </a:p>
        </p:txBody>
      </p:sp>
      <p:sp>
        <p:nvSpPr>
          <p:cNvPr id="7" name="Subtitle 6"/>
          <p:cNvSpPr>
            <a:spLocks noGrp="1"/>
          </p:cNvSpPr>
          <p:nvPr>
            <p:ph type="subTitle" idx="1"/>
          </p:nvPr>
        </p:nvSpPr>
        <p:spPr/>
        <p:txBody>
          <a:bodyPr/>
          <a:lstStyle/>
          <a:p>
            <a:r>
              <a:rPr lang="en-US" dirty="0"/>
              <a:t>This course is offered to the students of students of BS Software Engineering who are enrolled in 8</a:t>
            </a:r>
            <a:r>
              <a:rPr lang="en-US" baseline="30000" dirty="0"/>
              <a:t>th</a:t>
            </a:r>
            <a:r>
              <a:rPr lang="en-US" dirty="0"/>
              <a:t> semester</a:t>
            </a:r>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
        <p:nvSpPr>
          <p:cNvPr id="5" name="Subtitle 6"/>
          <p:cNvSpPr txBox="1">
            <a:spLocks/>
          </p:cNvSpPr>
          <p:nvPr/>
        </p:nvSpPr>
        <p:spPr>
          <a:xfrm>
            <a:off x="1466850" y="3655068"/>
            <a:ext cx="1045441" cy="454605"/>
          </a:xfrm>
          <a:prstGeom prst="rect">
            <a:avLst/>
          </a:prstGeom>
        </p:spPr>
        <p:txBody>
          <a:bodyPr vert="horz" lIns="0" tIns="45720" rIns="0" bIns="45720" rtlCol="0">
            <a:normAutofit/>
          </a:bodyPr>
          <a:lstStyle>
            <a:lvl1pPr marL="0" indent="0" algn="l" defTabSz="914400" rtl="0" eaLnBrk="1" latinLnBrk="0" hangingPunct="1">
              <a:lnSpc>
                <a:spcPct val="90000"/>
              </a:lnSpc>
              <a:spcBef>
                <a:spcPts val="0"/>
              </a:spcBef>
              <a:buFont typeface="Wingdings" panose="05000000000000000000" pitchFamily="2" charset="2"/>
              <a:buNone/>
              <a:defRPr sz="1800" kern="1200">
                <a:solidFill>
                  <a:schemeClr val="tx1"/>
                </a:solidFill>
                <a:latin typeface="+mn-lt"/>
                <a:ea typeface="+mn-ea"/>
                <a:cs typeface="+mn-cs"/>
              </a:defRPr>
            </a:lvl1pPr>
            <a:lvl2pPr marL="457200" indent="0" algn="ctr" defTabSz="914400" rtl="0" eaLnBrk="1" latinLnBrk="0" hangingPunct="1">
              <a:lnSpc>
                <a:spcPct val="90000"/>
              </a:lnSpc>
              <a:spcBef>
                <a:spcPts val="600"/>
              </a:spcBef>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600"/>
              </a:spcBef>
              <a:buFont typeface="Wingdings" panose="05000000000000000000" pitchFamily="2"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600"/>
              </a:spcBef>
              <a:buFont typeface="Wingdings" panose="05000000000000000000" pitchFamily="2" charset="2"/>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600"/>
              </a:spcBef>
              <a:buFont typeface="Wingdings" panose="05000000000000000000" pitchFamily="2" charset="2"/>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9pPr>
          </a:lstStyle>
          <a:p>
            <a:r>
              <a:rPr lang="en-US" dirty="0"/>
              <a:t>Lecture 7</a:t>
            </a: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01085" y="0"/>
            <a:ext cx="1090915" cy="1089498"/>
          </a:xfrm>
          <a:prstGeom prst="rect">
            <a:avLst/>
          </a:prstGeom>
        </p:spPr>
      </p:pic>
    </p:spTree>
    <p:extLst>
      <p:ext uri="{BB962C8B-B14F-4D97-AF65-F5344CB8AC3E}">
        <p14:creationId xmlns:p14="http://schemas.microsoft.com/office/powerpoint/2010/main" val="2618678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06618" y="1830275"/>
            <a:ext cx="5301673" cy="2219691"/>
          </a:xfrm>
        </p:spPr>
        <p:style>
          <a:lnRef idx="3">
            <a:schemeClr val="lt1"/>
          </a:lnRef>
          <a:fillRef idx="1">
            <a:schemeClr val="accent3"/>
          </a:fillRef>
          <a:effectRef idx="1">
            <a:schemeClr val="accent3"/>
          </a:effectRef>
          <a:fontRef idx="minor">
            <a:schemeClr val="lt1"/>
          </a:fontRef>
        </p:style>
        <p:txBody>
          <a:bodyPr>
            <a:normAutofit/>
          </a:bodyPr>
          <a:lstStyle/>
          <a:p>
            <a:r>
              <a:rPr lang="en-US" sz="3000" dirty="0">
                <a:latin typeface="Castellar" panose="020A0402060406010301" pitchFamily="18" charset="0"/>
              </a:rPr>
              <a:t>   Course instructor</a:t>
            </a:r>
            <a:br>
              <a:rPr lang="en-US" sz="3000" dirty="0">
                <a:latin typeface="Castellar" panose="020A0402060406010301" pitchFamily="18" charset="0"/>
              </a:rPr>
            </a:br>
            <a:br>
              <a:rPr lang="en-US" sz="3000" dirty="0">
                <a:latin typeface="Castellar" panose="020A0402060406010301" pitchFamily="18" charset="0"/>
              </a:rPr>
            </a:br>
            <a:r>
              <a:rPr lang="en-US" sz="3000" dirty="0">
                <a:latin typeface="Castellar" panose="020A0402060406010301" pitchFamily="18" charset="0"/>
              </a:rPr>
              <a:t>          Yella </a:t>
            </a:r>
            <a:r>
              <a:rPr lang="en-US" sz="3000" dirty="0" err="1">
                <a:latin typeface="Castellar" panose="020A0402060406010301" pitchFamily="18" charset="0"/>
              </a:rPr>
              <a:t>mehroze</a:t>
            </a:r>
            <a:endParaRPr lang="en-US" sz="3000" dirty="0">
              <a:latin typeface="Castellar" panose="020A0402060406010301" pitchFamily="18" charset="0"/>
            </a:endParaRPr>
          </a:p>
        </p:txBody>
      </p:sp>
      <p:sp>
        <p:nvSpPr>
          <p:cNvPr id="3" name="Subtitle 2"/>
          <p:cNvSpPr>
            <a:spLocks noGrp="1"/>
          </p:cNvSpPr>
          <p:nvPr>
            <p:ph type="subTitle" idx="1"/>
          </p:nvPr>
        </p:nvSpPr>
        <p:spPr>
          <a:xfrm>
            <a:off x="3546765" y="4230255"/>
            <a:ext cx="4895272" cy="1126835"/>
          </a:xfrm>
        </p:spPr>
        <p:style>
          <a:lnRef idx="1">
            <a:schemeClr val="accent3"/>
          </a:lnRef>
          <a:fillRef idx="2">
            <a:schemeClr val="accent3"/>
          </a:fillRef>
          <a:effectRef idx="1">
            <a:schemeClr val="accent3"/>
          </a:effectRef>
          <a:fontRef idx="minor">
            <a:schemeClr val="dk1"/>
          </a:fontRef>
        </p:style>
        <p:txBody>
          <a:bodyPr>
            <a:normAutofit/>
          </a:bodyPr>
          <a:lstStyle/>
          <a:p>
            <a:endParaRPr lang="en-US" dirty="0"/>
          </a:p>
          <a:p>
            <a:r>
              <a:rPr lang="en-US" dirty="0">
                <a:latin typeface="Castellar" panose="020A0402060406010301" pitchFamily="18" charset="0"/>
              </a:rPr>
              <a:t>    </a:t>
            </a:r>
          </a:p>
          <a:p>
            <a:r>
              <a:rPr lang="en-US" dirty="0">
                <a:latin typeface="Castellar" panose="020A0402060406010301" pitchFamily="18" charset="0"/>
              </a:rPr>
              <a:t>yellamehroze@cuilahore.edu.pk</a:t>
            </a:r>
          </a:p>
        </p:txBody>
      </p:sp>
    </p:spTree>
    <p:extLst>
      <p:ext uri="{BB962C8B-B14F-4D97-AF65-F5344CB8AC3E}">
        <p14:creationId xmlns:p14="http://schemas.microsoft.com/office/powerpoint/2010/main" val="483929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lstStyle/>
          <a:p>
            <a:r>
              <a:rPr lang="en-US" dirty="0"/>
              <a:t>Compatibility Testing</a:t>
            </a:r>
          </a:p>
        </p:txBody>
      </p:sp>
      <p:sp>
        <p:nvSpPr>
          <p:cNvPr id="5" name="Picture Placeholder 4"/>
          <p:cNvSpPr>
            <a:spLocks noGrp="1"/>
          </p:cNvSpPr>
          <p:nvPr>
            <p:ph type="pic" sz="quarter" idx="13"/>
          </p:nvPr>
        </p:nvSpPr>
        <p:spPr/>
      </p:sp>
      <p:pic>
        <p:nvPicPr>
          <p:cNvPr id="1030" name="Picture 6"/>
          <p:cNvPicPr>
            <a:picLocks noChangeAspect="1" noChangeArrowheads="1"/>
          </p:cNvPicPr>
          <p:nvPr/>
        </p:nvPicPr>
        <p:blipFill>
          <a:blip r:embed="rId3"/>
          <a:srcRect/>
          <a:stretch>
            <a:fillRect/>
          </a:stretch>
        </p:blipFill>
        <p:spPr bwMode="auto">
          <a:xfrm>
            <a:off x="6711858" y="1300298"/>
            <a:ext cx="5469435" cy="4235655"/>
          </a:xfrm>
          <a:prstGeom prst="rect">
            <a:avLst/>
          </a:prstGeom>
          <a:noFill/>
          <a:ln w="9525">
            <a:noFill/>
            <a:miter lim="800000"/>
            <a:headEnd/>
            <a:tailEnd/>
          </a:ln>
          <a:effectLst/>
        </p:spPr>
      </p:pic>
      <p:sp>
        <p:nvSpPr>
          <p:cNvPr id="3" name="Subtitle 2">
            <a:extLst>
              <a:ext uri="{FF2B5EF4-FFF2-40B4-BE49-F238E27FC236}">
                <a16:creationId xmlns:a16="http://schemas.microsoft.com/office/drawing/2014/main" id="{1CA027E2-CC9A-4AFD-8D09-297F3E637FF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Introduction</a:t>
            </a:r>
          </a:p>
        </p:txBody>
      </p:sp>
      <p:sp>
        <p:nvSpPr>
          <p:cNvPr id="14" name="Content Placeholder 13"/>
          <p:cNvSpPr>
            <a:spLocks noGrp="1"/>
          </p:cNvSpPr>
          <p:nvPr>
            <p:ph idx="1"/>
          </p:nvPr>
        </p:nvSpPr>
        <p:spPr/>
        <p:txBody>
          <a:bodyPr/>
          <a:lstStyle/>
          <a:p>
            <a:r>
              <a:rPr lang="en-US" dirty="0"/>
              <a:t>Compatibility Testing Objectives</a:t>
            </a:r>
          </a:p>
          <a:p>
            <a:r>
              <a:rPr lang="en-US" dirty="0"/>
              <a:t>Compatibility Testing Background</a:t>
            </a:r>
          </a:p>
          <a:p>
            <a:r>
              <a:rPr lang="en-US" dirty="0"/>
              <a:t>Compatibility Testing Overview</a:t>
            </a:r>
          </a:p>
          <a:p>
            <a:r>
              <a:rPr lang="en-US" dirty="0"/>
              <a:t>Platform and Application Version</a:t>
            </a:r>
          </a:p>
          <a:p>
            <a:pPr lvl="1"/>
            <a:r>
              <a:rPr lang="en-US" dirty="0"/>
              <a:t>Backward and Forward Compatibility</a:t>
            </a:r>
          </a:p>
          <a:p>
            <a:pPr lvl="1"/>
            <a:r>
              <a:rPr lang="en-US" dirty="0"/>
              <a:t>Impact of Testing Multiple Versions</a:t>
            </a:r>
          </a:p>
          <a:p>
            <a:r>
              <a:rPr lang="en-US" dirty="0"/>
              <a:t>Standards and Guidelines</a:t>
            </a:r>
          </a:p>
          <a:p>
            <a:pPr lvl="1"/>
            <a:r>
              <a:rPr lang="en-US" dirty="0"/>
              <a:t>High Level Standards</a:t>
            </a:r>
          </a:p>
          <a:p>
            <a:pPr lvl="1"/>
            <a:r>
              <a:rPr lang="en-US" dirty="0"/>
              <a:t>Low Level Standards</a:t>
            </a:r>
          </a:p>
          <a:p>
            <a:r>
              <a:rPr lang="en-US" dirty="0"/>
              <a:t>Data Sharing Compatibility</a:t>
            </a:r>
          </a:p>
        </p:txBody>
      </p:sp>
      <p:sp>
        <p:nvSpPr>
          <p:cNvPr id="2" name="Slide Number Placeholder 1"/>
          <p:cNvSpPr>
            <a:spLocks noGrp="1"/>
          </p:cNvSpPr>
          <p:nvPr>
            <p:ph type="sldNum" sz="quarter" idx="12"/>
          </p:nvPr>
        </p:nvSpPr>
        <p:spPr/>
        <p:txBody>
          <a:bodyPr/>
          <a:lstStyle/>
          <a:p>
            <a:fld id="{0FF54DE5-C571-48E8-A5BC-B369434E2F44}" type="slidenum">
              <a:rPr lang="x-none" smtClean="0"/>
              <a:pPr/>
              <a:t>4</a:t>
            </a:fld>
            <a:endParaRPr lang="x-none"/>
          </a:p>
        </p:txBody>
      </p:sp>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Compatibility Testing Objectives</a:t>
            </a:r>
          </a:p>
        </p:txBody>
      </p:sp>
      <p:sp>
        <p:nvSpPr>
          <p:cNvPr id="3" name="Content Placeholder 2"/>
          <p:cNvSpPr>
            <a:spLocks noGrp="1"/>
          </p:cNvSpPr>
          <p:nvPr>
            <p:ph idx="1"/>
          </p:nvPr>
        </p:nvSpPr>
        <p:spPr>
          <a:xfrm>
            <a:off x="1084218" y="1447800"/>
            <a:ext cx="10019212" cy="5257800"/>
          </a:xfrm>
        </p:spPr>
        <p:txBody>
          <a:bodyPr>
            <a:normAutofit/>
          </a:bodyPr>
          <a:lstStyle/>
          <a:p>
            <a:pPr algn="just"/>
            <a:r>
              <a:rPr lang="en-GB" dirty="0"/>
              <a:t>To ensure that the software is meeting the business and user requirements and is optimized for quality</a:t>
            </a:r>
          </a:p>
          <a:p>
            <a:pPr algn="just"/>
            <a:r>
              <a:rPr lang="en-GB" dirty="0"/>
              <a:t>To check the application working in the same way for all platforms</a:t>
            </a:r>
            <a:endParaRPr lang="en-US" dirty="0"/>
          </a:p>
          <a:p>
            <a:pPr algn="just"/>
            <a:r>
              <a:rPr lang="en-GB" dirty="0"/>
              <a:t>To ensure reduction of future help desk costs which are incurred on providing customer support for compatibility issue</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5</a:t>
            </a:fld>
            <a:endParaRPr lang="x-none"/>
          </a:p>
        </p:txBody>
      </p:sp>
    </p:spTree>
    <p:extLst>
      <p:ext uri="{BB962C8B-B14F-4D97-AF65-F5344CB8AC3E}">
        <p14:creationId xmlns:p14="http://schemas.microsoft.com/office/powerpoint/2010/main" val="1784704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Compatibility Testing Background</a:t>
            </a:r>
          </a:p>
        </p:txBody>
      </p:sp>
      <p:sp>
        <p:nvSpPr>
          <p:cNvPr id="3" name="Content Placeholder 2"/>
          <p:cNvSpPr>
            <a:spLocks noGrp="1"/>
          </p:cNvSpPr>
          <p:nvPr>
            <p:ph idx="1"/>
          </p:nvPr>
        </p:nvSpPr>
        <p:spPr>
          <a:xfrm>
            <a:off x="1084218" y="1447800"/>
            <a:ext cx="10019212" cy="5257800"/>
          </a:xfrm>
        </p:spPr>
        <p:txBody>
          <a:bodyPr>
            <a:normAutofit/>
          </a:bodyPr>
          <a:lstStyle/>
          <a:p>
            <a:pPr algn="just"/>
            <a:r>
              <a:rPr lang="en-US" dirty="0"/>
              <a:t>Programs used to be developed as a stand-alone application</a:t>
            </a:r>
          </a:p>
          <a:p>
            <a:pPr algn="just"/>
            <a:r>
              <a:rPr lang="en-US" dirty="0"/>
              <a:t>Those programs would be run in a known, understood environment, isolated from anything that could corrupt it.</a:t>
            </a:r>
          </a:p>
          <a:p>
            <a:pPr algn="just"/>
            <a:r>
              <a:rPr lang="en-US" b="1" dirty="0"/>
              <a:t>Today</a:t>
            </a:r>
            <a:r>
              <a:rPr lang="en-US" dirty="0"/>
              <a:t> programs need to import and export data to other programs</a:t>
            </a:r>
          </a:p>
          <a:p>
            <a:pPr algn="just"/>
            <a:r>
              <a:rPr lang="en-US" dirty="0"/>
              <a:t>Programs run with different operating systems </a:t>
            </a:r>
          </a:p>
          <a:p>
            <a:pPr marL="0" indent="0" algn="just">
              <a:buNone/>
            </a:pPr>
            <a:r>
              <a:rPr lang="en-US" dirty="0"/>
              <a:t>    and web browsers and interoperate with other </a:t>
            </a:r>
          </a:p>
          <a:p>
            <a:pPr marL="0" indent="0" algn="just">
              <a:buNone/>
            </a:pPr>
            <a:r>
              <a:rPr lang="en-US" dirty="0"/>
              <a:t>    software running on the same hardware</a:t>
            </a:r>
          </a:p>
          <a:p>
            <a:pPr algn="just"/>
            <a:r>
              <a:rPr lang="en-US" dirty="0"/>
              <a:t>Software compatibility ensures that this </a:t>
            </a:r>
          </a:p>
          <a:p>
            <a:pPr marL="0" indent="0" algn="just">
              <a:buNone/>
            </a:pPr>
            <a:r>
              <a:rPr lang="en-US" dirty="0"/>
              <a:t>    interaction works as user would expect</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6</a:t>
            </a:fld>
            <a:endParaRPr lang="x-none"/>
          </a:p>
        </p:txBody>
      </p:sp>
      <p:pic>
        <p:nvPicPr>
          <p:cNvPr id="5" name="Picture 4"/>
          <p:cNvPicPr>
            <a:picLocks noChangeAspect="1"/>
          </p:cNvPicPr>
          <p:nvPr/>
        </p:nvPicPr>
        <p:blipFill>
          <a:blip r:embed="rId3"/>
          <a:stretch>
            <a:fillRect/>
          </a:stretch>
        </p:blipFill>
        <p:spPr>
          <a:xfrm>
            <a:off x="6611007" y="3076026"/>
            <a:ext cx="5580993" cy="3342706"/>
          </a:xfrm>
          <a:prstGeom prst="rect">
            <a:avLst/>
          </a:prstGeom>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Compatibility Testing Overview</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36316149"/>
              </p:ext>
            </p:extLst>
          </p:nvPr>
        </p:nvGraphicFramePr>
        <p:xfrm>
          <a:off x="1104900" y="3174125"/>
          <a:ext cx="9982200" cy="27037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2"/>
          <p:cNvSpPr txBox="1">
            <a:spLocks/>
          </p:cNvSpPr>
          <p:nvPr/>
        </p:nvSpPr>
        <p:spPr>
          <a:xfrm>
            <a:off x="1104900" y="1600200"/>
            <a:ext cx="9982200" cy="4572000"/>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algn="just"/>
            <a:r>
              <a:rPr lang="en-US" b="1" dirty="0"/>
              <a:t>Software compatibility </a:t>
            </a:r>
            <a:r>
              <a:rPr lang="en-US" dirty="0"/>
              <a:t>testing means checking that your software interacts with and shares information correctly with other software</a:t>
            </a:r>
          </a:p>
          <a:p>
            <a:pPr algn="just"/>
            <a:r>
              <a:rPr lang="en-US" sz="2400" dirty="0"/>
              <a:t>Interaction can occur between programs:</a:t>
            </a:r>
          </a:p>
        </p:txBody>
      </p:sp>
      <p:sp>
        <p:nvSpPr>
          <p:cNvPr id="6" name="Slide Number Placeholder 5"/>
          <p:cNvSpPr>
            <a:spLocks noGrp="1"/>
          </p:cNvSpPr>
          <p:nvPr>
            <p:ph type="sldNum" sz="quarter" idx="12"/>
          </p:nvPr>
        </p:nvSpPr>
        <p:spPr/>
        <p:txBody>
          <a:bodyPr/>
          <a:lstStyle/>
          <a:p>
            <a:fld id="{0FF54DE5-C571-48E8-A5BC-B369434E2F44}" type="slidenum">
              <a:rPr lang="x-none" smtClean="0"/>
              <a:pPr/>
              <a:t>7</a:t>
            </a:fld>
            <a:endParaRPr lang="x-none"/>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Compatibility Testing Overview</a:t>
            </a:r>
          </a:p>
        </p:txBody>
      </p:sp>
      <p:sp>
        <p:nvSpPr>
          <p:cNvPr id="3" name="Content Placeholder 2"/>
          <p:cNvSpPr>
            <a:spLocks noGrp="1"/>
          </p:cNvSpPr>
          <p:nvPr>
            <p:ph idx="1"/>
          </p:nvPr>
        </p:nvSpPr>
        <p:spPr>
          <a:xfrm>
            <a:off x="1097280" y="1600200"/>
            <a:ext cx="9980023" cy="4953000"/>
          </a:xfrm>
        </p:spPr>
        <p:txBody>
          <a:bodyPr>
            <a:normAutofit/>
          </a:bodyPr>
          <a:lstStyle/>
          <a:p>
            <a:pPr algn="just">
              <a:buNone/>
            </a:pPr>
            <a:r>
              <a:rPr lang="en-US" b="1" dirty="0"/>
              <a:t>Examples of compatible software</a:t>
            </a:r>
          </a:p>
          <a:p>
            <a:pPr algn="just"/>
            <a:r>
              <a:rPr lang="en-US" dirty="0"/>
              <a:t>Cutting text from a </a:t>
            </a:r>
            <a:r>
              <a:rPr lang="en-US" b="1" dirty="0"/>
              <a:t>web page </a:t>
            </a:r>
            <a:r>
              <a:rPr lang="en-US" dirty="0"/>
              <a:t>and pasting it into a document opened in your word processor</a:t>
            </a:r>
          </a:p>
          <a:p>
            <a:pPr algn="just"/>
            <a:r>
              <a:rPr lang="en-US" dirty="0"/>
              <a:t>Saving accounting data from one </a:t>
            </a:r>
            <a:r>
              <a:rPr lang="en-US" b="1" dirty="0"/>
              <a:t>spreadsheet program</a:t>
            </a:r>
            <a:r>
              <a:rPr lang="en-US" dirty="0"/>
              <a:t> and then loading it into a completely different spreadsheet</a:t>
            </a:r>
          </a:p>
          <a:p>
            <a:pPr algn="just"/>
            <a:r>
              <a:rPr lang="en-US" dirty="0"/>
              <a:t>Having </a:t>
            </a:r>
            <a:r>
              <a:rPr lang="en-US" b="1" dirty="0"/>
              <a:t>photograph touchup software </a:t>
            </a:r>
            <a:r>
              <a:rPr lang="en-US" dirty="0"/>
              <a:t>work correctly on different versions of the same operating system</a:t>
            </a:r>
          </a:p>
          <a:p>
            <a:pPr algn="just"/>
            <a:r>
              <a:rPr lang="en-US" b="1" dirty="0"/>
              <a:t>Upgrading to a new database program </a:t>
            </a:r>
            <a:r>
              <a:rPr lang="en-US" dirty="0"/>
              <a:t>and having all your existing databases load in and work just as they did with the old program</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8</a:t>
            </a:fld>
            <a:endParaRPr lang="x-none"/>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Compatibility Testing Overview</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28114642"/>
              </p:ext>
            </p:extLst>
          </p:nvPr>
        </p:nvGraphicFramePr>
        <p:xfrm>
          <a:off x="1097280" y="1600201"/>
          <a:ext cx="9993086"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12"/>
          </p:nvPr>
        </p:nvSpPr>
        <p:spPr/>
        <p:txBody>
          <a:bodyPr/>
          <a:lstStyle/>
          <a:p>
            <a:fld id="{0FF54DE5-C571-48E8-A5BC-B369434E2F44}" type="slidenum">
              <a:rPr lang="x-none" smtClean="0"/>
              <a:pPr/>
              <a:t>9</a:t>
            </a:fld>
            <a:endParaRPr lang="x-none"/>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Compatibility Testing Overview</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75823787"/>
              </p:ext>
            </p:extLst>
          </p:nvPr>
        </p:nvGraphicFramePr>
        <p:xfrm>
          <a:off x="921156" y="2070538"/>
          <a:ext cx="10251340" cy="45430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2"/>
          <p:cNvSpPr txBox="1">
            <a:spLocks/>
          </p:cNvSpPr>
          <p:nvPr/>
        </p:nvSpPr>
        <p:spPr>
          <a:xfrm>
            <a:off x="1030014" y="1421524"/>
            <a:ext cx="10041846" cy="859221"/>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buNone/>
            </a:pPr>
            <a:r>
              <a:rPr lang="en-US" dirty="0"/>
              <a:t>To </a:t>
            </a:r>
            <a:r>
              <a:rPr lang="en-US" b="1" dirty="0"/>
              <a:t>perform</a:t>
            </a:r>
            <a:r>
              <a:rPr lang="en-US" dirty="0"/>
              <a:t> </a:t>
            </a:r>
            <a:r>
              <a:rPr lang="en-US" b="1" dirty="0"/>
              <a:t>compatibility testing on a new piece of software</a:t>
            </a:r>
            <a:r>
              <a:rPr lang="en-US" dirty="0"/>
              <a:t>, you need to get answer of the following questions.</a:t>
            </a:r>
          </a:p>
        </p:txBody>
      </p:sp>
      <p:sp>
        <p:nvSpPr>
          <p:cNvPr id="6" name="Slide Number Placeholder 5"/>
          <p:cNvSpPr>
            <a:spLocks noGrp="1"/>
          </p:cNvSpPr>
          <p:nvPr>
            <p:ph type="sldNum" sz="quarter" idx="12"/>
          </p:nvPr>
        </p:nvSpPr>
        <p:spPr/>
        <p:txBody>
          <a:bodyPr/>
          <a:lstStyle/>
          <a:p>
            <a:fld id="{0FF54DE5-C571-48E8-A5BC-B369434E2F44}" type="slidenum">
              <a:rPr lang="x-none" smtClean="0"/>
              <a:pPr/>
              <a:t>10</a:t>
            </a:fld>
            <a:endParaRPr lang="x-none"/>
          </a:p>
        </p:txBody>
      </p:sp>
    </p:spTree>
    <p:extLst>
      <p:ext uri="{BB962C8B-B14F-4D97-AF65-F5344CB8AC3E}">
        <p14:creationId xmlns:p14="http://schemas.microsoft.com/office/powerpoint/2010/main" val="3707120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Platform and Application Version</a:t>
            </a:r>
          </a:p>
        </p:txBody>
      </p:sp>
      <p:sp>
        <p:nvSpPr>
          <p:cNvPr id="3" name="Content Placeholder 2"/>
          <p:cNvSpPr>
            <a:spLocks noGrp="1"/>
          </p:cNvSpPr>
          <p:nvPr>
            <p:ph idx="1"/>
          </p:nvPr>
        </p:nvSpPr>
        <p:spPr>
          <a:xfrm>
            <a:off x="1097280" y="1371600"/>
            <a:ext cx="9993086" cy="5257800"/>
          </a:xfrm>
        </p:spPr>
        <p:txBody>
          <a:bodyPr>
            <a:normAutofit/>
          </a:bodyPr>
          <a:lstStyle/>
          <a:p>
            <a:pPr algn="just"/>
            <a:r>
              <a:rPr lang="en-US" b="1" dirty="0"/>
              <a:t>Selecting the target platform or the compatible applications </a:t>
            </a:r>
            <a:r>
              <a:rPr lang="en-US" dirty="0"/>
              <a:t>is a program management or marketing task</a:t>
            </a:r>
          </a:p>
          <a:p>
            <a:pPr algn="just"/>
            <a:r>
              <a:rPr lang="en-US" dirty="0"/>
              <a:t>Someone familiar with </a:t>
            </a:r>
            <a:r>
              <a:rPr lang="en-US" b="1" dirty="0"/>
              <a:t>customer</a:t>
            </a:r>
            <a:r>
              <a:rPr lang="en-US" dirty="0"/>
              <a:t> will decide the target platform (may be browser or OS)</a:t>
            </a:r>
          </a:p>
          <a:p>
            <a:pPr algn="just"/>
            <a:r>
              <a:rPr lang="en-US" dirty="0"/>
              <a:t>They also need to identify the </a:t>
            </a:r>
            <a:r>
              <a:rPr lang="en-US" b="1" dirty="0"/>
              <a:t>versions of the selected platform</a:t>
            </a:r>
            <a:r>
              <a:rPr lang="en-US" dirty="0"/>
              <a:t> that the software needs to be compatible with</a:t>
            </a:r>
          </a:p>
          <a:p>
            <a:pPr algn="just"/>
            <a:r>
              <a:rPr lang="en-US" b="1" dirty="0"/>
              <a:t>Example: </a:t>
            </a:r>
            <a:r>
              <a:rPr lang="en-US" dirty="0"/>
              <a:t>Software packages or start up screens may contain information like</a:t>
            </a:r>
          </a:p>
          <a:p>
            <a:pPr lvl="1" algn="just"/>
            <a:r>
              <a:rPr lang="en-US" sz="2000" dirty="0"/>
              <a:t>Works best with AOL 9.0</a:t>
            </a:r>
          </a:p>
          <a:p>
            <a:pPr lvl="1" algn="just"/>
            <a:r>
              <a:rPr lang="en-US" sz="2000" dirty="0"/>
              <a:t>Requires Windows XP or greater</a:t>
            </a:r>
          </a:p>
          <a:p>
            <a:pPr lvl="1" algn="just"/>
            <a:r>
              <a:rPr lang="en-US" sz="2000" dirty="0"/>
              <a:t>For use with Linux 2.6.10 or greater</a:t>
            </a:r>
          </a:p>
          <a:p>
            <a:pPr algn="just"/>
            <a:r>
              <a:rPr lang="en-US" dirty="0"/>
              <a:t>This list should be as small as possible but still meets customer needs</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11</a:t>
            </a:fld>
            <a:endParaRPr lang="x-none"/>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Backward and Forward Compatibility</a:t>
            </a:r>
          </a:p>
        </p:txBody>
      </p:sp>
      <p:sp>
        <p:nvSpPr>
          <p:cNvPr id="3" name="Content Placeholder 2"/>
          <p:cNvSpPr>
            <a:spLocks noGrp="1"/>
          </p:cNvSpPr>
          <p:nvPr>
            <p:ph idx="1"/>
          </p:nvPr>
        </p:nvSpPr>
        <p:spPr>
          <a:xfrm>
            <a:off x="1104900" y="1600200"/>
            <a:ext cx="4854466" cy="4572000"/>
          </a:xfrm>
        </p:spPr>
        <p:txBody>
          <a:bodyPr/>
          <a:lstStyle/>
          <a:p>
            <a:pPr algn="just"/>
            <a:r>
              <a:rPr lang="en-US" dirty="0"/>
              <a:t>If something is </a:t>
            </a:r>
            <a:r>
              <a:rPr lang="en-US" b="1" dirty="0"/>
              <a:t>backward compatible</a:t>
            </a:r>
            <a:r>
              <a:rPr lang="en-US" dirty="0"/>
              <a:t>, it will work with previous versions of the software</a:t>
            </a:r>
          </a:p>
          <a:p>
            <a:pPr algn="just"/>
            <a:r>
              <a:rPr lang="en-US" dirty="0"/>
              <a:t>If something is </a:t>
            </a:r>
            <a:r>
              <a:rPr lang="en-US" b="1" dirty="0"/>
              <a:t>forward compatible</a:t>
            </a:r>
            <a:r>
              <a:rPr lang="en-US" dirty="0"/>
              <a:t>, it will work with future versions of the software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6317" y="1526627"/>
            <a:ext cx="4954345" cy="4850696"/>
          </a:xfrm>
          <a:prstGeom prst="rect">
            <a:avLst/>
          </a:prstGeom>
        </p:spPr>
      </p:pic>
      <p:sp>
        <p:nvSpPr>
          <p:cNvPr id="5" name="Slide Number Placeholder 4"/>
          <p:cNvSpPr>
            <a:spLocks noGrp="1"/>
          </p:cNvSpPr>
          <p:nvPr>
            <p:ph type="sldNum" sz="quarter" idx="12"/>
          </p:nvPr>
        </p:nvSpPr>
        <p:spPr/>
        <p:txBody>
          <a:bodyPr/>
          <a:lstStyle/>
          <a:p>
            <a:fld id="{0FF54DE5-C571-48E8-A5BC-B369434E2F44}" type="slidenum">
              <a:rPr lang="x-none" smtClean="0"/>
              <a:pPr/>
              <a:t>12</a:t>
            </a:fld>
            <a:endParaRPr lang="x-none"/>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Backward and Forward Compatibility Example</a:t>
            </a:r>
          </a:p>
        </p:txBody>
      </p:sp>
      <p:sp>
        <p:nvSpPr>
          <p:cNvPr id="3" name="Content Placeholder 2"/>
          <p:cNvSpPr>
            <a:spLocks noGrp="1"/>
          </p:cNvSpPr>
          <p:nvPr>
            <p:ph idx="1"/>
          </p:nvPr>
        </p:nvSpPr>
        <p:spPr/>
        <p:txBody>
          <a:bodyPr/>
          <a:lstStyle/>
          <a:p>
            <a:endParaRPr lang="en-US"/>
          </a:p>
        </p:txBody>
      </p:sp>
      <p:pic>
        <p:nvPicPr>
          <p:cNvPr id="4" name="Picture 2"/>
          <p:cNvPicPr>
            <a:picLocks noChangeAspect="1" noChangeArrowheads="1"/>
          </p:cNvPicPr>
          <p:nvPr/>
        </p:nvPicPr>
        <p:blipFill>
          <a:blip r:embed="rId3"/>
          <a:srcRect/>
          <a:stretch>
            <a:fillRect/>
          </a:stretch>
        </p:blipFill>
        <p:spPr bwMode="auto">
          <a:xfrm>
            <a:off x="3053715" y="1614489"/>
            <a:ext cx="5458514" cy="4632938"/>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0FF54DE5-C571-48E8-A5BC-B369434E2F44}" type="slidenum">
              <a:rPr lang="x-none" smtClean="0"/>
              <a:pPr/>
              <a:t>13</a:t>
            </a:fld>
            <a:endParaRPr lang="x-none"/>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Impact of Testing Multiple Versions</a:t>
            </a:r>
          </a:p>
        </p:txBody>
      </p:sp>
      <p:sp>
        <p:nvSpPr>
          <p:cNvPr id="3" name="Content Placeholder 2"/>
          <p:cNvSpPr>
            <a:spLocks noGrp="1"/>
          </p:cNvSpPr>
          <p:nvPr>
            <p:ph idx="1"/>
          </p:nvPr>
        </p:nvSpPr>
        <p:spPr>
          <a:xfrm>
            <a:off x="1071154" y="1600200"/>
            <a:ext cx="10006149" cy="5029200"/>
          </a:xfrm>
        </p:spPr>
        <p:txBody>
          <a:bodyPr>
            <a:normAutofit/>
          </a:bodyPr>
          <a:lstStyle/>
          <a:p>
            <a:pPr algn="just"/>
            <a:r>
              <a:rPr lang="en-US" dirty="0"/>
              <a:t>Testing that </a:t>
            </a:r>
            <a:r>
              <a:rPr lang="en-US" b="1" dirty="0"/>
              <a:t>multiple versions of platforms and software applications </a:t>
            </a:r>
            <a:r>
              <a:rPr lang="en-US" dirty="0"/>
              <a:t>work properly with each other is a huge task</a:t>
            </a:r>
          </a:p>
          <a:p>
            <a:pPr algn="just"/>
            <a:r>
              <a:rPr lang="en-US" b="1" dirty="0"/>
              <a:t>Example:</a:t>
            </a:r>
            <a:r>
              <a:rPr lang="en-US" dirty="0"/>
              <a:t> you have to do compatibility test of a new version of operating system</a:t>
            </a:r>
          </a:p>
          <a:p>
            <a:pPr lvl="1" algn="just"/>
            <a:r>
              <a:rPr lang="en-US" sz="2000" dirty="0"/>
              <a:t>Programmer has fixed numerous bugs, improved performance and added many new features</a:t>
            </a:r>
          </a:p>
          <a:p>
            <a:pPr lvl="1" algn="just"/>
            <a:r>
              <a:rPr lang="en-US" sz="2000" dirty="0"/>
              <a:t>There can be hundreds or thousands of </a:t>
            </a:r>
            <a:r>
              <a:rPr lang="en-US" sz="2000" b="1" dirty="0"/>
              <a:t>existing programs</a:t>
            </a:r>
            <a:r>
              <a:rPr lang="en-US" sz="2000" dirty="0"/>
              <a:t> for the current version of OS</a:t>
            </a:r>
          </a:p>
          <a:p>
            <a:pPr lvl="1" algn="just"/>
            <a:r>
              <a:rPr lang="en-US" sz="2000" dirty="0"/>
              <a:t>The projects goal is to be 100 percent compatible with them</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14</a:t>
            </a:fld>
            <a:endParaRPr lang="x-none"/>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Impact of Testing Multiple Versions</a:t>
            </a:r>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3"/>
          <a:stretch>
            <a:fillRect/>
          </a:stretch>
        </p:blipFill>
        <p:spPr>
          <a:xfrm>
            <a:off x="1128712" y="1643062"/>
            <a:ext cx="9934575" cy="3571875"/>
          </a:xfrm>
          <a:prstGeom prst="rect">
            <a:avLst/>
          </a:prstGeom>
        </p:spPr>
      </p:pic>
      <p:sp>
        <p:nvSpPr>
          <p:cNvPr id="5" name="Slide Number Placeholder 4"/>
          <p:cNvSpPr>
            <a:spLocks noGrp="1"/>
          </p:cNvSpPr>
          <p:nvPr>
            <p:ph type="sldNum" sz="quarter" idx="12"/>
          </p:nvPr>
        </p:nvSpPr>
        <p:spPr/>
        <p:txBody>
          <a:bodyPr/>
          <a:lstStyle/>
          <a:p>
            <a:fld id="{0FF54DE5-C571-48E8-A5BC-B369434E2F44}" type="slidenum">
              <a:rPr lang="x-none" smtClean="0"/>
              <a:pPr/>
              <a:t>15</a:t>
            </a:fld>
            <a:endParaRPr lang="x-none"/>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Impact of Testing Multiple Versions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842268638"/>
              </p:ext>
            </p:extLst>
          </p:nvPr>
        </p:nvGraphicFramePr>
        <p:xfrm>
          <a:off x="1104900" y="1600200"/>
          <a:ext cx="99822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p:cNvSpPr>
            <a:spLocks noGrp="1"/>
          </p:cNvSpPr>
          <p:nvPr>
            <p:ph type="sldNum" sz="quarter" idx="12"/>
          </p:nvPr>
        </p:nvSpPr>
        <p:spPr/>
        <p:txBody>
          <a:bodyPr/>
          <a:lstStyle/>
          <a:p>
            <a:fld id="{0FF54DE5-C571-48E8-A5BC-B369434E2F44}" type="slidenum">
              <a:rPr lang="x-none" smtClean="0"/>
              <a:pPr/>
              <a:t>16</a:t>
            </a:fld>
            <a:endParaRPr lang="x-none"/>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Impact of Testing Multiple Versions</a:t>
            </a:r>
          </a:p>
        </p:txBody>
      </p:sp>
      <p:sp>
        <p:nvSpPr>
          <p:cNvPr id="3" name="Content Placeholder 2"/>
          <p:cNvSpPr>
            <a:spLocks noGrp="1"/>
          </p:cNvSpPr>
          <p:nvPr>
            <p:ph idx="1"/>
          </p:nvPr>
        </p:nvSpPr>
        <p:spPr>
          <a:xfrm>
            <a:off x="1166778" y="1600200"/>
            <a:ext cx="9982200" cy="4572000"/>
          </a:xfrm>
        </p:spPr>
        <p:txBody>
          <a:bodyPr/>
          <a:lstStyle/>
          <a:p>
            <a:endParaRPr lang="en-US" dirty="0"/>
          </a:p>
        </p:txBody>
      </p:sp>
      <p:pic>
        <p:nvPicPr>
          <p:cNvPr id="4" name="Picture 2"/>
          <p:cNvPicPr>
            <a:picLocks noChangeAspect="1" noChangeArrowheads="1"/>
          </p:cNvPicPr>
          <p:nvPr/>
        </p:nvPicPr>
        <p:blipFill>
          <a:blip r:embed="rId3"/>
          <a:srcRect/>
          <a:stretch>
            <a:fillRect/>
          </a:stretch>
        </p:blipFill>
        <p:spPr bwMode="auto">
          <a:xfrm>
            <a:off x="2500735" y="1620476"/>
            <a:ext cx="7006136" cy="4536231"/>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0FF54DE5-C571-48E8-A5BC-B369434E2F44}" type="slidenum">
              <a:rPr lang="x-none" smtClean="0"/>
              <a:pPr/>
              <a:t>17</a:t>
            </a:fld>
            <a:endParaRPr lang="x-none"/>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Standards and Guidelines</a:t>
            </a:r>
          </a:p>
        </p:txBody>
      </p:sp>
      <p:graphicFrame>
        <p:nvGraphicFramePr>
          <p:cNvPr id="11" name="Content Placeholder 10"/>
          <p:cNvGraphicFramePr>
            <a:graphicFrameLocks noGrp="1"/>
          </p:cNvGraphicFramePr>
          <p:nvPr>
            <p:ph idx="1"/>
            <p:extLst>
              <p:ext uri="{D42A27DB-BD31-4B8C-83A1-F6EECF244321}">
                <p14:modId xmlns:p14="http://schemas.microsoft.com/office/powerpoint/2010/main" val="606366245"/>
              </p:ext>
            </p:extLst>
          </p:nvPr>
        </p:nvGraphicFramePr>
        <p:xfrm>
          <a:off x="1104900" y="1600200"/>
          <a:ext cx="99822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5" name="Straight Connector 14"/>
          <p:cNvCxnSpPr/>
          <p:nvPr/>
        </p:nvCxnSpPr>
        <p:spPr>
          <a:xfrm>
            <a:off x="6169572" y="2554014"/>
            <a:ext cx="10511" cy="367862"/>
          </a:xfrm>
          <a:prstGeom prst="line">
            <a:avLst/>
          </a:prstGeom>
          <a:ln w="38100" cmpd="sng">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636579" y="2921876"/>
            <a:ext cx="504496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636579" y="2921876"/>
            <a:ext cx="0" cy="36786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8681545" y="2921876"/>
            <a:ext cx="0" cy="36786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Slide Number Placeholder 21"/>
          <p:cNvSpPr>
            <a:spLocks noGrp="1"/>
          </p:cNvSpPr>
          <p:nvPr>
            <p:ph type="sldNum" sz="quarter" idx="12"/>
          </p:nvPr>
        </p:nvSpPr>
        <p:spPr/>
        <p:txBody>
          <a:bodyPr/>
          <a:lstStyle/>
          <a:p>
            <a:fld id="{0FF54DE5-C571-48E8-A5BC-B369434E2F44}" type="slidenum">
              <a:rPr lang="x-none" smtClean="0"/>
              <a:pPr/>
              <a:t>18</a:t>
            </a:fld>
            <a:endParaRPr lang="x-none"/>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 Level Standards</a:t>
            </a:r>
          </a:p>
        </p:txBody>
      </p:sp>
      <p:sp>
        <p:nvSpPr>
          <p:cNvPr id="3" name="Content Placeholder 2"/>
          <p:cNvSpPr>
            <a:spLocks noGrp="1"/>
          </p:cNvSpPr>
          <p:nvPr>
            <p:ph idx="1"/>
          </p:nvPr>
        </p:nvSpPr>
        <p:spPr/>
        <p:txBody>
          <a:bodyPr>
            <a:normAutofit/>
          </a:bodyPr>
          <a:lstStyle/>
          <a:p>
            <a:pPr algn="just"/>
            <a:r>
              <a:rPr lang="en-US" dirty="0"/>
              <a:t>Consider the following questions to get information regarding the required platforms of a software to run</a:t>
            </a:r>
          </a:p>
          <a:p>
            <a:pPr lvl="1" algn="just"/>
            <a:r>
              <a:rPr lang="en-US" sz="2000" dirty="0"/>
              <a:t>Will your software run under Windows, Mac or Linux operating system?</a:t>
            </a:r>
          </a:p>
          <a:p>
            <a:pPr lvl="1" algn="just"/>
            <a:r>
              <a:rPr lang="en-US" sz="2000" dirty="0"/>
              <a:t>Is it a Web Application? If so, what browsers will it run on?</a:t>
            </a:r>
          </a:p>
          <a:p>
            <a:pPr algn="just"/>
            <a:r>
              <a:rPr lang="en-US" dirty="0"/>
              <a:t>Each of these have their own set of standards and guidelines that must be followed to claim that it’s compatible with the platform</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19</a:t>
            </a:fld>
            <a:endParaRPr lang="x-none"/>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 Level Standards</a:t>
            </a:r>
          </a:p>
        </p:txBody>
      </p:sp>
      <p:sp>
        <p:nvSpPr>
          <p:cNvPr id="3" name="Content Placeholder 2"/>
          <p:cNvSpPr>
            <a:spLocks noGrp="1"/>
          </p:cNvSpPr>
          <p:nvPr>
            <p:ph idx="1"/>
          </p:nvPr>
        </p:nvSpPr>
        <p:spPr>
          <a:xfrm>
            <a:off x="1110343" y="1600200"/>
            <a:ext cx="9980024" cy="5029200"/>
          </a:xfrm>
        </p:spPr>
        <p:txBody>
          <a:bodyPr>
            <a:normAutofit/>
          </a:bodyPr>
          <a:lstStyle/>
          <a:p>
            <a:pPr lvl="3" algn="just"/>
            <a:r>
              <a:rPr lang="en-US" sz="2000" dirty="0"/>
              <a:t>Certified for Microsoft Windows Logo signifies that the software meets all the criteria defined by the guidelines</a:t>
            </a:r>
          </a:p>
          <a:p>
            <a:pPr lvl="3" algn="just"/>
            <a:r>
              <a:rPr lang="en-US" altLang="en-US" sz="2000" dirty="0"/>
              <a:t>Software must pass compatibility testing by independent laboratory</a:t>
            </a:r>
          </a:p>
          <a:p>
            <a:pPr lvl="3" algn="just"/>
            <a:r>
              <a:rPr lang="en-US" sz="2000" dirty="0"/>
              <a:t>The goal is to assure that the software runs stably and reliably on OS</a:t>
            </a:r>
          </a:p>
          <a:p>
            <a:pPr lvl="3" algn="just"/>
            <a:r>
              <a:rPr lang="en-US" sz="2000" dirty="0"/>
              <a:t>A few examples of the logo requirements are that the software</a:t>
            </a:r>
          </a:p>
          <a:p>
            <a:pPr lvl="4" algn="just"/>
            <a:r>
              <a:rPr lang="en-US" sz="2000" dirty="0"/>
              <a:t>Supports mice with more then three buttons</a:t>
            </a:r>
          </a:p>
          <a:p>
            <a:pPr lvl="4" algn="just"/>
            <a:r>
              <a:rPr lang="en-US" sz="2000" dirty="0"/>
              <a:t>Supports installation on the disk drives other than C: and D:</a:t>
            </a:r>
          </a:p>
          <a:p>
            <a:pPr lvl="4" algn="just"/>
            <a:r>
              <a:rPr lang="en-US" sz="2000" dirty="0"/>
              <a:t>Supports file names longer than the DOS 8.3 format (</a:t>
            </a:r>
            <a:r>
              <a:rPr lang="en-GB" sz="2000" dirty="0"/>
              <a:t>name of eight characters and up to a three character extension</a:t>
            </a:r>
            <a:r>
              <a:rPr lang="en-US" sz="2000" dirty="0"/>
              <a:t>)</a:t>
            </a:r>
          </a:p>
          <a:p>
            <a:pPr lvl="4" algn="just"/>
            <a:r>
              <a:rPr lang="en-US" sz="2000" dirty="0"/>
              <a:t>Does not read, write or otherwise use the old system files win.ini, system.ini, autoexec.bat, or config.sys </a:t>
            </a:r>
          </a:p>
          <a:p>
            <a:pPr algn="just"/>
            <a:r>
              <a:rPr lang="en-US" dirty="0"/>
              <a:t>These are only four items out of a 100+ page document</a:t>
            </a:r>
          </a:p>
          <a:p>
            <a:pPr algn="just"/>
            <a:endParaRPr lang="en-US" dirty="0"/>
          </a:p>
          <a:p>
            <a:pPr lvl="3" algn="just">
              <a:buNone/>
            </a:pPr>
            <a:endParaRPr lang="en-US" sz="2000" dirty="0"/>
          </a:p>
        </p:txBody>
      </p:sp>
      <p:pic>
        <p:nvPicPr>
          <p:cNvPr id="3074" name="Picture 2"/>
          <p:cNvPicPr>
            <a:picLocks noChangeAspect="1" noChangeArrowheads="1"/>
          </p:cNvPicPr>
          <p:nvPr/>
        </p:nvPicPr>
        <p:blipFill>
          <a:blip r:embed="rId3"/>
          <a:srcRect/>
          <a:stretch>
            <a:fillRect/>
          </a:stretch>
        </p:blipFill>
        <p:spPr bwMode="auto">
          <a:xfrm>
            <a:off x="1135108" y="1542233"/>
            <a:ext cx="1352550" cy="165735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0FF54DE5-C571-48E8-A5BC-B369434E2F44}" type="slidenum">
              <a:rPr lang="x-none" smtClean="0"/>
              <a:pPr/>
              <a:t>20</a:t>
            </a:fld>
            <a:endParaRPr lang="x-none"/>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Low Level Standards</a:t>
            </a:r>
          </a:p>
        </p:txBody>
      </p:sp>
      <p:sp>
        <p:nvSpPr>
          <p:cNvPr id="3" name="Content Placeholder 2"/>
          <p:cNvSpPr>
            <a:spLocks noGrp="1"/>
          </p:cNvSpPr>
          <p:nvPr>
            <p:ph idx="1"/>
          </p:nvPr>
        </p:nvSpPr>
        <p:spPr/>
        <p:txBody>
          <a:bodyPr/>
          <a:lstStyle/>
          <a:p>
            <a:pPr algn="just"/>
            <a:r>
              <a:rPr lang="en-US" dirty="0"/>
              <a:t>These standards are considered for granted</a:t>
            </a:r>
          </a:p>
          <a:p>
            <a:pPr algn="just"/>
            <a:r>
              <a:rPr lang="en-US" dirty="0"/>
              <a:t>These standards should be treated as extensions to software’s specifications</a:t>
            </a:r>
          </a:p>
          <a:p>
            <a:pPr algn="just"/>
            <a:r>
              <a:rPr lang="en-US" dirty="0"/>
              <a:t>The tester needs to find the standards for formats and design to confirm that the software meets the standards and guidelines</a:t>
            </a:r>
          </a:p>
          <a:p>
            <a:pPr lvl="1"/>
            <a:r>
              <a:rPr lang="en-GB" sz="2000" b="1" dirty="0"/>
              <a:t>Example: </a:t>
            </a:r>
            <a:r>
              <a:rPr lang="en-GB" sz="2000" dirty="0"/>
              <a:t>Software specification states:</a:t>
            </a:r>
          </a:p>
          <a:p>
            <a:pPr lvl="1"/>
            <a:r>
              <a:rPr lang="en-GB" sz="2000" dirty="0"/>
              <a:t>The software will save and load its graphics files as .bmp, .jpg and .gif formats</a:t>
            </a:r>
          </a:p>
          <a:p>
            <a:pPr lvl="1"/>
            <a:r>
              <a:rPr lang="en-GB" sz="2000" dirty="0"/>
              <a:t>You need to find the standards for these formats and design tests to confirm that the software does indeed adhere to them</a:t>
            </a:r>
            <a:endParaRPr lang="en-US" dirty="0"/>
          </a:p>
          <a:p>
            <a:pPr algn="just"/>
            <a:r>
              <a:rPr lang="en-US" dirty="0"/>
              <a:t>Low level standards are more important than high level standards</a:t>
            </a:r>
          </a:p>
          <a:p>
            <a:pPr algn="just"/>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x-none" smtClean="0"/>
              <a:pPr/>
              <a:t>21</a:t>
            </a:fld>
            <a:endParaRPr lang="x-none"/>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Low Level Standards</a:t>
            </a:r>
          </a:p>
        </p:txBody>
      </p:sp>
      <p:sp>
        <p:nvSpPr>
          <p:cNvPr id="3" name="Content Placeholder 2"/>
          <p:cNvSpPr>
            <a:spLocks noGrp="1"/>
          </p:cNvSpPr>
          <p:nvPr>
            <p:ph idx="1"/>
          </p:nvPr>
        </p:nvSpPr>
        <p:spPr>
          <a:xfrm>
            <a:off x="1084216" y="1600200"/>
            <a:ext cx="9966961" cy="4953000"/>
          </a:xfrm>
        </p:spPr>
        <p:txBody>
          <a:bodyPr>
            <a:normAutofit/>
          </a:bodyPr>
          <a:lstStyle/>
          <a:p>
            <a:pPr algn="just"/>
            <a:r>
              <a:rPr lang="en-US" b="1" dirty="0"/>
              <a:t>Example1:</a:t>
            </a:r>
            <a:r>
              <a:rPr lang="en-US" dirty="0"/>
              <a:t> You create a program that</a:t>
            </a:r>
          </a:p>
          <a:p>
            <a:pPr lvl="1" algn="just"/>
            <a:r>
              <a:rPr lang="en-US" sz="2000" dirty="0"/>
              <a:t>Runs on windows</a:t>
            </a:r>
          </a:p>
          <a:p>
            <a:pPr lvl="1" algn="just"/>
            <a:r>
              <a:rPr lang="en-US" sz="2000" dirty="0"/>
              <a:t>Does not have look and feel of windows software</a:t>
            </a:r>
          </a:p>
          <a:p>
            <a:pPr lvl="1" algn="just"/>
            <a:r>
              <a:rPr lang="en-US" sz="2000" dirty="0"/>
              <a:t>Will not be Certified for Microsoft Windows logo because it does not follow high level standards</a:t>
            </a:r>
          </a:p>
          <a:p>
            <a:pPr lvl="1" algn="just"/>
            <a:r>
              <a:rPr lang="en-US" sz="2000" dirty="0"/>
              <a:t>Users might not be thrilled with the differences from the other applications , but they could use the product</a:t>
            </a:r>
            <a:r>
              <a:rPr lang="en-US" dirty="0"/>
              <a:t>.</a:t>
            </a:r>
            <a:endParaRPr lang="en-US" b="1" dirty="0"/>
          </a:p>
          <a:p>
            <a:pPr algn="just"/>
            <a:r>
              <a:rPr lang="en-US" b="1" dirty="0"/>
              <a:t>Example 2: </a:t>
            </a:r>
            <a:r>
              <a:rPr lang="en-US" dirty="0"/>
              <a:t>You create a graphics program that s</a:t>
            </a:r>
            <a:r>
              <a:rPr lang="en-US" sz="2000" dirty="0"/>
              <a:t>aves its file to disk as .</a:t>
            </a:r>
            <a:r>
              <a:rPr lang="en-US" sz="2000" dirty="0" err="1"/>
              <a:t>pict</a:t>
            </a:r>
            <a:r>
              <a:rPr lang="en-US" sz="2000" dirty="0"/>
              <a:t> files (Macintosh Standard file format for graphics) </a:t>
            </a:r>
          </a:p>
          <a:p>
            <a:pPr lvl="1" algn="just"/>
            <a:r>
              <a:rPr lang="en-US" sz="2000" dirty="0"/>
              <a:t>Program does not follow the standards for .</a:t>
            </a:r>
            <a:r>
              <a:rPr lang="en-US" sz="2000" dirty="0" err="1"/>
              <a:t>pict</a:t>
            </a:r>
            <a:r>
              <a:rPr lang="en-US" sz="2000" dirty="0"/>
              <a:t> files</a:t>
            </a:r>
          </a:p>
          <a:p>
            <a:pPr lvl="1" algn="just"/>
            <a:r>
              <a:rPr lang="en-US" sz="2000" dirty="0"/>
              <a:t>Your user will not be able to open the file in any other program</a:t>
            </a:r>
          </a:p>
          <a:p>
            <a:pPr lvl="1" algn="just"/>
            <a:r>
              <a:rPr lang="en-US" sz="2000" dirty="0"/>
              <a:t>The software would likely be a short lived product</a:t>
            </a:r>
          </a:p>
          <a:p>
            <a:pPr algn="just"/>
            <a:r>
              <a:rPr lang="en-US" dirty="0"/>
              <a:t>Communication protocols, programming languages syntax and any other means used by programs must adhere to published standards and guidelines</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22</a:t>
            </a:fld>
            <a:endParaRPr lang="x-none"/>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Sharing Compatibility</a:t>
            </a:r>
          </a:p>
        </p:txBody>
      </p:sp>
      <p:sp>
        <p:nvSpPr>
          <p:cNvPr id="3" name="Content Placeholder 2"/>
          <p:cNvSpPr>
            <a:spLocks noGrp="1"/>
          </p:cNvSpPr>
          <p:nvPr>
            <p:ph idx="1"/>
          </p:nvPr>
        </p:nvSpPr>
        <p:spPr/>
        <p:txBody>
          <a:bodyPr/>
          <a:lstStyle/>
          <a:p>
            <a:pPr algn="just"/>
            <a:r>
              <a:rPr lang="en-US" dirty="0"/>
              <a:t>A software adhering to standards allows users to easily transfer data to and from other software is a great compatible product</a:t>
            </a:r>
          </a:p>
          <a:p>
            <a:pPr algn="just"/>
            <a:r>
              <a:rPr lang="en-US" dirty="0"/>
              <a:t>The most familiar means of transferring data from one program to another is saving and loading disk files</a:t>
            </a:r>
          </a:p>
          <a:p>
            <a:pPr algn="just"/>
            <a:r>
              <a:rPr lang="en-US" dirty="0"/>
              <a:t>Adherence to standards for the disk and file formats makes this sharing possible</a:t>
            </a:r>
          </a:p>
          <a:p>
            <a:pPr marL="0" indent="0" algn="just">
              <a:buNone/>
            </a:pPr>
            <a:endParaRPr lang="en-US" dirty="0"/>
          </a:p>
          <a:p>
            <a:pPr algn="just"/>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x-none" smtClean="0"/>
              <a:pPr/>
              <a:t>23</a:t>
            </a:fld>
            <a:endParaRPr lang="x-none"/>
          </a:p>
        </p:txBody>
      </p:sp>
      <p:graphicFrame>
        <p:nvGraphicFramePr>
          <p:cNvPr id="5" name="Content Placeholder 4"/>
          <p:cNvGraphicFramePr>
            <a:graphicFrameLocks/>
          </p:cNvGraphicFramePr>
          <p:nvPr>
            <p:extLst>
              <p:ext uri="{D42A27DB-BD31-4B8C-83A1-F6EECF244321}">
                <p14:modId xmlns:p14="http://schemas.microsoft.com/office/powerpoint/2010/main" val="1693511047"/>
              </p:ext>
            </p:extLst>
          </p:nvPr>
        </p:nvGraphicFramePr>
        <p:xfrm>
          <a:off x="1104900" y="2942897"/>
          <a:ext cx="9982200" cy="4288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Sharing Compatibility</a:t>
            </a:r>
          </a:p>
        </p:txBody>
      </p:sp>
      <p:sp>
        <p:nvSpPr>
          <p:cNvPr id="3" name="Content Placeholder 2"/>
          <p:cNvSpPr>
            <a:spLocks noGrp="1"/>
          </p:cNvSpPr>
          <p:nvPr>
            <p:ph idx="1"/>
          </p:nvPr>
        </p:nvSpPr>
        <p:spPr>
          <a:xfrm>
            <a:off x="1084217" y="1600200"/>
            <a:ext cx="10006150" cy="5105400"/>
          </a:xfrm>
        </p:spPr>
        <p:txBody>
          <a:bodyPr>
            <a:normAutofit/>
          </a:bodyPr>
          <a:lstStyle/>
          <a:p>
            <a:pPr algn="just"/>
            <a:r>
              <a:rPr lang="en-US" b="1" dirty="0"/>
              <a:t>File Save and File Load- </a:t>
            </a:r>
            <a:r>
              <a:rPr lang="en-US" dirty="0"/>
              <a:t>You save data on a disk and hand carry it over to another computer running different software and load in it</a:t>
            </a:r>
            <a:endParaRPr lang="en-US" b="1" dirty="0"/>
          </a:p>
          <a:p>
            <a:pPr lvl="1" algn="just"/>
            <a:r>
              <a:rPr lang="en-US" sz="2000" dirty="0"/>
              <a:t>The data format of the files needs to meet standards for it to be compatible on both computers</a:t>
            </a:r>
          </a:p>
          <a:p>
            <a:pPr algn="just"/>
            <a:r>
              <a:rPr lang="en-US" b="1" dirty="0"/>
              <a:t>File Export and File Import- </a:t>
            </a:r>
            <a:r>
              <a:rPr lang="en-US" dirty="0"/>
              <a:t>are the means that many programs use to be compatible with older versions of themselves and with other programs</a:t>
            </a:r>
          </a:p>
          <a:p>
            <a:pPr lvl="1" algn="just"/>
            <a:r>
              <a:rPr lang="en-US" sz="2000" dirty="0"/>
              <a:t>To test the import feature, you need to create test documents in each compatible file format</a:t>
            </a:r>
          </a:p>
          <a:p>
            <a:pPr lvl="1" algn="just"/>
            <a:r>
              <a:rPr lang="en-US" sz="2000" dirty="0"/>
              <a:t>Those documents would have equivalence partitioned samples of the possible text and formatting to check that the importing code properly converts it to the new format</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24</a:t>
            </a:fld>
            <a:endParaRPr lang="x-none"/>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Sharing Compatibility</a:t>
            </a:r>
          </a:p>
        </p:txBody>
      </p:sp>
      <p:sp>
        <p:nvSpPr>
          <p:cNvPr id="3" name="Content Placeholder 2"/>
          <p:cNvSpPr>
            <a:spLocks noGrp="1"/>
          </p:cNvSpPr>
          <p:nvPr>
            <p:ph idx="1"/>
          </p:nvPr>
        </p:nvSpPr>
        <p:spPr/>
        <p:txBody>
          <a:bodyPr>
            <a:normAutofit/>
          </a:bodyPr>
          <a:lstStyle/>
          <a:p>
            <a:pPr algn="just"/>
            <a:r>
              <a:rPr lang="en-US" b="1" dirty="0"/>
              <a:t>Cut, Copy and Paste- </a:t>
            </a:r>
            <a:r>
              <a:rPr lang="en-US" dirty="0"/>
              <a:t>are most familiar methods for sharing data without transferring data to disk</a:t>
            </a:r>
          </a:p>
          <a:p>
            <a:pPr lvl="1" algn="just"/>
            <a:r>
              <a:rPr lang="en-US" sz="2000" dirty="0"/>
              <a:t>In this case, the transfer happens in memory through an intermediate program called clipboard</a:t>
            </a:r>
          </a:p>
          <a:p>
            <a:pPr lvl="1" algn="just"/>
            <a:r>
              <a:rPr lang="en-US" sz="2000" dirty="0"/>
              <a:t>The clipboard is designed to hold several different data types such as text, pictures and sounds</a:t>
            </a:r>
          </a:p>
          <a:p>
            <a:pPr lvl="1" algn="just"/>
            <a:r>
              <a:rPr lang="en-US" sz="2000" dirty="0"/>
              <a:t>Whenever a user performs a cut or copy, the data is placed in the clipboard. When he does a paste, it’s copied from clipboard to destination software</a:t>
            </a:r>
          </a:p>
          <a:p>
            <a:pPr lvl="1" algn="just"/>
            <a:r>
              <a:rPr lang="en-US" sz="2000" dirty="0"/>
              <a:t>During testing, make sure that data can be properly copied in and out of the clipboard to other programs</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25</a:t>
            </a:fld>
            <a:endParaRPr lang="x-none"/>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Sharing Compatibility</a:t>
            </a:r>
          </a:p>
        </p:txBody>
      </p:sp>
      <p:sp>
        <p:nvSpPr>
          <p:cNvPr id="3" name="Content Placeholder 2"/>
          <p:cNvSpPr>
            <a:spLocks noGrp="1"/>
          </p:cNvSpPr>
          <p:nvPr>
            <p:ph idx="1"/>
          </p:nvPr>
        </p:nvSpPr>
        <p:spPr>
          <a:xfrm>
            <a:off x="1084216" y="1600201"/>
            <a:ext cx="9993087" cy="4525963"/>
          </a:xfrm>
        </p:spPr>
        <p:txBody>
          <a:bodyPr>
            <a:normAutofit/>
          </a:bodyPr>
          <a:lstStyle/>
          <a:p>
            <a:pPr algn="just"/>
            <a:r>
              <a:rPr lang="en-US" b="1" dirty="0"/>
              <a:t>DDE (Dynamic Data Exchange)- </a:t>
            </a:r>
            <a:r>
              <a:rPr lang="en-GB" dirty="0"/>
              <a:t>is a method of inter-process communication under Microsoft Windows. It allows one program to subscribe to items made available by another program</a:t>
            </a:r>
            <a:endParaRPr lang="en-US" b="1" dirty="0"/>
          </a:p>
          <a:p>
            <a:pPr algn="just"/>
            <a:r>
              <a:rPr lang="en-US" dirty="0"/>
              <a:t>The difference between DDE and clipboard is that with DDE data can flow from one application to other in real time. </a:t>
            </a:r>
          </a:p>
          <a:p>
            <a:pPr algn="just"/>
            <a:r>
              <a:rPr lang="en-US" dirty="0"/>
              <a:t>Cutting and copying is a manual operation. With DDE transfer can happen automatically</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26</a:t>
            </a:fld>
            <a:endParaRPr lang="x-none"/>
          </a:p>
        </p:txBody>
      </p:sp>
    </p:spTree>
  </p:cSld>
  <p:clrMapOvr>
    <a:masterClrMapping/>
  </p:clrMapOvr>
  <p:transition spd="med">
    <p:fade/>
  </p:transition>
</p:sld>
</file>

<file path=ppt/theme/theme1.xml><?xml version="1.0" encoding="utf-8"?>
<a:theme xmlns:a="http://schemas.openxmlformats.org/drawingml/2006/main" name="tf03431380">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tf03431380</Template>
  <TotalTime>1645</TotalTime>
  <Words>2877</Words>
  <Application>Microsoft Office PowerPoint</Application>
  <PresentationFormat>Widescreen</PresentationFormat>
  <Paragraphs>273</Paragraphs>
  <Slides>26</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Castellar</vt:lpstr>
      <vt:lpstr>Euphemia</vt:lpstr>
      <vt:lpstr>Plantagenet Cherokee</vt:lpstr>
      <vt:lpstr>Wingdings</vt:lpstr>
      <vt:lpstr>tf03431380</vt:lpstr>
      <vt:lpstr>CSE 455 Software Testing</vt:lpstr>
      <vt:lpstr>   Course instructor            Yella mehroze</vt:lpstr>
      <vt:lpstr>Compatibility Testing</vt:lpstr>
      <vt:lpstr>Introduction</vt:lpstr>
      <vt:lpstr> Compatibility Testing Objectives</vt:lpstr>
      <vt:lpstr> Compatibility Testing Background</vt:lpstr>
      <vt:lpstr>Compatibility Testing Overview</vt:lpstr>
      <vt:lpstr>Compatibility Testing Overview</vt:lpstr>
      <vt:lpstr>Compatibility Testing Overview</vt:lpstr>
      <vt:lpstr>Compatibility Testing Overview</vt:lpstr>
      <vt:lpstr>Platform and Application Version</vt:lpstr>
      <vt:lpstr>Backward and Forward Compatibility</vt:lpstr>
      <vt:lpstr>Backward and Forward Compatibility Example</vt:lpstr>
      <vt:lpstr>Impact of Testing Multiple Versions</vt:lpstr>
      <vt:lpstr>Impact of Testing Multiple Versions</vt:lpstr>
      <vt:lpstr>Impact of Testing Multiple Versions</vt:lpstr>
      <vt:lpstr>Impact of Testing Multiple Versions</vt:lpstr>
      <vt:lpstr>Standards and Guidelines</vt:lpstr>
      <vt:lpstr>High Level Standards</vt:lpstr>
      <vt:lpstr>High Level Standards</vt:lpstr>
      <vt:lpstr>Low Level Standards</vt:lpstr>
      <vt:lpstr>Low Level Standards</vt:lpstr>
      <vt:lpstr>Data Sharing Compatibility</vt:lpstr>
      <vt:lpstr>Data Sharing Compatibility</vt:lpstr>
      <vt:lpstr>Data Sharing Compatibility</vt:lpstr>
      <vt:lpstr>Data Sharing Compatibility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sabeen amjad</dc:creator>
  <cp:lastModifiedBy>Yella</cp:lastModifiedBy>
  <cp:revision>231</cp:revision>
  <dcterms:created xsi:type="dcterms:W3CDTF">2017-08-21T08:06:50Z</dcterms:created>
  <dcterms:modified xsi:type="dcterms:W3CDTF">2021-12-11T17:14:21Z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