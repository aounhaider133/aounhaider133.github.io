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670550" cx="10080625"/>
  <p:notesSz cx="7559675" cy="10691800"/>
  <p:embeddedFontLst>
    <p:embeddedFont>
      <p:font typeface="Source Sans Pro SemiBold"/>
      <p:regular r:id="rId42"/>
      <p:bold r:id="rId43"/>
      <p:italic r:id="rId44"/>
      <p:boldItalic r:id="rId45"/>
    </p:embeddedFont>
    <p:embeddedFont>
      <p:font typeface="Source Sans Pro Black"/>
      <p:bold r:id="rId46"/>
      <p:boldItalic r:id="rId47"/>
    </p:embeddedFont>
    <p:embeddedFont>
      <p:font typeface="Gill Sans"/>
      <p:regular r:id="rId48"/>
      <p:bold r:id="rId49"/>
    </p:embeddedFont>
    <p:embeddedFont>
      <p:font typeface="Source Sans Pro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86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54" roundtripDataSignature="AMtx7miCCmKYpv/jD9meacxp6jmk+Wdn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86" orient="horz"/>
        <p:guide pos="317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SourceSansProSemiBold-regular.fntdata"/><Relationship Id="rId41" Type="http://schemas.openxmlformats.org/officeDocument/2006/relationships/slide" Target="slides/slide35.xml"/><Relationship Id="rId44" Type="http://schemas.openxmlformats.org/officeDocument/2006/relationships/font" Target="fonts/SourceSansProSemiBold-italic.fntdata"/><Relationship Id="rId43" Type="http://schemas.openxmlformats.org/officeDocument/2006/relationships/font" Target="fonts/SourceSansProSemiBold-bold.fntdata"/><Relationship Id="rId46" Type="http://schemas.openxmlformats.org/officeDocument/2006/relationships/font" Target="fonts/SourceSansProBlack-bold.fntdata"/><Relationship Id="rId45" Type="http://schemas.openxmlformats.org/officeDocument/2006/relationships/font" Target="fonts/SourceSansPro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GillSans-regular.fntdata"/><Relationship Id="rId47" Type="http://schemas.openxmlformats.org/officeDocument/2006/relationships/font" Target="fonts/SourceSansProBlack-boldItalic.fntdata"/><Relationship Id="rId49" Type="http://schemas.openxmlformats.org/officeDocument/2006/relationships/font" Target="fonts/GillSans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SourceSansPro-bold.fntdata"/><Relationship Id="rId50" Type="http://schemas.openxmlformats.org/officeDocument/2006/relationships/font" Target="fonts/SourceSansPro-regular.fntdata"/><Relationship Id="rId53" Type="http://schemas.openxmlformats.org/officeDocument/2006/relationships/font" Target="fonts/SourceSansPro-boldItalic.fntdata"/><Relationship Id="rId52" Type="http://schemas.openxmlformats.org/officeDocument/2006/relationships/font" Target="fonts/SourceSansPr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79" cy="400895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10" u="none" cap="none" strike="noStrike"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:notes"/>
          <p:cNvSpPr/>
          <p:nvPr>
            <p:ph idx="2" type="sldImg"/>
          </p:nvPr>
        </p:nvSpPr>
        <p:spPr>
          <a:xfrm>
            <a:off x="217488" y="812800"/>
            <a:ext cx="7123112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CFE7F5"/>
          </a:solidFill>
          <a:ln cap="flat" cmpd="sng" w="254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:notes"/>
          <p:cNvSpPr/>
          <p:nvPr>
            <p:ph idx="2" type="sldImg"/>
          </p:nvPr>
        </p:nvSpPr>
        <p:spPr>
          <a:xfrm>
            <a:off x="216000" y="812520"/>
            <a:ext cx="7127279" cy="400895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:notes"/>
          <p:cNvSpPr/>
          <p:nvPr>
            <p:ph idx="2" type="sldImg"/>
          </p:nvPr>
        </p:nvSpPr>
        <p:spPr>
          <a:xfrm>
            <a:off x="216000" y="812520"/>
            <a:ext cx="7127279" cy="400895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/>
          <p:cNvSpPr/>
          <p:nvPr>
            <p:ph idx="2" type="sldImg"/>
          </p:nvPr>
        </p:nvSpPr>
        <p:spPr>
          <a:xfrm>
            <a:off x="217488" y="812800"/>
            <a:ext cx="7123112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CFE7F5"/>
          </a:solidFill>
          <a:ln cap="flat" cmpd="sng" w="254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/>
          <p:nvPr>
            <p:ph idx="2" type="sldImg"/>
          </p:nvPr>
        </p:nvSpPr>
        <p:spPr>
          <a:xfrm>
            <a:off x="217488" y="812800"/>
            <a:ext cx="7123112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CFE7F5"/>
          </a:solidFill>
          <a:ln cap="flat" cmpd="sng" w="254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/>
          <p:nvPr>
            <p:ph idx="2" type="sldImg"/>
          </p:nvPr>
        </p:nvSpPr>
        <p:spPr>
          <a:xfrm>
            <a:off x="217488" y="812800"/>
            <a:ext cx="7123112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CFE7F5"/>
          </a:solidFill>
          <a:ln cap="flat" cmpd="sng" w="254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:notes"/>
          <p:cNvSpPr/>
          <p:nvPr>
            <p:ph idx="2" type="sldImg"/>
          </p:nvPr>
        </p:nvSpPr>
        <p:spPr>
          <a:xfrm>
            <a:off x="216000" y="812520"/>
            <a:ext cx="7127279" cy="400895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/>
          <p:nvPr>
            <p:ph idx="2" type="sldImg"/>
          </p:nvPr>
        </p:nvSpPr>
        <p:spPr>
          <a:xfrm>
            <a:off x="216000" y="812520"/>
            <a:ext cx="7127279" cy="400895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/>
          <p:nvPr>
            <p:ph idx="2" type="sldImg"/>
          </p:nvPr>
        </p:nvSpPr>
        <p:spPr>
          <a:xfrm>
            <a:off x="217488" y="812800"/>
            <a:ext cx="7123112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CFE7F5"/>
          </a:solidFill>
          <a:ln cap="flat" cmpd="sng" w="254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/>
          <p:nvPr>
            <p:ph idx="2" type="sldImg"/>
          </p:nvPr>
        </p:nvSpPr>
        <p:spPr>
          <a:xfrm>
            <a:off x="217488" y="812800"/>
            <a:ext cx="7123112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CFE7F5"/>
          </a:solidFill>
          <a:ln cap="flat" cmpd="sng" w="254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:notes"/>
          <p:cNvSpPr/>
          <p:nvPr>
            <p:ph idx="2" type="sldImg"/>
          </p:nvPr>
        </p:nvSpPr>
        <p:spPr>
          <a:xfrm>
            <a:off x="217488" y="812800"/>
            <a:ext cx="7123112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CFE7F5"/>
          </a:solidFill>
          <a:ln cap="flat" cmpd="sng" w="254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:notes"/>
          <p:cNvSpPr/>
          <p:nvPr>
            <p:ph idx="2" type="sldImg"/>
          </p:nvPr>
        </p:nvSpPr>
        <p:spPr>
          <a:xfrm>
            <a:off x="216000" y="812520"/>
            <a:ext cx="7127279" cy="400895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:notes"/>
          <p:cNvSpPr/>
          <p:nvPr>
            <p:ph idx="2" type="sldImg"/>
          </p:nvPr>
        </p:nvSpPr>
        <p:spPr>
          <a:xfrm>
            <a:off x="216000" y="812520"/>
            <a:ext cx="7127279" cy="400895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4:notes"/>
          <p:cNvSpPr/>
          <p:nvPr>
            <p:ph idx="2" type="sldImg"/>
          </p:nvPr>
        </p:nvSpPr>
        <p:spPr>
          <a:xfrm>
            <a:off x="216000" y="812520"/>
            <a:ext cx="7127279" cy="400895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5:notes"/>
          <p:cNvSpPr/>
          <p:nvPr>
            <p:ph idx="2" type="sldImg"/>
          </p:nvPr>
        </p:nvSpPr>
        <p:spPr>
          <a:xfrm>
            <a:off x="216000" y="812520"/>
            <a:ext cx="7127279" cy="400895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6:notes"/>
          <p:cNvSpPr/>
          <p:nvPr>
            <p:ph idx="2" type="sldImg"/>
          </p:nvPr>
        </p:nvSpPr>
        <p:spPr>
          <a:xfrm>
            <a:off x="216000" y="812520"/>
            <a:ext cx="7127279" cy="400895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7:notes"/>
          <p:cNvSpPr/>
          <p:nvPr>
            <p:ph idx="2" type="sldImg"/>
          </p:nvPr>
        </p:nvSpPr>
        <p:spPr>
          <a:xfrm>
            <a:off x="217488" y="812800"/>
            <a:ext cx="7123112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CFE7F5"/>
          </a:solidFill>
          <a:ln cap="flat" cmpd="sng" w="254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1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8:notes"/>
          <p:cNvSpPr/>
          <p:nvPr>
            <p:ph idx="2" type="sldImg"/>
          </p:nvPr>
        </p:nvSpPr>
        <p:spPr>
          <a:xfrm>
            <a:off x="217488" y="812800"/>
            <a:ext cx="7123112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CFE7F5"/>
          </a:solidFill>
          <a:ln cap="flat" cmpd="sng" w="254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9:notes"/>
          <p:cNvSpPr/>
          <p:nvPr>
            <p:ph idx="2" type="sldImg"/>
          </p:nvPr>
        </p:nvSpPr>
        <p:spPr>
          <a:xfrm>
            <a:off x="216000" y="812520"/>
            <a:ext cx="7127279" cy="400895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0:notes"/>
          <p:cNvSpPr/>
          <p:nvPr>
            <p:ph idx="2" type="sldImg"/>
          </p:nvPr>
        </p:nvSpPr>
        <p:spPr>
          <a:xfrm>
            <a:off x="217488" y="812800"/>
            <a:ext cx="7123112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CFE7F5"/>
          </a:solidFill>
          <a:ln cap="flat" cmpd="sng" w="254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2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1:notes"/>
          <p:cNvSpPr/>
          <p:nvPr>
            <p:ph idx="2" type="sldImg"/>
          </p:nvPr>
        </p:nvSpPr>
        <p:spPr>
          <a:xfrm>
            <a:off x="217488" y="812800"/>
            <a:ext cx="7123112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CFE7F5"/>
          </a:solidFill>
          <a:ln cap="flat" cmpd="sng" w="254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2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2:notes"/>
          <p:cNvSpPr/>
          <p:nvPr>
            <p:ph idx="2" type="sldImg"/>
          </p:nvPr>
        </p:nvSpPr>
        <p:spPr>
          <a:xfrm>
            <a:off x="216000" y="812520"/>
            <a:ext cx="7127279" cy="400895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3:notes"/>
          <p:cNvSpPr/>
          <p:nvPr>
            <p:ph idx="2" type="sldImg"/>
          </p:nvPr>
        </p:nvSpPr>
        <p:spPr>
          <a:xfrm>
            <a:off x="216000" y="812520"/>
            <a:ext cx="7127279" cy="400895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4:notes"/>
          <p:cNvSpPr/>
          <p:nvPr>
            <p:ph idx="2" type="sldImg"/>
          </p:nvPr>
        </p:nvSpPr>
        <p:spPr>
          <a:xfrm>
            <a:off x="216000" y="812520"/>
            <a:ext cx="7127279" cy="400895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5:notes"/>
          <p:cNvSpPr/>
          <p:nvPr>
            <p:ph idx="2" type="sldImg"/>
          </p:nvPr>
        </p:nvSpPr>
        <p:spPr>
          <a:xfrm>
            <a:off x="216000" y="812520"/>
            <a:ext cx="7127279" cy="400895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6:notes"/>
          <p:cNvSpPr/>
          <p:nvPr>
            <p:ph idx="2" type="sldImg"/>
          </p:nvPr>
        </p:nvSpPr>
        <p:spPr>
          <a:xfrm>
            <a:off x="216000" y="812520"/>
            <a:ext cx="7127279" cy="400895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7:notes"/>
          <p:cNvSpPr/>
          <p:nvPr>
            <p:ph idx="2" type="sldImg"/>
          </p:nvPr>
        </p:nvSpPr>
        <p:spPr>
          <a:xfrm>
            <a:off x="216000" y="812520"/>
            <a:ext cx="7127279" cy="400895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8:notes"/>
          <p:cNvSpPr/>
          <p:nvPr>
            <p:ph idx="2" type="sldImg"/>
          </p:nvPr>
        </p:nvSpPr>
        <p:spPr>
          <a:xfrm>
            <a:off x="216000" y="812520"/>
            <a:ext cx="7127279" cy="400895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9:notes"/>
          <p:cNvSpPr/>
          <p:nvPr>
            <p:ph idx="2" type="sldImg"/>
          </p:nvPr>
        </p:nvSpPr>
        <p:spPr>
          <a:xfrm>
            <a:off x="216000" y="812520"/>
            <a:ext cx="7127279" cy="400895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0:notes"/>
          <p:cNvSpPr/>
          <p:nvPr>
            <p:ph idx="2" type="sldImg"/>
          </p:nvPr>
        </p:nvSpPr>
        <p:spPr>
          <a:xfrm>
            <a:off x="216000" y="812520"/>
            <a:ext cx="7127279" cy="400895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1:notes"/>
          <p:cNvSpPr/>
          <p:nvPr>
            <p:ph idx="2" type="sldImg"/>
          </p:nvPr>
        </p:nvSpPr>
        <p:spPr>
          <a:xfrm>
            <a:off x="216000" y="812520"/>
            <a:ext cx="7127279" cy="400895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2:notes"/>
          <p:cNvSpPr/>
          <p:nvPr>
            <p:ph idx="2" type="sldImg"/>
          </p:nvPr>
        </p:nvSpPr>
        <p:spPr>
          <a:xfrm>
            <a:off x="217488" y="812800"/>
            <a:ext cx="7123112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CFE7F5"/>
          </a:solidFill>
          <a:ln cap="flat" cmpd="sng" w="254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3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3:notes"/>
          <p:cNvSpPr/>
          <p:nvPr>
            <p:ph idx="2" type="sldImg"/>
          </p:nvPr>
        </p:nvSpPr>
        <p:spPr>
          <a:xfrm>
            <a:off x="217488" y="812800"/>
            <a:ext cx="7123112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CFE7F5"/>
          </a:solidFill>
          <a:ln cap="flat" cmpd="sng" w="254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3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4:notes"/>
          <p:cNvSpPr/>
          <p:nvPr>
            <p:ph idx="2" type="sldImg"/>
          </p:nvPr>
        </p:nvSpPr>
        <p:spPr>
          <a:xfrm>
            <a:off x="217488" y="812800"/>
            <a:ext cx="7123112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CFE7F5"/>
          </a:solidFill>
          <a:ln cap="flat" cmpd="sng" w="254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3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0f7a8fef01_0_0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20f7a8fef01_0_0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20f7a8fef01_0_0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6"/>
          <p:cNvSpPr/>
          <p:nvPr/>
        </p:nvSpPr>
        <p:spPr>
          <a:xfrm>
            <a:off x="1118949" y="0"/>
            <a:ext cx="8961676" cy="56705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36"/>
          <p:cNvSpPr txBox="1"/>
          <p:nvPr>
            <p:ph idx="10" type="dt"/>
          </p:nvPr>
        </p:nvSpPr>
        <p:spPr>
          <a:xfrm>
            <a:off x="3948245" y="5213756"/>
            <a:ext cx="2352146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6"/>
          <p:cNvSpPr txBox="1"/>
          <p:nvPr>
            <p:ph idx="11" type="ftr"/>
          </p:nvPr>
        </p:nvSpPr>
        <p:spPr>
          <a:xfrm>
            <a:off x="6300391" y="5213756"/>
            <a:ext cx="3192198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2" type="sldNum"/>
          </p:nvPr>
        </p:nvSpPr>
        <p:spPr>
          <a:xfrm>
            <a:off x="9495949" y="5213756"/>
            <a:ext cx="504031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36"/>
          <p:cNvSpPr/>
          <p:nvPr/>
        </p:nvSpPr>
        <p:spPr>
          <a:xfrm>
            <a:off x="1118949" y="-45"/>
            <a:ext cx="80645" cy="567059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7"/>
          <p:cNvSpPr txBox="1"/>
          <p:nvPr>
            <p:ph type="title"/>
          </p:nvPr>
        </p:nvSpPr>
        <p:spPr>
          <a:xfrm>
            <a:off x="1582658" y="227085"/>
            <a:ext cx="8266113" cy="945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7"/>
          <p:cNvSpPr txBox="1"/>
          <p:nvPr>
            <p:ph idx="1" type="body"/>
          </p:nvPr>
        </p:nvSpPr>
        <p:spPr>
          <a:xfrm>
            <a:off x="1582658" y="1197116"/>
            <a:ext cx="8266113" cy="39693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9" name="Google Shape;29;p37"/>
          <p:cNvSpPr txBox="1"/>
          <p:nvPr>
            <p:ph idx="10" type="dt"/>
          </p:nvPr>
        </p:nvSpPr>
        <p:spPr>
          <a:xfrm>
            <a:off x="3948245" y="5213756"/>
            <a:ext cx="2352146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7"/>
          <p:cNvSpPr txBox="1"/>
          <p:nvPr>
            <p:ph idx="11" type="ftr"/>
          </p:nvPr>
        </p:nvSpPr>
        <p:spPr>
          <a:xfrm>
            <a:off x="6300391" y="5213756"/>
            <a:ext cx="3192198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7"/>
          <p:cNvSpPr txBox="1"/>
          <p:nvPr>
            <p:ph idx="12" type="sldNum"/>
          </p:nvPr>
        </p:nvSpPr>
        <p:spPr>
          <a:xfrm>
            <a:off x="9495949" y="5213756"/>
            <a:ext cx="504031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8"/>
          <p:cNvSpPr txBox="1"/>
          <p:nvPr>
            <p:ph type="ctrTitle"/>
          </p:nvPr>
        </p:nvSpPr>
        <p:spPr>
          <a:xfrm>
            <a:off x="1579298" y="297582"/>
            <a:ext cx="8165306" cy="12172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8"/>
          <p:cNvSpPr txBox="1"/>
          <p:nvPr>
            <p:ph idx="1" type="subTitle"/>
          </p:nvPr>
        </p:nvSpPr>
        <p:spPr>
          <a:xfrm>
            <a:off x="1579298" y="1529729"/>
            <a:ext cx="8165306" cy="14491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  <a:defRPr sz="2600">
                <a:solidFill>
                  <a:srgbClr val="341108"/>
                </a:solidFill>
              </a:defRPr>
            </a:lvl1pPr>
            <a:lvl2pPr lvl="1" algn="ctr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5" name="Google Shape;35;p38"/>
          <p:cNvSpPr txBox="1"/>
          <p:nvPr>
            <p:ph idx="10" type="dt"/>
          </p:nvPr>
        </p:nvSpPr>
        <p:spPr>
          <a:xfrm>
            <a:off x="3948245" y="5213756"/>
            <a:ext cx="2352146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8"/>
          <p:cNvSpPr txBox="1"/>
          <p:nvPr>
            <p:ph idx="11" type="ftr"/>
          </p:nvPr>
        </p:nvSpPr>
        <p:spPr>
          <a:xfrm>
            <a:off x="6300391" y="5213756"/>
            <a:ext cx="3192198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8"/>
          <p:cNvSpPr txBox="1"/>
          <p:nvPr>
            <p:ph idx="12" type="sldNum"/>
          </p:nvPr>
        </p:nvSpPr>
        <p:spPr>
          <a:xfrm>
            <a:off x="9495949" y="5213756"/>
            <a:ext cx="504031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38"/>
          <p:cNvSpPr/>
          <p:nvPr/>
        </p:nvSpPr>
        <p:spPr>
          <a:xfrm>
            <a:off x="1015816" y="1169005"/>
            <a:ext cx="231854" cy="173897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" name="Google Shape;39;p38"/>
          <p:cNvSpPr/>
          <p:nvPr/>
        </p:nvSpPr>
        <p:spPr>
          <a:xfrm>
            <a:off x="1275706" y="1112129"/>
            <a:ext cx="70564" cy="52925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9"/>
          <p:cNvSpPr/>
          <p:nvPr/>
        </p:nvSpPr>
        <p:spPr>
          <a:xfrm>
            <a:off x="2516728" y="-45"/>
            <a:ext cx="7560469" cy="56705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" name="Google Shape;42;p39"/>
          <p:cNvSpPr txBox="1"/>
          <p:nvPr>
            <p:ph type="title"/>
          </p:nvPr>
        </p:nvSpPr>
        <p:spPr>
          <a:xfrm>
            <a:off x="2842498" y="2150084"/>
            <a:ext cx="7056438" cy="1890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000"/>
              <a:buFont typeface="Gill Sans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9"/>
          <p:cNvSpPr txBox="1"/>
          <p:nvPr>
            <p:ph idx="1" type="body"/>
          </p:nvPr>
        </p:nvSpPr>
        <p:spPr>
          <a:xfrm>
            <a:off x="2842498" y="882086"/>
            <a:ext cx="7056438" cy="12483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34110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4" name="Google Shape;44;p39"/>
          <p:cNvSpPr txBox="1"/>
          <p:nvPr>
            <p:ph idx="10" type="dt"/>
          </p:nvPr>
        </p:nvSpPr>
        <p:spPr>
          <a:xfrm>
            <a:off x="3948245" y="5213756"/>
            <a:ext cx="2352146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9"/>
          <p:cNvSpPr txBox="1"/>
          <p:nvPr>
            <p:ph idx="11" type="ftr"/>
          </p:nvPr>
        </p:nvSpPr>
        <p:spPr>
          <a:xfrm>
            <a:off x="6300391" y="5213756"/>
            <a:ext cx="3192198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9"/>
          <p:cNvSpPr txBox="1"/>
          <p:nvPr>
            <p:ph idx="12" type="sldNum"/>
          </p:nvPr>
        </p:nvSpPr>
        <p:spPr>
          <a:xfrm>
            <a:off x="9495949" y="5213756"/>
            <a:ext cx="504031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39"/>
          <p:cNvSpPr/>
          <p:nvPr/>
        </p:nvSpPr>
        <p:spPr>
          <a:xfrm>
            <a:off x="2520156" y="0"/>
            <a:ext cx="84005" cy="567059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39"/>
          <p:cNvSpPr/>
          <p:nvPr/>
        </p:nvSpPr>
        <p:spPr>
          <a:xfrm>
            <a:off x="2394833" y="2327303"/>
            <a:ext cx="231854" cy="173897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9" name="Google Shape;49;p39"/>
          <p:cNvSpPr/>
          <p:nvPr/>
        </p:nvSpPr>
        <p:spPr>
          <a:xfrm>
            <a:off x="2654724" y="2270428"/>
            <a:ext cx="70564" cy="52925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0"/>
          <p:cNvSpPr txBox="1"/>
          <p:nvPr>
            <p:ph type="title"/>
          </p:nvPr>
        </p:nvSpPr>
        <p:spPr>
          <a:xfrm>
            <a:off x="1582658" y="226822"/>
            <a:ext cx="8266113" cy="945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1" type="body"/>
          </p:nvPr>
        </p:nvSpPr>
        <p:spPr>
          <a:xfrm>
            <a:off x="1582658" y="1260122"/>
            <a:ext cx="4032250" cy="3855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2" type="body"/>
          </p:nvPr>
        </p:nvSpPr>
        <p:spPr>
          <a:xfrm>
            <a:off x="5816521" y="1260122"/>
            <a:ext cx="4032250" cy="3855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4" name="Google Shape;54;p40"/>
          <p:cNvSpPr txBox="1"/>
          <p:nvPr>
            <p:ph idx="10" type="dt"/>
          </p:nvPr>
        </p:nvSpPr>
        <p:spPr>
          <a:xfrm>
            <a:off x="3948245" y="5213756"/>
            <a:ext cx="2352146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0"/>
          <p:cNvSpPr txBox="1"/>
          <p:nvPr>
            <p:ph idx="11" type="ftr"/>
          </p:nvPr>
        </p:nvSpPr>
        <p:spPr>
          <a:xfrm>
            <a:off x="6300391" y="5213756"/>
            <a:ext cx="3192198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0"/>
          <p:cNvSpPr txBox="1"/>
          <p:nvPr>
            <p:ph idx="12" type="sldNum"/>
          </p:nvPr>
        </p:nvSpPr>
        <p:spPr>
          <a:xfrm>
            <a:off x="9495949" y="5213756"/>
            <a:ext cx="504031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1"/>
          <p:cNvSpPr txBox="1"/>
          <p:nvPr>
            <p:ph type="title"/>
          </p:nvPr>
        </p:nvSpPr>
        <p:spPr>
          <a:xfrm>
            <a:off x="504031" y="4266833"/>
            <a:ext cx="9072563" cy="945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500"/>
              <a:buFont typeface="Gill Sans"/>
              <a:buNone/>
              <a:defRPr b="1" sz="4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1"/>
          <p:cNvSpPr txBox="1"/>
          <p:nvPr>
            <p:ph idx="1" type="body"/>
          </p:nvPr>
        </p:nvSpPr>
        <p:spPr>
          <a:xfrm>
            <a:off x="504031" y="271437"/>
            <a:ext cx="4435475" cy="529251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b="0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2" type="body"/>
          </p:nvPr>
        </p:nvSpPr>
        <p:spPr>
          <a:xfrm>
            <a:off x="5141119" y="271437"/>
            <a:ext cx="4435475" cy="529251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b="0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1" name="Google Shape;61;p41"/>
          <p:cNvSpPr txBox="1"/>
          <p:nvPr>
            <p:ph idx="3" type="body"/>
          </p:nvPr>
        </p:nvSpPr>
        <p:spPr>
          <a:xfrm>
            <a:off x="504031" y="801497"/>
            <a:ext cx="4435475" cy="340233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2" name="Google Shape;62;p41"/>
          <p:cNvSpPr txBox="1"/>
          <p:nvPr>
            <p:ph idx="4" type="body"/>
          </p:nvPr>
        </p:nvSpPr>
        <p:spPr>
          <a:xfrm>
            <a:off x="5141119" y="801497"/>
            <a:ext cx="4435475" cy="340233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3" name="Google Shape;63;p41"/>
          <p:cNvSpPr txBox="1"/>
          <p:nvPr>
            <p:ph idx="10" type="dt"/>
          </p:nvPr>
        </p:nvSpPr>
        <p:spPr>
          <a:xfrm>
            <a:off x="3948245" y="5213756"/>
            <a:ext cx="2352146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1"/>
          <p:cNvSpPr txBox="1"/>
          <p:nvPr>
            <p:ph idx="11" type="ftr"/>
          </p:nvPr>
        </p:nvSpPr>
        <p:spPr>
          <a:xfrm>
            <a:off x="6300391" y="5213756"/>
            <a:ext cx="3192198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1"/>
          <p:cNvSpPr txBox="1"/>
          <p:nvPr>
            <p:ph idx="12" type="sldNum"/>
          </p:nvPr>
        </p:nvSpPr>
        <p:spPr>
          <a:xfrm>
            <a:off x="9495949" y="5213756"/>
            <a:ext cx="504031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2"/>
          <p:cNvSpPr txBox="1"/>
          <p:nvPr>
            <p:ph type="title"/>
          </p:nvPr>
        </p:nvSpPr>
        <p:spPr>
          <a:xfrm>
            <a:off x="1582658" y="226822"/>
            <a:ext cx="8266113" cy="945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2"/>
          <p:cNvSpPr txBox="1"/>
          <p:nvPr>
            <p:ph idx="10" type="dt"/>
          </p:nvPr>
        </p:nvSpPr>
        <p:spPr>
          <a:xfrm>
            <a:off x="3948245" y="5213756"/>
            <a:ext cx="2352146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2"/>
          <p:cNvSpPr txBox="1"/>
          <p:nvPr>
            <p:ph idx="11" type="ftr"/>
          </p:nvPr>
        </p:nvSpPr>
        <p:spPr>
          <a:xfrm>
            <a:off x="6300391" y="5213756"/>
            <a:ext cx="3192198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2"/>
          <p:cNvSpPr txBox="1"/>
          <p:nvPr>
            <p:ph idx="12" type="sldNum"/>
          </p:nvPr>
        </p:nvSpPr>
        <p:spPr>
          <a:xfrm>
            <a:off x="9495949" y="5213756"/>
            <a:ext cx="504031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3"/>
          <p:cNvSpPr txBox="1"/>
          <p:nvPr>
            <p:ph type="title"/>
          </p:nvPr>
        </p:nvSpPr>
        <p:spPr>
          <a:xfrm>
            <a:off x="504031" y="179243"/>
            <a:ext cx="4200260" cy="9608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200"/>
              <a:buFont typeface="Gill Sans"/>
              <a:buNone/>
              <a:defRPr b="1" sz="2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3"/>
          <p:cNvSpPr txBox="1"/>
          <p:nvPr>
            <p:ph idx="1" type="body"/>
          </p:nvPr>
        </p:nvSpPr>
        <p:spPr>
          <a:xfrm>
            <a:off x="504031" y="1163351"/>
            <a:ext cx="4200260" cy="577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4" name="Google Shape;74;p43"/>
          <p:cNvSpPr txBox="1"/>
          <p:nvPr>
            <p:ph idx="2" type="body"/>
          </p:nvPr>
        </p:nvSpPr>
        <p:spPr>
          <a:xfrm>
            <a:off x="504031" y="1764172"/>
            <a:ext cx="8988557" cy="3301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5" name="Google Shape;75;p43"/>
          <p:cNvSpPr txBox="1"/>
          <p:nvPr>
            <p:ph idx="10" type="dt"/>
          </p:nvPr>
        </p:nvSpPr>
        <p:spPr>
          <a:xfrm>
            <a:off x="3948245" y="5213756"/>
            <a:ext cx="2352146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3"/>
          <p:cNvSpPr txBox="1"/>
          <p:nvPr>
            <p:ph idx="11" type="ftr"/>
          </p:nvPr>
        </p:nvSpPr>
        <p:spPr>
          <a:xfrm>
            <a:off x="6300391" y="5213756"/>
            <a:ext cx="3192198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3"/>
          <p:cNvSpPr txBox="1"/>
          <p:nvPr>
            <p:ph idx="12" type="sldNum"/>
          </p:nvPr>
        </p:nvSpPr>
        <p:spPr>
          <a:xfrm>
            <a:off x="9495949" y="5213756"/>
            <a:ext cx="504031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4"/>
          <p:cNvSpPr txBox="1"/>
          <p:nvPr>
            <p:ph type="title"/>
          </p:nvPr>
        </p:nvSpPr>
        <p:spPr>
          <a:xfrm>
            <a:off x="6489894" y="882086"/>
            <a:ext cx="3024188" cy="16381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100"/>
              <a:buFont typeface="Gill Sans"/>
              <a:buNone/>
              <a:defRPr b="1" sz="2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4"/>
          <p:cNvSpPr txBox="1"/>
          <p:nvPr>
            <p:ph idx="10" type="dt"/>
          </p:nvPr>
        </p:nvSpPr>
        <p:spPr>
          <a:xfrm>
            <a:off x="3948245" y="5213756"/>
            <a:ext cx="2352146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4"/>
          <p:cNvSpPr txBox="1"/>
          <p:nvPr>
            <p:ph idx="11" type="ftr"/>
          </p:nvPr>
        </p:nvSpPr>
        <p:spPr>
          <a:xfrm>
            <a:off x="6300391" y="5213756"/>
            <a:ext cx="3192198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4"/>
          <p:cNvSpPr txBox="1"/>
          <p:nvPr>
            <p:ph idx="12" type="sldNum"/>
          </p:nvPr>
        </p:nvSpPr>
        <p:spPr>
          <a:xfrm>
            <a:off x="9495949" y="5213756"/>
            <a:ext cx="504031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44"/>
          <p:cNvSpPr/>
          <p:nvPr/>
        </p:nvSpPr>
        <p:spPr>
          <a:xfrm>
            <a:off x="840052" y="882085"/>
            <a:ext cx="5040313" cy="3780367"/>
          </a:xfrm>
          <a:prstGeom prst="rect">
            <a:avLst/>
          </a:prstGeom>
          <a:solidFill>
            <a:srgbClr val="FFFFFF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500" rotWithShape="0" algn="tl" dir="5400000" dist="185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274300">
            <a:normAutofit/>
          </a:bodyPr>
          <a:lstStyle/>
          <a:p>
            <a:pPr indent="0" lvl="0" marL="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4" name="Google Shape;84;p44"/>
          <p:cNvSpPr/>
          <p:nvPr>
            <p:ph idx="2" type="pic"/>
          </p:nvPr>
        </p:nvSpPr>
        <p:spPr>
          <a:xfrm>
            <a:off x="924057" y="945095"/>
            <a:ext cx="4872302" cy="2905996"/>
          </a:xfrm>
          <a:prstGeom prst="roundRect">
            <a:avLst>
              <a:gd fmla="val 783" name="adj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5" name="Google Shape;85;p44"/>
          <p:cNvSpPr/>
          <p:nvPr/>
        </p:nvSpPr>
        <p:spPr>
          <a:xfrm rot="-2131329">
            <a:off x="437362" y="789099"/>
            <a:ext cx="756047" cy="168934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rgbClr val="EAD8B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44"/>
          <p:cNvSpPr/>
          <p:nvPr/>
        </p:nvSpPr>
        <p:spPr>
          <a:xfrm flipH="1" rot="2103354">
            <a:off x="5516196" y="774583"/>
            <a:ext cx="715724" cy="168934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chemeClr val="lt2">
                <a:alpha val="2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44"/>
          <p:cNvSpPr txBox="1"/>
          <p:nvPr>
            <p:ph idx="1" type="body"/>
          </p:nvPr>
        </p:nvSpPr>
        <p:spPr>
          <a:xfrm>
            <a:off x="924057" y="3969385"/>
            <a:ext cx="4872302" cy="630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777777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Char char="◦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5"/>
          <p:cNvSpPr txBox="1"/>
          <p:nvPr>
            <p:ph type="title"/>
          </p:nvPr>
        </p:nvSpPr>
        <p:spPr>
          <a:xfrm>
            <a:off x="1582658" y="227085"/>
            <a:ext cx="8266113" cy="945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5"/>
          <p:cNvSpPr txBox="1"/>
          <p:nvPr>
            <p:ph idx="1" type="body"/>
          </p:nvPr>
        </p:nvSpPr>
        <p:spPr>
          <a:xfrm rot="5400000">
            <a:off x="3731022" y="-951248"/>
            <a:ext cx="3969385" cy="826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1" name="Google Shape;91;p45"/>
          <p:cNvSpPr txBox="1"/>
          <p:nvPr>
            <p:ph idx="10" type="dt"/>
          </p:nvPr>
        </p:nvSpPr>
        <p:spPr>
          <a:xfrm>
            <a:off x="3948245" y="5213756"/>
            <a:ext cx="2352146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5"/>
          <p:cNvSpPr txBox="1"/>
          <p:nvPr>
            <p:ph idx="11" type="ftr"/>
          </p:nvPr>
        </p:nvSpPr>
        <p:spPr>
          <a:xfrm>
            <a:off x="6300391" y="5213756"/>
            <a:ext cx="3192198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5"/>
          <p:cNvSpPr txBox="1"/>
          <p:nvPr>
            <p:ph idx="12" type="sldNum"/>
          </p:nvPr>
        </p:nvSpPr>
        <p:spPr>
          <a:xfrm>
            <a:off x="9495949" y="5213756"/>
            <a:ext cx="504031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6"/>
          <p:cNvSpPr txBox="1"/>
          <p:nvPr>
            <p:ph type="title"/>
          </p:nvPr>
        </p:nvSpPr>
        <p:spPr>
          <a:xfrm rot="5400000">
            <a:off x="6149360" y="1638196"/>
            <a:ext cx="4838344" cy="2016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6"/>
          <p:cNvSpPr txBox="1"/>
          <p:nvPr>
            <p:ph idx="1" type="body"/>
          </p:nvPr>
        </p:nvSpPr>
        <p:spPr>
          <a:xfrm rot="5400000">
            <a:off x="1907096" y="-419931"/>
            <a:ext cx="4838344" cy="6132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7" name="Google Shape;97;p46"/>
          <p:cNvSpPr txBox="1"/>
          <p:nvPr>
            <p:ph idx="10" type="dt"/>
          </p:nvPr>
        </p:nvSpPr>
        <p:spPr>
          <a:xfrm>
            <a:off x="3948245" y="5213756"/>
            <a:ext cx="2352146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6"/>
          <p:cNvSpPr txBox="1"/>
          <p:nvPr>
            <p:ph idx="11" type="ftr"/>
          </p:nvPr>
        </p:nvSpPr>
        <p:spPr>
          <a:xfrm>
            <a:off x="6300391" y="5213756"/>
            <a:ext cx="3192198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6"/>
          <p:cNvSpPr txBox="1"/>
          <p:nvPr>
            <p:ph idx="12" type="sldNum"/>
          </p:nvPr>
        </p:nvSpPr>
        <p:spPr>
          <a:xfrm>
            <a:off x="9495949" y="5213756"/>
            <a:ext cx="504031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8"/>
          <p:cNvSpPr txBox="1"/>
          <p:nvPr>
            <p:ph type="ctrTitle"/>
          </p:nvPr>
        </p:nvSpPr>
        <p:spPr>
          <a:xfrm>
            <a:off x="755650" y="1762125"/>
            <a:ext cx="8569325" cy="1214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/>
        </p:txBody>
      </p:sp>
      <p:sp>
        <p:nvSpPr>
          <p:cNvPr id="108" name="Google Shape;108;p48"/>
          <p:cNvSpPr txBox="1"/>
          <p:nvPr>
            <p:ph idx="1" type="subTitle"/>
          </p:nvPr>
        </p:nvSpPr>
        <p:spPr>
          <a:xfrm>
            <a:off x="1512888" y="3213100"/>
            <a:ext cx="7056437" cy="1449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1414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134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850"/>
              </a:spcBef>
              <a:spcAft>
                <a:spcPts val="0"/>
              </a:spcAft>
              <a:buClr>
                <a:srgbClr val="888888"/>
              </a:buClr>
              <a:buSzPts val="108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9" name="Google Shape;109;p48"/>
          <p:cNvSpPr txBox="1"/>
          <p:nvPr>
            <p:ph idx="10" type="dt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8"/>
          <p:cNvSpPr txBox="1"/>
          <p:nvPr>
            <p:ph idx="11"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8"/>
          <p:cNvSpPr txBox="1"/>
          <p:nvPr>
            <p:ph idx="12"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9"/>
          <p:cNvSpPr txBox="1"/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/>
        </p:txBody>
      </p:sp>
      <p:sp>
        <p:nvSpPr>
          <p:cNvPr id="114" name="Google Shape;114;p49"/>
          <p:cNvSpPr txBox="1"/>
          <p:nvPr>
            <p:ph idx="1" type="body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0035" lvl="0" marL="457200" algn="l">
              <a:spcBef>
                <a:spcPts val="1414"/>
              </a:spcBef>
              <a:spcAft>
                <a:spcPts val="0"/>
              </a:spcAft>
              <a:buSzPts val="810"/>
              <a:buChar char="●"/>
              <a:defRPr/>
            </a:lvl1pPr>
            <a:lvl2pPr indent="-314325" lvl="1" marL="914400">
              <a:spcBef>
                <a:spcPts val="1134"/>
              </a:spcBef>
              <a:spcAft>
                <a:spcPts val="0"/>
              </a:spcAft>
              <a:buSzPts val="1350"/>
              <a:buChar char="–"/>
              <a:defRPr/>
            </a:lvl2pPr>
            <a:lvl3pPr indent="-280035" lvl="2" marL="1371600">
              <a:spcBef>
                <a:spcPts val="850"/>
              </a:spcBef>
              <a:spcAft>
                <a:spcPts val="0"/>
              </a:spcAft>
              <a:buSzPts val="810"/>
              <a:buChar char="●"/>
              <a:defRPr/>
            </a:lvl3pPr>
            <a:lvl4pPr indent="-314325" lvl="3" marL="1828800">
              <a:spcBef>
                <a:spcPts val="567"/>
              </a:spcBef>
              <a:spcAft>
                <a:spcPts val="0"/>
              </a:spcAft>
              <a:buSzPts val="1350"/>
              <a:buChar char="–"/>
              <a:defRPr/>
            </a:lvl4pPr>
            <a:lvl5pPr indent="-280035" lvl="4" marL="2286000">
              <a:spcBef>
                <a:spcPts val="283"/>
              </a:spcBef>
              <a:spcAft>
                <a:spcPts val="0"/>
              </a:spcAft>
              <a:buSzPts val="810"/>
              <a:buChar char="●"/>
              <a:defRPr/>
            </a:lvl5pPr>
            <a:lvl6pPr indent="-280035" lvl="5" marL="2743200">
              <a:spcBef>
                <a:spcPts val="283"/>
              </a:spcBef>
              <a:spcAft>
                <a:spcPts val="0"/>
              </a:spcAft>
              <a:buSzPts val="810"/>
              <a:buChar char="●"/>
              <a:defRPr/>
            </a:lvl6pPr>
            <a:lvl7pPr indent="-280035" lvl="6" marL="3200400">
              <a:spcBef>
                <a:spcPts val="283"/>
              </a:spcBef>
              <a:spcAft>
                <a:spcPts val="0"/>
              </a:spcAft>
              <a:buSzPts val="810"/>
              <a:buChar char="●"/>
              <a:defRPr/>
            </a:lvl7pPr>
            <a:lvl8pPr indent="-280034" lvl="7" marL="3657600">
              <a:spcBef>
                <a:spcPts val="283"/>
              </a:spcBef>
              <a:spcAft>
                <a:spcPts val="0"/>
              </a:spcAft>
              <a:buSzPts val="810"/>
              <a:buChar char="●"/>
              <a:defRPr/>
            </a:lvl8pPr>
            <a:lvl9pPr indent="-280034" lvl="8" marL="4114800">
              <a:spcBef>
                <a:spcPts val="283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/>
        </p:txBody>
      </p:sp>
      <p:sp>
        <p:nvSpPr>
          <p:cNvPr id="115" name="Google Shape;115;p49"/>
          <p:cNvSpPr txBox="1"/>
          <p:nvPr>
            <p:ph idx="10" type="dt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49"/>
          <p:cNvSpPr txBox="1"/>
          <p:nvPr>
            <p:ph idx="11"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9"/>
          <p:cNvSpPr txBox="1"/>
          <p:nvPr>
            <p:ph idx="12"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0"/>
          <p:cNvSpPr txBox="1"/>
          <p:nvPr>
            <p:ph type="title"/>
          </p:nvPr>
        </p:nvSpPr>
        <p:spPr>
          <a:xfrm>
            <a:off x="796925" y="3643313"/>
            <a:ext cx="8567738" cy="1127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Char char="●"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/>
        </p:txBody>
      </p:sp>
      <p:sp>
        <p:nvSpPr>
          <p:cNvPr id="120" name="Google Shape;120;p50"/>
          <p:cNvSpPr txBox="1"/>
          <p:nvPr>
            <p:ph idx="1" type="body"/>
          </p:nvPr>
        </p:nvSpPr>
        <p:spPr>
          <a:xfrm>
            <a:off x="796925" y="2403475"/>
            <a:ext cx="8567738" cy="12398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spcBef>
                <a:spcPts val="1414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>
              <a:spcBef>
                <a:spcPts val="1134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>
              <a:spcBef>
                <a:spcPts val="850"/>
              </a:spcBef>
              <a:spcAft>
                <a:spcPts val="0"/>
              </a:spcAft>
              <a:buClr>
                <a:srgbClr val="888888"/>
              </a:buClr>
              <a:buSzPts val="7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1" name="Google Shape;121;p50"/>
          <p:cNvSpPr txBox="1"/>
          <p:nvPr>
            <p:ph idx="10" type="dt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50"/>
          <p:cNvSpPr txBox="1"/>
          <p:nvPr>
            <p:ph idx="11"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50"/>
          <p:cNvSpPr txBox="1"/>
          <p:nvPr>
            <p:ph idx="12"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1"/>
          <p:cNvSpPr txBox="1"/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/>
        </p:txBody>
      </p:sp>
      <p:sp>
        <p:nvSpPr>
          <p:cNvPr id="126" name="Google Shape;126;p51"/>
          <p:cNvSpPr txBox="1"/>
          <p:nvPr>
            <p:ph idx="1" type="body"/>
          </p:nvPr>
        </p:nvSpPr>
        <p:spPr>
          <a:xfrm>
            <a:off x="503238" y="1327150"/>
            <a:ext cx="4459287" cy="32877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8610" lvl="0" marL="457200" algn="l">
              <a:spcBef>
                <a:spcPts val="1414"/>
              </a:spcBef>
              <a:spcAft>
                <a:spcPts val="0"/>
              </a:spcAft>
              <a:buSzPts val="1260"/>
              <a:buChar char="●"/>
              <a:defRPr sz="2800"/>
            </a:lvl1pPr>
            <a:lvl2pPr indent="-342900" lvl="1" marL="914400">
              <a:spcBef>
                <a:spcPts val="1134"/>
              </a:spcBef>
              <a:spcAft>
                <a:spcPts val="0"/>
              </a:spcAft>
              <a:buSzPts val="1800"/>
              <a:buChar char="–"/>
              <a:defRPr sz="2400"/>
            </a:lvl2pPr>
            <a:lvl3pPr indent="-285750" lvl="2" marL="1371600">
              <a:spcBef>
                <a:spcPts val="850"/>
              </a:spcBef>
              <a:spcAft>
                <a:spcPts val="0"/>
              </a:spcAft>
              <a:buSzPts val="900"/>
              <a:buChar char="●"/>
              <a:defRPr sz="2000"/>
            </a:lvl3pPr>
            <a:lvl4pPr indent="-314325" lvl="3" marL="1828800">
              <a:spcBef>
                <a:spcPts val="567"/>
              </a:spcBef>
              <a:spcAft>
                <a:spcPts val="0"/>
              </a:spcAft>
              <a:buSzPts val="1350"/>
              <a:buChar char="–"/>
              <a:defRPr sz="1800"/>
            </a:lvl4pPr>
            <a:lvl5pPr indent="-280035" lvl="4" marL="2286000">
              <a:spcBef>
                <a:spcPts val="283"/>
              </a:spcBef>
              <a:spcAft>
                <a:spcPts val="0"/>
              </a:spcAft>
              <a:buSzPts val="810"/>
              <a:buChar char="●"/>
              <a:defRPr sz="1800"/>
            </a:lvl5pPr>
            <a:lvl6pPr indent="-280035" lvl="5" marL="2743200">
              <a:spcBef>
                <a:spcPts val="283"/>
              </a:spcBef>
              <a:spcAft>
                <a:spcPts val="0"/>
              </a:spcAft>
              <a:buSzPts val="810"/>
              <a:buChar char="●"/>
              <a:defRPr sz="1800"/>
            </a:lvl6pPr>
            <a:lvl7pPr indent="-280035" lvl="6" marL="3200400">
              <a:spcBef>
                <a:spcPts val="283"/>
              </a:spcBef>
              <a:spcAft>
                <a:spcPts val="0"/>
              </a:spcAft>
              <a:buSzPts val="810"/>
              <a:buChar char="●"/>
              <a:defRPr sz="1800"/>
            </a:lvl7pPr>
            <a:lvl8pPr indent="-280034" lvl="7" marL="3657600">
              <a:spcBef>
                <a:spcPts val="283"/>
              </a:spcBef>
              <a:spcAft>
                <a:spcPts val="0"/>
              </a:spcAft>
              <a:buSzPts val="810"/>
              <a:buChar char="●"/>
              <a:defRPr sz="1800"/>
            </a:lvl8pPr>
            <a:lvl9pPr indent="-280034" lvl="8" marL="4114800">
              <a:spcBef>
                <a:spcPts val="283"/>
              </a:spcBef>
              <a:spcAft>
                <a:spcPts val="0"/>
              </a:spcAft>
              <a:buSzPts val="810"/>
              <a:buChar char="●"/>
              <a:defRPr sz="1800"/>
            </a:lvl9pPr>
          </a:lstStyle>
          <a:p/>
        </p:txBody>
      </p:sp>
      <p:sp>
        <p:nvSpPr>
          <p:cNvPr id="127" name="Google Shape;127;p51"/>
          <p:cNvSpPr txBox="1"/>
          <p:nvPr>
            <p:ph idx="2" type="body"/>
          </p:nvPr>
        </p:nvSpPr>
        <p:spPr>
          <a:xfrm>
            <a:off x="5114925" y="1327150"/>
            <a:ext cx="4460875" cy="32877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8610" lvl="0" marL="457200" algn="l">
              <a:spcBef>
                <a:spcPts val="1414"/>
              </a:spcBef>
              <a:spcAft>
                <a:spcPts val="0"/>
              </a:spcAft>
              <a:buSzPts val="1260"/>
              <a:buChar char="●"/>
              <a:defRPr sz="2800"/>
            </a:lvl1pPr>
            <a:lvl2pPr indent="-342900" lvl="1" marL="914400">
              <a:spcBef>
                <a:spcPts val="1134"/>
              </a:spcBef>
              <a:spcAft>
                <a:spcPts val="0"/>
              </a:spcAft>
              <a:buSzPts val="1800"/>
              <a:buChar char="–"/>
              <a:defRPr sz="2400"/>
            </a:lvl2pPr>
            <a:lvl3pPr indent="-285750" lvl="2" marL="1371600">
              <a:spcBef>
                <a:spcPts val="850"/>
              </a:spcBef>
              <a:spcAft>
                <a:spcPts val="0"/>
              </a:spcAft>
              <a:buSzPts val="900"/>
              <a:buChar char="●"/>
              <a:defRPr sz="2000"/>
            </a:lvl3pPr>
            <a:lvl4pPr indent="-314325" lvl="3" marL="1828800">
              <a:spcBef>
                <a:spcPts val="567"/>
              </a:spcBef>
              <a:spcAft>
                <a:spcPts val="0"/>
              </a:spcAft>
              <a:buSzPts val="1350"/>
              <a:buChar char="–"/>
              <a:defRPr sz="1800"/>
            </a:lvl4pPr>
            <a:lvl5pPr indent="-280035" lvl="4" marL="2286000">
              <a:spcBef>
                <a:spcPts val="283"/>
              </a:spcBef>
              <a:spcAft>
                <a:spcPts val="0"/>
              </a:spcAft>
              <a:buSzPts val="810"/>
              <a:buChar char="●"/>
              <a:defRPr sz="1800"/>
            </a:lvl5pPr>
            <a:lvl6pPr indent="-280035" lvl="5" marL="2743200">
              <a:spcBef>
                <a:spcPts val="283"/>
              </a:spcBef>
              <a:spcAft>
                <a:spcPts val="0"/>
              </a:spcAft>
              <a:buSzPts val="810"/>
              <a:buChar char="●"/>
              <a:defRPr sz="1800"/>
            </a:lvl6pPr>
            <a:lvl7pPr indent="-280035" lvl="6" marL="3200400">
              <a:spcBef>
                <a:spcPts val="283"/>
              </a:spcBef>
              <a:spcAft>
                <a:spcPts val="0"/>
              </a:spcAft>
              <a:buSzPts val="810"/>
              <a:buChar char="●"/>
              <a:defRPr sz="1800"/>
            </a:lvl7pPr>
            <a:lvl8pPr indent="-280034" lvl="7" marL="3657600">
              <a:spcBef>
                <a:spcPts val="283"/>
              </a:spcBef>
              <a:spcAft>
                <a:spcPts val="0"/>
              </a:spcAft>
              <a:buSzPts val="810"/>
              <a:buChar char="●"/>
              <a:defRPr sz="1800"/>
            </a:lvl8pPr>
            <a:lvl9pPr indent="-280034" lvl="8" marL="4114800">
              <a:spcBef>
                <a:spcPts val="283"/>
              </a:spcBef>
              <a:spcAft>
                <a:spcPts val="0"/>
              </a:spcAft>
              <a:buSzPts val="810"/>
              <a:buChar char="●"/>
              <a:defRPr sz="1800"/>
            </a:lvl9pPr>
          </a:lstStyle>
          <a:p/>
        </p:txBody>
      </p:sp>
      <p:sp>
        <p:nvSpPr>
          <p:cNvPr id="128" name="Google Shape;128;p51"/>
          <p:cNvSpPr txBox="1"/>
          <p:nvPr>
            <p:ph idx="10" type="dt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51"/>
          <p:cNvSpPr txBox="1"/>
          <p:nvPr>
            <p:ph idx="11"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51"/>
          <p:cNvSpPr txBox="1"/>
          <p:nvPr>
            <p:ph idx="12"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2"/>
          <p:cNvSpPr txBox="1"/>
          <p:nvPr>
            <p:ph type="title"/>
          </p:nvPr>
        </p:nvSpPr>
        <p:spPr>
          <a:xfrm>
            <a:off x="504825" y="227013"/>
            <a:ext cx="9072563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8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/>
        </p:txBody>
      </p:sp>
      <p:sp>
        <p:nvSpPr>
          <p:cNvPr id="133" name="Google Shape;133;p52"/>
          <p:cNvSpPr txBox="1"/>
          <p:nvPr>
            <p:ph idx="1" type="body"/>
          </p:nvPr>
        </p:nvSpPr>
        <p:spPr>
          <a:xfrm>
            <a:off x="504825" y="1270000"/>
            <a:ext cx="4452938" cy="5286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spcBef>
                <a:spcPts val="1414"/>
              </a:spcBef>
              <a:spcAft>
                <a:spcPts val="0"/>
              </a:spcAft>
              <a:buSzPts val="1080"/>
              <a:buNone/>
              <a:defRPr b="1" sz="2400"/>
            </a:lvl1pPr>
            <a:lvl2pPr indent="-228600" lvl="1" marL="914400">
              <a:spcBef>
                <a:spcPts val="1134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>
              <a:spcBef>
                <a:spcPts val="850"/>
              </a:spcBef>
              <a:spcAft>
                <a:spcPts val="0"/>
              </a:spcAft>
              <a:buSzPts val="810"/>
              <a:buNone/>
              <a:defRPr b="1" sz="1800"/>
            </a:lvl3pPr>
            <a:lvl4pPr indent="-228600" lvl="3" marL="1828800">
              <a:spcBef>
                <a:spcPts val="567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>
              <a:spcBef>
                <a:spcPts val="283"/>
              </a:spcBef>
              <a:spcAft>
                <a:spcPts val="0"/>
              </a:spcAft>
              <a:buSzPts val="720"/>
              <a:buNone/>
              <a:defRPr b="1" sz="1600"/>
            </a:lvl5pPr>
            <a:lvl6pPr indent="-228600" lvl="5" marL="2743200">
              <a:spcBef>
                <a:spcPts val="283"/>
              </a:spcBef>
              <a:spcAft>
                <a:spcPts val="0"/>
              </a:spcAft>
              <a:buSzPts val="720"/>
              <a:buNone/>
              <a:defRPr b="1" sz="1600"/>
            </a:lvl6pPr>
            <a:lvl7pPr indent="-228600" lvl="6" marL="3200400">
              <a:spcBef>
                <a:spcPts val="283"/>
              </a:spcBef>
              <a:spcAft>
                <a:spcPts val="0"/>
              </a:spcAft>
              <a:buSzPts val="720"/>
              <a:buNone/>
              <a:defRPr b="1" sz="1600"/>
            </a:lvl7pPr>
            <a:lvl8pPr indent="-228600" lvl="7" marL="3657600">
              <a:spcBef>
                <a:spcPts val="283"/>
              </a:spcBef>
              <a:spcAft>
                <a:spcPts val="0"/>
              </a:spcAft>
              <a:buSzPts val="720"/>
              <a:buNone/>
              <a:defRPr b="1" sz="1600"/>
            </a:lvl8pPr>
            <a:lvl9pPr indent="-228600" lvl="8" marL="4114800">
              <a:spcBef>
                <a:spcPts val="283"/>
              </a:spcBef>
              <a:spcAft>
                <a:spcPts val="0"/>
              </a:spcAft>
              <a:buSzPts val="720"/>
              <a:buNone/>
              <a:defRPr b="1" sz="1600"/>
            </a:lvl9pPr>
          </a:lstStyle>
          <a:p/>
        </p:txBody>
      </p:sp>
      <p:sp>
        <p:nvSpPr>
          <p:cNvPr id="134" name="Google Shape;134;p52"/>
          <p:cNvSpPr txBox="1"/>
          <p:nvPr>
            <p:ph idx="2" type="body"/>
          </p:nvPr>
        </p:nvSpPr>
        <p:spPr>
          <a:xfrm>
            <a:off x="504825" y="1798638"/>
            <a:ext cx="4452938" cy="3267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7180" lvl="0" marL="457200" algn="l">
              <a:spcBef>
                <a:spcPts val="1414"/>
              </a:spcBef>
              <a:spcAft>
                <a:spcPts val="0"/>
              </a:spcAft>
              <a:buSzPts val="1080"/>
              <a:buChar char="●"/>
              <a:defRPr sz="2400"/>
            </a:lvl1pPr>
            <a:lvl2pPr indent="-323850" lvl="1" marL="914400">
              <a:spcBef>
                <a:spcPts val="1134"/>
              </a:spcBef>
              <a:spcAft>
                <a:spcPts val="0"/>
              </a:spcAft>
              <a:buSzPts val="1500"/>
              <a:buChar char="–"/>
              <a:defRPr sz="2000"/>
            </a:lvl2pPr>
            <a:lvl3pPr indent="-280035" lvl="2" marL="1371600">
              <a:spcBef>
                <a:spcPts val="850"/>
              </a:spcBef>
              <a:spcAft>
                <a:spcPts val="0"/>
              </a:spcAft>
              <a:buSzPts val="810"/>
              <a:buChar char="●"/>
              <a:defRPr sz="1800"/>
            </a:lvl3pPr>
            <a:lvl4pPr indent="-304800" lvl="3" marL="1828800">
              <a:spcBef>
                <a:spcPts val="567"/>
              </a:spcBef>
              <a:spcAft>
                <a:spcPts val="0"/>
              </a:spcAft>
              <a:buSzPts val="1200"/>
              <a:buChar char="–"/>
              <a:defRPr sz="1600"/>
            </a:lvl4pPr>
            <a:lvl5pPr indent="-274320" lvl="4" marL="2286000">
              <a:spcBef>
                <a:spcPts val="283"/>
              </a:spcBef>
              <a:spcAft>
                <a:spcPts val="0"/>
              </a:spcAft>
              <a:buSzPts val="720"/>
              <a:buChar char="●"/>
              <a:defRPr sz="1600"/>
            </a:lvl5pPr>
            <a:lvl6pPr indent="-274320" lvl="5" marL="2743200">
              <a:spcBef>
                <a:spcPts val="283"/>
              </a:spcBef>
              <a:spcAft>
                <a:spcPts val="0"/>
              </a:spcAft>
              <a:buSzPts val="720"/>
              <a:buChar char="●"/>
              <a:defRPr sz="1600"/>
            </a:lvl6pPr>
            <a:lvl7pPr indent="-274320" lvl="6" marL="3200400">
              <a:spcBef>
                <a:spcPts val="283"/>
              </a:spcBef>
              <a:spcAft>
                <a:spcPts val="0"/>
              </a:spcAft>
              <a:buSzPts val="720"/>
              <a:buChar char="●"/>
              <a:defRPr sz="1600"/>
            </a:lvl7pPr>
            <a:lvl8pPr indent="-274320" lvl="7" marL="3657600">
              <a:spcBef>
                <a:spcPts val="283"/>
              </a:spcBef>
              <a:spcAft>
                <a:spcPts val="0"/>
              </a:spcAft>
              <a:buSzPts val="720"/>
              <a:buChar char="●"/>
              <a:defRPr sz="1600"/>
            </a:lvl8pPr>
            <a:lvl9pPr indent="-274320" lvl="8" marL="4114800">
              <a:spcBef>
                <a:spcPts val="283"/>
              </a:spcBef>
              <a:spcAft>
                <a:spcPts val="0"/>
              </a:spcAft>
              <a:buSzPts val="720"/>
              <a:buChar char="●"/>
              <a:defRPr sz="1600"/>
            </a:lvl9pPr>
          </a:lstStyle>
          <a:p/>
        </p:txBody>
      </p:sp>
      <p:sp>
        <p:nvSpPr>
          <p:cNvPr id="135" name="Google Shape;135;p52"/>
          <p:cNvSpPr txBox="1"/>
          <p:nvPr>
            <p:ph idx="3" type="body"/>
          </p:nvPr>
        </p:nvSpPr>
        <p:spPr>
          <a:xfrm>
            <a:off x="5121275" y="1270000"/>
            <a:ext cx="4456113" cy="5286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spcBef>
                <a:spcPts val="1414"/>
              </a:spcBef>
              <a:spcAft>
                <a:spcPts val="0"/>
              </a:spcAft>
              <a:buSzPts val="1080"/>
              <a:buNone/>
              <a:defRPr b="1" sz="2400"/>
            </a:lvl1pPr>
            <a:lvl2pPr indent="-228600" lvl="1" marL="914400">
              <a:spcBef>
                <a:spcPts val="1134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>
              <a:spcBef>
                <a:spcPts val="850"/>
              </a:spcBef>
              <a:spcAft>
                <a:spcPts val="0"/>
              </a:spcAft>
              <a:buSzPts val="810"/>
              <a:buNone/>
              <a:defRPr b="1" sz="1800"/>
            </a:lvl3pPr>
            <a:lvl4pPr indent="-228600" lvl="3" marL="1828800">
              <a:spcBef>
                <a:spcPts val="567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>
              <a:spcBef>
                <a:spcPts val="283"/>
              </a:spcBef>
              <a:spcAft>
                <a:spcPts val="0"/>
              </a:spcAft>
              <a:buSzPts val="720"/>
              <a:buNone/>
              <a:defRPr b="1" sz="1600"/>
            </a:lvl5pPr>
            <a:lvl6pPr indent="-228600" lvl="5" marL="2743200">
              <a:spcBef>
                <a:spcPts val="283"/>
              </a:spcBef>
              <a:spcAft>
                <a:spcPts val="0"/>
              </a:spcAft>
              <a:buSzPts val="720"/>
              <a:buNone/>
              <a:defRPr b="1" sz="1600"/>
            </a:lvl6pPr>
            <a:lvl7pPr indent="-228600" lvl="6" marL="3200400">
              <a:spcBef>
                <a:spcPts val="283"/>
              </a:spcBef>
              <a:spcAft>
                <a:spcPts val="0"/>
              </a:spcAft>
              <a:buSzPts val="720"/>
              <a:buNone/>
              <a:defRPr b="1" sz="1600"/>
            </a:lvl7pPr>
            <a:lvl8pPr indent="-228600" lvl="7" marL="3657600">
              <a:spcBef>
                <a:spcPts val="283"/>
              </a:spcBef>
              <a:spcAft>
                <a:spcPts val="0"/>
              </a:spcAft>
              <a:buSzPts val="720"/>
              <a:buNone/>
              <a:defRPr b="1" sz="1600"/>
            </a:lvl8pPr>
            <a:lvl9pPr indent="-228600" lvl="8" marL="4114800">
              <a:spcBef>
                <a:spcPts val="283"/>
              </a:spcBef>
              <a:spcAft>
                <a:spcPts val="0"/>
              </a:spcAft>
              <a:buSzPts val="720"/>
              <a:buNone/>
              <a:defRPr b="1" sz="1600"/>
            </a:lvl9pPr>
          </a:lstStyle>
          <a:p/>
        </p:txBody>
      </p:sp>
      <p:sp>
        <p:nvSpPr>
          <p:cNvPr id="136" name="Google Shape;136;p52"/>
          <p:cNvSpPr txBox="1"/>
          <p:nvPr>
            <p:ph idx="4" type="body"/>
          </p:nvPr>
        </p:nvSpPr>
        <p:spPr>
          <a:xfrm>
            <a:off x="5121275" y="1798638"/>
            <a:ext cx="4456113" cy="3267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7180" lvl="0" marL="457200" algn="l">
              <a:spcBef>
                <a:spcPts val="1414"/>
              </a:spcBef>
              <a:spcAft>
                <a:spcPts val="0"/>
              </a:spcAft>
              <a:buSzPts val="1080"/>
              <a:buChar char="●"/>
              <a:defRPr sz="2400"/>
            </a:lvl1pPr>
            <a:lvl2pPr indent="-323850" lvl="1" marL="914400">
              <a:spcBef>
                <a:spcPts val="1134"/>
              </a:spcBef>
              <a:spcAft>
                <a:spcPts val="0"/>
              </a:spcAft>
              <a:buSzPts val="1500"/>
              <a:buChar char="–"/>
              <a:defRPr sz="2000"/>
            </a:lvl2pPr>
            <a:lvl3pPr indent="-280035" lvl="2" marL="1371600">
              <a:spcBef>
                <a:spcPts val="850"/>
              </a:spcBef>
              <a:spcAft>
                <a:spcPts val="0"/>
              </a:spcAft>
              <a:buSzPts val="810"/>
              <a:buChar char="●"/>
              <a:defRPr sz="1800"/>
            </a:lvl3pPr>
            <a:lvl4pPr indent="-304800" lvl="3" marL="1828800">
              <a:spcBef>
                <a:spcPts val="567"/>
              </a:spcBef>
              <a:spcAft>
                <a:spcPts val="0"/>
              </a:spcAft>
              <a:buSzPts val="1200"/>
              <a:buChar char="–"/>
              <a:defRPr sz="1600"/>
            </a:lvl4pPr>
            <a:lvl5pPr indent="-274320" lvl="4" marL="2286000">
              <a:spcBef>
                <a:spcPts val="283"/>
              </a:spcBef>
              <a:spcAft>
                <a:spcPts val="0"/>
              </a:spcAft>
              <a:buSzPts val="720"/>
              <a:buChar char="●"/>
              <a:defRPr sz="1600"/>
            </a:lvl5pPr>
            <a:lvl6pPr indent="-274320" lvl="5" marL="2743200">
              <a:spcBef>
                <a:spcPts val="283"/>
              </a:spcBef>
              <a:spcAft>
                <a:spcPts val="0"/>
              </a:spcAft>
              <a:buSzPts val="720"/>
              <a:buChar char="●"/>
              <a:defRPr sz="1600"/>
            </a:lvl6pPr>
            <a:lvl7pPr indent="-274320" lvl="6" marL="3200400">
              <a:spcBef>
                <a:spcPts val="283"/>
              </a:spcBef>
              <a:spcAft>
                <a:spcPts val="0"/>
              </a:spcAft>
              <a:buSzPts val="720"/>
              <a:buChar char="●"/>
              <a:defRPr sz="1600"/>
            </a:lvl7pPr>
            <a:lvl8pPr indent="-274320" lvl="7" marL="3657600">
              <a:spcBef>
                <a:spcPts val="283"/>
              </a:spcBef>
              <a:spcAft>
                <a:spcPts val="0"/>
              </a:spcAft>
              <a:buSzPts val="720"/>
              <a:buChar char="●"/>
              <a:defRPr sz="1600"/>
            </a:lvl8pPr>
            <a:lvl9pPr indent="-274320" lvl="8" marL="4114800">
              <a:spcBef>
                <a:spcPts val="283"/>
              </a:spcBef>
              <a:spcAft>
                <a:spcPts val="0"/>
              </a:spcAft>
              <a:buSzPts val="720"/>
              <a:buChar char="●"/>
              <a:defRPr sz="1600"/>
            </a:lvl9pPr>
          </a:lstStyle>
          <a:p/>
        </p:txBody>
      </p:sp>
      <p:sp>
        <p:nvSpPr>
          <p:cNvPr id="137" name="Google Shape;137;p52"/>
          <p:cNvSpPr txBox="1"/>
          <p:nvPr>
            <p:ph idx="10" type="dt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52"/>
          <p:cNvSpPr txBox="1"/>
          <p:nvPr>
            <p:ph idx="11"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52"/>
          <p:cNvSpPr txBox="1"/>
          <p:nvPr>
            <p:ph idx="12"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3"/>
          <p:cNvSpPr txBox="1"/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/>
        </p:txBody>
      </p:sp>
      <p:sp>
        <p:nvSpPr>
          <p:cNvPr id="142" name="Google Shape;142;p53"/>
          <p:cNvSpPr txBox="1"/>
          <p:nvPr>
            <p:ph idx="10" type="dt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53"/>
          <p:cNvSpPr txBox="1"/>
          <p:nvPr>
            <p:ph idx="11"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53"/>
          <p:cNvSpPr txBox="1"/>
          <p:nvPr>
            <p:ph idx="12"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4"/>
          <p:cNvSpPr txBox="1"/>
          <p:nvPr>
            <p:ph idx="10" type="dt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54"/>
          <p:cNvSpPr txBox="1"/>
          <p:nvPr>
            <p:ph idx="11"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54"/>
          <p:cNvSpPr txBox="1"/>
          <p:nvPr>
            <p:ph idx="12"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5"/>
          <p:cNvSpPr txBox="1"/>
          <p:nvPr>
            <p:ph type="title"/>
          </p:nvPr>
        </p:nvSpPr>
        <p:spPr>
          <a:xfrm>
            <a:off x="504825" y="225425"/>
            <a:ext cx="3316288" cy="9604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Char char="●"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/>
        </p:txBody>
      </p:sp>
      <p:sp>
        <p:nvSpPr>
          <p:cNvPr id="151" name="Google Shape;151;p55"/>
          <p:cNvSpPr txBox="1"/>
          <p:nvPr>
            <p:ph idx="1" type="body"/>
          </p:nvPr>
        </p:nvSpPr>
        <p:spPr>
          <a:xfrm>
            <a:off x="3941763" y="225425"/>
            <a:ext cx="5635625" cy="4840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0040" lvl="0" marL="457200" algn="l">
              <a:spcBef>
                <a:spcPts val="1414"/>
              </a:spcBef>
              <a:spcAft>
                <a:spcPts val="0"/>
              </a:spcAft>
              <a:buSzPts val="1440"/>
              <a:buChar char="●"/>
              <a:defRPr sz="3200"/>
            </a:lvl1pPr>
            <a:lvl2pPr indent="-361950" lvl="1" marL="914400">
              <a:spcBef>
                <a:spcPts val="1134"/>
              </a:spcBef>
              <a:spcAft>
                <a:spcPts val="0"/>
              </a:spcAft>
              <a:buSzPts val="2100"/>
              <a:buChar char="–"/>
              <a:defRPr sz="2800"/>
            </a:lvl2pPr>
            <a:lvl3pPr indent="-297180" lvl="2" marL="1371600">
              <a:spcBef>
                <a:spcPts val="850"/>
              </a:spcBef>
              <a:spcAft>
                <a:spcPts val="0"/>
              </a:spcAft>
              <a:buSzPts val="1080"/>
              <a:buChar char="●"/>
              <a:defRPr sz="2400"/>
            </a:lvl3pPr>
            <a:lvl4pPr indent="-323850" lvl="3" marL="1828800">
              <a:spcBef>
                <a:spcPts val="567"/>
              </a:spcBef>
              <a:spcAft>
                <a:spcPts val="0"/>
              </a:spcAft>
              <a:buSzPts val="1500"/>
              <a:buChar char="–"/>
              <a:defRPr sz="2000"/>
            </a:lvl4pPr>
            <a:lvl5pPr indent="-285750" lvl="4" marL="2286000">
              <a:spcBef>
                <a:spcPts val="283"/>
              </a:spcBef>
              <a:spcAft>
                <a:spcPts val="0"/>
              </a:spcAft>
              <a:buSzPts val="900"/>
              <a:buChar char="●"/>
              <a:defRPr sz="2000"/>
            </a:lvl5pPr>
            <a:lvl6pPr indent="-285750" lvl="5" marL="2743200">
              <a:spcBef>
                <a:spcPts val="283"/>
              </a:spcBef>
              <a:spcAft>
                <a:spcPts val="0"/>
              </a:spcAft>
              <a:buSzPts val="900"/>
              <a:buChar char="●"/>
              <a:defRPr sz="2000"/>
            </a:lvl6pPr>
            <a:lvl7pPr indent="-285750" lvl="6" marL="3200400">
              <a:spcBef>
                <a:spcPts val="283"/>
              </a:spcBef>
              <a:spcAft>
                <a:spcPts val="0"/>
              </a:spcAft>
              <a:buSzPts val="900"/>
              <a:buChar char="●"/>
              <a:defRPr sz="2000"/>
            </a:lvl7pPr>
            <a:lvl8pPr indent="-285750" lvl="7" marL="3657600">
              <a:spcBef>
                <a:spcPts val="283"/>
              </a:spcBef>
              <a:spcAft>
                <a:spcPts val="0"/>
              </a:spcAft>
              <a:buSzPts val="900"/>
              <a:buChar char="●"/>
              <a:defRPr sz="2000"/>
            </a:lvl8pPr>
            <a:lvl9pPr indent="-285750" lvl="8" marL="4114800">
              <a:spcBef>
                <a:spcPts val="283"/>
              </a:spcBef>
              <a:spcAft>
                <a:spcPts val="0"/>
              </a:spcAft>
              <a:buSzPts val="900"/>
              <a:buChar char="●"/>
              <a:defRPr sz="2000"/>
            </a:lvl9pPr>
          </a:lstStyle>
          <a:p/>
        </p:txBody>
      </p:sp>
      <p:sp>
        <p:nvSpPr>
          <p:cNvPr id="152" name="Google Shape;152;p55"/>
          <p:cNvSpPr txBox="1"/>
          <p:nvPr>
            <p:ph idx="2" type="body"/>
          </p:nvPr>
        </p:nvSpPr>
        <p:spPr>
          <a:xfrm>
            <a:off x="504825" y="1185863"/>
            <a:ext cx="3316288" cy="3879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1414"/>
              </a:spcBef>
              <a:spcAft>
                <a:spcPts val="0"/>
              </a:spcAft>
              <a:buSzPts val="630"/>
              <a:buNone/>
              <a:defRPr sz="1400"/>
            </a:lvl1pPr>
            <a:lvl2pPr indent="-228600" lvl="1" marL="914400">
              <a:spcBef>
                <a:spcPts val="1134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>
              <a:spcBef>
                <a:spcPts val="850"/>
              </a:spcBef>
              <a:spcAft>
                <a:spcPts val="0"/>
              </a:spcAft>
              <a:buSzPts val="450"/>
              <a:buNone/>
              <a:defRPr sz="1000"/>
            </a:lvl3pPr>
            <a:lvl4pPr indent="-228600" lvl="3" marL="1828800">
              <a:spcBef>
                <a:spcPts val="567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>
              <a:spcBef>
                <a:spcPts val="283"/>
              </a:spcBef>
              <a:spcAft>
                <a:spcPts val="0"/>
              </a:spcAft>
              <a:buSzPts val="405"/>
              <a:buNone/>
              <a:defRPr sz="900"/>
            </a:lvl5pPr>
            <a:lvl6pPr indent="-228600" lvl="5" marL="2743200">
              <a:spcBef>
                <a:spcPts val="283"/>
              </a:spcBef>
              <a:spcAft>
                <a:spcPts val="0"/>
              </a:spcAft>
              <a:buSzPts val="405"/>
              <a:buNone/>
              <a:defRPr sz="900"/>
            </a:lvl6pPr>
            <a:lvl7pPr indent="-228600" lvl="6" marL="3200400">
              <a:spcBef>
                <a:spcPts val="283"/>
              </a:spcBef>
              <a:spcAft>
                <a:spcPts val="0"/>
              </a:spcAft>
              <a:buSzPts val="405"/>
              <a:buNone/>
              <a:defRPr sz="900"/>
            </a:lvl7pPr>
            <a:lvl8pPr indent="-228600" lvl="7" marL="3657600">
              <a:spcBef>
                <a:spcPts val="283"/>
              </a:spcBef>
              <a:spcAft>
                <a:spcPts val="0"/>
              </a:spcAft>
              <a:buSzPts val="405"/>
              <a:buNone/>
              <a:defRPr sz="900"/>
            </a:lvl8pPr>
            <a:lvl9pPr indent="-228600" lvl="8" marL="4114800">
              <a:spcBef>
                <a:spcPts val="283"/>
              </a:spcBef>
              <a:spcAft>
                <a:spcPts val="0"/>
              </a:spcAft>
              <a:buSzPts val="405"/>
              <a:buNone/>
              <a:defRPr sz="900"/>
            </a:lvl9pPr>
          </a:lstStyle>
          <a:p/>
        </p:txBody>
      </p:sp>
      <p:sp>
        <p:nvSpPr>
          <p:cNvPr id="153" name="Google Shape;153;p55"/>
          <p:cNvSpPr txBox="1"/>
          <p:nvPr>
            <p:ph idx="10" type="dt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55"/>
          <p:cNvSpPr txBox="1"/>
          <p:nvPr>
            <p:ph idx="11"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55"/>
          <p:cNvSpPr txBox="1"/>
          <p:nvPr>
            <p:ph idx="12"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6"/>
          <p:cNvSpPr txBox="1"/>
          <p:nvPr>
            <p:ph type="title"/>
          </p:nvPr>
        </p:nvSpPr>
        <p:spPr>
          <a:xfrm>
            <a:off x="1976438" y="3968750"/>
            <a:ext cx="6048375" cy="4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Char char="●"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/>
        </p:txBody>
      </p:sp>
      <p:sp>
        <p:nvSpPr>
          <p:cNvPr id="158" name="Google Shape;158;p56"/>
          <p:cNvSpPr/>
          <p:nvPr>
            <p:ph idx="2" type="pic"/>
          </p:nvPr>
        </p:nvSpPr>
        <p:spPr>
          <a:xfrm>
            <a:off x="1976438" y="506413"/>
            <a:ext cx="6048375" cy="3402012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56"/>
          <p:cNvSpPr txBox="1"/>
          <p:nvPr>
            <p:ph idx="1" type="body"/>
          </p:nvPr>
        </p:nvSpPr>
        <p:spPr>
          <a:xfrm>
            <a:off x="1976438" y="4438650"/>
            <a:ext cx="6048375" cy="665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1414"/>
              </a:spcBef>
              <a:spcAft>
                <a:spcPts val="0"/>
              </a:spcAft>
              <a:buSzPts val="630"/>
              <a:buNone/>
              <a:defRPr sz="1400"/>
            </a:lvl1pPr>
            <a:lvl2pPr indent="-228600" lvl="1" marL="914400">
              <a:spcBef>
                <a:spcPts val="1134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>
              <a:spcBef>
                <a:spcPts val="850"/>
              </a:spcBef>
              <a:spcAft>
                <a:spcPts val="0"/>
              </a:spcAft>
              <a:buSzPts val="450"/>
              <a:buNone/>
              <a:defRPr sz="1000"/>
            </a:lvl3pPr>
            <a:lvl4pPr indent="-228600" lvl="3" marL="1828800">
              <a:spcBef>
                <a:spcPts val="567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>
              <a:spcBef>
                <a:spcPts val="283"/>
              </a:spcBef>
              <a:spcAft>
                <a:spcPts val="0"/>
              </a:spcAft>
              <a:buSzPts val="405"/>
              <a:buNone/>
              <a:defRPr sz="900"/>
            </a:lvl5pPr>
            <a:lvl6pPr indent="-228600" lvl="5" marL="2743200">
              <a:spcBef>
                <a:spcPts val="283"/>
              </a:spcBef>
              <a:spcAft>
                <a:spcPts val="0"/>
              </a:spcAft>
              <a:buSzPts val="405"/>
              <a:buNone/>
              <a:defRPr sz="900"/>
            </a:lvl6pPr>
            <a:lvl7pPr indent="-228600" lvl="6" marL="3200400">
              <a:spcBef>
                <a:spcPts val="283"/>
              </a:spcBef>
              <a:spcAft>
                <a:spcPts val="0"/>
              </a:spcAft>
              <a:buSzPts val="405"/>
              <a:buNone/>
              <a:defRPr sz="900"/>
            </a:lvl7pPr>
            <a:lvl8pPr indent="-228600" lvl="7" marL="3657600">
              <a:spcBef>
                <a:spcPts val="283"/>
              </a:spcBef>
              <a:spcAft>
                <a:spcPts val="0"/>
              </a:spcAft>
              <a:buSzPts val="405"/>
              <a:buNone/>
              <a:defRPr sz="900"/>
            </a:lvl8pPr>
            <a:lvl9pPr indent="-228600" lvl="8" marL="4114800">
              <a:spcBef>
                <a:spcPts val="283"/>
              </a:spcBef>
              <a:spcAft>
                <a:spcPts val="0"/>
              </a:spcAft>
              <a:buSzPts val="405"/>
              <a:buNone/>
              <a:defRPr sz="900"/>
            </a:lvl9pPr>
          </a:lstStyle>
          <a:p/>
        </p:txBody>
      </p:sp>
      <p:sp>
        <p:nvSpPr>
          <p:cNvPr id="160" name="Google Shape;160;p56"/>
          <p:cNvSpPr txBox="1"/>
          <p:nvPr>
            <p:ph idx="10" type="dt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56"/>
          <p:cNvSpPr txBox="1"/>
          <p:nvPr>
            <p:ph idx="11"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56"/>
          <p:cNvSpPr txBox="1"/>
          <p:nvPr>
            <p:ph idx="12"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7"/>
          <p:cNvSpPr txBox="1"/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/>
        </p:txBody>
      </p:sp>
      <p:sp>
        <p:nvSpPr>
          <p:cNvPr id="165" name="Google Shape;165;p57"/>
          <p:cNvSpPr txBox="1"/>
          <p:nvPr>
            <p:ph idx="1" type="body"/>
          </p:nvPr>
        </p:nvSpPr>
        <p:spPr>
          <a:xfrm rot="5400000">
            <a:off x="3395700" y="-1565100"/>
            <a:ext cx="3288239" cy="907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0035" lvl="0" marL="457200" algn="l">
              <a:spcBef>
                <a:spcPts val="1414"/>
              </a:spcBef>
              <a:spcAft>
                <a:spcPts val="0"/>
              </a:spcAft>
              <a:buSzPts val="810"/>
              <a:buChar char="●"/>
              <a:defRPr/>
            </a:lvl1pPr>
            <a:lvl2pPr indent="-314325" lvl="1" marL="914400">
              <a:spcBef>
                <a:spcPts val="1134"/>
              </a:spcBef>
              <a:spcAft>
                <a:spcPts val="0"/>
              </a:spcAft>
              <a:buSzPts val="1350"/>
              <a:buChar char="–"/>
              <a:defRPr/>
            </a:lvl2pPr>
            <a:lvl3pPr indent="-280035" lvl="2" marL="1371600">
              <a:spcBef>
                <a:spcPts val="850"/>
              </a:spcBef>
              <a:spcAft>
                <a:spcPts val="0"/>
              </a:spcAft>
              <a:buSzPts val="810"/>
              <a:buChar char="●"/>
              <a:defRPr/>
            </a:lvl3pPr>
            <a:lvl4pPr indent="-314325" lvl="3" marL="1828800">
              <a:spcBef>
                <a:spcPts val="567"/>
              </a:spcBef>
              <a:spcAft>
                <a:spcPts val="0"/>
              </a:spcAft>
              <a:buSzPts val="1350"/>
              <a:buChar char="–"/>
              <a:defRPr/>
            </a:lvl4pPr>
            <a:lvl5pPr indent="-280035" lvl="4" marL="2286000">
              <a:spcBef>
                <a:spcPts val="283"/>
              </a:spcBef>
              <a:spcAft>
                <a:spcPts val="0"/>
              </a:spcAft>
              <a:buSzPts val="810"/>
              <a:buChar char="●"/>
              <a:defRPr/>
            </a:lvl5pPr>
            <a:lvl6pPr indent="-280035" lvl="5" marL="2743200">
              <a:spcBef>
                <a:spcPts val="283"/>
              </a:spcBef>
              <a:spcAft>
                <a:spcPts val="0"/>
              </a:spcAft>
              <a:buSzPts val="810"/>
              <a:buChar char="●"/>
              <a:defRPr/>
            </a:lvl6pPr>
            <a:lvl7pPr indent="-280035" lvl="6" marL="3200400">
              <a:spcBef>
                <a:spcPts val="283"/>
              </a:spcBef>
              <a:spcAft>
                <a:spcPts val="0"/>
              </a:spcAft>
              <a:buSzPts val="810"/>
              <a:buChar char="●"/>
              <a:defRPr/>
            </a:lvl7pPr>
            <a:lvl8pPr indent="-280034" lvl="7" marL="3657600">
              <a:spcBef>
                <a:spcPts val="283"/>
              </a:spcBef>
              <a:spcAft>
                <a:spcPts val="0"/>
              </a:spcAft>
              <a:buSzPts val="810"/>
              <a:buChar char="●"/>
              <a:defRPr/>
            </a:lvl8pPr>
            <a:lvl9pPr indent="-280034" lvl="8" marL="4114800">
              <a:spcBef>
                <a:spcPts val="283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/>
        </p:txBody>
      </p:sp>
      <p:sp>
        <p:nvSpPr>
          <p:cNvPr id="166" name="Google Shape;166;p57"/>
          <p:cNvSpPr txBox="1"/>
          <p:nvPr>
            <p:ph idx="10" type="dt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57"/>
          <p:cNvSpPr txBox="1"/>
          <p:nvPr>
            <p:ph idx="11"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57"/>
          <p:cNvSpPr txBox="1"/>
          <p:nvPr>
            <p:ph idx="12"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8"/>
          <p:cNvSpPr txBox="1"/>
          <p:nvPr>
            <p:ph type="title"/>
          </p:nvPr>
        </p:nvSpPr>
        <p:spPr>
          <a:xfrm rot="5400000">
            <a:off x="6247606" y="1286669"/>
            <a:ext cx="4389438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/>
        </p:txBody>
      </p:sp>
      <p:sp>
        <p:nvSpPr>
          <p:cNvPr id="171" name="Google Shape;171;p58"/>
          <p:cNvSpPr txBox="1"/>
          <p:nvPr>
            <p:ph idx="1" type="body"/>
          </p:nvPr>
        </p:nvSpPr>
        <p:spPr>
          <a:xfrm rot="5400000">
            <a:off x="1635125" y="-906462"/>
            <a:ext cx="4389438" cy="6653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0035" lvl="0" marL="457200" algn="l">
              <a:spcBef>
                <a:spcPts val="1414"/>
              </a:spcBef>
              <a:spcAft>
                <a:spcPts val="0"/>
              </a:spcAft>
              <a:buSzPts val="810"/>
              <a:buChar char="●"/>
              <a:defRPr/>
            </a:lvl1pPr>
            <a:lvl2pPr indent="-314325" lvl="1" marL="914400">
              <a:spcBef>
                <a:spcPts val="1134"/>
              </a:spcBef>
              <a:spcAft>
                <a:spcPts val="0"/>
              </a:spcAft>
              <a:buSzPts val="1350"/>
              <a:buChar char="–"/>
              <a:defRPr/>
            </a:lvl2pPr>
            <a:lvl3pPr indent="-280035" lvl="2" marL="1371600">
              <a:spcBef>
                <a:spcPts val="850"/>
              </a:spcBef>
              <a:spcAft>
                <a:spcPts val="0"/>
              </a:spcAft>
              <a:buSzPts val="810"/>
              <a:buChar char="●"/>
              <a:defRPr/>
            </a:lvl3pPr>
            <a:lvl4pPr indent="-314325" lvl="3" marL="1828800">
              <a:spcBef>
                <a:spcPts val="567"/>
              </a:spcBef>
              <a:spcAft>
                <a:spcPts val="0"/>
              </a:spcAft>
              <a:buSzPts val="1350"/>
              <a:buChar char="–"/>
              <a:defRPr/>
            </a:lvl4pPr>
            <a:lvl5pPr indent="-280035" lvl="4" marL="2286000">
              <a:spcBef>
                <a:spcPts val="283"/>
              </a:spcBef>
              <a:spcAft>
                <a:spcPts val="0"/>
              </a:spcAft>
              <a:buSzPts val="810"/>
              <a:buChar char="●"/>
              <a:defRPr/>
            </a:lvl5pPr>
            <a:lvl6pPr indent="-280035" lvl="5" marL="2743200">
              <a:spcBef>
                <a:spcPts val="283"/>
              </a:spcBef>
              <a:spcAft>
                <a:spcPts val="0"/>
              </a:spcAft>
              <a:buSzPts val="810"/>
              <a:buChar char="●"/>
              <a:defRPr/>
            </a:lvl6pPr>
            <a:lvl7pPr indent="-280035" lvl="6" marL="3200400">
              <a:spcBef>
                <a:spcPts val="283"/>
              </a:spcBef>
              <a:spcAft>
                <a:spcPts val="0"/>
              </a:spcAft>
              <a:buSzPts val="810"/>
              <a:buChar char="●"/>
              <a:defRPr/>
            </a:lvl7pPr>
            <a:lvl8pPr indent="-280034" lvl="7" marL="3657600">
              <a:spcBef>
                <a:spcPts val="283"/>
              </a:spcBef>
              <a:spcAft>
                <a:spcPts val="0"/>
              </a:spcAft>
              <a:buSzPts val="810"/>
              <a:buChar char="●"/>
              <a:defRPr/>
            </a:lvl8pPr>
            <a:lvl9pPr indent="-280034" lvl="8" marL="4114800">
              <a:spcBef>
                <a:spcPts val="283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/>
        </p:txBody>
      </p:sp>
      <p:sp>
        <p:nvSpPr>
          <p:cNvPr id="172" name="Google Shape;172;p58"/>
          <p:cNvSpPr txBox="1"/>
          <p:nvPr>
            <p:ph idx="10" type="dt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58"/>
          <p:cNvSpPr txBox="1"/>
          <p:nvPr>
            <p:ph idx="11"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58"/>
          <p:cNvSpPr txBox="1"/>
          <p:nvPr>
            <p:ph idx="12"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xy" tx="0" sx="90000" ty="0" sy="90000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/>
          <p:nvPr/>
        </p:nvSpPr>
        <p:spPr>
          <a:xfrm>
            <a:off x="-899502" y="-674646"/>
            <a:ext cx="1806759" cy="1355117"/>
          </a:xfrm>
          <a:prstGeom prst="pie">
            <a:avLst>
              <a:gd fmla="val 0" name="adj1"/>
              <a:gd fmla="val 5402120" name="adj2"/>
            </a:avLst>
          </a:prstGeom>
          <a:solidFill>
            <a:srgbClr val="FEF9F3">
              <a:alpha val="32941"/>
            </a:srgbClr>
          </a:solidFill>
          <a:ln cap="rnd" cmpd="sng" w="9525">
            <a:solidFill>
              <a:srgbClr val="D1C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" name="Google Shape;11;p35"/>
          <p:cNvSpPr/>
          <p:nvPr/>
        </p:nvSpPr>
        <p:spPr>
          <a:xfrm>
            <a:off x="186109" y="17449"/>
            <a:ext cx="1876547" cy="1407460"/>
          </a:xfrm>
          <a:prstGeom prst="ellipse">
            <a:avLst/>
          </a:prstGeom>
          <a:noFill/>
          <a:ln cap="rnd" cmpd="sng" w="27300">
            <a:solidFill>
              <a:srgbClr val="FFF5D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tl" dir="5400000" dist="25400">
              <a:srgbClr val="ADA48C">
                <a:alpha val="8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" name="Google Shape;12;p35"/>
          <p:cNvSpPr/>
          <p:nvPr/>
        </p:nvSpPr>
        <p:spPr>
          <a:xfrm rot="2315675">
            <a:off x="201614" y="872392"/>
            <a:ext cx="1241025" cy="911707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" name="Google Shape;13;p35"/>
          <p:cNvSpPr/>
          <p:nvPr/>
        </p:nvSpPr>
        <p:spPr>
          <a:xfrm>
            <a:off x="1116623" y="-45"/>
            <a:ext cx="8964003" cy="56705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" name="Google Shape;14;p35"/>
          <p:cNvSpPr txBox="1"/>
          <p:nvPr>
            <p:ph type="title"/>
          </p:nvPr>
        </p:nvSpPr>
        <p:spPr>
          <a:xfrm>
            <a:off x="1582658" y="227085"/>
            <a:ext cx="8266113" cy="945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 b="0" i="0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35"/>
          <p:cNvSpPr txBox="1"/>
          <p:nvPr>
            <p:ph idx="1" type="body"/>
          </p:nvPr>
        </p:nvSpPr>
        <p:spPr>
          <a:xfrm>
            <a:off x="1582658" y="1197116"/>
            <a:ext cx="8266113" cy="39693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6" name="Google Shape;16;p35"/>
          <p:cNvSpPr txBox="1"/>
          <p:nvPr>
            <p:ph idx="10" type="dt"/>
          </p:nvPr>
        </p:nvSpPr>
        <p:spPr>
          <a:xfrm>
            <a:off x="3948245" y="5213756"/>
            <a:ext cx="2352146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7" name="Google Shape;17;p35"/>
          <p:cNvSpPr txBox="1"/>
          <p:nvPr>
            <p:ph idx="11" type="ftr"/>
          </p:nvPr>
        </p:nvSpPr>
        <p:spPr>
          <a:xfrm>
            <a:off x="6300391" y="5213756"/>
            <a:ext cx="3192198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8" name="Google Shape;18;p35"/>
          <p:cNvSpPr txBox="1"/>
          <p:nvPr>
            <p:ph idx="12" type="sldNum"/>
          </p:nvPr>
        </p:nvSpPr>
        <p:spPr>
          <a:xfrm>
            <a:off x="9495949" y="5213756"/>
            <a:ext cx="504031" cy="3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35"/>
          <p:cNvSpPr/>
          <p:nvPr/>
        </p:nvSpPr>
        <p:spPr>
          <a:xfrm>
            <a:off x="1118949" y="-45"/>
            <a:ext cx="80645" cy="567059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7"/>
          <p:cNvSpPr txBox="1"/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980"/>
              <a:buFont typeface="Noto Sans Symbols"/>
              <a:buChar char="●"/>
              <a:defRPr b="0" i="0" sz="4400" u="none" cap="none" strike="noStrike"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9pPr>
          </a:lstStyle>
          <a:p/>
        </p:txBody>
      </p:sp>
      <p:sp>
        <p:nvSpPr>
          <p:cNvPr id="102" name="Google Shape;102;p47"/>
          <p:cNvSpPr txBox="1"/>
          <p:nvPr>
            <p:ph idx="1" type="body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0040" lvl="0" marL="457200" marR="0" rtl="0" algn="l">
              <a:spcBef>
                <a:spcPts val="1414"/>
              </a:spcBef>
              <a:spcAft>
                <a:spcPts val="0"/>
              </a:spcAft>
              <a:buSzPts val="1440"/>
              <a:buFont typeface="Noto Sans Symbols"/>
              <a:buChar char="●"/>
              <a:defRPr b="0" i="0" sz="3200" u="none" cap="none" strike="noStrike"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>
              <a:spcBef>
                <a:spcPts val="1134"/>
              </a:spcBef>
              <a:spcAft>
                <a:spcPts val="0"/>
              </a:spcAft>
              <a:buSzPts val="2100"/>
              <a:buFont typeface="Noto Sans Symbols"/>
              <a:buChar char="–"/>
              <a:defRPr b="0" i="0" sz="2800" u="none" cap="none" strike="noStrike"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>
              <a:spcBef>
                <a:spcPts val="850"/>
              </a:spcBef>
              <a:spcAft>
                <a:spcPts val="0"/>
              </a:spcAft>
              <a:buSzPts val="1080"/>
              <a:buFont typeface="Noto Sans Symbols"/>
              <a:buChar char="●"/>
              <a:defRPr b="0" i="0" sz="2400" u="none" cap="none" strike="noStrike"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>
              <a:spcBef>
                <a:spcPts val="567"/>
              </a:spcBef>
              <a:spcAft>
                <a:spcPts val="0"/>
              </a:spcAft>
              <a:buSzPts val="1500"/>
              <a:buFont typeface="Noto Sans Symbols"/>
              <a:buChar char="–"/>
              <a:defRPr b="0" i="0" sz="2000" u="none" cap="none" strike="noStrike"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>
              <a:spcBef>
                <a:spcPts val="283"/>
              </a:spcBef>
              <a:spcAft>
                <a:spcPts val="0"/>
              </a:spcAft>
              <a:buSzPts val="900"/>
              <a:buFont typeface="Noto Sans Symbols"/>
              <a:buChar char="●"/>
              <a:defRPr b="0" i="0" sz="2000" u="none" cap="none" strike="noStrike"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>
              <a:spcBef>
                <a:spcPts val="283"/>
              </a:spcBef>
              <a:spcAft>
                <a:spcPts val="0"/>
              </a:spcAft>
              <a:buSzPts val="900"/>
              <a:buFont typeface="Noto Sans Symbols"/>
              <a:buChar char="●"/>
              <a:defRPr b="0" i="0" sz="2000" u="none" cap="none" strike="noStrike"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>
              <a:spcBef>
                <a:spcPts val="283"/>
              </a:spcBef>
              <a:spcAft>
                <a:spcPts val="0"/>
              </a:spcAft>
              <a:buSzPts val="900"/>
              <a:buFont typeface="Noto Sans Symbols"/>
              <a:buChar char="●"/>
              <a:defRPr b="0" i="0" sz="2000" u="none" cap="none" strike="noStrike"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defRPr>
            </a:lvl7pPr>
            <a:lvl8pPr indent="-285750" lvl="7" marL="3657600" marR="0">
              <a:spcBef>
                <a:spcPts val="283"/>
              </a:spcBef>
              <a:spcAft>
                <a:spcPts val="0"/>
              </a:spcAft>
              <a:buSzPts val="900"/>
              <a:buFont typeface="Noto Sans Symbols"/>
              <a:buChar char="●"/>
              <a:defRPr b="0" i="0" sz="2000" u="none" cap="none" strike="noStrike"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defRPr>
            </a:lvl8pPr>
            <a:lvl9pPr indent="-285750" lvl="8" marL="4114800" marR="0">
              <a:spcBef>
                <a:spcPts val="283"/>
              </a:spcBef>
              <a:spcAft>
                <a:spcPts val="0"/>
              </a:spcAft>
              <a:buSzPts val="900"/>
              <a:buFont typeface="Noto Sans Symbols"/>
              <a:buChar char="●"/>
              <a:defRPr b="0" i="0" sz="2000" u="none" cap="none" strike="noStrike"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47"/>
          <p:cNvSpPr txBox="1"/>
          <p:nvPr>
            <p:ph idx="10" type="dt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47"/>
          <p:cNvSpPr txBox="1"/>
          <p:nvPr>
            <p:ph idx="11"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47"/>
          <p:cNvSpPr txBox="1"/>
          <p:nvPr>
            <p:ph idx="12"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7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Relationship Id="rId4" Type="http://schemas.openxmlformats.org/officeDocument/2006/relationships/image" Target="../media/image20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5" Type="http://schemas.openxmlformats.org/officeDocument/2006/relationships/image" Target="../media/image2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7.png"/><Relationship Id="rId4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6.png"/><Relationship Id="rId4" Type="http://schemas.openxmlformats.org/officeDocument/2006/relationships/image" Target="../media/image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"/>
          <p:cNvSpPr txBox="1"/>
          <p:nvPr>
            <p:ph idx="4294967295" type="title"/>
          </p:nvPr>
        </p:nvSpPr>
        <p:spPr>
          <a:xfrm>
            <a:off x="1154111" y="215900"/>
            <a:ext cx="8610601" cy="936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935"/>
              <a:buFont typeface="Noto Sans Symbols"/>
              <a:buNone/>
            </a:pPr>
            <a:r>
              <a:rPr b="0" i="0" lang="en-US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Human Computer Interaction (HCI)</a:t>
            </a:r>
            <a:endParaRPr/>
          </a:p>
        </p:txBody>
      </p:sp>
      <p:sp>
        <p:nvSpPr>
          <p:cNvPr id="180" name="Google Shape;180;p1"/>
          <p:cNvSpPr txBox="1"/>
          <p:nvPr>
            <p:ph idx="4294967295" type="subTitle"/>
          </p:nvPr>
        </p:nvSpPr>
        <p:spPr>
          <a:xfrm>
            <a:off x="1154112" y="2410857"/>
            <a:ext cx="8802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Computer Science Department</a:t>
            </a:r>
            <a:endParaRPr b="0" i="0" sz="3200" u="none" cap="none" strike="noStrik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result for funny study mems" id="185" name="Google Shape;18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8112" y="92074"/>
            <a:ext cx="5486400" cy="548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9749" y="92076"/>
            <a:ext cx="6799146" cy="5578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/>
          <p:cNvSpPr txBox="1"/>
          <p:nvPr>
            <p:ph idx="4294967295" type="title"/>
          </p:nvPr>
        </p:nvSpPr>
        <p:spPr>
          <a:xfrm>
            <a:off x="1154112" y="244475"/>
            <a:ext cx="7478712" cy="71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45000"/>
              <a:buFont typeface="Noto Sans Symbols"/>
              <a:buNone/>
            </a:pPr>
            <a:r>
              <a:rPr b="0" i="0" lang="en-US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Human	</a:t>
            </a:r>
            <a:endParaRPr/>
          </a:p>
        </p:txBody>
      </p:sp>
      <p:pic>
        <p:nvPicPr>
          <p:cNvPr id="196" name="Google Shape;196;p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471" r="3666" t="2040"/>
          <a:stretch/>
        </p:blipFill>
        <p:spPr>
          <a:xfrm>
            <a:off x="1687512" y="1006475"/>
            <a:ext cx="7936089" cy="43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"/>
          <p:cNvSpPr txBox="1"/>
          <p:nvPr>
            <p:ph idx="4294967295" type="title"/>
          </p:nvPr>
        </p:nvSpPr>
        <p:spPr>
          <a:xfrm>
            <a:off x="1143000" y="168275"/>
            <a:ext cx="7402512" cy="71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755"/>
              <a:buFont typeface="Noto Sans Symbols"/>
              <a:buNone/>
            </a:pPr>
            <a:r>
              <a:rPr b="0" i="0" lang="en-US" sz="39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Computer</a:t>
            </a:r>
            <a:endParaRPr/>
          </a:p>
        </p:txBody>
      </p:sp>
      <p:sp>
        <p:nvSpPr>
          <p:cNvPr id="202" name="Google Shape;202;p5"/>
          <p:cNvSpPr txBox="1"/>
          <p:nvPr/>
        </p:nvSpPr>
        <p:spPr>
          <a:xfrm>
            <a:off x="948958" y="2323812"/>
            <a:ext cx="4472354" cy="1285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Source Sans Pro Black"/>
                <a:ea typeface="Source Sans Pro Black"/>
                <a:cs typeface="Source Sans Pro Black"/>
                <a:sym typeface="Source Sans Pro Black"/>
              </a:rPr>
              <a:t>All electronic devices around us are computers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Gill Sans"/>
              <a:buNone/>
            </a:pPr>
            <a:r>
              <a:t/>
            </a:r>
            <a:endParaRPr b="1" i="0" sz="2700" u="none" cap="none" strike="noStrike">
              <a:solidFill>
                <a:srgbClr val="000000"/>
              </a:solidFill>
              <a:latin typeface="Source Sans Pro Black"/>
              <a:ea typeface="Source Sans Pro Black"/>
              <a:cs typeface="Source Sans Pro Black"/>
              <a:sym typeface="Source Sans Pro Black"/>
            </a:endParaRPr>
          </a:p>
        </p:txBody>
      </p:sp>
      <p:pic>
        <p:nvPicPr>
          <p:cNvPr descr="Introduction to Computing Devices and their usage | by Baseer Hussain |  Computing Technology with IT Fundamentals | Medium" id="203" name="Google Shape;20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8912" y="1158875"/>
            <a:ext cx="4619100" cy="3639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"/>
          <p:cNvSpPr txBox="1"/>
          <p:nvPr>
            <p:ph idx="4294967295" type="title"/>
          </p:nvPr>
        </p:nvSpPr>
        <p:spPr>
          <a:xfrm>
            <a:off x="1154112" y="244475"/>
            <a:ext cx="7326312" cy="71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45000"/>
              <a:buFont typeface="Noto Sans Symbols"/>
              <a:buNone/>
            </a:pPr>
            <a:r>
              <a:rPr b="0" i="0" lang="en-US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User Interaction</a:t>
            </a:r>
            <a:endParaRPr/>
          </a:p>
        </p:txBody>
      </p:sp>
      <p:pic>
        <p:nvPicPr>
          <p:cNvPr id="209" name="Google Shape;209;p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1529" r="0" t="0"/>
          <a:stretch/>
        </p:blipFill>
        <p:spPr>
          <a:xfrm>
            <a:off x="4125912" y="979488"/>
            <a:ext cx="5276850" cy="37814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6"/>
          <p:cNvSpPr txBox="1"/>
          <p:nvPr/>
        </p:nvSpPr>
        <p:spPr>
          <a:xfrm>
            <a:off x="3178075" y="4694835"/>
            <a:ext cx="695127" cy="281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Human</a:t>
            </a:r>
            <a:endParaRPr/>
          </a:p>
        </p:txBody>
      </p:sp>
      <p:sp>
        <p:nvSpPr>
          <p:cNvPr id="211" name="Google Shape;211;p6"/>
          <p:cNvSpPr txBox="1"/>
          <p:nvPr/>
        </p:nvSpPr>
        <p:spPr>
          <a:xfrm>
            <a:off x="5878512" y="4649396"/>
            <a:ext cx="1139007" cy="372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Computer</a:t>
            </a:r>
            <a:endParaRPr/>
          </a:p>
        </p:txBody>
      </p:sp>
      <p:pic>
        <p:nvPicPr>
          <p:cNvPr descr="Image result for User" id="212" name="Google Shape;21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49512" y="1818641"/>
            <a:ext cx="2007234" cy="2007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7"/>
          <p:cNvPicPr preferRelativeResize="0"/>
          <p:nvPr/>
        </p:nvPicPr>
        <p:blipFill rotWithShape="1">
          <a:blip r:embed="rId3">
            <a:alphaModFix/>
          </a:blip>
          <a:srcRect b="0" l="20425" r="0" t="0"/>
          <a:stretch/>
        </p:blipFill>
        <p:spPr>
          <a:xfrm>
            <a:off x="3287712" y="1463675"/>
            <a:ext cx="6234112" cy="3295917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7"/>
          <p:cNvSpPr txBox="1"/>
          <p:nvPr/>
        </p:nvSpPr>
        <p:spPr>
          <a:xfrm>
            <a:off x="2235756" y="4687067"/>
            <a:ext cx="695127" cy="281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Human</a:t>
            </a:r>
            <a:endParaRPr/>
          </a:p>
        </p:txBody>
      </p:sp>
      <p:sp>
        <p:nvSpPr>
          <p:cNvPr id="219" name="Google Shape;219;p7"/>
          <p:cNvSpPr txBox="1"/>
          <p:nvPr/>
        </p:nvSpPr>
        <p:spPr>
          <a:xfrm>
            <a:off x="5040312" y="4672388"/>
            <a:ext cx="1139007" cy="372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Computer</a:t>
            </a:r>
            <a:endParaRPr/>
          </a:p>
        </p:txBody>
      </p:sp>
      <p:sp>
        <p:nvSpPr>
          <p:cNvPr id="220" name="Google Shape;220;p7"/>
          <p:cNvSpPr txBox="1"/>
          <p:nvPr/>
        </p:nvSpPr>
        <p:spPr>
          <a:xfrm>
            <a:off x="8331115" y="4596188"/>
            <a:ext cx="595397" cy="372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Task</a:t>
            </a:r>
            <a:endParaRPr/>
          </a:p>
        </p:txBody>
      </p:sp>
      <p:sp>
        <p:nvSpPr>
          <p:cNvPr id="221" name="Google Shape;221;p7"/>
          <p:cNvSpPr txBox="1"/>
          <p:nvPr/>
        </p:nvSpPr>
        <p:spPr>
          <a:xfrm>
            <a:off x="1154112" y="244475"/>
            <a:ext cx="7326312" cy="71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45000"/>
              <a:buFont typeface="Noto Sans Symbols"/>
              <a:buNone/>
            </a:pPr>
            <a:r>
              <a:rPr b="0" i="0" lang="en-US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User Interaction</a:t>
            </a:r>
            <a:endParaRPr/>
          </a:p>
        </p:txBody>
      </p:sp>
      <p:pic>
        <p:nvPicPr>
          <p:cNvPr descr="Image result for User" id="222" name="Google Shape;22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5278" y="1971041"/>
            <a:ext cx="2007234" cy="2007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"/>
          <p:cNvSpPr txBox="1"/>
          <p:nvPr/>
        </p:nvSpPr>
        <p:spPr>
          <a:xfrm>
            <a:off x="1154112" y="244475"/>
            <a:ext cx="7326312" cy="71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45000"/>
              <a:buFont typeface="Noto Sans Symbols"/>
              <a:buNone/>
            </a:pPr>
            <a:r>
              <a:rPr b="0" i="0" lang="en-US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User Interaction</a:t>
            </a:r>
            <a:endParaRPr/>
          </a:p>
        </p:txBody>
      </p:sp>
      <p:pic>
        <p:nvPicPr>
          <p:cNvPr id="228" name="Google Shape;228;p8"/>
          <p:cNvPicPr preferRelativeResize="0"/>
          <p:nvPr/>
        </p:nvPicPr>
        <p:blipFill rotWithShape="1">
          <a:blip r:embed="rId3">
            <a:alphaModFix/>
          </a:blip>
          <a:srcRect b="0" l="19469" r="0" t="0"/>
          <a:stretch/>
        </p:blipFill>
        <p:spPr>
          <a:xfrm>
            <a:off x="3440112" y="1844675"/>
            <a:ext cx="5358075" cy="208121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8"/>
          <p:cNvSpPr txBox="1"/>
          <p:nvPr/>
        </p:nvSpPr>
        <p:spPr>
          <a:xfrm>
            <a:off x="2449512" y="4237426"/>
            <a:ext cx="695127" cy="281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Human</a:t>
            </a:r>
            <a:endParaRPr/>
          </a:p>
        </p:txBody>
      </p:sp>
      <p:sp>
        <p:nvSpPr>
          <p:cNvPr id="230" name="Google Shape;230;p8"/>
          <p:cNvSpPr txBox="1"/>
          <p:nvPr/>
        </p:nvSpPr>
        <p:spPr>
          <a:xfrm>
            <a:off x="7859712" y="4206875"/>
            <a:ext cx="595397" cy="372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Task</a:t>
            </a:r>
            <a:endParaRPr/>
          </a:p>
        </p:txBody>
      </p:sp>
      <p:pic>
        <p:nvPicPr>
          <p:cNvPr descr="Image result for User" id="231" name="Google Shape;23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13878" y="1818641"/>
            <a:ext cx="2007234" cy="2007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"/>
          <p:cNvSpPr txBox="1"/>
          <p:nvPr>
            <p:ph idx="4294967295" type="title"/>
          </p:nvPr>
        </p:nvSpPr>
        <p:spPr>
          <a:xfrm>
            <a:off x="1230312" y="244475"/>
            <a:ext cx="7554912" cy="71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45000"/>
              <a:buFont typeface="Noto Sans Symbols"/>
              <a:buNone/>
            </a:pPr>
            <a:r>
              <a:rPr b="0" i="0" lang="en-US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User Interaction	</a:t>
            </a:r>
            <a:endParaRPr/>
          </a:p>
        </p:txBody>
      </p:sp>
      <p:pic>
        <p:nvPicPr>
          <p:cNvPr id="237" name="Google Shape;237;p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2121" r="0" t="0"/>
          <a:stretch/>
        </p:blipFill>
        <p:spPr>
          <a:xfrm>
            <a:off x="3211512" y="854075"/>
            <a:ext cx="5713050" cy="3779837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9"/>
          <p:cNvSpPr txBox="1"/>
          <p:nvPr/>
        </p:nvSpPr>
        <p:spPr>
          <a:xfrm>
            <a:off x="2235756" y="4252313"/>
            <a:ext cx="695127" cy="281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Human</a:t>
            </a:r>
            <a:endParaRPr/>
          </a:p>
        </p:txBody>
      </p:sp>
      <p:sp>
        <p:nvSpPr>
          <p:cNvPr id="239" name="Google Shape;239;p9"/>
          <p:cNvSpPr txBox="1"/>
          <p:nvPr/>
        </p:nvSpPr>
        <p:spPr>
          <a:xfrm>
            <a:off x="4887912" y="4206874"/>
            <a:ext cx="1139007" cy="372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Computer</a:t>
            </a:r>
            <a:endParaRPr/>
          </a:p>
        </p:txBody>
      </p:sp>
      <p:sp>
        <p:nvSpPr>
          <p:cNvPr id="240" name="Google Shape;240;p9"/>
          <p:cNvSpPr txBox="1"/>
          <p:nvPr/>
        </p:nvSpPr>
        <p:spPr>
          <a:xfrm>
            <a:off x="7859712" y="4206875"/>
            <a:ext cx="595397" cy="372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Task</a:t>
            </a:r>
            <a:endParaRPr/>
          </a:p>
        </p:txBody>
      </p:sp>
      <p:pic>
        <p:nvPicPr>
          <p:cNvPr descr="Image result for User" id="241" name="Google Shape;24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1478" y="1539875"/>
            <a:ext cx="2007234" cy="2007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"/>
          <p:cNvSpPr txBox="1"/>
          <p:nvPr>
            <p:ph idx="4294967295" type="title"/>
          </p:nvPr>
        </p:nvSpPr>
        <p:spPr>
          <a:xfrm>
            <a:off x="1154112" y="244475"/>
            <a:ext cx="7250112" cy="71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45000"/>
              <a:buFont typeface="Noto Sans Symbols"/>
              <a:buNone/>
            </a:pPr>
            <a:r>
              <a:rPr b="0" i="0" lang="en-US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Class Activity 	</a:t>
            </a:r>
            <a:endParaRPr/>
          </a:p>
        </p:txBody>
      </p:sp>
      <p:sp>
        <p:nvSpPr>
          <p:cNvPr id="247" name="Google Shape;247;p10"/>
          <p:cNvSpPr txBox="1"/>
          <p:nvPr>
            <p:ph idx="4294967295" type="body"/>
          </p:nvPr>
        </p:nvSpPr>
        <p:spPr>
          <a:xfrm>
            <a:off x="1154112" y="1463675"/>
            <a:ext cx="8458200" cy="3781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4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Think of an example where you spent most of your time thinking about</a:t>
            </a:r>
            <a:endParaRPr/>
          </a:p>
          <a:p>
            <a:pPr indent="-324000" lvl="0" marL="432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The task</a:t>
            </a:r>
            <a:endParaRPr/>
          </a:p>
          <a:p>
            <a:pPr indent="-324000" lvl="0" marL="432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The tool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"/>
          <p:cNvSpPr txBox="1"/>
          <p:nvPr>
            <p:ph idx="4294967295" type="title"/>
          </p:nvPr>
        </p:nvSpPr>
        <p:spPr>
          <a:xfrm>
            <a:off x="1088460" y="244475"/>
            <a:ext cx="7399800" cy="71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45000"/>
              <a:buFont typeface="Noto Sans Symbols"/>
              <a:buNone/>
            </a:pPr>
            <a:r>
              <a:rPr b="0" i="0" lang="en-US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Solution Example</a:t>
            </a:r>
            <a:endParaRPr/>
          </a:p>
        </p:txBody>
      </p:sp>
      <p:sp>
        <p:nvSpPr>
          <p:cNvPr id="253" name="Google Shape;253;p11"/>
          <p:cNvSpPr txBox="1"/>
          <p:nvPr>
            <p:ph idx="4294967295" type="body"/>
          </p:nvPr>
        </p:nvSpPr>
        <p:spPr>
          <a:xfrm>
            <a:off x="1154112" y="1309506"/>
            <a:ext cx="8686800" cy="3781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4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Char char="●"/>
            </a:pPr>
            <a:r>
              <a:rPr b="1" i="0" lang="en-US" sz="2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Task</a:t>
            </a:r>
            <a:endParaRPr/>
          </a:p>
          <a:p>
            <a:pPr indent="-324000" lvl="1" marL="864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1575"/>
              <a:buFont typeface="Noto Sans Symbols"/>
              <a:buChar char="–"/>
            </a:pPr>
            <a:r>
              <a:rPr b="0" i="0" lang="en-US" sz="2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Video Games</a:t>
            </a:r>
            <a:endParaRPr/>
          </a:p>
          <a:p>
            <a:pPr indent="-324000" lvl="0" marL="4320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Char char="●"/>
            </a:pPr>
            <a:r>
              <a:rPr b="1" i="0" lang="en-US" sz="2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Tool</a:t>
            </a:r>
            <a:endParaRPr/>
          </a:p>
          <a:p>
            <a:pPr indent="-324000" lvl="1" marL="864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1575"/>
              <a:buFont typeface="Noto Sans Symbols"/>
              <a:buChar char="–"/>
            </a:pPr>
            <a:r>
              <a:rPr b="0" i="0" lang="en-US" sz="2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TV remote</a:t>
            </a:r>
            <a:endParaRPr/>
          </a:p>
        </p:txBody>
      </p:sp>
      <p:pic>
        <p:nvPicPr>
          <p:cNvPr id="254" name="Google Shape;254;p11"/>
          <p:cNvPicPr preferRelativeResize="0"/>
          <p:nvPr/>
        </p:nvPicPr>
        <p:blipFill rotWithShape="1">
          <a:blip r:embed="rId3">
            <a:alphaModFix/>
          </a:blip>
          <a:srcRect b="12639" l="0" r="0" t="12682"/>
          <a:stretch/>
        </p:blipFill>
        <p:spPr>
          <a:xfrm>
            <a:off x="4430712" y="1082675"/>
            <a:ext cx="4571640" cy="2559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1"/>
          <p:cNvPicPr preferRelativeResize="0"/>
          <p:nvPr/>
        </p:nvPicPr>
        <p:blipFill rotWithShape="1">
          <a:blip r:embed="rId4">
            <a:alphaModFix/>
          </a:blip>
          <a:srcRect b="0" l="5106" r="0" t="0"/>
          <a:stretch/>
        </p:blipFill>
        <p:spPr>
          <a:xfrm>
            <a:off x="1992312" y="3346016"/>
            <a:ext cx="1295400" cy="2068568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1"/>
          <p:cNvSpPr txBox="1"/>
          <p:nvPr/>
        </p:nvSpPr>
        <p:spPr>
          <a:xfrm>
            <a:off x="6439416" y="4007613"/>
            <a:ext cx="554232" cy="372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GTA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2"/>
          <p:cNvPicPr preferRelativeResize="0"/>
          <p:nvPr/>
        </p:nvPicPr>
        <p:blipFill rotWithShape="1">
          <a:blip r:embed="rId3">
            <a:alphaModFix/>
          </a:blip>
          <a:srcRect b="24176" l="0" r="0" t="0"/>
          <a:stretch/>
        </p:blipFill>
        <p:spPr>
          <a:xfrm>
            <a:off x="1458912" y="1844675"/>
            <a:ext cx="83058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2"/>
          <p:cNvSpPr txBox="1"/>
          <p:nvPr/>
        </p:nvSpPr>
        <p:spPr>
          <a:xfrm>
            <a:off x="1088460" y="244475"/>
            <a:ext cx="7399800" cy="71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45000"/>
              <a:buFont typeface="Noto Sans Symbols"/>
              <a:buNone/>
            </a:pPr>
            <a:r>
              <a:rPr b="0" i="0" lang="en-US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Smart Screens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"/>
          <p:cNvSpPr txBox="1"/>
          <p:nvPr>
            <p:ph type="title"/>
          </p:nvPr>
        </p:nvSpPr>
        <p:spPr>
          <a:xfrm>
            <a:off x="1582658" y="227085"/>
            <a:ext cx="8266113" cy="945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Interaction Design</a:t>
            </a:r>
            <a:endParaRPr/>
          </a:p>
        </p:txBody>
      </p:sp>
      <p:sp>
        <p:nvSpPr>
          <p:cNvPr id="268" name="Google Shape;268;p13"/>
          <p:cNvSpPr txBox="1"/>
          <p:nvPr>
            <p:ph idx="1" type="body"/>
          </p:nvPr>
        </p:nvSpPr>
        <p:spPr>
          <a:xfrm>
            <a:off x="2142031" y="1386134"/>
            <a:ext cx="7470281" cy="39693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0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/>
              <a:t>Designing interactive products to support the way people communicate and interact in their everyday and working life. </a:t>
            </a:r>
            <a:endParaRPr/>
          </a:p>
          <a:p>
            <a:pPr indent="0" lvl="0" marL="68051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pic>
        <p:nvPicPr>
          <p:cNvPr descr="visual representation of all the interaction design types" id="269" name="Google Shape;26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40112" y="3076623"/>
            <a:ext cx="4284416" cy="2366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6112" y="1014133"/>
            <a:ext cx="6991350" cy="4411942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4"/>
          <p:cNvSpPr txBox="1"/>
          <p:nvPr/>
        </p:nvSpPr>
        <p:spPr>
          <a:xfrm>
            <a:off x="1088460" y="244475"/>
            <a:ext cx="7399800" cy="71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45000"/>
              <a:buFont typeface="Noto Sans Symbols"/>
              <a:buNone/>
            </a:pPr>
            <a:r>
              <a:rPr b="0" i="0" lang="en-US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Interaction Design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"/>
          <p:cNvSpPr txBox="1"/>
          <p:nvPr/>
        </p:nvSpPr>
        <p:spPr>
          <a:xfrm>
            <a:off x="1154112" y="244475"/>
            <a:ext cx="8534400" cy="71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45000"/>
              <a:buFont typeface="Noto Sans Symbols"/>
              <a:buNone/>
            </a:pPr>
            <a:r>
              <a:rPr b="0" i="0" lang="en-US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User Experience</a:t>
            </a:r>
            <a:endParaRPr/>
          </a:p>
        </p:txBody>
      </p:sp>
      <p:sp>
        <p:nvSpPr>
          <p:cNvPr id="281" name="Google Shape;281;p15"/>
          <p:cNvSpPr txBox="1"/>
          <p:nvPr/>
        </p:nvSpPr>
        <p:spPr>
          <a:xfrm>
            <a:off x="1154112" y="1387475"/>
            <a:ext cx="5867400" cy="3781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ct val="450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The user experience refers to how a product behaves and is used by people in the real world. </a:t>
            </a:r>
            <a:endParaRPr/>
          </a:p>
          <a:p>
            <a:pPr indent="0" lvl="0" marL="108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ct val="450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It encompasses,</a:t>
            </a:r>
            <a:endParaRPr/>
          </a:p>
          <a:p>
            <a:pPr indent="0" lvl="0" marL="108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ct val="450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2C3E5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“all the all aspects of the end user’s interaction with the company, its services, and its products.” </a:t>
            </a:r>
            <a:endParaRPr/>
          </a:p>
          <a:p>
            <a:pPr indent="0" lvl="0" marL="108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ct val="450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(Jakob Nielsen and Don Norman, 2014)</a:t>
            </a:r>
            <a:endParaRPr/>
          </a:p>
          <a:p>
            <a:pPr indent="0" lvl="0" marL="108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ct val="450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2C3E5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08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ct val="450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Don’t design user experience, but design FOR user experience. </a:t>
            </a:r>
            <a:endParaRPr b="0" i="0" sz="2400" u="none" cap="none" strike="noStrike">
              <a:solidFill>
                <a:srgbClr val="2C3E5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82" name="Google Shape;28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9071" y="1768475"/>
            <a:ext cx="2809875" cy="27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"/>
          <p:cNvSpPr txBox="1"/>
          <p:nvPr/>
        </p:nvSpPr>
        <p:spPr>
          <a:xfrm>
            <a:off x="1154112" y="244475"/>
            <a:ext cx="8534400" cy="71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25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45000"/>
              <a:buFont typeface="Noto Sans Symbols"/>
              <a:buNone/>
            </a:pPr>
            <a:r>
              <a:rPr b="0" i="0" lang="en-US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Interaction Design VS User Experience Design</a:t>
            </a:r>
            <a:endParaRPr/>
          </a:p>
        </p:txBody>
      </p:sp>
      <p:sp>
        <p:nvSpPr>
          <p:cNvPr id="288" name="Google Shape;288;p16"/>
          <p:cNvSpPr txBox="1"/>
          <p:nvPr/>
        </p:nvSpPr>
        <p:spPr>
          <a:xfrm>
            <a:off x="1154112" y="1387475"/>
            <a:ext cx="3810000" cy="3781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experience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encapsulates how a user interacts with and experiences a product, system or service.</a:t>
            </a:r>
            <a:endParaRPr/>
          </a:p>
          <a:p>
            <a:pPr indent="0" lvl="0" marL="108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None/>
            </a:pPr>
            <a:br>
              <a:rPr b="1" i="0" lang="en-US" sz="2400" u="none" cap="none" strike="noStrike">
                <a:solidFill>
                  <a:srgbClr val="2C3E5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</a:b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Interaction design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supports how user interacts with the products via an interface.</a:t>
            </a:r>
            <a:endParaRPr b="0" i="0" sz="2400" u="none" cap="none" strike="noStrike">
              <a:solidFill>
                <a:srgbClr val="2C3E5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what is interaction design" id="289" name="Google Shape;28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45112" y="1363172"/>
            <a:ext cx="4191000" cy="3631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"/>
          <p:cNvSpPr txBox="1"/>
          <p:nvPr>
            <p:ph idx="4294967295" type="title"/>
          </p:nvPr>
        </p:nvSpPr>
        <p:spPr>
          <a:xfrm>
            <a:off x="1154112" y="244475"/>
            <a:ext cx="6792912" cy="71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45000"/>
              <a:buFont typeface="Noto Sans Symbols"/>
              <a:buNone/>
            </a:pPr>
            <a:r>
              <a:rPr b="0" i="0" lang="en-US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Why HCI?</a:t>
            </a:r>
            <a:endParaRPr/>
          </a:p>
        </p:txBody>
      </p:sp>
      <p:pic>
        <p:nvPicPr>
          <p:cNvPr id="295" name="Google Shape;295;p1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4616" l="48472" r="9363" t="16347"/>
          <a:stretch/>
        </p:blipFill>
        <p:spPr>
          <a:xfrm>
            <a:off x="2601912" y="1387475"/>
            <a:ext cx="59055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7"/>
          <p:cNvSpPr txBox="1"/>
          <p:nvPr/>
        </p:nvSpPr>
        <p:spPr>
          <a:xfrm>
            <a:off x="1535112" y="3825875"/>
            <a:ext cx="82296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08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Human Computer Interaction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 the study of how people interact with computers and to what extent computers are or are not developed for successful interaction with human beings.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"/>
          <p:cNvSpPr txBox="1"/>
          <p:nvPr>
            <p:ph idx="4294967295" type="title"/>
          </p:nvPr>
        </p:nvSpPr>
        <p:spPr>
          <a:xfrm>
            <a:off x="1154112" y="244475"/>
            <a:ext cx="7783512" cy="71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45000"/>
              <a:buFont typeface="Noto Sans Symbols"/>
              <a:buNone/>
            </a:pPr>
            <a:r>
              <a:rPr b="0" i="0" lang="en-US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Human Computer Interaction(HCI)</a:t>
            </a:r>
            <a:endParaRPr/>
          </a:p>
        </p:txBody>
      </p:sp>
      <p:pic>
        <p:nvPicPr>
          <p:cNvPr id="302" name="Google Shape;302;p1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3498" l="13114" r="8002" t="13927"/>
          <a:stretch/>
        </p:blipFill>
        <p:spPr>
          <a:xfrm>
            <a:off x="1687512" y="1311275"/>
            <a:ext cx="7815262" cy="4043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9"/>
          <p:cNvSpPr txBox="1"/>
          <p:nvPr/>
        </p:nvSpPr>
        <p:spPr>
          <a:xfrm>
            <a:off x="1154112" y="244475"/>
            <a:ext cx="8534400" cy="71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45000"/>
              <a:buFont typeface="Noto Sans Symbols"/>
              <a:buNone/>
            </a:pPr>
            <a:r>
              <a:rPr b="0" i="0" lang="en-US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Understanding Users</a:t>
            </a:r>
            <a:endParaRPr/>
          </a:p>
        </p:txBody>
      </p:sp>
      <p:sp>
        <p:nvSpPr>
          <p:cNvPr id="308" name="Google Shape;308;p19"/>
          <p:cNvSpPr txBox="1"/>
          <p:nvPr/>
        </p:nvSpPr>
        <p:spPr>
          <a:xfrm>
            <a:off x="1154112" y="1387476"/>
            <a:ext cx="876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Understand user in the context they live, work and learn to match user’s need. </a:t>
            </a:r>
            <a:endParaRPr/>
          </a:p>
        </p:txBody>
      </p:sp>
      <p:pic>
        <p:nvPicPr>
          <p:cNvPr descr="Understand Your Users: Why &amp; How?" id="309" name="Google Shape;30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5312" y="2682875"/>
            <a:ext cx="5105399" cy="2654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0"/>
          <p:cNvSpPr txBox="1"/>
          <p:nvPr>
            <p:ph idx="4294967295" type="title"/>
          </p:nvPr>
        </p:nvSpPr>
        <p:spPr>
          <a:xfrm>
            <a:off x="1154112" y="244475"/>
            <a:ext cx="7326312" cy="71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45000"/>
              <a:buFont typeface="Noto Sans Symbols"/>
              <a:buNone/>
            </a:pPr>
            <a:r>
              <a:rPr b="0" i="0" lang="en-US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HCI and Psychology</a:t>
            </a:r>
            <a:endParaRPr/>
          </a:p>
        </p:txBody>
      </p:sp>
      <p:pic>
        <p:nvPicPr>
          <p:cNvPr id="315" name="Google Shape;315;p2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1082" l="11754" r="10721" t="11506"/>
          <a:stretch/>
        </p:blipFill>
        <p:spPr>
          <a:xfrm>
            <a:off x="1632189" y="1158875"/>
            <a:ext cx="7599123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1"/>
          <p:cNvSpPr txBox="1"/>
          <p:nvPr>
            <p:ph idx="4294967295" type="title"/>
          </p:nvPr>
        </p:nvSpPr>
        <p:spPr>
          <a:xfrm>
            <a:off x="1154112" y="244475"/>
            <a:ext cx="7554912" cy="71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45000"/>
              <a:buFont typeface="Noto Sans Symbols"/>
              <a:buNone/>
            </a:pPr>
            <a:r>
              <a:rPr b="0" i="0" lang="en-US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HCI and UX Design</a:t>
            </a:r>
            <a:endParaRPr/>
          </a:p>
        </p:txBody>
      </p:sp>
      <p:pic>
        <p:nvPicPr>
          <p:cNvPr id="321" name="Google Shape;321;p2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3498" l="14475" r="17523" t="30856"/>
          <a:stretch/>
        </p:blipFill>
        <p:spPr>
          <a:xfrm>
            <a:off x="1370560" y="1539875"/>
            <a:ext cx="5410200" cy="24886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6 User interface humor ideas | humor, programmer humor, user interface" id="322" name="Google Shape;32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9360" y="1628227"/>
            <a:ext cx="2488652" cy="2488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 parked in front of a sign&#10;&#10;Description automatically generated" id="327" name="Google Shape;3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2312" y="777875"/>
            <a:ext cx="2971800" cy="4339772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2"/>
          <p:cNvSpPr txBox="1"/>
          <p:nvPr/>
        </p:nvSpPr>
        <p:spPr>
          <a:xfrm>
            <a:off x="1230312" y="244475"/>
            <a:ext cx="47244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Font typeface="Noto Sans Symbols"/>
              <a:buNone/>
            </a:pPr>
            <a:r>
              <a:rPr b="0" i="0" lang="en-US" sz="40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Parking Sign Example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935"/>
              <a:buFont typeface="Noto Sans Symbols"/>
              <a:buNone/>
            </a:pPr>
            <a:r>
              <a:t/>
            </a:r>
            <a:endParaRPr b="0" i="0" sz="4300" u="none" cap="none" strike="noStrike">
              <a:solidFill>
                <a:srgbClr val="562214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935"/>
              <a:buFont typeface="Noto Sans Symbols"/>
              <a:buNone/>
            </a:pPr>
            <a:r>
              <a:t/>
            </a:r>
            <a:endParaRPr b="0" i="0" sz="4300" u="none" cap="none" strike="noStrike">
              <a:solidFill>
                <a:srgbClr val="562214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44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Try to read the sign!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2312" y="1149323"/>
            <a:ext cx="3000794" cy="4382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7112" y="1064583"/>
            <a:ext cx="3000794" cy="4551592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3"/>
          <p:cNvSpPr txBox="1"/>
          <p:nvPr/>
        </p:nvSpPr>
        <p:spPr>
          <a:xfrm>
            <a:off x="1230312" y="244475"/>
            <a:ext cx="7097712" cy="71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45000"/>
              <a:buFont typeface="Noto Sans Symbols"/>
              <a:buNone/>
            </a:pPr>
            <a:r>
              <a:rPr b="0" i="0" lang="en-US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Parking Sign Example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4"/>
          <p:cNvSpPr txBox="1"/>
          <p:nvPr/>
        </p:nvSpPr>
        <p:spPr>
          <a:xfrm>
            <a:off x="1154112" y="244475"/>
            <a:ext cx="8534400" cy="71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45000"/>
              <a:buFont typeface="Noto Sans Symbols"/>
              <a:buNone/>
            </a:pPr>
            <a:r>
              <a:rPr b="0" i="0" lang="en-US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Accessibility and Inclusiveness</a:t>
            </a:r>
            <a:endParaRPr/>
          </a:p>
        </p:txBody>
      </p:sp>
      <p:sp>
        <p:nvSpPr>
          <p:cNvPr id="341" name="Google Shape;341;p24"/>
          <p:cNvSpPr txBox="1"/>
          <p:nvPr/>
        </p:nvSpPr>
        <p:spPr>
          <a:xfrm>
            <a:off x="1154112" y="1387475"/>
            <a:ext cx="8763000" cy="4190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Extent to which an interactive product is accessible by as many as users possible, irrespective of impairments. </a:t>
            </a:r>
            <a:endParaRPr/>
          </a:p>
          <a:p>
            <a:pPr indent="0" lvl="0" marL="108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2C3E5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08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Can be achieved by </a:t>
            </a:r>
            <a:endParaRPr/>
          </a:p>
          <a:p>
            <a:pPr indent="-457200" lvl="0" marL="5652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Gill Sans"/>
              <a:buAutoNum type="arabicPeriod"/>
            </a:pP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Inclusive design of technology</a:t>
            </a:r>
            <a:endParaRPr/>
          </a:p>
          <a:p>
            <a:pPr indent="-457200" lvl="0" marL="5652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Gill Sans"/>
              <a:buAutoNum type="arabicPeriod"/>
            </a:pP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Design of assistive technology</a:t>
            </a:r>
            <a:endParaRPr/>
          </a:p>
        </p:txBody>
      </p:sp>
      <p:pic>
        <p:nvPicPr>
          <p:cNvPr descr="Accessibility at work: Striving for an inclusive environment – Delivery Hero" id="342" name="Google Shape;34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3507" y="2911475"/>
            <a:ext cx="3935005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5"/>
          <p:cNvSpPr txBox="1"/>
          <p:nvPr/>
        </p:nvSpPr>
        <p:spPr>
          <a:xfrm>
            <a:off x="1154112" y="244475"/>
            <a:ext cx="8534400" cy="71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45000"/>
              <a:buFont typeface="Noto Sans Symbols"/>
              <a:buNone/>
            </a:pPr>
            <a:r>
              <a:rPr b="0" i="0" lang="en-US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Usability and User Experience Goals </a:t>
            </a:r>
            <a:endParaRPr/>
          </a:p>
        </p:txBody>
      </p:sp>
      <p:sp>
        <p:nvSpPr>
          <p:cNvPr id="348" name="Google Shape;348;p25"/>
          <p:cNvSpPr txBox="1"/>
          <p:nvPr/>
        </p:nvSpPr>
        <p:spPr>
          <a:xfrm>
            <a:off x="1154112" y="1387475"/>
            <a:ext cx="4876483" cy="4190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Usability goals </a:t>
            </a: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are concerned with meeting the specific criteria, narrow and focused.  </a:t>
            </a:r>
            <a:endParaRPr/>
          </a:p>
          <a:p>
            <a:pPr indent="0" lvl="0" marL="108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2C3E5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08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User Experience goals </a:t>
            </a: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are explicating the nature of user experience in broader and holistic way. </a:t>
            </a:r>
            <a:endParaRPr/>
          </a:p>
        </p:txBody>
      </p:sp>
      <p:pic>
        <p:nvPicPr>
          <p:cNvPr descr="The Ultimate Guide — Difference Between Usability and User Experience | by  Amy Smith | Muzli - Design Inspiration" id="349" name="Google Shape;34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7551" y="2149475"/>
            <a:ext cx="3638549" cy="1923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6"/>
          <p:cNvSpPr txBox="1"/>
          <p:nvPr/>
        </p:nvSpPr>
        <p:spPr>
          <a:xfrm>
            <a:off x="1154112" y="244475"/>
            <a:ext cx="7402512" cy="71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45000"/>
              <a:buFont typeface="Noto Sans Symbols"/>
              <a:buNone/>
            </a:pPr>
            <a:r>
              <a:rPr b="0" i="0" lang="en-US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Usability Goals</a:t>
            </a:r>
            <a:endParaRPr/>
          </a:p>
        </p:txBody>
      </p:sp>
      <p:sp>
        <p:nvSpPr>
          <p:cNvPr id="355" name="Google Shape;355;p26"/>
          <p:cNvSpPr txBox="1"/>
          <p:nvPr/>
        </p:nvSpPr>
        <p:spPr>
          <a:xfrm>
            <a:off x="1154112" y="1387475"/>
            <a:ext cx="7391400" cy="3781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4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Effectiveness</a:t>
            </a:r>
            <a:endParaRPr/>
          </a:p>
          <a:p>
            <a:pPr indent="-324000" lvl="0" marL="432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Efficient </a:t>
            </a:r>
            <a:endParaRPr/>
          </a:p>
          <a:p>
            <a:pPr indent="-324000" lvl="0" marL="432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Safe</a:t>
            </a:r>
            <a:endParaRPr/>
          </a:p>
          <a:p>
            <a:pPr indent="-324000" lvl="0" marL="432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Utility </a:t>
            </a:r>
            <a:endParaRPr/>
          </a:p>
          <a:p>
            <a:pPr indent="-324000" lvl="0" marL="432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Learnability</a:t>
            </a:r>
            <a:endParaRPr/>
          </a:p>
          <a:p>
            <a:pPr indent="-324000" lvl="0" marL="432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Memorability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7"/>
          <p:cNvSpPr txBox="1"/>
          <p:nvPr/>
        </p:nvSpPr>
        <p:spPr>
          <a:xfrm>
            <a:off x="1154112" y="244475"/>
            <a:ext cx="7402512" cy="71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45000"/>
              <a:buFont typeface="Noto Sans Symbols"/>
              <a:buNone/>
            </a:pPr>
            <a:r>
              <a:rPr b="0" i="0" lang="en-US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Usability Goals</a:t>
            </a:r>
            <a:endParaRPr/>
          </a:p>
        </p:txBody>
      </p:sp>
      <p:sp>
        <p:nvSpPr>
          <p:cNvPr id="361" name="Google Shape;361;p27"/>
          <p:cNvSpPr txBox="1"/>
          <p:nvPr/>
        </p:nvSpPr>
        <p:spPr>
          <a:xfrm>
            <a:off x="1154112" y="1387475"/>
            <a:ext cx="7391400" cy="3781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4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Effectiveness</a:t>
            </a:r>
            <a:endParaRPr/>
          </a:p>
          <a:p>
            <a:pPr indent="0" lvl="0" marL="108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9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How good the product is at doing what it is supposed to do?</a:t>
            </a:r>
            <a:endParaRPr/>
          </a:p>
          <a:p>
            <a:pPr indent="-324000" lvl="0" marL="432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Efficient</a:t>
            </a:r>
            <a:endParaRPr/>
          </a:p>
          <a:p>
            <a:pPr indent="0" lvl="0" marL="107999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9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Does product support user in carrying out task?</a:t>
            </a:r>
            <a:r>
              <a:rPr lang="en-US" sz="2000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How much resources(usually time) are used in carrying out the task</a:t>
            </a:r>
            <a:endParaRPr sz="2000">
              <a:solidFill>
                <a:srgbClr val="2C3E5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Safe</a:t>
            </a:r>
            <a:endParaRPr/>
          </a:p>
          <a:p>
            <a:pPr indent="0" lvl="0" marL="108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9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Protecting the user form dangerous conditions and undesirable situations.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8"/>
          <p:cNvSpPr txBox="1"/>
          <p:nvPr/>
        </p:nvSpPr>
        <p:spPr>
          <a:xfrm>
            <a:off x="1154112" y="244475"/>
            <a:ext cx="7402512" cy="71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45000"/>
              <a:buFont typeface="Noto Sans Symbols"/>
              <a:buNone/>
            </a:pPr>
            <a:r>
              <a:rPr b="0" i="0" lang="en-US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Usability Goals</a:t>
            </a:r>
            <a:endParaRPr/>
          </a:p>
        </p:txBody>
      </p:sp>
      <p:sp>
        <p:nvSpPr>
          <p:cNvPr id="367" name="Google Shape;367;p28"/>
          <p:cNvSpPr txBox="1"/>
          <p:nvPr/>
        </p:nvSpPr>
        <p:spPr>
          <a:xfrm>
            <a:off x="1154112" y="1387475"/>
            <a:ext cx="7391400" cy="3781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4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Utility </a:t>
            </a:r>
            <a:endParaRPr/>
          </a:p>
          <a:p>
            <a:pPr indent="0" lvl="0" marL="108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9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If the product provides right kind of functionality </a:t>
            </a:r>
            <a:endParaRPr/>
          </a:p>
          <a:p>
            <a:pPr indent="-324000" lvl="0" marL="432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Learnability</a:t>
            </a:r>
            <a:endParaRPr/>
          </a:p>
          <a:p>
            <a:pPr indent="0" lvl="0" marL="108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9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Is the system easy to learn</a:t>
            </a:r>
            <a:endParaRPr/>
          </a:p>
          <a:p>
            <a:pPr indent="-324000" lvl="0" marL="432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Memorability </a:t>
            </a:r>
            <a:endParaRPr/>
          </a:p>
          <a:p>
            <a:pPr indent="0" lvl="0" marL="108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9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How easy the product is to remember how to use, once learned.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9"/>
          <p:cNvSpPr txBox="1"/>
          <p:nvPr/>
        </p:nvSpPr>
        <p:spPr>
          <a:xfrm>
            <a:off x="1154112" y="244475"/>
            <a:ext cx="7402512" cy="71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45000"/>
              <a:buFont typeface="Noto Sans Symbols"/>
              <a:buNone/>
            </a:pPr>
            <a:r>
              <a:rPr b="0" i="0" lang="en-US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User Experience Goals</a:t>
            </a:r>
            <a:endParaRPr/>
          </a:p>
        </p:txBody>
      </p:sp>
      <p:pic>
        <p:nvPicPr>
          <p:cNvPr id="373" name="Google Shape;37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9913" y="1235076"/>
            <a:ext cx="7402512" cy="3727994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9"/>
          <p:cNvSpPr txBox="1"/>
          <p:nvPr/>
        </p:nvSpPr>
        <p:spPr>
          <a:xfrm>
            <a:off x="1382712" y="5121275"/>
            <a:ext cx="87408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It also involves micro-interactions (small moments of interaction between user and design).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0"/>
          <p:cNvSpPr txBox="1"/>
          <p:nvPr/>
        </p:nvSpPr>
        <p:spPr>
          <a:xfrm>
            <a:off x="1154112" y="244475"/>
            <a:ext cx="7402512" cy="71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25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45000"/>
              <a:buFont typeface="Noto Sans Symbols"/>
              <a:buNone/>
            </a:pPr>
            <a:r>
              <a:rPr lang="en-US" sz="4300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Beyond Usability: Designing to Persuade</a:t>
            </a:r>
            <a:endParaRPr/>
          </a:p>
        </p:txBody>
      </p:sp>
      <p:pic>
        <p:nvPicPr>
          <p:cNvPr id="380" name="Google Shape;38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6512" y="1235075"/>
            <a:ext cx="4104275" cy="403343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0"/>
          <p:cNvSpPr txBox="1"/>
          <p:nvPr/>
        </p:nvSpPr>
        <p:spPr>
          <a:xfrm>
            <a:off x="1535112" y="1463675"/>
            <a:ext cx="3429001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Focus more on user- experience and less on usability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C3E5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Avoid DARK PATTERNS i.e. deceptive approaches within the interface design.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1"/>
          <p:cNvSpPr txBox="1"/>
          <p:nvPr/>
        </p:nvSpPr>
        <p:spPr>
          <a:xfrm>
            <a:off x="1154112" y="244475"/>
            <a:ext cx="7402512" cy="71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45000"/>
              <a:buFont typeface="Noto Sans Symbols"/>
              <a:buNone/>
            </a:pPr>
            <a:r>
              <a:rPr lang="en-US" sz="4300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Design Principle </a:t>
            </a:r>
            <a:endParaRPr/>
          </a:p>
        </p:txBody>
      </p:sp>
      <p:sp>
        <p:nvSpPr>
          <p:cNvPr id="387" name="Google Shape;387;p31"/>
          <p:cNvSpPr txBox="1"/>
          <p:nvPr/>
        </p:nvSpPr>
        <p:spPr>
          <a:xfrm>
            <a:off x="1535112" y="1463675"/>
            <a:ext cx="3429001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Gill Sans"/>
              <a:buAutoNum type="arabicPeriod"/>
            </a:pPr>
            <a:r>
              <a:rPr lang="en-US" sz="2400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Visibility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Gill Sans"/>
              <a:buAutoNum type="arabicPeriod"/>
            </a:pPr>
            <a:r>
              <a:rPr lang="en-US" sz="2400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Feedback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Gill Sans"/>
              <a:buAutoNum type="arabicPeriod"/>
            </a:pPr>
            <a:r>
              <a:rPr lang="en-US" sz="2400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Constraints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Gill Sans"/>
              <a:buAutoNum type="arabicPeriod"/>
            </a:pPr>
            <a:r>
              <a:rPr lang="en-US" sz="2400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Consistency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Gill Sans"/>
              <a:buAutoNum type="arabicPeriod"/>
            </a:pPr>
            <a:r>
              <a:rPr lang="en-US" sz="2400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Affordances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</a:pPr>
            <a:r>
              <a:t/>
            </a:r>
            <a:endParaRPr sz="2400">
              <a:solidFill>
                <a:srgbClr val="2C3E5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88" name="Google Shape;38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2656" y="1447738"/>
            <a:ext cx="1101339" cy="1923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1803" y="492125"/>
            <a:ext cx="2105025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92840" y="3216275"/>
            <a:ext cx="2722949" cy="2027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2"/>
          <p:cNvSpPr txBox="1"/>
          <p:nvPr>
            <p:ph idx="4294967295" type="title"/>
          </p:nvPr>
        </p:nvSpPr>
        <p:spPr>
          <a:xfrm>
            <a:off x="1126848" y="244475"/>
            <a:ext cx="8561664" cy="71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45000"/>
              <a:buFont typeface="Noto Sans Symbols"/>
              <a:buNone/>
            </a:pPr>
            <a:r>
              <a:rPr b="0" i="0" lang="en-US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So Why Interaction is Important?</a:t>
            </a:r>
            <a:endParaRPr/>
          </a:p>
        </p:txBody>
      </p:sp>
      <p:pic>
        <p:nvPicPr>
          <p:cNvPr id="396" name="Google Shape;396;p3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1567" r="0" t="0"/>
          <a:stretch/>
        </p:blipFill>
        <p:spPr>
          <a:xfrm>
            <a:off x="3211512" y="1126963"/>
            <a:ext cx="5753728" cy="3779837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2"/>
          <p:cNvSpPr txBox="1"/>
          <p:nvPr/>
        </p:nvSpPr>
        <p:spPr>
          <a:xfrm>
            <a:off x="2068512" y="4839393"/>
            <a:ext cx="876885" cy="372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"/>
              <a:buFont typeface="Noto Sans Symbols"/>
              <a:buNone/>
            </a:pPr>
            <a:r>
              <a:rPr b="1" i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</a:t>
            </a:r>
            <a:endParaRPr/>
          </a:p>
        </p:txBody>
      </p:sp>
      <p:sp>
        <p:nvSpPr>
          <p:cNvPr id="398" name="Google Shape;398;p32"/>
          <p:cNvSpPr txBox="1"/>
          <p:nvPr/>
        </p:nvSpPr>
        <p:spPr>
          <a:xfrm>
            <a:off x="4887912" y="4839392"/>
            <a:ext cx="1139008" cy="372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</a:t>
            </a:r>
            <a:endParaRPr/>
          </a:p>
        </p:txBody>
      </p:sp>
      <p:sp>
        <p:nvSpPr>
          <p:cNvPr id="399" name="Google Shape;399;p32"/>
          <p:cNvSpPr txBox="1"/>
          <p:nvPr/>
        </p:nvSpPr>
        <p:spPr>
          <a:xfrm>
            <a:off x="8012112" y="4839390"/>
            <a:ext cx="595397" cy="372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</a:t>
            </a:r>
            <a:endParaRPr/>
          </a:p>
        </p:txBody>
      </p:sp>
      <p:pic>
        <p:nvPicPr>
          <p:cNvPr descr="Image result for User" id="400" name="Google Shape;40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1312" y="1818641"/>
            <a:ext cx="2007234" cy="2007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3"/>
          <p:cNvSpPr txBox="1"/>
          <p:nvPr>
            <p:ph idx="4294967295" type="title"/>
          </p:nvPr>
        </p:nvSpPr>
        <p:spPr>
          <a:xfrm>
            <a:off x="1154112" y="244475"/>
            <a:ext cx="8534400" cy="71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45000"/>
              <a:buFont typeface="Noto Sans Symbols"/>
              <a:buNone/>
            </a:pPr>
            <a:r>
              <a:rPr b="0" i="0" lang="en-US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HCI: Research and Design</a:t>
            </a:r>
            <a:endParaRPr/>
          </a:p>
        </p:txBody>
      </p:sp>
      <p:pic>
        <p:nvPicPr>
          <p:cNvPr id="406" name="Google Shape;40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5712" y="1158875"/>
            <a:ext cx="6315075" cy="391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User" id="407" name="Google Shape;40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3312" y="2911475"/>
            <a:ext cx="1676400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4"/>
          <p:cNvSpPr txBox="1"/>
          <p:nvPr>
            <p:ph idx="4294967295" type="title"/>
          </p:nvPr>
        </p:nvSpPr>
        <p:spPr>
          <a:xfrm>
            <a:off x="1154112" y="168275"/>
            <a:ext cx="6411912" cy="71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45000"/>
              <a:buFont typeface="Noto Sans Symbols"/>
              <a:buNone/>
            </a:pPr>
            <a:r>
              <a:rPr b="0" i="0" lang="en-US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Conclusion</a:t>
            </a:r>
            <a:endParaRPr/>
          </a:p>
        </p:txBody>
      </p:sp>
      <p:sp>
        <p:nvSpPr>
          <p:cNvPr id="413" name="Google Shape;413;p34"/>
          <p:cNvSpPr txBox="1"/>
          <p:nvPr>
            <p:ph idx="4294967295" type="body"/>
          </p:nvPr>
        </p:nvSpPr>
        <p:spPr>
          <a:xfrm>
            <a:off x="1154112" y="1387475"/>
            <a:ext cx="7391400" cy="3781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4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Human Computer Interaction</a:t>
            </a:r>
            <a:endParaRPr/>
          </a:p>
          <a:p>
            <a:pPr indent="-324000" lvl="0" marL="432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Interaction design </a:t>
            </a:r>
            <a:endParaRPr/>
          </a:p>
          <a:p>
            <a:pPr indent="-324000" lvl="0" marL="432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User Experience</a:t>
            </a:r>
            <a:endParaRPr/>
          </a:p>
          <a:p>
            <a:pPr indent="-324000" lvl="0" marL="432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Understanding Users</a:t>
            </a:r>
            <a:endParaRPr/>
          </a:p>
          <a:p>
            <a:pPr indent="-324000" lvl="0" marL="432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Accessibility and Inclusiveness</a:t>
            </a:r>
            <a:endParaRPr/>
          </a:p>
          <a:p>
            <a:pPr indent="-324000" lvl="0" marL="432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C3E50"/>
                </a:solidFill>
                <a:latin typeface="Gill Sans"/>
                <a:ea typeface="Gill Sans"/>
                <a:cs typeface="Gill Sans"/>
                <a:sym typeface="Gill Sans"/>
              </a:rPr>
              <a:t>Usability and User Experience goals. </a:t>
            </a:r>
            <a:endParaRPr/>
          </a:p>
          <a:p>
            <a:pPr indent="-255420" lvl="0" marL="432000" marR="0" rtl="0" algn="l">
              <a:lnSpc>
                <a:spcPct val="100000"/>
              </a:lnSpc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2C3E5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designer-jokes-design-humor-7" id="414" name="Google Shape;41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5712" y="1566545"/>
            <a:ext cx="3429000" cy="2537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0f7a8fef01_0_0"/>
          <p:cNvSpPr txBox="1"/>
          <p:nvPr>
            <p:ph type="title"/>
          </p:nvPr>
        </p:nvSpPr>
        <p:spPr>
          <a:xfrm>
            <a:off x="1582658" y="227085"/>
            <a:ext cx="8266200" cy="94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Reading Assignment</a:t>
            </a:r>
            <a:endParaRPr/>
          </a:p>
        </p:txBody>
      </p:sp>
      <p:pic>
        <p:nvPicPr>
          <p:cNvPr id="421" name="Google Shape;421;g20f7a8fef0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2650" y="1549187"/>
            <a:ext cx="2437224" cy="3029374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20f7a8fef01_0_0"/>
          <p:cNvSpPr txBox="1"/>
          <p:nvPr/>
        </p:nvSpPr>
        <p:spPr>
          <a:xfrm>
            <a:off x="4353450" y="2162825"/>
            <a:ext cx="54954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Section 1.2 : examples of voice mail and TV remote , keyboard on smart tv remotes issues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Section 1.7.1 : usability goals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Section 1.7.3 : Design principles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efaul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2018-08-09T13:44:55Z</dcterms:created>
  <dc:creator>adnan</dc:creator>
</cp:coreProperties>
</file>