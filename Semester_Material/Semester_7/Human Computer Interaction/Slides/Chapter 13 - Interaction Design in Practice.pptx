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59" r:id="rId4"/>
    <p:sldId id="260" r:id="rId5"/>
    <p:sldId id="258"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BDB337-B053-451B-BE3B-98111AAF493B}" v="142" dt="2022-12-23T07:44:26.3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6" autoAdjust="0"/>
    <p:restoredTop sz="94660"/>
  </p:normalViewPr>
  <p:slideViewPr>
    <p:cSldViewPr>
      <p:cViewPr>
        <p:scale>
          <a:sx n="94" d="100"/>
          <a:sy n="94" d="100"/>
        </p:scale>
        <p:origin x="108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Muneeb" userId="29b624b1-a719-43f5-9b52-388cd4043c04" providerId="ADAL" clId="{1B8306CC-3EB3-4E79-8CF8-E5FDA85816BB}"/>
    <pc:docChg chg="undo redo custSel addSld delSld modSld">
      <pc:chgData name="Sara Muneeb" userId="29b624b1-a719-43f5-9b52-388cd4043c04" providerId="ADAL" clId="{1B8306CC-3EB3-4E79-8CF8-E5FDA85816BB}" dt="2022-11-24T12:10:15.121" v="4967" actId="1035"/>
      <pc:docMkLst>
        <pc:docMk/>
      </pc:docMkLst>
      <pc:sldChg chg="addSp modSp mod">
        <pc:chgData name="Sara Muneeb" userId="29b624b1-a719-43f5-9b52-388cd4043c04" providerId="ADAL" clId="{1B8306CC-3EB3-4E79-8CF8-E5FDA85816BB}" dt="2022-11-24T11:11:02.245" v="4329" actId="1076"/>
        <pc:sldMkLst>
          <pc:docMk/>
          <pc:sldMk cId="3302378807" sldId="261"/>
        </pc:sldMkLst>
        <pc:spChg chg="mod">
          <ac:chgData name="Sara Muneeb" userId="29b624b1-a719-43f5-9b52-388cd4043c04" providerId="ADAL" clId="{1B8306CC-3EB3-4E79-8CF8-E5FDA85816BB}" dt="2022-11-24T11:10:58.448" v="4328" actId="404"/>
          <ac:spMkLst>
            <pc:docMk/>
            <pc:sldMk cId="3302378807" sldId="261"/>
            <ac:spMk id="3" creationId="{6D014B81-15AB-581F-75AA-21487DFCE582}"/>
          </ac:spMkLst>
        </pc:spChg>
        <pc:picChg chg="add mod">
          <ac:chgData name="Sara Muneeb" userId="29b624b1-a719-43f5-9b52-388cd4043c04" providerId="ADAL" clId="{1B8306CC-3EB3-4E79-8CF8-E5FDA85816BB}" dt="2022-11-24T11:11:02.245" v="4329" actId="1076"/>
          <ac:picMkLst>
            <pc:docMk/>
            <pc:sldMk cId="3302378807" sldId="261"/>
            <ac:picMk id="1026" creationId="{7AE869CB-D780-BB0B-B865-B11206D7CA1C}"/>
          </ac:picMkLst>
        </pc:picChg>
      </pc:sldChg>
      <pc:sldChg chg="addSp modSp">
        <pc:chgData name="Sara Muneeb" userId="29b624b1-a719-43f5-9b52-388cd4043c04" providerId="ADAL" clId="{1B8306CC-3EB3-4E79-8CF8-E5FDA85816BB}" dt="2022-11-24T11:12:29.228" v="4335" actId="1076"/>
        <pc:sldMkLst>
          <pc:docMk/>
          <pc:sldMk cId="3153897923" sldId="262"/>
        </pc:sldMkLst>
        <pc:picChg chg="add mod">
          <ac:chgData name="Sara Muneeb" userId="29b624b1-a719-43f5-9b52-388cd4043c04" providerId="ADAL" clId="{1B8306CC-3EB3-4E79-8CF8-E5FDA85816BB}" dt="2022-11-24T11:12:29.228" v="4335" actId="1076"/>
          <ac:picMkLst>
            <pc:docMk/>
            <pc:sldMk cId="3153897923" sldId="262"/>
            <ac:picMk id="2050" creationId="{182DD244-32BA-2CD2-6CE2-83C490B4EE70}"/>
          </ac:picMkLst>
        </pc:picChg>
      </pc:sldChg>
      <pc:sldChg chg="addSp modSp">
        <pc:chgData name="Sara Muneeb" userId="29b624b1-a719-43f5-9b52-388cd4043c04" providerId="ADAL" clId="{1B8306CC-3EB3-4E79-8CF8-E5FDA85816BB}" dt="2022-11-24T11:13:11.893" v="4339" actId="1076"/>
        <pc:sldMkLst>
          <pc:docMk/>
          <pc:sldMk cId="65336695" sldId="264"/>
        </pc:sldMkLst>
        <pc:spChg chg="mod">
          <ac:chgData name="Sara Muneeb" userId="29b624b1-a719-43f5-9b52-388cd4043c04" providerId="ADAL" clId="{1B8306CC-3EB3-4E79-8CF8-E5FDA85816BB}" dt="2022-11-24T11:13:07.191" v="4338" actId="1076"/>
          <ac:spMkLst>
            <pc:docMk/>
            <pc:sldMk cId="65336695" sldId="264"/>
            <ac:spMk id="3" creationId="{B03F32E2-44EF-53DB-1EEB-0423DFEA7E47}"/>
          </ac:spMkLst>
        </pc:spChg>
        <pc:picChg chg="add mod">
          <ac:chgData name="Sara Muneeb" userId="29b624b1-a719-43f5-9b52-388cd4043c04" providerId="ADAL" clId="{1B8306CC-3EB3-4E79-8CF8-E5FDA85816BB}" dt="2022-11-24T11:13:11.893" v="4339" actId="1076"/>
          <ac:picMkLst>
            <pc:docMk/>
            <pc:sldMk cId="65336695" sldId="264"/>
            <ac:picMk id="3074" creationId="{DF5411D7-2707-AE70-A064-02F3C76A4969}"/>
          </ac:picMkLst>
        </pc:picChg>
      </pc:sldChg>
      <pc:sldChg chg="addSp delSp modSp mod">
        <pc:chgData name="Sara Muneeb" userId="29b624b1-a719-43f5-9b52-388cd4043c04" providerId="ADAL" clId="{1B8306CC-3EB3-4E79-8CF8-E5FDA85816BB}" dt="2022-11-24T11:14:56.162" v="4351" actId="1076"/>
        <pc:sldMkLst>
          <pc:docMk/>
          <pc:sldMk cId="922512695" sldId="266"/>
        </pc:sldMkLst>
        <pc:spChg chg="mod">
          <ac:chgData name="Sara Muneeb" userId="29b624b1-a719-43f5-9b52-388cd4043c04" providerId="ADAL" clId="{1B8306CC-3EB3-4E79-8CF8-E5FDA85816BB}" dt="2022-11-24T11:14:36.902" v="4345" actId="403"/>
          <ac:spMkLst>
            <pc:docMk/>
            <pc:sldMk cId="922512695" sldId="266"/>
            <ac:spMk id="2" creationId="{C7369BA3-C875-804C-218F-249A37A4DBD1}"/>
          </ac:spMkLst>
        </pc:spChg>
        <pc:spChg chg="mod">
          <ac:chgData name="Sara Muneeb" userId="29b624b1-a719-43f5-9b52-388cd4043c04" providerId="ADAL" clId="{1B8306CC-3EB3-4E79-8CF8-E5FDA85816BB}" dt="2022-11-24T11:14:51.612" v="4350" actId="404"/>
          <ac:spMkLst>
            <pc:docMk/>
            <pc:sldMk cId="922512695" sldId="266"/>
            <ac:spMk id="3" creationId="{245686DD-A490-A9B3-63F8-FCEBD64DEBE0}"/>
          </ac:spMkLst>
        </pc:spChg>
        <pc:picChg chg="add del">
          <ac:chgData name="Sara Muneeb" userId="29b624b1-a719-43f5-9b52-388cd4043c04" providerId="ADAL" clId="{1B8306CC-3EB3-4E79-8CF8-E5FDA85816BB}" dt="2022-11-24T11:14:05.628" v="4341"/>
          <ac:picMkLst>
            <pc:docMk/>
            <pc:sldMk cId="922512695" sldId="266"/>
            <ac:picMk id="4098" creationId="{59F45B15-7EC7-5FF1-E7FA-E240301CE0B5}"/>
          </ac:picMkLst>
        </pc:picChg>
        <pc:picChg chg="add mod">
          <ac:chgData name="Sara Muneeb" userId="29b624b1-a719-43f5-9b52-388cd4043c04" providerId="ADAL" clId="{1B8306CC-3EB3-4E79-8CF8-E5FDA85816BB}" dt="2022-11-24T11:14:56.162" v="4351" actId="1076"/>
          <ac:picMkLst>
            <pc:docMk/>
            <pc:sldMk cId="922512695" sldId="266"/>
            <ac:picMk id="4100" creationId="{559139C3-1A8B-C1BE-3B4E-104B8D934928}"/>
          </ac:picMkLst>
        </pc:picChg>
      </pc:sldChg>
      <pc:sldChg chg="addSp modSp mod">
        <pc:chgData name="Sara Muneeb" userId="29b624b1-a719-43f5-9b52-388cd4043c04" providerId="ADAL" clId="{1B8306CC-3EB3-4E79-8CF8-E5FDA85816BB}" dt="2022-11-24T11:18:20.307" v="4388" actId="14100"/>
        <pc:sldMkLst>
          <pc:docMk/>
          <pc:sldMk cId="2171506608" sldId="267"/>
        </pc:sldMkLst>
        <pc:spChg chg="mod">
          <ac:chgData name="Sara Muneeb" userId="29b624b1-a719-43f5-9b52-388cd4043c04" providerId="ADAL" clId="{1B8306CC-3EB3-4E79-8CF8-E5FDA85816BB}" dt="2022-11-24T11:18:11.824" v="4385" actId="123"/>
          <ac:spMkLst>
            <pc:docMk/>
            <pc:sldMk cId="2171506608" sldId="267"/>
            <ac:spMk id="3" creationId="{21B7C262-5EF2-3EBD-2423-53C33D753C21}"/>
          </ac:spMkLst>
        </pc:spChg>
        <pc:picChg chg="add mod">
          <ac:chgData name="Sara Muneeb" userId="29b624b1-a719-43f5-9b52-388cd4043c04" providerId="ADAL" clId="{1B8306CC-3EB3-4E79-8CF8-E5FDA85816BB}" dt="2022-11-24T11:18:20.307" v="4388" actId="14100"/>
          <ac:picMkLst>
            <pc:docMk/>
            <pc:sldMk cId="2171506608" sldId="267"/>
            <ac:picMk id="5122" creationId="{3252392A-83D9-143E-6189-292FF60ABDD4}"/>
          </ac:picMkLst>
        </pc:picChg>
      </pc:sldChg>
      <pc:sldChg chg="addSp delSp modSp mod">
        <pc:chgData name="Sara Muneeb" userId="29b624b1-a719-43f5-9b52-388cd4043c04" providerId="ADAL" clId="{1B8306CC-3EB3-4E79-8CF8-E5FDA85816BB}" dt="2022-11-24T12:03:17.224" v="4751" actId="167"/>
        <pc:sldMkLst>
          <pc:docMk/>
          <pc:sldMk cId="3311259099" sldId="268"/>
        </pc:sldMkLst>
        <pc:spChg chg="mod">
          <ac:chgData name="Sara Muneeb" userId="29b624b1-a719-43f5-9b52-388cd4043c04" providerId="ADAL" clId="{1B8306CC-3EB3-4E79-8CF8-E5FDA85816BB}" dt="2022-11-24T11:19:12.629" v="4395" actId="14100"/>
          <ac:spMkLst>
            <pc:docMk/>
            <pc:sldMk cId="3311259099" sldId="268"/>
            <ac:spMk id="3" creationId="{2DF93EF8-2A26-6A8F-6F1C-2CDC47E877A7}"/>
          </ac:spMkLst>
        </pc:spChg>
        <pc:picChg chg="add del mod">
          <ac:chgData name="Sara Muneeb" userId="29b624b1-a719-43f5-9b52-388cd4043c04" providerId="ADAL" clId="{1B8306CC-3EB3-4E79-8CF8-E5FDA85816BB}" dt="2022-11-24T12:03:03.933" v="4746" actId="478"/>
          <ac:picMkLst>
            <pc:docMk/>
            <pc:sldMk cId="3311259099" sldId="268"/>
            <ac:picMk id="6146" creationId="{F082FECA-9A0C-A600-CCFB-E807CDB9B8C7}"/>
          </ac:picMkLst>
        </pc:picChg>
        <pc:picChg chg="add mod">
          <ac:chgData name="Sara Muneeb" userId="29b624b1-a719-43f5-9b52-388cd4043c04" providerId="ADAL" clId="{1B8306CC-3EB3-4E79-8CF8-E5FDA85816BB}" dt="2022-11-24T12:03:17.224" v="4751" actId="167"/>
          <ac:picMkLst>
            <pc:docMk/>
            <pc:sldMk cId="3311259099" sldId="268"/>
            <ac:picMk id="6148" creationId="{5C726ACD-5AC9-ADA9-B1A6-C80F9618DDA4}"/>
          </ac:picMkLst>
        </pc:picChg>
      </pc:sldChg>
      <pc:sldChg chg="addSp modSp mod">
        <pc:chgData name="Sara Muneeb" userId="29b624b1-a719-43f5-9b52-388cd4043c04" providerId="ADAL" clId="{1B8306CC-3EB3-4E79-8CF8-E5FDA85816BB}" dt="2022-11-24T11:22:16.191" v="4413" actId="1076"/>
        <pc:sldMkLst>
          <pc:docMk/>
          <pc:sldMk cId="4065404976" sldId="270"/>
        </pc:sldMkLst>
        <pc:spChg chg="mod">
          <ac:chgData name="Sara Muneeb" userId="29b624b1-a719-43f5-9b52-388cd4043c04" providerId="ADAL" clId="{1B8306CC-3EB3-4E79-8CF8-E5FDA85816BB}" dt="2022-11-24T11:22:02.483" v="4409" actId="123"/>
          <ac:spMkLst>
            <pc:docMk/>
            <pc:sldMk cId="4065404976" sldId="270"/>
            <ac:spMk id="3" creationId="{3668B7B5-904A-5D82-A648-17214417B13B}"/>
          </ac:spMkLst>
        </pc:spChg>
        <pc:picChg chg="add mod">
          <ac:chgData name="Sara Muneeb" userId="29b624b1-a719-43f5-9b52-388cd4043c04" providerId="ADAL" clId="{1B8306CC-3EB3-4E79-8CF8-E5FDA85816BB}" dt="2022-11-24T11:22:16.191" v="4413" actId="1076"/>
          <ac:picMkLst>
            <pc:docMk/>
            <pc:sldMk cId="4065404976" sldId="270"/>
            <ac:picMk id="7170" creationId="{06BA05AF-1CF5-BA3F-2F32-6B8C4D26A117}"/>
          </ac:picMkLst>
        </pc:picChg>
      </pc:sldChg>
      <pc:sldChg chg="addSp modSp mod">
        <pc:chgData name="Sara Muneeb" userId="29b624b1-a719-43f5-9b52-388cd4043c04" providerId="ADAL" clId="{1B8306CC-3EB3-4E79-8CF8-E5FDA85816BB}" dt="2022-11-24T11:24:13.973" v="4423" actId="1076"/>
        <pc:sldMkLst>
          <pc:docMk/>
          <pc:sldMk cId="4199156068" sldId="271"/>
        </pc:sldMkLst>
        <pc:spChg chg="mod">
          <ac:chgData name="Sara Muneeb" userId="29b624b1-a719-43f5-9b52-388cd4043c04" providerId="ADAL" clId="{1B8306CC-3EB3-4E79-8CF8-E5FDA85816BB}" dt="2022-11-24T11:22:39.320" v="4416" actId="123"/>
          <ac:spMkLst>
            <pc:docMk/>
            <pc:sldMk cId="4199156068" sldId="271"/>
            <ac:spMk id="3" creationId="{4CE737F1-D202-F669-8999-746001FD8E24}"/>
          </ac:spMkLst>
        </pc:spChg>
        <pc:picChg chg="add mod">
          <ac:chgData name="Sara Muneeb" userId="29b624b1-a719-43f5-9b52-388cd4043c04" providerId="ADAL" clId="{1B8306CC-3EB3-4E79-8CF8-E5FDA85816BB}" dt="2022-11-24T11:24:13.973" v="4423" actId="1076"/>
          <ac:picMkLst>
            <pc:docMk/>
            <pc:sldMk cId="4199156068" sldId="271"/>
            <ac:picMk id="8194" creationId="{37F93CD9-E98E-E7CC-24BB-4E1821AFC722}"/>
          </ac:picMkLst>
        </pc:picChg>
      </pc:sldChg>
      <pc:sldChg chg="addSp modSp mod">
        <pc:chgData name="Sara Muneeb" userId="29b624b1-a719-43f5-9b52-388cd4043c04" providerId="ADAL" clId="{1B8306CC-3EB3-4E79-8CF8-E5FDA85816BB}" dt="2022-11-24T11:24:59.785" v="4428" actId="1076"/>
        <pc:sldMkLst>
          <pc:docMk/>
          <pc:sldMk cId="2475071258" sldId="272"/>
        </pc:sldMkLst>
        <pc:spChg chg="mod">
          <ac:chgData name="Sara Muneeb" userId="29b624b1-a719-43f5-9b52-388cd4043c04" providerId="ADAL" clId="{1B8306CC-3EB3-4E79-8CF8-E5FDA85816BB}" dt="2022-11-23T08:23:13.957" v="1" actId="20577"/>
          <ac:spMkLst>
            <pc:docMk/>
            <pc:sldMk cId="2475071258" sldId="272"/>
            <ac:spMk id="3" creationId="{42707BE9-130D-1462-7BBD-65E4A2D07EC8}"/>
          </ac:spMkLst>
        </pc:spChg>
        <pc:picChg chg="add mod">
          <ac:chgData name="Sara Muneeb" userId="29b624b1-a719-43f5-9b52-388cd4043c04" providerId="ADAL" clId="{1B8306CC-3EB3-4E79-8CF8-E5FDA85816BB}" dt="2022-11-24T11:24:59.785" v="4428" actId="1076"/>
          <ac:picMkLst>
            <pc:docMk/>
            <pc:sldMk cId="2475071258" sldId="272"/>
            <ac:picMk id="9218" creationId="{6C0D6CEF-E2F4-384F-1F12-9371DDF793BB}"/>
          </ac:picMkLst>
        </pc:picChg>
      </pc:sldChg>
      <pc:sldChg chg="addSp delSp modSp mod">
        <pc:chgData name="Sara Muneeb" userId="29b624b1-a719-43f5-9b52-388cd4043c04" providerId="ADAL" clId="{1B8306CC-3EB3-4E79-8CF8-E5FDA85816BB}" dt="2022-11-24T11:32:19.373" v="4517" actId="404"/>
        <pc:sldMkLst>
          <pc:docMk/>
          <pc:sldMk cId="1256280144" sldId="273"/>
        </pc:sldMkLst>
        <pc:spChg chg="mod">
          <ac:chgData name="Sara Muneeb" userId="29b624b1-a719-43f5-9b52-388cd4043c04" providerId="ADAL" clId="{1B8306CC-3EB3-4E79-8CF8-E5FDA85816BB}" dt="2022-11-24T11:32:19.373" v="4517" actId="404"/>
          <ac:spMkLst>
            <pc:docMk/>
            <pc:sldMk cId="1256280144" sldId="273"/>
            <ac:spMk id="3" creationId="{515609BF-D224-9D29-E740-0DFD46317A62}"/>
          </ac:spMkLst>
        </pc:spChg>
        <pc:spChg chg="add del">
          <ac:chgData name="Sara Muneeb" userId="29b624b1-a719-43f5-9b52-388cd4043c04" providerId="ADAL" clId="{1B8306CC-3EB3-4E79-8CF8-E5FDA85816BB}" dt="2022-11-24T11:26:55.877" v="4450" actId="22"/>
          <ac:spMkLst>
            <pc:docMk/>
            <pc:sldMk cId="1256280144" sldId="273"/>
            <ac:spMk id="5" creationId="{8CEE2C5B-0A9A-031B-7BBA-7930F33CC8E0}"/>
          </ac:spMkLst>
        </pc:spChg>
        <pc:picChg chg="add mod">
          <ac:chgData name="Sara Muneeb" userId="29b624b1-a719-43f5-9b52-388cd4043c04" providerId="ADAL" clId="{1B8306CC-3EB3-4E79-8CF8-E5FDA85816BB}" dt="2022-11-24T11:27:30.067" v="4461" actId="1038"/>
          <ac:picMkLst>
            <pc:docMk/>
            <pc:sldMk cId="1256280144" sldId="273"/>
            <ac:picMk id="10242" creationId="{EF4CC3FA-0D5A-B8B0-2272-B30D7095A8F8}"/>
          </ac:picMkLst>
        </pc:picChg>
      </pc:sldChg>
      <pc:sldChg chg="modSp new mod">
        <pc:chgData name="Sara Muneeb" userId="29b624b1-a719-43f5-9b52-388cd4043c04" providerId="ADAL" clId="{1B8306CC-3EB3-4E79-8CF8-E5FDA85816BB}" dt="2022-11-24T11:32:25.937" v="4518" actId="123"/>
        <pc:sldMkLst>
          <pc:docMk/>
          <pc:sldMk cId="2120313278" sldId="274"/>
        </pc:sldMkLst>
        <pc:spChg chg="mod">
          <ac:chgData name="Sara Muneeb" userId="29b624b1-a719-43f5-9b52-388cd4043c04" providerId="ADAL" clId="{1B8306CC-3EB3-4E79-8CF8-E5FDA85816BB}" dt="2022-11-23T08:31:26.796" v="58" actId="313"/>
          <ac:spMkLst>
            <pc:docMk/>
            <pc:sldMk cId="2120313278" sldId="274"/>
            <ac:spMk id="2" creationId="{9B136D2C-CB79-B71B-EC82-BD8A2FE43C67}"/>
          </ac:spMkLst>
        </pc:spChg>
        <pc:spChg chg="mod">
          <ac:chgData name="Sara Muneeb" userId="29b624b1-a719-43f5-9b52-388cd4043c04" providerId="ADAL" clId="{1B8306CC-3EB3-4E79-8CF8-E5FDA85816BB}" dt="2022-11-24T11:32:25.937" v="4518" actId="123"/>
          <ac:spMkLst>
            <pc:docMk/>
            <pc:sldMk cId="2120313278" sldId="274"/>
            <ac:spMk id="3" creationId="{5DC79E7B-C6C1-6AB0-9100-E2E691667B18}"/>
          </ac:spMkLst>
        </pc:spChg>
      </pc:sldChg>
      <pc:sldChg chg="addSp modSp new mod">
        <pc:chgData name="Sara Muneeb" userId="29b624b1-a719-43f5-9b52-388cd4043c04" providerId="ADAL" clId="{1B8306CC-3EB3-4E79-8CF8-E5FDA85816BB}" dt="2022-11-24T11:32:30.858" v="4520" actId="404"/>
        <pc:sldMkLst>
          <pc:docMk/>
          <pc:sldMk cId="3670279967" sldId="275"/>
        </pc:sldMkLst>
        <pc:spChg chg="mod">
          <ac:chgData name="Sara Muneeb" userId="29b624b1-a719-43f5-9b52-388cd4043c04" providerId="ADAL" clId="{1B8306CC-3EB3-4E79-8CF8-E5FDA85816BB}" dt="2022-11-23T08:32:18.196" v="111" actId="20577"/>
          <ac:spMkLst>
            <pc:docMk/>
            <pc:sldMk cId="3670279967" sldId="275"/>
            <ac:spMk id="2" creationId="{F59F3CFD-DD80-ACE7-8D81-D267A47BAF8A}"/>
          </ac:spMkLst>
        </pc:spChg>
        <pc:spChg chg="mod">
          <ac:chgData name="Sara Muneeb" userId="29b624b1-a719-43f5-9b52-388cd4043c04" providerId="ADAL" clId="{1B8306CC-3EB3-4E79-8CF8-E5FDA85816BB}" dt="2022-11-24T11:32:30.858" v="4520" actId="404"/>
          <ac:spMkLst>
            <pc:docMk/>
            <pc:sldMk cId="3670279967" sldId="275"/>
            <ac:spMk id="3" creationId="{C961FF16-18D0-3F45-9132-885F488F1F38}"/>
          </ac:spMkLst>
        </pc:spChg>
        <pc:picChg chg="add mod">
          <ac:chgData name="Sara Muneeb" userId="29b624b1-a719-43f5-9b52-388cd4043c04" providerId="ADAL" clId="{1B8306CC-3EB3-4E79-8CF8-E5FDA85816BB}" dt="2022-11-24T11:29:05.819" v="4474" actId="1076"/>
          <ac:picMkLst>
            <pc:docMk/>
            <pc:sldMk cId="3670279967" sldId="275"/>
            <ac:picMk id="11266" creationId="{812542CB-F57C-221D-8EF8-4A1BC26391A7}"/>
          </ac:picMkLst>
        </pc:picChg>
      </pc:sldChg>
      <pc:sldChg chg="modSp new mod">
        <pc:chgData name="Sara Muneeb" userId="29b624b1-a719-43f5-9b52-388cd4043c04" providerId="ADAL" clId="{1B8306CC-3EB3-4E79-8CF8-E5FDA85816BB}" dt="2022-11-24T11:32:35.985" v="4521" actId="123"/>
        <pc:sldMkLst>
          <pc:docMk/>
          <pc:sldMk cId="1201384780" sldId="276"/>
        </pc:sldMkLst>
        <pc:spChg chg="mod">
          <ac:chgData name="Sara Muneeb" userId="29b624b1-a719-43f5-9b52-388cd4043c04" providerId="ADAL" clId="{1B8306CC-3EB3-4E79-8CF8-E5FDA85816BB}" dt="2022-11-24T11:29:43.440" v="4503" actId="20577"/>
          <ac:spMkLst>
            <pc:docMk/>
            <pc:sldMk cId="1201384780" sldId="276"/>
            <ac:spMk id="2" creationId="{4B1FC139-932D-7773-E70C-55A9F877E529}"/>
          </ac:spMkLst>
        </pc:spChg>
        <pc:spChg chg="mod">
          <ac:chgData name="Sara Muneeb" userId="29b624b1-a719-43f5-9b52-388cd4043c04" providerId="ADAL" clId="{1B8306CC-3EB3-4E79-8CF8-E5FDA85816BB}" dt="2022-11-24T11:32:35.985" v="4521" actId="123"/>
          <ac:spMkLst>
            <pc:docMk/>
            <pc:sldMk cId="1201384780" sldId="276"/>
            <ac:spMk id="3" creationId="{DEAB94E3-8DAA-715C-EA8E-79CAD69C1F55}"/>
          </ac:spMkLst>
        </pc:spChg>
      </pc:sldChg>
      <pc:sldChg chg="modSp new mod">
        <pc:chgData name="Sara Muneeb" userId="29b624b1-a719-43f5-9b52-388cd4043c04" providerId="ADAL" clId="{1B8306CC-3EB3-4E79-8CF8-E5FDA85816BB}" dt="2022-11-24T11:32:42.763" v="4523" actId="20577"/>
        <pc:sldMkLst>
          <pc:docMk/>
          <pc:sldMk cId="3823172309" sldId="277"/>
        </pc:sldMkLst>
        <pc:spChg chg="mod">
          <ac:chgData name="Sara Muneeb" userId="29b624b1-a719-43f5-9b52-388cd4043c04" providerId="ADAL" clId="{1B8306CC-3EB3-4E79-8CF8-E5FDA85816BB}" dt="2022-11-23T08:36:05.190" v="170" actId="20577"/>
          <ac:spMkLst>
            <pc:docMk/>
            <pc:sldMk cId="3823172309" sldId="277"/>
            <ac:spMk id="2" creationId="{7B626E82-9D22-3E18-5F14-F9F57CAD85F7}"/>
          </ac:spMkLst>
        </pc:spChg>
        <pc:spChg chg="mod">
          <ac:chgData name="Sara Muneeb" userId="29b624b1-a719-43f5-9b52-388cd4043c04" providerId="ADAL" clId="{1B8306CC-3EB3-4E79-8CF8-E5FDA85816BB}" dt="2022-11-24T11:32:42.763" v="4523" actId="20577"/>
          <ac:spMkLst>
            <pc:docMk/>
            <pc:sldMk cId="3823172309" sldId="277"/>
            <ac:spMk id="3" creationId="{D5F0E405-546F-861A-9D13-809D1DFDFE9B}"/>
          </ac:spMkLst>
        </pc:spChg>
      </pc:sldChg>
      <pc:sldChg chg="modSp new mod">
        <pc:chgData name="Sara Muneeb" userId="29b624b1-a719-43f5-9b52-388cd4043c04" providerId="ADAL" clId="{1B8306CC-3EB3-4E79-8CF8-E5FDA85816BB}" dt="2022-11-24T11:32:50.625" v="4528" actId="20577"/>
        <pc:sldMkLst>
          <pc:docMk/>
          <pc:sldMk cId="42086703" sldId="278"/>
        </pc:sldMkLst>
        <pc:spChg chg="mod">
          <ac:chgData name="Sara Muneeb" userId="29b624b1-a719-43f5-9b52-388cd4043c04" providerId="ADAL" clId="{1B8306CC-3EB3-4E79-8CF8-E5FDA85816BB}" dt="2022-11-23T08:37:51.822" v="211" actId="20577"/>
          <ac:spMkLst>
            <pc:docMk/>
            <pc:sldMk cId="42086703" sldId="278"/>
            <ac:spMk id="2" creationId="{141FE1F3-2665-2FD6-22B2-97D0343C19A9}"/>
          </ac:spMkLst>
        </pc:spChg>
        <pc:spChg chg="mod">
          <ac:chgData name="Sara Muneeb" userId="29b624b1-a719-43f5-9b52-388cd4043c04" providerId="ADAL" clId="{1B8306CC-3EB3-4E79-8CF8-E5FDA85816BB}" dt="2022-11-24T11:32:50.625" v="4528" actId="20577"/>
          <ac:spMkLst>
            <pc:docMk/>
            <pc:sldMk cId="42086703" sldId="278"/>
            <ac:spMk id="3" creationId="{2D5D4E2C-0D46-594E-F5F1-6B599D1C9520}"/>
          </ac:spMkLst>
        </pc:spChg>
      </pc:sldChg>
      <pc:sldChg chg="addSp modSp new mod">
        <pc:chgData name="Sara Muneeb" userId="29b624b1-a719-43f5-9b52-388cd4043c04" providerId="ADAL" clId="{1B8306CC-3EB3-4E79-8CF8-E5FDA85816BB}" dt="2022-11-24T11:33:38.975" v="4573" actId="1036"/>
        <pc:sldMkLst>
          <pc:docMk/>
          <pc:sldMk cId="607249761" sldId="279"/>
        </pc:sldMkLst>
        <pc:spChg chg="mod">
          <ac:chgData name="Sara Muneeb" userId="29b624b1-a719-43f5-9b52-388cd4043c04" providerId="ADAL" clId="{1B8306CC-3EB3-4E79-8CF8-E5FDA85816BB}" dt="2022-11-23T08:41:21.512" v="316" actId="20577"/>
          <ac:spMkLst>
            <pc:docMk/>
            <pc:sldMk cId="607249761" sldId="279"/>
            <ac:spMk id="2" creationId="{3C30C768-E1E2-18B4-4467-8DD551168D4E}"/>
          </ac:spMkLst>
        </pc:spChg>
        <pc:spChg chg="mod">
          <ac:chgData name="Sara Muneeb" userId="29b624b1-a719-43f5-9b52-388cd4043c04" providerId="ADAL" clId="{1B8306CC-3EB3-4E79-8CF8-E5FDA85816BB}" dt="2022-11-24T11:33:36.212" v="4568" actId="12"/>
          <ac:spMkLst>
            <pc:docMk/>
            <pc:sldMk cId="607249761" sldId="279"/>
            <ac:spMk id="3" creationId="{9F3149EA-A991-691D-D4F3-035A636EE4A2}"/>
          </ac:spMkLst>
        </pc:spChg>
        <pc:picChg chg="add mod">
          <ac:chgData name="Sara Muneeb" userId="29b624b1-a719-43f5-9b52-388cd4043c04" providerId="ADAL" clId="{1B8306CC-3EB3-4E79-8CF8-E5FDA85816BB}" dt="2022-11-24T11:33:38.975" v="4573" actId="1036"/>
          <ac:picMkLst>
            <pc:docMk/>
            <pc:sldMk cId="607249761" sldId="279"/>
            <ac:picMk id="5" creationId="{D659D4FD-8AD8-2497-B1C1-1D922529D61A}"/>
          </ac:picMkLst>
        </pc:picChg>
      </pc:sldChg>
      <pc:sldChg chg="addSp delSp modSp new mod">
        <pc:chgData name="Sara Muneeb" userId="29b624b1-a719-43f5-9b52-388cd4043c04" providerId="ADAL" clId="{1B8306CC-3EB3-4E79-8CF8-E5FDA85816BB}" dt="2022-11-24T11:32:01.079" v="4513" actId="123"/>
        <pc:sldMkLst>
          <pc:docMk/>
          <pc:sldMk cId="1915487802" sldId="280"/>
        </pc:sldMkLst>
        <pc:spChg chg="mod">
          <ac:chgData name="Sara Muneeb" userId="29b624b1-a719-43f5-9b52-388cd4043c04" providerId="ADAL" clId="{1B8306CC-3EB3-4E79-8CF8-E5FDA85816BB}" dt="2022-11-23T08:42:46.758" v="345" actId="20577"/>
          <ac:spMkLst>
            <pc:docMk/>
            <pc:sldMk cId="1915487802" sldId="280"/>
            <ac:spMk id="2" creationId="{FEB30658-A74B-8C9D-DBDB-17DC53CE3B02}"/>
          </ac:spMkLst>
        </pc:spChg>
        <pc:spChg chg="mod">
          <ac:chgData name="Sara Muneeb" userId="29b624b1-a719-43f5-9b52-388cd4043c04" providerId="ADAL" clId="{1B8306CC-3EB3-4E79-8CF8-E5FDA85816BB}" dt="2022-11-24T11:32:01.079" v="4513" actId="123"/>
          <ac:spMkLst>
            <pc:docMk/>
            <pc:sldMk cId="1915487802" sldId="280"/>
            <ac:spMk id="3" creationId="{029D93F4-A944-120B-74AA-4E960EE935C5}"/>
          </ac:spMkLst>
        </pc:spChg>
        <pc:spChg chg="add del">
          <ac:chgData name="Sara Muneeb" userId="29b624b1-a719-43f5-9b52-388cd4043c04" providerId="ADAL" clId="{1B8306CC-3EB3-4E79-8CF8-E5FDA85816BB}" dt="2022-11-24T11:31:10.514" v="4505"/>
          <ac:spMkLst>
            <pc:docMk/>
            <pc:sldMk cId="1915487802" sldId="280"/>
            <ac:spMk id="4" creationId="{5215EFB5-F634-F51A-FF0F-EFEB11F36976}"/>
          </ac:spMkLst>
        </pc:spChg>
        <pc:picChg chg="add mod">
          <ac:chgData name="Sara Muneeb" userId="29b624b1-a719-43f5-9b52-388cd4043c04" providerId="ADAL" clId="{1B8306CC-3EB3-4E79-8CF8-E5FDA85816BB}" dt="2022-11-24T11:31:57.500" v="4512" actId="1076"/>
          <ac:picMkLst>
            <pc:docMk/>
            <pc:sldMk cId="1915487802" sldId="280"/>
            <ac:picMk id="12292" creationId="{8D5A06D9-0AD9-621F-9859-9CB58F38B339}"/>
          </ac:picMkLst>
        </pc:picChg>
      </pc:sldChg>
      <pc:sldChg chg="addSp modSp new mod">
        <pc:chgData name="Sara Muneeb" userId="29b624b1-a719-43f5-9b52-388cd4043c04" providerId="ADAL" clId="{1B8306CC-3EB3-4E79-8CF8-E5FDA85816BB}" dt="2022-11-24T11:35:51.386" v="4594" actId="1076"/>
        <pc:sldMkLst>
          <pc:docMk/>
          <pc:sldMk cId="3190139180" sldId="281"/>
        </pc:sldMkLst>
        <pc:spChg chg="mod">
          <ac:chgData name="Sara Muneeb" userId="29b624b1-a719-43f5-9b52-388cd4043c04" providerId="ADAL" clId="{1B8306CC-3EB3-4E79-8CF8-E5FDA85816BB}" dt="2022-11-23T08:46:12.013" v="403" actId="20577"/>
          <ac:spMkLst>
            <pc:docMk/>
            <pc:sldMk cId="3190139180" sldId="281"/>
            <ac:spMk id="2" creationId="{0FDFE053-BB84-0BC9-304B-971A912B7E90}"/>
          </ac:spMkLst>
        </pc:spChg>
        <pc:spChg chg="mod">
          <ac:chgData name="Sara Muneeb" userId="29b624b1-a719-43f5-9b52-388cd4043c04" providerId="ADAL" clId="{1B8306CC-3EB3-4E79-8CF8-E5FDA85816BB}" dt="2022-11-24T11:34:13.590" v="4587" actId="27636"/>
          <ac:spMkLst>
            <pc:docMk/>
            <pc:sldMk cId="3190139180" sldId="281"/>
            <ac:spMk id="3" creationId="{516D0E45-CB98-FF5D-BC85-B8C72E326E1C}"/>
          </ac:spMkLst>
        </pc:spChg>
        <pc:picChg chg="add mod">
          <ac:chgData name="Sara Muneeb" userId="29b624b1-a719-43f5-9b52-388cd4043c04" providerId="ADAL" clId="{1B8306CC-3EB3-4E79-8CF8-E5FDA85816BB}" dt="2022-11-24T11:35:51.386" v="4594" actId="1076"/>
          <ac:picMkLst>
            <pc:docMk/>
            <pc:sldMk cId="3190139180" sldId="281"/>
            <ac:picMk id="14338" creationId="{3B95CEDD-426D-F78E-A8CD-7642ECF3C14E}"/>
          </ac:picMkLst>
        </pc:picChg>
      </pc:sldChg>
      <pc:sldChg chg="addSp modSp new mod">
        <pc:chgData name="Sara Muneeb" userId="29b624b1-a719-43f5-9b52-388cd4043c04" providerId="ADAL" clId="{1B8306CC-3EB3-4E79-8CF8-E5FDA85816BB}" dt="2022-11-24T11:35:18.357" v="4591" actId="1076"/>
        <pc:sldMkLst>
          <pc:docMk/>
          <pc:sldMk cId="2415073261" sldId="282"/>
        </pc:sldMkLst>
        <pc:spChg chg="mod">
          <ac:chgData name="Sara Muneeb" userId="29b624b1-a719-43f5-9b52-388cd4043c04" providerId="ADAL" clId="{1B8306CC-3EB3-4E79-8CF8-E5FDA85816BB}" dt="2022-11-23T09:23:09.829" v="463" actId="20577"/>
          <ac:spMkLst>
            <pc:docMk/>
            <pc:sldMk cId="2415073261" sldId="282"/>
            <ac:spMk id="2" creationId="{565F767A-389F-0E44-052A-64664E73D59B}"/>
          </ac:spMkLst>
        </pc:spChg>
        <pc:spChg chg="mod">
          <ac:chgData name="Sara Muneeb" userId="29b624b1-a719-43f5-9b52-388cd4043c04" providerId="ADAL" clId="{1B8306CC-3EB3-4E79-8CF8-E5FDA85816BB}" dt="2022-11-24T11:34:27.901" v="4589" actId="15"/>
          <ac:spMkLst>
            <pc:docMk/>
            <pc:sldMk cId="2415073261" sldId="282"/>
            <ac:spMk id="3" creationId="{AC5E4B85-C20C-36B3-3D21-4A7CA06123F9}"/>
          </ac:spMkLst>
        </pc:spChg>
        <pc:picChg chg="add mod">
          <ac:chgData name="Sara Muneeb" userId="29b624b1-a719-43f5-9b52-388cd4043c04" providerId="ADAL" clId="{1B8306CC-3EB3-4E79-8CF8-E5FDA85816BB}" dt="2022-11-24T11:35:18.357" v="4591" actId="1076"/>
          <ac:picMkLst>
            <pc:docMk/>
            <pc:sldMk cId="2415073261" sldId="282"/>
            <ac:picMk id="13314" creationId="{8CEFB6AA-4EE3-01F4-C210-D6FBAD12A577}"/>
          </ac:picMkLst>
        </pc:picChg>
      </pc:sldChg>
      <pc:sldChg chg="addSp delSp modSp new mod">
        <pc:chgData name="Sara Muneeb" userId="29b624b1-a719-43f5-9b52-388cd4043c04" providerId="ADAL" clId="{1B8306CC-3EB3-4E79-8CF8-E5FDA85816BB}" dt="2022-11-24T11:36:04.234" v="4597" actId="113"/>
        <pc:sldMkLst>
          <pc:docMk/>
          <pc:sldMk cId="3214258101" sldId="283"/>
        </pc:sldMkLst>
        <pc:spChg chg="mod">
          <ac:chgData name="Sara Muneeb" userId="29b624b1-a719-43f5-9b52-388cd4043c04" providerId="ADAL" clId="{1B8306CC-3EB3-4E79-8CF8-E5FDA85816BB}" dt="2022-11-23T09:25:27.262" v="552" actId="20577"/>
          <ac:spMkLst>
            <pc:docMk/>
            <pc:sldMk cId="3214258101" sldId="283"/>
            <ac:spMk id="2" creationId="{A5C40206-7549-D8DC-27DD-37510EA8596B}"/>
          </ac:spMkLst>
        </pc:spChg>
        <pc:spChg chg="mod">
          <ac:chgData name="Sara Muneeb" userId="29b624b1-a719-43f5-9b52-388cd4043c04" providerId="ADAL" clId="{1B8306CC-3EB3-4E79-8CF8-E5FDA85816BB}" dt="2022-11-24T11:36:04.234" v="4597" actId="113"/>
          <ac:spMkLst>
            <pc:docMk/>
            <pc:sldMk cId="3214258101" sldId="283"/>
            <ac:spMk id="3" creationId="{30933CDD-CDE3-C19C-F2B1-53C3354B629E}"/>
          </ac:spMkLst>
        </pc:spChg>
        <pc:picChg chg="add del">
          <ac:chgData name="Sara Muneeb" userId="29b624b1-a719-43f5-9b52-388cd4043c04" providerId="ADAL" clId="{1B8306CC-3EB3-4E79-8CF8-E5FDA85816BB}" dt="2022-11-24T11:36:03.280" v="4596"/>
          <ac:picMkLst>
            <pc:docMk/>
            <pc:sldMk cId="3214258101" sldId="283"/>
            <ac:picMk id="15362" creationId="{A91765E3-CC24-224E-593A-1258AF927527}"/>
          </ac:picMkLst>
        </pc:picChg>
      </pc:sldChg>
      <pc:sldChg chg="modSp new mod">
        <pc:chgData name="Sara Muneeb" userId="29b624b1-a719-43f5-9b52-388cd4043c04" providerId="ADAL" clId="{1B8306CC-3EB3-4E79-8CF8-E5FDA85816BB}" dt="2022-11-24T11:36:07.076" v="4598" actId="113"/>
        <pc:sldMkLst>
          <pc:docMk/>
          <pc:sldMk cId="2598223408" sldId="284"/>
        </pc:sldMkLst>
        <pc:spChg chg="mod">
          <ac:chgData name="Sara Muneeb" userId="29b624b1-a719-43f5-9b52-388cd4043c04" providerId="ADAL" clId="{1B8306CC-3EB3-4E79-8CF8-E5FDA85816BB}" dt="2022-11-24T04:57:56.270" v="629" actId="20577"/>
          <ac:spMkLst>
            <pc:docMk/>
            <pc:sldMk cId="2598223408" sldId="284"/>
            <ac:spMk id="2" creationId="{629CA22E-DE2D-3B0F-1892-A64F4353CBFC}"/>
          </ac:spMkLst>
        </pc:spChg>
        <pc:spChg chg="mod">
          <ac:chgData name="Sara Muneeb" userId="29b624b1-a719-43f5-9b52-388cd4043c04" providerId="ADAL" clId="{1B8306CC-3EB3-4E79-8CF8-E5FDA85816BB}" dt="2022-11-24T11:36:07.076" v="4598" actId="113"/>
          <ac:spMkLst>
            <pc:docMk/>
            <pc:sldMk cId="2598223408" sldId="284"/>
            <ac:spMk id="3" creationId="{A0498703-06F5-43B3-9860-B1DE926EAAF0}"/>
          </ac:spMkLst>
        </pc:spChg>
      </pc:sldChg>
      <pc:sldChg chg="modSp new mod">
        <pc:chgData name="Sara Muneeb" userId="29b624b1-a719-43f5-9b52-388cd4043c04" providerId="ADAL" clId="{1B8306CC-3EB3-4E79-8CF8-E5FDA85816BB}" dt="2022-11-24T11:36:15.114" v="4599" actId="20577"/>
        <pc:sldMkLst>
          <pc:docMk/>
          <pc:sldMk cId="1163340828" sldId="285"/>
        </pc:sldMkLst>
        <pc:spChg chg="mod">
          <ac:chgData name="Sara Muneeb" userId="29b624b1-a719-43f5-9b52-388cd4043c04" providerId="ADAL" clId="{1B8306CC-3EB3-4E79-8CF8-E5FDA85816BB}" dt="2022-11-24T04:59:13.311" v="677" actId="20577"/>
          <ac:spMkLst>
            <pc:docMk/>
            <pc:sldMk cId="1163340828" sldId="285"/>
            <ac:spMk id="2" creationId="{B7B1E24E-9C0D-6DC8-615F-FBA6FE9E0E07}"/>
          </ac:spMkLst>
        </pc:spChg>
        <pc:spChg chg="mod">
          <ac:chgData name="Sara Muneeb" userId="29b624b1-a719-43f5-9b52-388cd4043c04" providerId="ADAL" clId="{1B8306CC-3EB3-4E79-8CF8-E5FDA85816BB}" dt="2022-11-24T11:36:15.114" v="4599" actId="20577"/>
          <ac:spMkLst>
            <pc:docMk/>
            <pc:sldMk cId="1163340828" sldId="285"/>
            <ac:spMk id="3" creationId="{46E30DE5-77BA-57DA-26B6-8236C957DDBE}"/>
          </ac:spMkLst>
        </pc:spChg>
      </pc:sldChg>
      <pc:sldChg chg="modSp new mod">
        <pc:chgData name="Sara Muneeb" userId="29b624b1-a719-43f5-9b52-388cd4043c04" providerId="ADAL" clId="{1B8306CC-3EB3-4E79-8CF8-E5FDA85816BB}" dt="2022-11-24T11:36:37.209" v="4603" actId="27636"/>
        <pc:sldMkLst>
          <pc:docMk/>
          <pc:sldMk cId="3764304900" sldId="286"/>
        </pc:sldMkLst>
        <pc:spChg chg="mod">
          <ac:chgData name="Sara Muneeb" userId="29b624b1-a719-43f5-9b52-388cd4043c04" providerId="ADAL" clId="{1B8306CC-3EB3-4E79-8CF8-E5FDA85816BB}" dt="2022-11-24T05:00:28.237" v="700" actId="20577"/>
          <ac:spMkLst>
            <pc:docMk/>
            <pc:sldMk cId="3764304900" sldId="286"/>
            <ac:spMk id="2" creationId="{686205B4-D4A0-248D-FBDB-29ACE4CF9819}"/>
          </ac:spMkLst>
        </pc:spChg>
        <pc:spChg chg="mod">
          <ac:chgData name="Sara Muneeb" userId="29b624b1-a719-43f5-9b52-388cd4043c04" providerId="ADAL" clId="{1B8306CC-3EB3-4E79-8CF8-E5FDA85816BB}" dt="2022-11-24T11:36:37.209" v="4603" actId="27636"/>
          <ac:spMkLst>
            <pc:docMk/>
            <pc:sldMk cId="3764304900" sldId="286"/>
            <ac:spMk id="3" creationId="{5C5C3B9C-C314-AD0D-1F92-A0B3316DDC1E}"/>
          </ac:spMkLst>
        </pc:spChg>
      </pc:sldChg>
      <pc:sldChg chg="addSp modSp new mod">
        <pc:chgData name="Sara Muneeb" userId="29b624b1-a719-43f5-9b52-388cd4043c04" providerId="ADAL" clId="{1B8306CC-3EB3-4E79-8CF8-E5FDA85816BB}" dt="2022-11-24T11:38:35.685" v="4610" actId="1076"/>
        <pc:sldMkLst>
          <pc:docMk/>
          <pc:sldMk cId="610554424" sldId="287"/>
        </pc:sldMkLst>
        <pc:spChg chg="mod">
          <ac:chgData name="Sara Muneeb" userId="29b624b1-a719-43f5-9b52-388cd4043c04" providerId="ADAL" clId="{1B8306CC-3EB3-4E79-8CF8-E5FDA85816BB}" dt="2022-11-24T05:02:42.714" v="778" actId="20577"/>
          <ac:spMkLst>
            <pc:docMk/>
            <pc:sldMk cId="610554424" sldId="287"/>
            <ac:spMk id="2" creationId="{6772C05C-17FF-F418-0C5E-9E7E817277A5}"/>
          </ac:spMkLst>
        </pc:spChg>
        <pc:spChg chg="mod">
          <ac:chgData name="Sara Muneeb" userId="29b624b1-a719-43f5-9b52-388cd4043c04" providerId="ADAL" clId="{1B8306CC-3EB3-4E79-8CF8-E5FDA85816BB}" dt="2022-11-24T11:38:24.484" v="4607" actId="404"/>
          <ac:spMkLst>
            <pc:docMk/>
            <pc:sldMk cId="610554424" sldId="287"/>
            <ac:spMk id="3" creationId="{A1DAB5FA-AC2E-CEBD-7DB0-AEAE6EF479DE}"/>
          </ac:spMkLst>
        </pc:spChg>
        <pc:picChg chg="add mod">
          <ac:chgData name="Sara Muneeb" userId="29b624b1-a719-43f5-9b52-388cd4043c04" providerId="ADAL" clId="{1B8306CC-3EB3-4E79-8CF8-E5FDA85816BB}" dt="2022-11-24T11:38:35.685" v="4610" actId="1076"/>
          <ac:picMkLst>
            <pc:docMk/>
            <pc:sldMk cId="610554424" sldId="287"/>
            <ac:picMk id="16386" creationId="{55BC60D7-2199-C470-C37B-9A4D00D7157C}"/>
          </ac:picMkLst>
        </pc:picChg>
      </pc:sldChg>
      <pc:sldChg chg="addSp modSp new mod">
        <pc:chgData name="Sara Muneeb" userId="29b624b1-a719-43f5-9b52-388cd4043c04" providerId="ADAL" clId="{1B8306CC-3EB3-4E79-8CF8-E5FDA85816BB}" dt="2022-11-24T11:40:13.918" v="4624" actId="1076"/>
        <pc:sldMkLst>
          <pc:docMk/>
          <pc:sldMk cId="3020482031" sldId="288"/>
        </pc:sldMkLst>
        <pc:spChg chg="mod">
          <ac:chgData name="Sara Muneeb" userId="29b624b1-a719-43f5-9b52-388cd4043c04" providerId="ADAL" clId="{1B8306CC-3EB3-4E79-8CF8-E5FDA85816BB}" dt="2022-11-24T05:05:16.591" v="930" actId="20577"/>
          <ac:spMkLst>
            <pc:docMk/>
            <pc:sldMk cId="3020482031" sldId="288"/>
            <ac:spMk id="2" creationId="{F2744C4F-2ADA-2E7B-CF1B-114BCAF2B132}"/>
          </ac:spMkLst>
        </pc:spChg>
        <pc:spChg chg="mod">
          <ac:chgData name="Sara Muneeb" userId="29b624b1-a719-43f5-9b52-388cd4043c04" providerId="ADAL" clId="{1B8306CC-3EB3-4E79-8CF8-E5FDA85816BB}" dt="2022-11-24T11:39:08.751" v="4613" actId="123"/>
          <ac:spMkLst>
            <pc:docMk/>
            <pc:sldMk cId="3020482031" sldId="288"/>
            <ac:spMk id="3" creationId="{19C5CC02-8DA8-62C1-0037-BCEA7F71F149}"/>
          </ac:spMkLst>
        </pc:spChg>
        <pc:picChg chg="add mod">
          <ac:chgData name="Sara Muneeb" userId="29b624b1-a719-43f5-9b52-388cd4043c04" providerId="ADAL" clId="{1B8306CC-3EB3-4E79-8CF8-E5FDA85816BB}" dt="2022-11-24T11:40:13.918" v="4624" actId="1076"/>
          <ac:picMkLst>
            <pc:docMk/>
            <pc:sldMk cId="3020482031" sldId="288"/>
            <ac:picMk id="17410" creationId="{948F2CE4-FFB7-DAC0-1604-CD041BBB9FA5}"/>
          </ac:picMkLst>
        </pc:picChg>
      </pc:sldChg>
      <pc:sldChg chg="addSp modSp new mod">
        <pc:chgData name="Sara Muneeb" userId="29b624b1-a719-43f5-9b52-388cd4043c04" providerId="ADAL" clId="{1B8306CC-3EB3-4E79-8CF8-E5FDA85816BB}" dt="2022-11-24T11:43:21.851" v="4674" actId="1076"/>
        <pc:sldMkLst>
          <pc:docMk/>
          <pc:sldMk cId="25240944" sldId="289"/>
        </pc:sldMkLst>
        <pc:spChg chg="mod">
          <ac:chgData name="Sara Muneeb" userId="29b624b1-a719-43f5-9b52-388cd4043c04" providerId="ADAL" clId="{1B8306CC-3EB3-4E79-8CF8-E5FDA85816BB}" dt="2022-11-24T11:40:21.707" v="4626" actId="1076"/>
          <ac:spMkLst>
            <pc:docMk/>
            <pc:sldMk cId="25240944" sldId="289"/>
            <ac:spMk id="2" creationId="{924E335E-C24A-8A3A-4A6D-C61E74A4BE8C}"/>
          </ac:spMkLst>
        </pc:spChg>
        <pc:spChg chg="mod">
          <ac:chgData name="Sara Muneeb" userId="29b624b1-a719-43f5-9b52-388cd4043c04" providerId="ADAL" clId="{1B8306CC-3EB3-4E79-8CF8-E5FDA85816BB}" dt="2022-11-24T11:40:18.604" v="4625" actId="123"/>
          <ac:spMkLst>
            <pc:docMk/>
            <pc:sldMk cId="25240944" sldId="289"/>
            <ac:spMk id="3" creationId="{A8CFFD53-F00D-7ED9-03D3-7BB250350ABE}"/>
          </ac:spMkLst>
        </pc:spChg>
        <pc:picChg chg="add mod">
          <ac:chgData name="Sara Muneeb" userId="29b624b1-a719-43f5-9b52-388cd4043c04" providerId="ADAL" clId="{1B8306CC-3EB3-4E79-8CF8-E5FDA85816BB}" dt="2022-11-24T11:43:21.851" v="4674" actId="1076"/>
          <ac:picMkLst>
            <pc:docMk/>
            <pc:sldMk cId="25240944" sldId="289"/>
            <ac:picMk id="19458" creationId="{DD4303E1-7061-A7B7-BF23-D797FA4DC869}"/>
          </ac:picMkLst>
        </pc:picChg>
      </pc:sldChg>
      <pc:sldChg chg="addSp modSp new mod">
        <pc:chgData name="Sara Muneeb" userId="29b624b1-a719-43f5-9b52-388cd4043c04" providerId="ADAL" clId="{1B8306CC-3EB3-4E79-8CF8-E5FDA85816BB}" dt="2022-11-24T05:31:04.303" v="1072" actId="1076"/>
        <pc:sldMkLst>
          <pc:docMk/>
          <pc:sldMk cId="2249725786" sldId="290"/>
        </pc:sldMkLst>
        <pc:spChg chg="mod">
          <ac:chgData name="Sara Muneeb" userId="29b624b1-a719-43f5-9b52-388cd4043c04" providerId="ADAL" clId="{1B8306CC-3EB3-4E79-8CF8-E5FDA85816BB}" dt="2022-11-24T05:19:08.607" v="1058" actId="20577"/>
          <ac:spMkLst>
            <pc:docMk/>
            <pc:sldMk cId="2249725786" sldId="290"/>
            <ac:spMk id="2" creationId="{7167DA18-9C6C-9FFA-B00E-21186D41D72B}"/>
          </ac:spMkLst>
        </pc:spChg>
        <pc:spChg chg="mod">
          <ac:chgData name="Sara Muneeb" userId="29b624b1-a719-43f5-9b52-388cd4043c04" providerId="ADAL" clId="{1B8306CC-3EB3-4E79-8CF8-E5FDA85816BB}" dt="2022-11-24T05:29:50.013" v="1069" actId="20577"/>
          <ac:spMkLst>
            <pc:docMk/>
            <pc:sldMk cId="2249725786" sldId="290"/>
            <ac:spMk id="3" creationId="{DD43358B-1CD1-3E3D-CFE0-A750DB203430}"/>
          </ac:spMkLst>
        </pc:spChg>
        <pc:picChg chg="add mod">
          <ac:chgData name="Sara Muneeb" userId="29b624b1-a719-43f5-9b52-388cd4043c04" providerId="ADAL" clId="{1B8306CC-3EB3-4E79-8CF8-E5FDA85816BB}" dt="2022-11-24T05:31:04.303" v="1072" actId="1076"/>
          <ac:picMkLst>
            <pc:docMk/>
            <pc:sldMk cId="2249725786" sldId="290"/>
            <ac:picMk id="5" creationId="{333A8F63-F6ED-E063-25A5-187770B4C88C}"/>
          </ac:picMkLst>
        </pc:picChg>
      </pc:sldChg>
      <pc:sldChg chg="modSp new mod">
        <pc:chgData name="Sara Muneeb" userId="29b624b1-a719-43f5-9b52-388cd4043c04" providerId="ADAL" clId="{1B8306CC-3EB3-4E79-8CF8-E5FDA85816BB}" dt="2022-11-24T07:12:55.802" v="1216" actId="20577"/>
        <pc:sldMkLst>
          <pc:docMk/>
          <pc:sldMk cId="3610408976" sldId="291"/>
        </pc:sldMkLst>
        <pc:spChg chg="mod">
          <ac:chgData name="Sara Muneeb" userId="29b624b1-a719-43f5-9b52-388cd4043c04" providerId="ADAL" clId="{1B8306CC-3EB3-4E79-8CF8-E5FDA85816BB}" dt="2022-11-24T05:32:05.976" v="1089" actId="313"/>
          <ac:spMkLst>
            <pc:docMk/>
            <pc:sldMk cId="3610408976" sldId="291"/>
            <ac:spMk id="2" creationId="{58CF2B64-DA17-50C7-24CE-FDD09F661064}"/>
          </ac:spMkLst>
        </pc:spChg>
        <pc:spChg chg="mod">
          <ac:chgData name="Sara Muneeb" userId="29b624b1-a719-43f5-9b52-388cd4043c04" providerId="ADAL" clId="{1B8306CC-3EB3-4E79-8CF8-E5FDA85816BB}" dt="2022-11-24T07:12:55.802" v="1216" actId="20577"/>
          <ac:spMkLst>
            <pc:docMk/>
            <pc:sldMk cId="3610408976" sldId="291"/>
            <ac:spMk id="3" creationId="{666BA441-274D-6F01-D3D0-443A4E071061}"/>
          </ac:spMkLst>
        </pc:spChg>
      </pc:sldChg>
      <pc:sldChg chg="addSp delSp modSp new mod">
        <pc:chgData name="Sara Muneeb" userId="29b624b1-a719-43f5-9b52-388cd4043c04" providerId="ADAL" clId="{1B8306CC-3EB3-4E79-8CF8-E5FDA85816BB}" dt="2022-11-24T11:48:59.801" v="4681" actId="1076"/>
        <pc:sldMkLst>
          <pc:docMk/>
          <pc:sldMk cId="192924341" sldId="292"/>
        </pc:sldMkLst>
        <pc:spChg chg="mod">
          <ac:chgData name="Sara Muneeb" userId="29b624b1-a719-43f5-9b52-388cd4043c04" providerId="ADAL" clId="{1B8306CC-3EB3-4E79-8CF8-E5FDA85816BB}" dt="2022-11-24T07:14:14.476" v="1264" actId="20577"/>
          <ac:spMkLst>
            <pc:docMk/>
            <pc:sldMk cId="192924341" sldId="292"/>
            <ac:spMk id="2" creationId="{BFC93EED-57E1-89DE-A6EB-5AA0A4EB356E}"/>
          </ac:spMkLst>
        </pc:spChg>
        <pc:spChg chg="mod">
          <ac:chgData name="Sara Muneeb" userId="29b624b1-a719-43f5-9b52-388cd4043c04" providerId="ADAL" clId="{1B8306CC-3EB3-4E79-8CF8-E5FDA85816BB}" dt="2022-11-24T07:32:39.235" v="1286" actId="20577"/>
          <ac:spMkLst>
            <pc:docMk/>
            <pc:sldMk cId="192924341" sldId="292"/>
            <ac:spMk id="3" creationId="{E5686BDE-1F3E-CDC6-1F17-58236D66E4D3}"/>
          </ac:spMkLst>
        </pc:spChg>
        <pc:spChg chg="add del">
          <ac:chgData name="Sara Muneeb" userId="29b624b1-a719-43f5-9b52-388cd4043c04" providerId="ADAL" clId="{1B8306CC-3EB3-4E79-8CF8-E5FDA85816BB}" dt="2022-11-24T11:48:37.730" v="4676" actId="22"/>
          <ac:spMkLst>
            <pc:docMk/>
            <pc:sldMk cId="192924341" sldId="292"/>
            <ac:spMk id="5" creationId="{3DCB70B1-375E-3115-73CD-B7A3573479FB}"/>
          </ac:spMkLst>
        </pc:spChg>
        <pc:picChg chg="add mod">
          <ac:chgData name="Sara Muneeb" userId="29b624b1-a719-43f5-9b52-388cd4043c04" providerId="ADAL" clId="{1B8306CC-3EB3-4E79-8CF8-E5FDA85816BB}" dt="2022-11-24T11:48:59.801" v="4681" actId="1076"/>
          <ac:picMkLst>
            <pc:docMk/>
            <pc:sldMk cId="192924341" sldId="292"/>
            <ac:picMk id="7" creationId="{8590D1DC-CA73-F254-6546-B65CC01190B4}"/>
          </ac:picMkLst>
        </pc:picChg>
      </pc:sldChg>
      <pc:sldChg chg="modSp new mod">
        <pc:chgData name="Sara Muneeb" userId="29b624b1-a719-43f5-9b52-388cd4043c04" providerId="ADAL" clId="{1B8306CC-3EB3-4E79-8CF8-E5FDA85816BB}" dt="2022-11-24T08:06:29.704" v="1474" actId="20577"/>
        <pc:sldMkLst>
          <pc:docMk/>
          <pc:sldMk cId="2012698245" sldId="293"/>
        </pc:sldMkLst>
        <pc:spChg chg="mod">
          <ac:chgData name="Sara Muneeb" userId="29b624b1-a719-43f5-9b52-388cd4043c04" providerId="ADAL" clId="{1B8306CC-3EB3-4E79-8CF8-E5FDA85816BB}" dt="2022-11-24T07:32:54.729" v="1312" actId="20577"/>
          <ac:spMkLst>
            <pc:docMk/>
            <pc:sldMk cId="2012698245" sldId="293"/>
            <ac:spMk id="2" creationId="{3E5C9015-ACAC-6C7B-76AC-7CB638C817D7}"/>
          </ac:spMkLst>
        </pc:spChg>
        <pc:spChg chg="mod">
          <ac:chgData name="Sara Muneeb" userId="29b624b1-a719-43f5-9b52-388cd4043c04" providerId="ADAL" clId="{1B8306CC-3EB3-4E79-8CF8-E5FDA85816BB}" dt="2022-11-24T08:06:29.704" v="1474" actId="20577"/>
          <ac:spMkLst>
            <pc:docMk/>
            <pc:sldMk cId="2012698245" sldId="293"/>
            <ac:spMk id="3" creationId="{5BA8928C-F98C-7DFC-71C2-A665537505D7}"/>
          </ac:spMkLst>
        </pc:spChg>
      </pc:sldChg>
      <pc:sldChg chg="addSp modSp new mod">
        <pc:chgData name="Sara Muneeb" userId="29b624b1-a719-43f5-9b52-388cd4043c04" providerId="ADAL" clId="{1B8306CC-3EB3-4E79-8CF8-E5FDA85816BB}" dt="2022-11-24T11:51:28.448" v="4687" actId="1076"/>
        <pc:sldMkLst>
          <pc:docMk/>
          <pc:sldMk cId="4002966167" sldId="294"/>
        </pc:sldMkLst>
        <pc:spChg chg="mod">
          <ac:chgData name="Sara Muneeb" userId="29b624b1-a719-43f5-9b52-388cd4043c04" providerId="ADAL" clId="{1B8306CC-3EB3-4E79-8CF8-E5FDA85816BB}" dt="2022-11-24T08:06:51.339" v="1504" actId="20577"/>
          <ac:spMkLst>
            <pc:docMk/>
            <pc:sldMk cId="4002966167" sldId="294"/>
            <ac:spMk id="2" creationId="{34980EB5-294F-2FB4-381F-89DEA1FCA92C}"/>
          </ac:spMkLst>
        </pc:spChg>
        <pc:spChg chg="mod">
          <ac:chgData name="Sara Muneeb" userId="29b624b1-a719-43f5-9b52-388cd4043c04" providerId="ADAL" clId="{1B8306CC-3EB3-4E79-8CF8-E5FDA85816BB}" dt="2022-11-24T11:50:42.621" v="4682" actId="404"/>
          <ac:spMkLst>
            <pc:docMk/>
            <pc:sldMk cId="4002966167" sldId="294"/>
            <ac:spMk id="3" creationId="{7CE30D16-7612-6188-8F6C-3CD7AB3FBE0E}"/>
          </ac:spMkLst>
        </pc:spChg>
        <pc:picChg chg="add mod">
          <ac:chgData name="Sara Muneeb" userId="29b624b1-a719-43f5-9b52-388cd4043c04" providerId="ADAL" clId="{1B8306CC-3EB3-4E79-8CF8-E5FDA85816BB}" dt="2022-11-24T11:51:28.448" v="4687" actId="1076"/>
          <ac:picMkLst>
            <pc:docMk/>
            <pc:sldMk cId="4002966167" sldId="294"/>
            <ac:picMk id="20482" creationId="{2029C145-B0E5-D260-E82F-B848C2A4E656}"/>
          </ac:picMkLst>
        </pc:picChg>
      </pc:sldChg>
      <pc:sldChg chg="addSp delSp modSp new mod">
        <pc:chgData name="Sara Muneeb" userId="29b624b1-a719-43f5-9b52-388cd4043c04" providerId="ADAL" clId="{1B8306CC-3EB3-4E79-8CF8-E5FDA85816BB}" dt="2022-11-24T08:35:31.896" v="1872" actId="1076"/>
        <pc:sldMkLst>
          <pc:docMk/>
          <pc:sldMk cId="2954718911" sldId="295"/>
        </pc:sldMkLst>
        <pc:spChg chg="mod">
          <ac:chgData name="Sara Muneeb" userId="29b624b1-a719-43f5-9b52-388cd4043c04" providerId="ADAL" clId="{1B8306CC-3EB3-4E79-8CF8-E5FDA85816BB}" dt="2022-11-24T08:10:45.934" v="1742" actId="20577"/>
          <ac:spMkLst>
            <pc:docMk/>
            <pc:sldMk cId="2954718911" sldId="295"/>
            <ac:spMk id="2" creationId="{01C4B72A-536F-6921-B729-C8266336B751}"/>
          </ac:spMkLst>
        </pc:spChg>
        <pc:spChg chg="mod">
          <ac:chgData name="Sara Muneeb" userId="29b624b1-a719-43f5-9b52-388cd4043c04" providerId="ADAL" clId="{1B8306CC-3EB3-4E79-8CF8-E5FDA85816BB}" dt="2022-11-24T08:35:21.620" v="1870" actId="12"/>
          <ac:spMkLst>
            <pc:docMk/>
            <pc:sldMk cId="2954718911" sldId="295"/>
            <ac:spMk id="3" creationId="{1DBCD4F1-DF04-623C-3D1D-093457240F75}"/>
          </ac:spMkLst>
        </pc:spChg>
        <pc:picChg chg="add del mod">
          <ac:chgData name="Sara Muneeb" userId="29b624b1-a719-43f5-9b52-388cd4043c04" providerId="ADAL" clId="{1B8306CC-3EB3-4E79-8CF8-E5FDA85816BB}" dt="2022-11-24T08:33:41.579" v="1859" actId="22"/>
          <ac:picMkLst>
            <pc:docMk/>
            <pc:sldMk cId="2954718911" sldId="295"/>
            <ac:picMk id="5" creationId="{FB69387B-2CBF-8945-B1F0-64F377DB0355}"/>
          </ac:picMkLst>
        </pc:picChg>
        <pc:picChg chg="add mod">
          <ac:chgData name="Sara Muneeb" userId="29b624b1-a719-43f5-9b52-388cd4043c04" providerId="ADAL" clId="{1B8306CC-3EB3-4E79-8CF8-E5FDA85816BB}" dt="2022-11-24T08:35:31.896" v="1872" actId="1076"/>
          <ac:picMkLst>
            <pc:docMk/>
            <pc:sldMk cId="2954718911" sldId="295"/>
            <ac:picMk id="7" creationId="{EADE9130-86E2-4438-5FCF-84693FFE9111}"/>
          </ac:picMkLst>
        </pc:picChg>
        <pc:picChg chg="add mod">
          <ac:chgData name="Sara Muneeb" userId="29b624b1-a719-43f5-9b52-388cd4043c04" providerId="ADAL" clId="{1B8306CC-3EB3-4E79-8CF8-E5FDA85816BB}" dt="2022-11-24T08:35:27.037" v="1871" actId="1076"/>
          <ac:picMkLst>
            <pc:docMk/>
            <pc:sldMk cId="2954718911" sldId="295"/>
            <ac:picMk id="9" creationId="{296AAAF1-288A-7AF6-5E64-B49CA0BEB002}"/>
          </ac:picMkLst>
        </pc:picChg>
      </pc:sldChg>
      <pc:sldChg chg="modSp new mod">
        <pc:chgData name="Sara Muneeb" userId="29b624b1-a719-43f5-9b52-388cd4043c04" providerId="ADAL" clId="{1B8306CC-3EB3-4E79-8CF8-E5FDA85816BB}" dt="2022-11-24T08:49:03.248" v="1967" actId="313"/>
        <pc:sldMkLst>
          <pc:docMk/>
          <pc:sldMk cId="2279228112" sldId="296"/>
        </pc:sldMkLst>
        <pc:spChg chg="mod">
          <ac:chgData name="Sara Muneeb" userId="29b624b1-a719-43f5-9b52-388cd4043c04" providerId="ADAL" clId="{1B8306CC-3EB3-4E79-8CF8-E5FDA85816BB}" dt="2022-11-24T08:43:55.146" v="1897" actId="20577"/>
          <ac:spMkLst>
            <pc:docMk/>
            <pc:sldMk cId="2279228112" sldId="296"/>
            <ac:spMk id="2" creationId="{567F79EC-979D-6F94-3F84-2EFE683A47B5}"/>
          </ac:spMkLst>
        </pc:spChg>
        <pc:spChg chg="mod">
          <ac:chgData name="Sara Muneeb" userId="29b624b1-a719-43f5-9b52-388cd4043c04" providerId="ADAL" clId="{1B8306CC-3EB3-4E79-8CF8-E5FDA85816BB}" dt="2022-11-24T08:49:03.248" v="1967" actId="313"/>
          <ac:spMkLst>
            <pc:docMk/>
            <pc:sldMk cId="2279228112" sldId="296"/>
            <ac:spMk id="3" creationId="{914AE1A0-784A-0E42-A404-2EAFF373518E}"/>
          </ac:spMkLst>
        </pc:spChg>
      </pc:sldChg>
      <pc:sldChg chg="modSp new mod">
        <pc:chgData name="Sara Muneeb" userId="29b624b1-a719-43f5-9b52-388cd4043c04" providerId="ADAL" clId="{1B8306CC-3EB3-4E79-8CF8-E5FDA85816BB}" dt="2022-11-24T08:54:03.187" v="2063" actId="20577"/>
        <pc:sldMkLst>
          <pc:docMk/>
          <pc:sldMk cId="3713014717" sldId="297"/>
        </pc:sldMkLst>
        <pc:spChg chg="mod">
          <ac:chgData name="Sara Muneeb" userId="29b624b1-a719-43f5-9b52-388cd4043c04" providerId="ADAL" clId="{1B8306CC-3EB3-4E79-8CF8-E5FDA85816BB}" dt="2022-11-24T08:54:03.187" v="2063" actId="20577"/>
          <ac:spMkLst>
            <pc:docMk/>
            <pc:sldMk cId="3713014717" sldId="297"/>
            <ac:spMk id="2" creationId="{CF41B6F6-149D-3B6B-A9D6-4112F8721D4A}"/>
          </ac:spMkLst>
        </pc:spChg>
        <pc:spChg chg="mod">
          <ac:chgData name="Sara Muneeb" userId="29b624b1-a719-43f5-9b52-388cd4043c04" providerId="ADAL" clId="{1B8306CC-3EB3-4E79-8CF8-E5FDA85816BB}" dt="2022-11-24T08:53:46.259" v="2048" actId="20577"/>
          <ac:spMkLst>
            <pc:docMk/>
            <pc:sldMk cId="3713014717" sldId="297"/>
            <ac:spMk id="3" creationId="{4506F793-12B5-D854-4197-B9E2DE91BE83}"/>
          </ac:spMkLst>
        </pc:spChg>
      </pc:sldChg>
      <pc:sldChg chg="addSp modSp new mod">
        <pc:chgData name="Sara Muneeb" userId="29b624b1-a719-43f5-9b52-388cd4043c04" providerId="ADAL" clId="{1B8306CC-3EB3-4E79-8CF8-E5FDA85816BB}" dt="2022-11-24T11:54:11.623" v="4697" actId="1035"/>
        <pc:sldMkLst>
          <pc:docMk/>
          <pc:sldMk cId="1079184309" sldId="298"/>
        </pc:sldMkLst>
        <pc:spChg chg="mod">
          <ac:chgData name="Sara Muneeb" userId="29b624b1-a719-43f5-9b52-388cd4043c04" providerId="ADAL" clId="{1B8306CC-3EB3-4E79-8CF8-E5FDA85816BB}" dt="2022-11-24T08:55:54.038" v="2078" actId="20577"/>
          <ac:spMkLst>
            <pc:docMk/>
            <pc:sldMk cId="1079184309" sldId="298"/>
            <ac:spMk id="2" creationId="{6F3D9098-A51A-3F59-0C0C-D3232A8DD1A6}"/>
          </ac:spMkLst>
        </pc:spChg>
        <pc:spChg chg="mod">
          <ac:chgData name="Sara Muneeb" userId="29b624b1-a719-43f5-9b52-388cd4043c04" providerId="ADAL" clId="{1B8306CC-3EB3-4E79-8CF8-E5FDA85816BB}" dt="2022-11-24T11:53:54.890" v="4691" actId="27636"/>
          <ac:spMkLst>
            <pc:docMk/>
            <pc:sldMk cId="1079184309" sldId="298"/>
            <ac:spMk id="3" creationId="{406A3422-C74B-8AD9-A388-61CBF49CA8A3}"/>
          </ac:spMkLst>
        </pc:spChg>
        <pc:picChg chg="add mod">
          <ac:chgData name="Sara Muneeb" userId="29b624b1-a719-43f5-9b52-388cd4043c04" providerId="ADAL" clId="{1B8306CC-3EB3-4E79-8CF8-E5FDA85816BB}" dt="2022-11-24T11:54:11.623" v="4697" actId="1035"/>
          <ac:picMkLst>
            <pc:docMk/>
            <pc:sldMk cId="1079184309" sldId="298"/>
            <ac:picMk id="21506" creationId="{DBFE2996-69B7-B12B-9744-A9C9F0A570C1}"/>
          </ac:picMkLst>
        </pc:picChg>
      </pc:sldChg>
      <pc:sldChg chg="addSp modSp new mod">
        <pc:chgData name="Sara Muneeb" userId="29b624b1-a719-43f5-9b52-388cd4043c04" providerId="ADAL" clId="{1B8306CC-3EB3-4E79-8CF8-E5FDA85816BB}" dt="2022-11-24T11:56:50.553" v="4710" actId="1076"/>
        <pc:sldMkLst>
          <pc:docMk/>
          <pc:sldMk cId="3554821673" sldId="299"/>
        </pc:sldMkLst>
        <pc:spChg chg="mod">
          <ac:chgData name="Sara Muneeb" userId="29b624b1-a719-43f5-9b52-388cd4043c04" providerId="ADAL" clId="{1B8306CC-3EB3-4E79-8CF8-E5FDA85816BB}" dt="2022-11-24T09:42:27.543" v="2330" actId="27636"/>
          <ac:spMkLst>
            <pc:docMk/>
            <pc:sldMk cId="3554821673" sldId="299"/>
            <ac:spMk id="2" creationId="{940E9095-42F1-EF09-EF95-10E4264582DF}"/>
          </ac:spMkLst>
        </pc:spChg>
        <pc:spChg chg="mod">
          <ac:chgData name="Sara Muneeb" userId="29b624b1-a719-43f5-9b52-388cd4043c04" providerId="ADAL" clId="{1B8306CC-3EB3-4E79-8CF8-E5FDA85816BB}" dt="2022-11-24T11:54:54.147" v="4705" actId="404"/>
          <ac:spMkLst>
            <pc:docMk/>
            <pc:sldMk cId="3554821673" sldId="299"/>
            <ac:spMk id="3" creationId="{075BE98F-06AF-986B-CE65-8CA2D8F443D6}"/>
          </ac:spMkLst>
        </pc:spChg>
        <pc:picChg chg="add mod">
          <ac:chgData name="Sara Muneeb" userId="29b624b1-a719-43f5-9b52-388cd4043c04" providerId="ADAL" clId="{1B8306CC-3EB3-4E79-8CF8-E5FDA85816BB}" dt="2022-11-24T11:56:50.553" v="4710" actId="1076"/>
          <ac:picMkLst>
            <pc:docMk/>
            <pc:sldMk cId="3554821673" sldId="299"/>
            <ac:picMk id="22530" creationId="{7CB7C35A-A324-0CD7-775C-68A553458B3B}"/>
          </ac:picMkLst>
        </pc:picChg>
      </pc:sldChg>
      <pc:sldChg chg="modSp new mod">
        <pc:chgData name="Sara Muneeb" userId="29b624b1-a719-43f5-9b52-388cd4043c04" providerId="ADAL" clId="{1B8306CC-3EB3-4E79-8CF8-E5FDA85816BB}" dt="2022-11-24T11:57:21.079" v="4714" actId="404"/>
        <pc:sldMkLst>
          <pc:docMk/>
          <pc:sldMk cId="3411595474" sldId="300"/>
        </pc:sldMkLst>
        <pc:spChg chg="mod">
          <ac:chgData name="Sara Muneeb" userId="29b624b1-a719-43f5-9b52-388cd4043c04" providerId="ADAL" clId="{1B8306CC-3EB3-4E79-8CF8-E5FDA85816BB}" dt="2022-11-24T09:47:54.902" v="2414" actId="27636"/>
          <ac:spMkLst>
            <pc:docMk/>
            <pc:sldMk cId="3411595474" sldId="300"/>
            <ac:spMk id="2" creationId="{80814ABE-4C5F-D456-4642-783E160F0F6B}"/>
          </ac:spMkLst>
        </pc:spChg>
        <pc:spChg chg="mod">
          <ac:chgData name="Sara Muneeb" userId="29b624b1-a719-43f5-9b52-388cd4043c04" providerId="ADAL" clId="{1B8306CC-3EB3-4E79-8CF8-E5FDA85816BB}" dt="2022-11-24T11:57:21.079" v="4714" actId="404"/>
          <ac:spMkLst>
            <pc:docMk/>
            <pc:sldMk cId="3411595474" sldId="300"/>
            <ac:spMk id="3" creationId="{62E8D667-FA40-8FA1-AE8C-46C79E54E8AC}"/>
          </ac:spMkLst>
        </pc:spChg>
      </pc:sldChg>
      <pc:sldChg chg="modSp new mod">
        <pc:chgData name="Sara Muneeb" userId="29b624b1-a719-43f5-9b52-388cd4043c04" providerId="ADAL" clId="{1B8306CC-3EB3-4E79-8CF8-E5FDA85816BB}" dt="2022-11-24T09:54:51.220" v="2489" actId="113"/>
        <pc:sldMkLst>
          <pc:docMk/>
          <pc:sldMk cId="7699154" sldId="301"/>
        </pc:sldMkLst>
        <pc:spChg chg="mod">
          <ac:chgData name="Sara Muneeb" userId="29b624b1-a719-43f5-9b52-388cd4043c04" providerId="ADAL" clId="{1B8306CC-3EB3-4E79-8CF8-E5FDA85816BB}" dt="2022-11-24T09:53:32.056" v="2465" actId="20577"/>
          <ac:spMkLst>
            <pc:docMk/>
            <pc:sldMk cId="7699154" sldId="301"/>
            <ac:spMk id="2" creationId="{A8AFD7B7-09AB-8F4B-10F8-65E529F5DC63}"/>
          </ac:spMkLst>
        </pc:spChg>
        <pc:spChg chg="mod">
          <ac:chgData name="Sara Muneeb" userId="29b624b1-a719-43f5-9b52-388cd4043c04" providerId="ADAL" clId="{1B8306CC-3EB3-4E79-8CF8-E5FDA85816BB}" dt="2022-11-24T09:54:51.220" v="2489" actId="113"/>
          <ac:spMkLst>
            <pc:docMk/>
            <pc:sldMk cId="7699154" sldId="301"/>
            <ac:spMk id="3" creationId="{FF37BB46-61C3-0C33-B21F-A99FB16761A9}"/>
          </ac:spMkLst>
        </pc:spChg>
      </pc:sldChg>
      <pc:sldChg chg="addSp modSp new mod">
        <pc:chgData name="Sara Muneeb" userId="29b624b1-a719-43f5-9b52-388cd4043c04" providerId="ADAL" clId="{1B8306CC-3EB3-4E79-8CF8-E5FDA85816BB}" dt="2022-11-24T11:59:26.097" v="4725" actId="1038"/>
        <pc:sldMkLst>
          <pc:docMk/>
          <pc:sldMk cId="4157430830" sldId="302"/>
        </pc:sldMkLst>
        <pc:spChg chg="mod">
          <ac:chgData name="Sara Muneeb" userId="29b624b1-a719-43f5-9b52-388cd4043c04" providerId="ADAL" clId="{1B8306CC-3EB3-4E79-8CF8-E5FDA85816BB}" dt="2022-11-24T09:55:28.190" v="2515" actId="20577"/>
          <ac:spMkLst>
            <pc:docMk/>
            <pc:sldMk cId="4157430830" sldId="302"/>
            <ac:spMk id="2" creationId="{C6AC2039-29A4-2757-AC0F-7546CC9051F7}"/>
          </ac:spMkLst>
        </pc:spChg>
        <pc:spChg chg="mod">
          <ac:chgData name="Sara Muneeb" userId="29b624b1-a719-43f5-9b52-388cd4043c04" providerId="ADAL" clId="{1B8306CC-3EB3-4E79-8CF8-E5FDA85816BB}" dt="2022-11-24T11:59:18.759" v="4721" actId="404"/>
          <ac:spMkLst>
            <pc:docMk/>
            <pc:sldMk cId="4157430830" sldId="302"/>
            <ac:spMk id="3" creationId="{BEA08236-1F99-9EC5-F475-C073BE48C886}"/>
          </ac:spMkLst>
        </pc:spChg>
        <pc:picChg chg="add mod">
          <ac:chgData name="Sara Muneeb" userId="29b624b1-a719-43f5-9b52-388cd4043c04" providerId="ADAL" clId="{1B8306CC-3EB3-4E79-8CF8-E5FDA85816BB}" dt="2022-11-24T11:59:26.097" v="4725" actId="1038"/>
          <ac:picMkLst>
            <pc:docMk/>
            <pc:sldMk cId="4157430830" sldId="302"/>
            <ac:picMk id="23554" creationId="{9A5D8A4C-28F4-E2D7-2FF9-F03C9906D21D}"/>
          </ac:picMkLst>
        </pc:picChg>
      </pc:sldChg>
      <pc:sldChg chg="modSp new mod">
        <pc:chgData name="Sara Muneeb" userId="29b624b1-a719-43f5-9b52-388cd4043c04" providerId="ADAL" clId="{1B8306CC-3EB3-4E79-8CF8-E5FDA85816BB}" dt="2022-11-24T11:57:48.669" v="4717" actId="27636"/>
        <pc:sldMkLst>
          <pc:docMk/>
          <pc:sldMk cId="3213821226" sldId="303"/>
        </pc:sldMkLst>
        <pc:spChg chg="mod">
          <ac:chgData name="Sara Muneeb" userId="29b624b1-a719-43f5-9b52-388cd4043c04" providerId="ADAL" clId="{1B8306CC-3EB3-4E79-8CF8-E5FDA85816BB}" dt="2022-11-24T10:13:45.314" v="2606" actId="20577"/>
          <ac:spMkLst>
            <pc:docMk/>
            <pc:sldMk cId="3213821226" sldId="303"/>
            <ac:spMk id="2" creationId="{E72C69F9-E230-68A9-DFDF-19F4D50BE409}"/>
          </ac:spMkLst>
        </pc:spChg>
        <pc:spChg chg="mod">
          <ac:chgData name="Sara Muneeb" userId="29b624b1-a719-43f5-9b52-388cd4043c04" providerId="ADAL" clId="{1B8306CC-3EB3-4E79-8CF8-E5FDA85816BB}" dt="2022-11-24T11:57:48.669" v="4717" actId="27636"/>
          <ac:spMkLst>
            <pc:docMk/>
            <pc:sldMk cId="3213821226" sldId="303"/>
            <ac:spMk id="3" creationId="{21C0CB35-F569-4C1A-9714-0934B6B016BD}"/>
          </ac:spMkLst>
        </pc:spChg>
      </pc:sldChg>
      <pc:sldChg chg="addSp delSp modSp new mod">
        <pc:chgData name="Sara Muneeb" userId="29b624b1-a719-43f5-9b52-388cd4043c04" providerId="ADAL" clId="{1B8306CC-3EB3-4E79-8CF8-E5FDA85816BB}" dt="2022-11-24T11:59:34.428" v="4727"/>
        <pc:sldMkLst>
          <pc:docMk/>
          <pc:sldMk cId="205969955" sldId="304"/>
        </pc:sldMkLst>
        <pc:spChg chg="mod">
          <ac:chgData name="Sara Muneeb" userId="29b624b1-a719-43f5-9b52-388cd4043c04" providerId="ADAL" clId="{1B8306CC-3EB3-4E79-8CF8-E5FDA85816BB}" dt="2022-11-24T10:23:21.172" v="2905" actId="20577"/>
          <ac:spMkLst>
            <pc:docMk/>
            <pc:sldMk cId="205969955" sldId="304"/>
            <ac:spMk id="2" creationId="{59EDAADF-DB3C-B3E9-F9AC-A29CDF480C61}"/>
          </ac:spMkLst>
        </pc:spChg>
        <pc:spChg chg="mod">
          <ac:chgData name="Sara Muneeb" userId="29b624b1-a719-43f5-9b52-388cd4043c04" providerId="ADAL" clId="{1B8306CC-3EB3-4E79-8CF8-E5FDA85816BB}" dt="2022-11-24T10:30:35.142" v="3165" actId="12"/>
          <ac:spMkLst>
            <pc:docMk/>
            <pc:sldMk cId="205969955" sldId="304"/>
            <ac:spMk id="3" creationId="{041A3197-57B2-A947-D811-762DEEEF086F}"/>
          </ac:spMkLst>
        </pc:spChg>
        <pc:picChg chg="add del">
          <ac:chgData name="Sara Muneeb" userId="29b624b1-a719-43f5-9b52-388cd4043c04" providerId="ADAL" clId="{1B8306CC-3EB3-4E79-8CF8-E5FDA85816BB}" dt="2022-11-24T11:59:34.428" v="4727"/>
          <ac:picMkLst>
            <pc:docMk/>
            <pc:sldMk cId="205969955" sldId="304"/>
            <ac:picMk id="24578" creationId="{975E1A08-541A-4228-3A2F-791B35956053}"/>
          </ac:picMkLst>
        </pc:picChg>
      </pc:sldChg>
      <pc:sldChg chg="new del">
        <pc:chgData name="Sara Muneeb" userId="29b624b1-a719-43f5-9b52-388cd4043c04" providerId="ADAL" clId="{1B8306CC-3EB3-4E79-8CF8-E5FDA85816BB}" dt="2022-11-24T10:27:34.731" v="2990" actId="680"/>
        <pc:sldMkLst>
          <pc:docMk/>
          <pc:sldMk cId="1649074358" sldId="305"/>
        </pc:sldMkLst>
      </pc:sldChg>
      <pc:sldChg chg="modSp new mod">
        <pc:chgData name="Sara Muneeb" userId="29b624b1-a719-43f5-9b52-388cd4043c04" providerId="ADAL" clId="{1B8306CC-3EB3-4E79-8CF8-E5FDA85816BB}" dt="2022-11-24T10:29:20.088" v="3152" actId="20577"/>
        <pc:sldMkLst>
          <pc:docMk/>
          <pc:sldMk cId="3459373187" sldId="305"/>
        </pc:sldMkLst>
        <pc:spChg chg="mod">
          <ac:chgData name="Sara Muneeb" userId="29b624b1-a719-43f5-9b52-388cd4043c04" providerId="ADAL" clId="{1B8306CC-3EB3-4E79-8CF8-E5FDA85816BB}" dt="2022-11-24T10:29:20.088" v="3152" actId="20577"/>
          <ac:spMkLst>
            <pc:docMk/>
            <pc:sldMk cId="3459373187" sldId="305"/>
            <ac:spMk id="2" creationId="{068DA0F8-3C29-6025-D483-DBE990837F51}"/>
          </ac:spMkLst>
        </pc:spChg>
        <pc:spChg chg="mod">
          <ac:chgData name="Sara Muneeb" userId="29b624b1-a719-43f5-9b52-388cd4043c04" providerId="ADAL" clId="{1B8306CC-3EB3-4E79-8CF8-E5FDA85816BB}" dt="2022-11-24T10:28:51.649" v="3082" actId="20577"/>
          <ac:spMkLst>
            <pc:docMk/>
            <pc:sldMk cId="3459373187" sldId="305"/>
            <ac:spMk id="3" creationId="{2E210046-3551-69E3-8C76-8F85698BD25E}"/>
          </ac:spMkLst>
        </pc:spChg>
      </pc:sldChg>
      <pc:sldChg chg="modSp new mod">
        <pc:chgData name="Sara Muneeb" userId="29b624b1-a719-43f5-9b52-388cd4043c04" providerId="ADAL" clId="{1B8306CC-3EB3-4E79-8CF8-E5FDA85816BB}" dt="2022-11-24T10:35:21.082" v="3453" actId="20577"/>
        <pc:sldMkLst>
          <pc:docMk/>
          <pc:sldMk cId="4049550503" sldId="306"/>
        </pc:sldMkLst>
        <pc:spChg chg="mod">
          <ac:chgData name="Sara Muneeb" userId="29b624b1-a719-43f5-9b52-388cd4043c04" providerId="ADAL" clId="{1B8306CC-3EB3-4E79-8CF8-E5FDA85816BB}" dt="2022-11-24T10:31:00.801" v="3238" actId="5793"/>
          <ac:spMkLst>
            <pc:docMk/>
            <pc:sldMk cId="4049550503" sldId="306"/>
            <ac:spMk id="2" creationId="{4B20DD38-0E13-D1FD-6048-A4706F94108D}"/>
          </ac:spMkLst>
        </pc:spChg>
        <pc:spChg chg="mod">
          <ac:chgData name="Sara Muneeb" userId="29b624b1-a719-43f5-9b52-388cd4043c04" providerId="ADAL" clId="{1B8306CC-3EB3-4E79-8CF8-E5FDA85816BB}" dt="2022-11-24T10:35:21.082" v="3453" actId="20577"/>
          <ac:spMkLst>
            <pc:docMk/>
            <pc:sldMk cId="4049550503" sldId="306"/>
            <ac:spMk id="3" creationId="{58D86EDB-7F35-2AED-D0E4-92D4F01F4FFD}"/>
          </ac:spMkLst>
        </pc:spChg>
      </pc:sldChg>
      <pc:sldChg chg="addSp modSp new mod">
        <pc:chgData name="Sara Muneeb" userId="29b624b1-a719-43f5-9b52-388cd4043c04" providerId="ADAL" clId="{1B8306CC-3EB3-4E79-8CF8-E5FDA85816BB}" dt="2022-11-24T12:03:51.813" v="4764" actId="1076"/>
        <pc:sldMkLst>
          <pc:docMk/>
          <pc:sldMk cId="3508365302" sldId="307"/>
        </pc:sldMkLst>
        <pc:spChg chg="mod">
          <ac:chgData name="Sara Muneeb" userId="29b624b1-a719-43f5-9b52-388cd4043c04" providerId="ADAL" clId="{1B8306CC-3EB3-4E79-8CF8-E5FDA85816BB}" dt="2022-11-24T12:01:59.605" v="4741" actId="1076"/>
          <ac:spMkLst>
            <pc:docMk/>
            <pc:sldMk cId="3508365302" sldId="307"/>
            <ac:spMk id="2" creationId="{7B5E9CC3-D0D9-9D5C-7409-D8BD4166D6DF}"/>
          </ac:spMkLst>
        </pc:spChg>
        <pc:spChg chg="mod">
          <ac:chgData name="Sara Muneeb" userId="29b624b1-a719-43f5-9b52-388cd4043c04" providerId="ADAL" clId="{1B8306CC-3EB3-4E79-8CF8-E5FDA85816BB}" dt="2022-11-24T12:03:46.807" v="4763" actId="27636"/>
          <ac:spMkLst>
            <pc:docMk/>
            <pc:sldMk cId="3508365302" sldId="307"/>
            <ac:spMk id="3" creationId="{FF247BA7-6989-810E-ADED-30950E657166}"/>
          </ac:spMkLst>
        </pc:spChg>
        <pc:picChg chg="add mod">
          <ac:chgData name="Sara Muneeb" userId="29b624b1-a719-43f5-9b52-388cd4043c04" providerId="ADAL" clId="{1B8306CC-3EB3-4E79-8CF8-E5FDA85816BB}" dt="2022-11-24T12:03:51.813" v="4764" actId="1076"/>
          <ac:picMkLst>
            <pc:docMk/>
            <pc:sldMk cId="3508365302" sldId="307"/>
            <ac:picMk id="27650" creationId="{6BC705AD-23A0-98B5-E979-90021F59DE16}"/>
          </ac:picMkLst>
        </pc:picChg>
      </pc:sldChg>
      <pc:sldChg chg="addSp delSp modSp new mod">
        <pc:chgData name="Sara Muneeb" userId="29b624b1-a719-43f5-9b52-388cd4043c04" providerId="ADAL" clId="{1B8306CC-3EB3-4E79-8CF8-E5FDA85816BB}" dt="2022-11-24T12:01:41.122" v="4735" actId="21"/>
        <pc:sldMkLst>
          <pc:docMk/>
          <pc:sldMk cId="4222737946" sldId="308"/>
        </pc:sldMkLst>
        <pc:spChg chg="mod">
          <ac:chgData name="Sara Muneeb" userId="29b624b1-a719-43f5-9b52-388cd4043c04" providerId="ADAL" clId="{1B8306CC-3EB3-4E79-8CF8-E5FDA85816BB}" dt="2022-11-24T10:35:54.183" v="3485" actId="20577"/>
          <ac:spMkLst>
            <pc:docMk/>
            <pc:sldMk cId="4222737946" sldId="308"/>
            <ac:spMk id="2" creationId="{CD039781-C82B-D524-1F58-C60AA86A1ABF}"/>
          </ac:spMkLst>
        </pc:spChg>
        <pc:spChg chg="mod">
          <ac:chgData name="Sara Muneeb" userId="29b624b1-a719-43f5-9b52-388cd4043c04" providerId="ADAL" clId="{1B8306CC-3EB3-4E79-8CF8-E5FDA85816BB}" dt="2022-11-24T10:38:59.471" v="3527" actId="20577"/>
          <ac:spMkLst>
            <pc:docMk/>
            <pc:sldMk cId="4222737946" sldId="308"/>
            <ac:spMk id="3" creationId="{B4A5A0A9-508B-F934-482A-25EE62AA377F}"/>
          </ac:spMkLst>
        </pc:spChg>
        <pc:picChg chg="add mod">
          <ac:chgData name="Sara Muneeb" userId="29b624b1-a719-43f5-9b52-388cd4043c04" providerId="ADAL" clId="{1B8306CC-3EB3-4E79-8CF8-E5FDA85816BB}" dt="2022-11-24T10:38:38.909" v="3515" actId="1036"/>
          <ac:picMkLst>
            <pc:docMk/>
            <pc:sldMk cId="4222737946" sldId="308"/>
            <ac:picMk id="5" creationId="{4AC397E4-D5F1-6C99-6613-9094D049B35E}"/>
          </ac:picMkLst>
        </pc:picChg>
        <pc:picChg chg="add del">
          <ac:chgData name="Sara Muneeb" userId="29b624b1-a719-43f5-9b52-388cd4043c04" providerId="ADAL" clId="{1B8306CC-3EB3-4E79-8CF8-E5FDA85816BB}" dt="2022-11-24T12:00:42.591" v="4729"/>
          <ac:picMkLst>
            <pc:docMk/>
            <pc:sldMk cId="4222737946" sldId="308"/>
            <ac:picMk id="25602" creationId="{A7C81F33-99AF-8524-8B22-94BBB0C032B2}"/>
          </ac:picMkLst>
        </pc:picChg>
        <pc:picChg chg="add del mod">
          <ac:chgData name="Sara Muneeb" userId="29b624b1-a719-43f5-9b52-388cd4043c04" providerId="ADAL" clId="{1B8306CC-3EB3-4E79-8CF8-E5FDA85816BB}" dt="2022-11-24T12:01:41.122" v="4735" actId="21"/>
          <ac:picMkLst>
            <pc:docMk/>
            <pc:sldMk cId="4222737946" sldId="308"/>
            <ac:picMk id="25604" creationId="{AB0923D3-5981-96E2-7D96-5744425E6E00}"/>
          </ac:picMkLst>
        </pc:picChg>
      </pc:sldChg>
      <pc:sldChg chg="addSp modSp new mod">
        <pc:chgData name="Sara Muneeb" userId="29b624b1-a719-43f5-9b52-388cd4043c04" providerId="ADAL" clId="{1B8306CC-3EB3-4E79-8CF8-E5FDA85816BB}" dt="2022-11-24T12:01:52.455" v="4739" actId="14100"/>
        <pc:sldMkLst>
          <pc:docMk/>
          <pc:sldMk cId="547706082" sldId="309"/>
        </pc:sldMkLst>
        <pc:spChg chg="mod">
          <ac:chgData name="Sara Muneeb" userId="29b624b1-a719-43f5-9b52-388cd4043c04" providerId="ADAL" clId="{1B8306CC-3EB3-4E79-8CF8-E5FDA85816BB}" dt="2022-11-24T10:44:31.377" v="3890" actId="20577"/>
          <ac:spMkLst>
            <pc:docMk/>
            <pc:sldMk cId="547706082" sldId="309"/>
            <ac:spMk id="2" creationId="{A74D2103-BA48-E854-BFCE-D16CCC773739}"/>
          </ac:spMkLst>
        </pc:spChg>
        <pc:spChg chg="mod">
          <ac:chgData name="Sara Muneeb" userId="29b624b1-a719-43f5-9b52-388cd4043c04" providerId="ADAL" clId="{1B8306CC-3EB3-4E79-8CF8-E5FDA85816BB}" dt="2022-11-24T10:45:36.328" v="3989" actId="20577"/>
          <ac:spMkLst>
            <pc:docMk/>
            <pc:sldMk cId="547706082" sldId="309"/>
            <ac:spMk id="3" creationId="{D936C0C1-4891-4916-AD25-90383B103B5F}"/>
          </ac:spMkLst>
        </pc:spChg>
        <pc:picChg chg="add mod">
          <ac:chgData name="Sara Muneeb" userId="29b624b1-a719-43f5-9b52-388cd4043c04" providerId="ADAL" clId="{1B8306CC-3EB3-4E79-8CF8-E5FDA85816BB}" dt="2022-11-24T12:01:52.455" v="4739" actId="14100"/>
          <ac:picMkLst>
            <pc:docMk/>
            <pc:sldMk cId="547706082" sldId="309"/>
            <ac:picMk id="4" creationId="{DDB0FB50-B2D3-F9E9-AB2B-405CDE446558}"/>
          </ac:picMkLst>
        </pc:picChg>
      </pc:sldChg>
      <pc:sldChg chg="modSp new mod">
        <pc:chgData name="Sara Muneeb" userId="29b624b1-a719-43f5-9b52-388cd4043c04" providerId="ADAL" clId="{1B8306CC-3EB3-4E79-8CF8-E5FDA85816BB}" dt="2022-11-24T10:50:05.086" v="4072" actId="20577"/>
        <pc:sldMkLst>
          <pc:docMk/>
          <pc:sldMk cId="321608399" sldId="310"/>
        </pc:sldMkLst>
        <pc:spChg chg="mod">
          <ac:chgData name="Sara Muneeb" userId="29b624b1-a719-43f5-9b52-388cd4043c04" providerId="ADAL" clId="{1B8306CC-3EB3-4E79-8CF8-E5FDA85816BB}" dt="2022-11-24T10:43:01.214" v="3835"/>
          <ac:spMkLst>
            <pc:docMk/>
            <pc:sldMk cId="321608399" sldId="310"/>
            <ac:spMk id="2" creationId="{A5E3C3BB-227D-BDBD-4B24-3A48D06F1CBB}"/>
          </ac:spMkLst>
        </pc:spChg>
        <pc:spChg chg="mod">
          <ac:chgData name="Sara Muneeb" userId="29b624b1-a719-43f5-9b52-388cd4043c04" providerId="ADAL" clId="{1B8306CC-3EB3-4E79-8CF8-E5FDA85816BB}" dt="2022-11-24T10:50:05.086" v="4072" actId="20577"/>
          <ac:spMkLst>
            <pc:docMk/>
            <pc:sldMk cId="321608399" sldId="310"/>
            <ac:spMk id="3" creationId="{4819D49A-F136-C5C7-B2D9-947C73702B52}"/>
          </ac:spMkLst>
        </pc:spChg>
      </pc:sldChg>
      <pc:sldChg chg="modSp new mod">
        <pc:chgData name="Sara Muneeb" userId="29b624b1-a719-43f5-9b52-388cd4043c04" providerId="ADAL" clId="{1B8306CC-3EB3-4E79-8CF8-E5FDA85816BB}" dt="2022-11-24T10:48:04.239" v="4013" actId="20577"/>
        <pc:sldMkLst>
          <pc:docMk/>
          <pc:sldMk cId="90341570" sldId="311"/>
        </pc:sldMkLst>
        <pc:spChg chg="mod">
          <ac:chgData name="Sara Muneeb" userId="29b624b1-a719-43f5-9b52-388cd4043c04" providerId="ADAL" clId="{1B8306CC-3EB3-4E79-8CF8-E5FDA85816BB}" dt="2022-11-24T10:44:18.400" v="3877" actId="20577"/>
          <ac:spMkLst>
            <pc:docMk/>
            <pc:sldMk cId="90341570" sldId="311"/>
            <ac:spMk id="2" creationId="{84444D5B-E391-3811-3D38-76E9CACDA23E}"/>
          </ac:spMkLst>
        </pc:spChg>
        <pc:spChg chg="mod">
          <ac:chgData name="Sara Muneeb" userId="29b624b1-a719-43f5-9b52-388cd4043c04" providerId="ADAL" clId="{1B8306CC-3EB3-4E79-8CF8-E5FDA85816BB}" dt="2022-11-24T10:48:04.239" v="4013" actId="20577"/>
          <ac:spMkLst>
            <pc:docMk/>
            <pc:sldMk cId="90341570" sldId="311"/>
            <ac:spMk id="3" creationId="{92033375-1F0E-6368-B3D8-E09CC1E1B24F}"/>
          </ac:spMkLst>
        </pc:spChg>
      </pc:sldChg>
      <pc:sldChg chg="modSp new mod">
        <pc:chgData name="Sara Muneeb" userId="29b624b1-a719-43f5-9b52-388cd4043c04" providerId="ADAL" clId="{1B8306CC-3EB3-4E79-8CF8-E5FDA85816BB}" dt="2022-11-24T10:54:56.003" v="4115" actId="15"/>
        <pc:sldMkLst>
          <pc:docMk/>
          <pc:sldMk cId="1394940076" sldId="312"/>
        </pc:sldMkLst>
        <pc:spChg chg="mod">
          <ac:chgData name="Sara Muneeb" userId="29b624b1-a719-43f5-9b52-388cd4043c04" providerId="ADAL" clId="{1B8306CC-3EB3-4E79-8CF8-E5FDA85816BB}" dt="2022-11-24T10:50:36.580" v="4075" actId="27636"/>
          <ac:spMkLst>
            <pc:docMk/>
            <pc:sldMk cId="1394940076" sldId="312"/>
            <ac:spMk id="2" creationId="{AA5059E0-C53A-D83C-A72C-C074F9479661}"/>
          </ac:spMkLst>
        </pc:spChg>
        <pc:spChg chg="mod">
          <ac:chgData name="Sara Muneeb" userId="29b624b1-a719-43f5-9b52-388cd4043c04" providerId="ADAL" clId="{1B8306CC-3EB3-4E79-8CF8-E5FDA85816BB}" dt="2022-11-24T10:54:56.003" v="4115" actId="15"/>
          <ac:spMkLst>
            <pc:docMk/>
            <pc:sldMk cId="1394940076" sldId="312"/>
            <ac:spMk id="3" creationId="{E6307010-5A7D-5458-56C2-3E4E2BFA5B79}"/>
          </ac:spMkLst>
        </pc:spChg>
      </pc:sldChg>
      <pc:sldChg chg="modSp new mod">
        <pc:chgData name="Sara Muneeb" userId="29b624b1-a719-43f5-9b52-388cd4043c04" providerId="ADAL" clId="{1B8306CC-3EB3-4E79-8CF8-E5FDA85816BB}" dt="2022-11-24T10:58:28.645" v="4319" actId="5793"/>
        <pc:sldMkLst>
          <pc:docMk/>
          <pc:sldMk cId="1759940775" sldId="313"/>
        </pc:sldMkLst>
        <pc:spChg chg="mod">
          <ac:chgData name="Sara Muneeb" userId="29b624b1-a719-43f5-9b52-388cd4043c04" providerId="ADAL" clId="{1B8306CC-3EB3-4E79-8CF8-E5FDA85816BB}" dt="2022-11-24T10:55:34.739" v="4160" actId="20577"/>
          <ac:spMkLst>
            <pc:docMk/>
            <pc:sldMk cId="1759940775" sldId="313"/>
            <ac:spMk id="2" creationId="{DA49BFFC-5ED9-458E-895F-2E8C83D8443F}"/>
          </ac:spMkLst>
        </pc:spChg>
        <pc:spChg chg="mod">
          <ac:chgData name="Sara Muneeb" userId="29b624b1-a719-43f5-9b52-388cd4043c04" providerId="ADAL" clId="{1B8306CC-3EB3-4E79-8CF8-E5FDA85816BB}" dt="2022-11-24T10:58:28.645" v="4319" actId="5793"/>
          <ac:spMkLst>
            <pc:docMk/>
            <pc:sldMk cId="1759940775" sldId="313"/>
            <ac:spMk id="3" creationId="{E3CF96C1-26D7-2E6C-77C4-C81826D8B6B1}"/>
          </ac:spMkLst>
        </pc:spChg>
      </pc:sldChg>
      <pc:sldChg chg="addSp delSp modSp new mod">
        <pc:chgData name="Sara Muneeb" userId="29b624b1-a719-43f5-9b52-388cd4043c04" providerId="ADAL" clId="{1B8306CC-3EB3-4E79-8CF8-E5FDA85816BB}" dt="2022-11-24T11:42:35.780" v="4672" actId="1038"/>
        <pc:sldMkLst>
          <pc:docMk/>
          <pc:sldMk cId="2269165914" sldId="314"/>
        </pc:sldMkLst>
        <pc:spChg chg="mod">
          <ac:chgData name="Sara Muneeb" userId="29b624b1-a719-43f5-9b52-388cd4043c04" providerId="ADAL" clId="{1B8306CC-3EB3-4E79-8CF8-E5FDA85816BB}" dt="2022-11-24T11:42:22.896" v="4665" actId="20577"/>
          <ac:spMkLst>
            <pc:docMk/>
            <pc:sldMk cId="2269165914" sldId="314"/>
            <ac:spMk id="2" creationId="{442D5E17-8E50-0FA5-1330-B9939D194DD1}"/>
          </ac:spMkLst>
        </pc:spChg>
        <pc:spChg chg="del">
          <ac:chgData name="Sara Muneeb" userId="29b624b1-a719-43f5-9b52-388cd4043c04" providerId="ADAL" clId="{1B8306CC-3EB3-4E79-8CF8-E5FDA85816BB}" dt="2022-11-24T11:42:24.889" v="4666"/>
          <ac:spMkLst>
            <pc:docMk/>
            <pc:sldMk cId="2269165914" sldId="314"/>
            <ac:spMk id="3" creationId="{5620B0A8-B123-8275-B2CF-8F74308E82F8}"/>
          </ac:spMkLst>
        </pc:spChg>
        <pc:picChg chg="add mod">
          <ac:chgData name="Sara Muneeb" userId="29b624b1-a719-43f5-9b52-388cd4043c04" providerId="ADAL" clId="{1B8306CC-3EB3-4E79-8CF8-E5FDA85816BB}" dt="2022-11-24T11:42:35.780" v="4672" actId="1038"/>
          <ac:picMkLst>
            <pc:docMk/>
            <pc:sldMk cId="2269165914" sldId="314"/>
            <ac:picMk id="18434" creationId="{919B1EF3-7DC6-7CC1-7E96-978841A4795D}"/>
          </ac:picMkLst>
        </pc:picChg>
      </pc:sldChg>
      <pc:sldChg chg="addSp delSp modSp new mod">
        <pc:chgData name="Sara Muneeb" userId="29b624b1-a719-43f5-9b52-388cd4043c04" providerId="ADAL" clId="{1B8306CC-3EB3-4E79-8CF8-E5FDA85816BB}" dt="2022-11-24T12:05:25.182" v="4772" actId="1036"/>
        <pc:sldMkLst>
          <pc:docMk/>
          <pc:sldMk cId="1574604444" sldId="315"/>
        </pc:sldMkLst>
        <pc:spChg chg="mod">
          <ac:chgData name="Sara Muneeb" userId="29b624b1-a719-43f5-9b52-388cd4043c04" providerId="ADAL" clId="{1B8306CC-3EB3-4E79-8CF8-E5FDA85816BB}" dt="2022-11-24T12:04:57.910" v="4769" actId="27636"/>
          <ac:spMkLst>
            <pc:docMk/>
            <pc:sldMk cId="1574604444" sldId="315"/>
            <ac:spMk id="2" creationId="{F109F66B-A911-9E23-BA92-F15E4B37EA4A}"/>
          </ac:spMkLst>
        </pc:spChg>
        <pc:spChg chg="del">
          <ac:chgData name="Sara Muneeb" userId="29b624b1-a719-43f5-9b52-388cd4043c04" providerId="ADAL" clId="{1B8306CC-3EB3-4E79-8CF8-E5FDA85816BB}" dt="2022-11-24T12:05:23.393" v="4770" actId="22"/>
          <ac:spMkLst>
            <pc:docMk/>
            <pc:sldMk cId="1574604444" sldId="315"/>
            <ac:spMk id="3" creationId="{A16CFD3F-00AF-8E25-DC4C-68747FBF8C88}"/>
          </ac:spMkLst>
        </pc:spChg>
        <pc:picChg chg="add mod ord">
          <ac:chgData name="Sara Muneeb" userId="29b624b1-a719-43f5-9b52-388cd4043c04" providerId="ADAL" clId="{1B8306CC-3EB3-4E79-8CF8-E5FDA85816BB}" dt="2022-11-24T12:05:25.182" v="4772" actId="1036"/>
          <ac:picMkLst>
            <pc:docMk/>
            <pc:sldMk cId="1574604444" sldId="315"/>
            <ac:picMk id="5" creationId="{D177AB57-7D50-2C82-F263-1D522F4DECD5}"/>
          </ac:picMkLst>
        </pc:picChg>
      </pc:sldChg>
      <pc:sldChg chg="addSp delSp modSp new mod">
        <pc:chgData name="Sara Muneeb" userId="29b624b1-a719-43f5-9b52-388cd4043c04" providerId="ADAL" clId="{1B8306CC-3EB3-4E79-8CF8-E5FDA85816BB}" dt="2022-11-24T12:08:04.972" v="4806" actId="34135"/>
        <pc:sldMkLst>
          <pc:docMk/>
          <pc:sldMk cId="3785957644" sldId="316"/>
        </pc:sldMkLst>
        <pc:spChg chg="mod">
          <ac:chgData name="Sara Muneeb" userId="29b624b1-a719-43f5-9b52-388cd4043c04" providerId="ADAL" clId="{1B8306CC-3EB3-4E79-8CF8-E5FDA85816BB}" dt="2022-11-24T12:05:37.557" v="4775" actId="27636"/>
          <ac:spMkLst>
            <pc:docMk/>
            <pc:sldMk cId="3785957644" sldId="316"/>
            <ac:spMk id="2" creationId="{052A27D5-E33A-462A-0BA4-74F0A7A24B1B}"/>
          </ac:spMkLst>
        </pc:spChg>
        <pc:spChg chg="del">
          <ac:chgData name="Sara Muneeb" userId="29b624b1-a719-43f5-9b52-388cd4043c04" providerId="ADAL" clId="{1B8306CC-3EB3-4E79-8CF8-E5FDA85816BB}" dt="2022-11-24T12:06:00.076" v="4776" actId="22"/>
          <ac:spMkLst>
            <pc:docMk/>
            <pc:sldMk cId="3785957644" sldId="316"/>
            <ac:spMk id="3" creationId="{EB3235C8-2FA9-448C-B61B-BB50FC6223EB}"/>
          </ac:spMkLst>
        </pc:spChg>
        <pc:picChg chg="add mod ord">
          <ac:chgData name="Sara Muneeb" userId="29b624b1-a719-43f5-9b52-388cd4043c04" providerId="ADAL" clId="{1B8306CC-3EB3-4E79-8CF8-E5FDA85816BB}" dt="2022-11-24T12:08:04.972" v="4806" actId="34135"/>
          <ac:picMkLst>
            <pc:docMk/>
            <pc:sldMk cId="3785957644" sldId="316"/>
            <ac:picMk id="5" creationId="{1110FC61-8DD6-0F49-4CB9-945CE4A2DFAF}"/>
          </ac:picMkLst>
        </pc:picChg>
        <pc:picChg chg="add mod">
          <ac:chgData name="Sara Muneeb" userId="29b624b1-a719-43f5-9b52-388cd4043c04" providerId="ADAL" clId="{1B8306CC-3EB3-4E79-8CF8-E5FDA85816BB}" dt="2022-11-24T12:08:04.972" v="4806" actId="34135"/>
          <ac:picMkLst>
            <pc:docMk/>
            <pc:sldMk cId="3785957644" sldId="316"/>
            <ac:picMk id="7" creationId="{B085A071-B1F3-953E-381F-8E5AD0A2BBE4}"/>
          </ac:picMkLst>
        </pc:picChg>
      </pc:sldChg>
      <pc:sldChg chg="modSp new mod">
        <pc:chgData name="Sara Muneeb" userId="29b624b1-a719-43f5-9b52-388cd4043c04" providerId="ADAL" clId="{1B8306CC-3EB3-4E79-8CF8-E5FDA85816BB}" dt="2022-11-24T12:09:34.123" v="4955" actId="20577"/>
        <pc:sldMkLst>
          <pc:docMk/>
          <pc:sldMk cId="996644715" sldId="317"/>
        </pc:sldMkLst>
        <pc:spChg chg="mod">
          <ac:chgData name="Sara Muneeb" userId="29b624b1-a719-43f5-9b52-388cd4043c04" providerId="ADAL" clId="{1B8306CC-3EB3-4E79-8CF8-E5FDA85816BB}" dt="2022-11-24T12:08:16.268" v="4821" actId="20577"/>
          <ac:spMkLst>
            <pc:docMk/>
            <pc:sldMk cId="996644715" sldId="317"/>
            <ac:spMk id="2" creationId="{08AC42FC-8C04-F37F-C7BC-03F1BE5DA469}"/>
          </ac:spMkLst>
        </pc:spChg>
        <pc:spChg chg="mod">
          <ac:chgData name="Sara Muneeb" userId="29b624b1-a719-43f5-9b52-388cd4043c04" providerId="ADAL" clId="{1B8306CC-3EB3-4E79-8CF8-E5FDA85816BB}" dt="2022-11-24T12:09:34.123" v="4955" actId="20577"/>
          <ac:spMkLst>
            <pc:docMk/>
            <pc:sldMk cId="996644715" sldId="317"/>
            <ac:spMk id="3" creationId="{F137049F-DAA9-6861-CEE8-69D727967D40}"/>
          </ac:spMkLst>
        </pc:spChg>
      </pc:sldChg>
      <pc:sldChg chg="addSp delSp modSp new mod">
        <pc:chgData name="Sara Muneeb" userId="29b624b1-a719-43f5-9b52-388cd4043c04" providerId="ADAL" clId="{1B8306CC-3EB3-4E79-8CF8-E5FDA85816BB}" dt="2022-11-24T12:10:15.121" v="4967" actId="1035"/>
        <pc:sldMkLst>
          <pc:docMk/>
          <pc:sldMk cId="1545905496" sldId="318"/>
        </pc:sldMkLst>
        <pc:spChg chg="del">
          <ac:chgData name="Sara Muneeb" userId="29b624b1-a719-43f5-9b52-388cd4043c04" providerId="ADAL" clId="{1B8306CC-3EB3-4E79-8CF8-E5FDA85816BB}" dt="2022-11-24T12:09:56.631" v="4957" actId="931"/>
          <ac:spMkLst>
            <pc:docMk/>
            <pc:sldMk cId="1545905496" sldId="318"/>
            <ac:spMk id="3" creationId="{0BD423DC-BB9C-9EDE-91F7-E2E22364DB6F}"/>
          </ac:spMkLst>
        </pc:spChg>
        <pc:picChg chg="add mod">
          <ac:chgData name="Sara Muneeb" userId="29b624b1-a719-43f5-9b52-388cd4043c04" providerId="ADAL" clId="{1B8306CC-3EB3-4E79-8CF8-E5FDA85816BB}" dt="2022-11-24T12:10:15.121" v="4967" actId="1035"/>
          <ac:picMkLst>
            <pc:docMk/>
            <pc:sldMk cId="1545905496" sldId="318"/>
            <ac:picMk id="5" creationId="{E6773E35-995E-629B-1DA2-CB8DAD89C3F7}"/>
          </ac:picMkLst>
        </pc:picChg>
      </pc:sldChg>
    </pc:docChg>
  </pc:docChgLst>
  <pc:docChgLst>
    <pc:chgData name="Sara Muneeb" userId="29b624b1-a719-43f5-9b52-388cd4043c04" providerId="ADAL" clId="{626D58DD-CAD1-41FD-B346-5DA3667E10E3}"/>
    <pc:docChg chg="undo custSel addSld delSld modSld">
      <pc:chgData name="Sara Muneeb" userId="29b624b1-a719-43f5-9b52-388cd4043c04" providerId="ADAL" clId="{626D58DD-CAD1-41FD-B346-5DA3667E10E3}" dt="2022-12-07T12:11:28.684" v="3033" actId="47"/>
      <pc:docMkLst>
        <pc:docMk/>
      </pc:docMkLst>
      <pc:sldChg chg="modSp mod">
        <pc:chgData name="Sara Muneeb" userId="29b624b1-a719-43f5-9b52-388cd4043c04" providerId="ADAL" clId="{626D58DD-CAD1-41FD-B346-5DA3667E10E3}" dt="2022-12-06T04:54:01.538" v="8" actId="20577"/>
        <pc:sldMkLst>
          <pc:docMk/>
          <pc:sldMk cId="2984185032" sldId="256"/>
        </pc:sldMkLst>
        <pc:spChg chg="mod">
          <ac:chgData name="Sara Muneeb" userId="29b624b1-a719-43f5-9b52-388cd4043c04" providerId="ADAL" clId="{626D58DD-CAD1-41FD-B346-5DA3667E10E3}" dt="2022-12-06T04:54:01.538" v="8" actId="20577"/>
          <ac:spMkLst>
            <pc:docMk/>
            <pc:sldMk cId="2984185032" sldId="256"/>
            <ac:spMk id="2" creationId="{00000000-0000-0000-0000-000000000000}"/>
          </ac:spMkLst>
        </pc:spChg>
      </pc:sldChg>
      <pc:sldChg chg="addSp delSp modSp new mod">
        <pc:chgData name="Sara Muneeb" userId="29b624b1-a719-43f5-9b52-388cd4043c04" providerId="ADAL" clId="{626D58DD-CAD1-41FD-B346-5DA3667E10E3}" dt="2022-12-07T09:25:18.194" v="711" actId="167"/>
        <pc:sldMkLst>
          <pc:docMk/>
          <pc:sldMk cId="1746396122" sldId="257"/>
        </pc:sldMkLst>
        <pc:spChg chg="mod">
          <ac:chgData name="Sara Muneeb" userId="29b624b1-a719-43f5-9b52-388cd4043c04" providerId="ADAL" clId="{626D58DD-CAD1-41FD-B346-5DA3667E10E3}" dt="2022-12-06T04:54:14.566" v="21" actId="20577"/>
          <ac:spMkLst>
            <pc:docMk/>
            <pc:sldMk cId="1746396122" sldId="257"/>
            <ac:spMk id="2" creationId="{2D6D919B-68BD-4476-86FD-F0566FCA1E72}"/>
          </ac:spMkLst>
        </pc:spChg>
        <pc:spChg chg="mod">
          <ac:chgData name="Sara Muneeb" userId="29b624b1-a719-43f5-9b52-388cd4043c04" providerId="ADAL" clId="{626D58DD-CAD1-41FD-B346-5DA3667E10E3}" dt="2022-12-07T09:25:05.410" v="708" actId="404"/>
          <ac:spMkLst>
            <pc:docMk/>
            <pc:sldMk cId="1746396122" sldId="257"/>
            <ac:spMk id="3" creationId="{90AF1FA9-BC96-9025-809A-CB7FBD0773E0}"/>
          </ac:spMkLst>
        </pc:spChg>
        <pc:picChg chg="add del mod">
          <ac:chgData name="Sara Muneeb" userId="29b624b1-a719-43f5-9b52-388cd4043c04" providerId="ADAL" clId="{626D58DD-CAD1-41FD-B346-5DA3667E10E3}" dt="2022-12-07T09:24:33.307" v="699" actId="478"/>
          <ac:picMkLst>
            <pc:docMk/>
            <pc:sldMk cId="1746396122" sldId="257"/>
            <ac:picMk id="3074" creationId="{81585607-DC9C-A10B-C0C0-FA37C76C10B6}"/>
          </ac:picMkLst>
        </pc:picChg>
        <pc:picChg chg="add mod">
          <ac:chgData name="Sara Muneeb" userId="29b624b1-a719-43f5-9b52-388cd4043c04" providerId="ADAL" clId="{626D58DD-CAD1-41FD-B346-5DA3667E10E3}" dt="2022-12-07T09:25:18.194" v="711" actId="167"/>
          <ac:picMkLst>
            <pc:docMk/>
            <pc:sldMk cId="1746396122" sldId="257"/>
            <ac:picMk id="3076" creationId="{F43BF084-CDA6-DF22-5CA0-76703CDC2900}"/>
          </ac:picMkLst>
        </pc:picChg>
      </pc:sldChg>
      <pc:sldChg chg="del">
        <pc:chgData name="Sara Muneeb" userId="29b624b1-a719-43f5-9b52-388cd4043c04" providerId="ADAL" clId="{626D58DD-CAD1-41FD-B346-5DA3667E10E3}" dt="2022-12-06T04:53:54.509" v="0" actId="47"/>
        <pc:sldMkLst>
          <pc:docMk/>
          <pc:sldMk cId="4052696622" sldId="257"/>
        </pc:sldMkLst>
      </pc:sldChg>
      <pc:sldChg chg="del">
        <pc:chgData name="Sara Muneeb" userId="29b624b1-a719-43f5-9b52-388cd4043c04" providerId="ADAL" clId="{626D58DD-CAD1-41FD-B346-5DA3667E10E3}" dt="2022-12-06T04:53:54.509" v="0" actId="47"/>
        <pc:sldMkLst>
          <pc:docMk/>
          <pc:sldMk cId="1361134221" sldId="258"/>
        </pc:sldMkLst>
      </pc:sldChg>
      <pc:sldChg chg="addSp modSp new mod">
        <pc:chgData name="Sara Muneeb" userId="29b624b1-a719-43f5-9b52-388cd4043c04" providerId="ADAL" clId="{626D58DD-CAD1-41FD-B346-5DA3667E10E3}" dt="2022-12-07T09:26:50.867" v="739" actId="1076"/>
        <pc:sldMkLst>
          <pc:docMk/>
          <pc:sldMk cId="3860371570" sldId="258"/>
        </pc:sldMkLst>
        <pc:spChg chg="mod">
          <ac:chgData name="Sara Muneeb" userId="29b624b1-a719-43f5-9b52-388cd4043c04" providerId="ADAL" clId="{626D58DD-CAD1-41FD-B346-5DA3667E10E3}" dt="2022-12-07T06:32:34.700" v="100" actId="20577"/>
          <ac:spMkLst>
            <pc:docMk/>
            <pc:sldMk cId="3860371570" sldId="258"/>
            <ac:spMk id="2" creationId="{C3560AE7-E8D9-D0FC-3E1F-23C3C7057DB6}"/>
          </ac:spMkLst>
        </pc:spChg>
        <pc:spChg chg="mod">
          <ac:chgData name="Sara Muneeb" userId="29b624b1-a719-43f5-9b52-388cd4043c04" providerId="ADAL" clId="{626D58DD-CAD1-41FD-B346-5DA3667E10E3}" dt="2022-12-07T09:26:42.060" v="736" actId="21"/>
          <ac:spMkLst>
            <pc:docMk/>
            <pc:sldMk cId="3860371570" sldId="258"/>
            <ac:spMk id="3" creationId="{C43F6602-D41C-1E60-8D60-EA0206CAFCDB}"/>
          </ac:spMkLst>
        </pc:spChg>
        <pc:picChg chg="add mod">
          <ac:chgData name="Sara Muneeb" userId="29b624b1-a719-43f5-9b52-388cd4043c04" providerId="ADAL" clId="{626D58DD-CAD1-41FD-B346-5DA3667E10E3}" dt="2022-12-07T09:26:50.867" v="739" actId="1076"/>
          <ac:picMkLst>
            <pc:docMk/>
            <pc:sldMk cId="3860371570" sldId="258"/>
            <ac:picMk id="4098" creationId="{DD73AAF0-86FF-9B2D-14CB-33E8EBE2ED85}"/>
          </ac:picMkLst>
        </pc:picChg>
      </pc:sldChg>
      <pc:sldChg chg="addSp modSp new mod">
        <pc:chgData name="Sara Muneeb" userId="29b624b1-a719-43f5-9b52-388cd4043c04" providerId="ADAL" clId="{626D58DD-CAD1-41FD-B346-5DA3667E10E3}" dt="2022-12-07T09:11:33.123" v="438" actId="1076"/>
        <pc:sldMkLst>
          <pc:docMk/>
          <pc:sldMk cId="2060412909" sldId="259"/>
        </pc:sldMkLst>
        <pc:spChg chg="mod">
          <ac:chgData name="Sara Muneeb" userId="29b624b1-a719-43f5-9b52-388cd4043c04" providerId="ADAL" clId="{626D58DD-CAD1-41FD-B346-5DA3667E10E3}" dt="2022-12-07T09:06:41.045" v="359" actId="27636"/>
          <ac:spMkLst>
            <pc:docMk/>
            <pc:sldMk cId="2060412909" sldId="259"/>
            <ac:spMk id="2" creationId="{BC618433-BF47-7878-9478-00B34BE787A0}"/>
          </ac:spMkLst>
        </pc:spChg>
        <pc:spChg chg="mod">
          <ac:chgData name="Sara Muneeb" userId="29b624b1-a719-43f5-9b52-388cd4043c04" providerId="ADAL" clId="{626D58DD-CAD1-41FD-B346-5DA3667E10E3}" dt="2022-12-07T09:11:17.056" v="435" actId="404"/>
          <ac:spMkLst>
            <pc:docMk/>
            <pc:sldMk cId="2060412909" sldId="259"/>
            <ac:spMk id="3" creationId="{48507441-FF76-03B6-2E1A-3AEF5105983A}"/>
          </ac:spMkLst>
        </pc:spChg>
        <pc:picChg chg="add mod">
          <ac:chgData name="Sara Muneeb" userId="29b624b1-a719-43f5-9b52-388cd4043c04" providerId="ADAL" clId="{626D58DD-CAD1-41FD-B346-5DA3667E10E3}" dt="2022-12-07T09:11:33.123" v="438" actId="1076"/>
          <ac:picMkLst>
            <pc:docMk/>
            <pc:sldMk cId="2060412909" sldId="259"/>
            <ac:picMk id="1026" creationId="{457EFE12-53E1-317F-BA94-7398E4966D0B}"/>
          </ac:picMkLst>
        </pc:picChg>
      </pc:sldChg>
      <pc:sldChg chg="del">
        <pc:chgData name="Sara Muneeb" userId="29b624b1-a719-43f5-9b52-388cd4043c04" providerId="ADAL" clId="{626D58DD-CAD1-41FD-B346-5DA3667E10E3}" dt="2022-12-06T04:53:54.509" v="0" actId="47"/>
        <pc:sldMkLst>
          <pc:docMk/>
          <pc:sldMk cId="4265269636" sldId="259"/>
        </pc:sldMkLst>
      </pc:sldChg>
      <pc:sldChg chg="del">
        <pc:chgData name="Sara Muneeb" userId="29b624b1-a719-43f5-9b52-388cd4043c04" providerId="ADAL" clId="{626D58DD-CAD1-41FD-B346-5DA3667E10E3}" dt="2022-12-06T04:53:54.509" v="0" actId="47"/>
        <pc:sldMkLst>
          <pc:docMk/>
          <pc:sldMk cId="3053092613" sldId="260"/>
        </pc:sldMkLst>
      </pc:sldChg>
      <pc:sldChg chg="modSp new mod">
        <pc:chgData name="Sara Muneeb" userId="29b624b1-a719-43f5-9b52-388cd4043c04" providerId="ADAL" clId="{626D58DD-CAD1-41FD-B346-5DA3667E10E3}" dt="2022-12-07T09:25:58.324" v="724" actId="20577"/>
        <pc:sldMkLst>
          <pc:docMk/>
          <pc:sldMk cId="3321054555" sldId="260"/>
        </pc:sldMkLst>
        <pc:spChg chg="mod">
          <ac:chgData name="Sara Muneeb" userId="29b624b1-a719-43f5-9b52-388cd4043c04" providerId="ADAL" clId="{626D58DD-CAD1-41FD-B346-5DA3667E10E3}" dt="2022-12-07T09:25:58.324" v="724" actId="20577"/>
          <ac:spMkLst>
            <pc:docMk/>
            <pc:sldMk cId="3321054555" sldId="260"/>
            <ac:spMk id="2" creationId="{C866CABA-CA83-CBBA-2F53-AC06F966E641}"/>
          </ac:spMkLst>
        </pc:spChg>
        <pc:spChg chg="mod">
          <ac:chgData name="Sara Muneeb" userId="29b624b1-a719-43f5-9b52-388cd4043c04" providerId="ADAL" clId="{626D58DD-CAD1-41FD-B346-5DA3667E10E3}" dt="2022-12-07T09:02:14.454" v="355" actId="20577"/>
          <ac:spMkLst>
            <pc:docMk/>
            <pc:sldMk cId="3321054555" sldId="260"/>
            <ac:spMk id="3" creationId="{0C9C6AC8-E212-7E96-4848-B255D7EB7AE3}"/>
          </ac:spMkLst>
        </pc:spChg>
      </pc:sldChg>
      <pc:sldChg chg="del">
        <pc:chgData name="Sara Muneeb" userId="29b624b1-a719-43f5-9b52-388cd4043c04" providerId="ADAL" clId="{626D58DD-CAD1-41FD-B346-5DA3667E10E3}" dt="2022-12-06T04:53:54.509" v="0" actId="47"/>
        <pc:sldMkLst>
          <pc:docMk/>
          <pc:sldMk cId="148806529" sldId="261"/>
        </pc:sldMkLst>
      </pc:sldChg>
      <pc:sldChg chg="addSp modSp new mod">
        <pc:chgData name="Sara Muneeb" userId="29b624b1-a719-43f5-9b52-388cd4043c04" providerId="ADAL" clId="{626D58DD-CAD1-41FD-B346-5DA3667E10E3}" dt="2022-12-07T09:21:47.993" v="691" actId="114"/>
        <pc:sldMkLst>
          <pc:docMk/>
          <pc:sldMk cId="1632207964" sldId="261"/>
        </pc:sldMkLst>
        <pc:spChg chg="mod">
          <ac:chgData name="Sara Muneeb" userId="29b624b1-a719-43f5-9b52-388cd4043c04" providerId="ADAL" clId="{626D58DD-CAD1-41FD-B346-5DA3667E10E3}" dt="2022-12-07T09:11:45.065" v="439"/>
          <ac:spMkLst>
            <pc:docMk/>
            <pc:sldMk cId="1632207964" sldId="261"/>
            <ac:spMk id="2" creationId="{07932193-8A40-2A47-8ED9-D44350C2BC32}"/>
          </ac:spMkLst>
        </pc:spChg>
        <pc:spChg chg="mod">
          <ac:chgData name="Sara Muneeb" userId="29b624b1-a719-43f5-9b52-388cd4043c04" providerId="ADAL" clId="{626D58DD-CAD1-41FD-B346-5DA3667E10E3}" dt="2022-12-07T09:21:47.993" v="691" actId="114"/>
          <ac:spMkLst>
            <pc:docMk/>
            <pc:sldMk cId="1632207964" sldId="261"/>
            <ac:spMk id="3" creationId="{40826A6F-3E45-8940-48F0-0A569DA89FE4}"/>
          </ac:spMkLst>
        </pc:spChg>
        <pc:picChg chg="add mod">
          <ac:chgData name="Sara Muneeb" userId="29b624b1-a719-43f5-9b52-388cd4043c04" providerId="ADAL" clId="{626D58DD-CAD1-41FD-B346-5DA3667E10E3}" dt="2022-12-07T09:20:55.081" v="664" actId="14100"/>
          <ac:picMkLst>
            <pc:docMk/>
            <pc:sldMk cId="1632207964" sldId="261"/>
            <ac:picMk id="2050" creationId="{C406DF67-BC20-6968-257C-889FD9A71601}"/>
          </ac:picMkLst>
        </pc:picChg>
      </pc:sldChg>
      <pc:sldChg chg="del">
        <pc:chgData name="Sara Muneeb" userId="29b624b1-a719-43f5-9b52-388cd4043c04" providerId="ADAL" clId="{626D58DD-CAD1-41FD-B346-5DA3667E10E3}" dt="2022-12-06T04:53:54.509" v="0" actId="47"/>
        <pc:sldMkLst>
          <pc:docMk/>
          <pc:sldMk cId="2076603548" sldId="262"/>
        </pc:sldMkLst>
      </pc:sldChg>
      <pc:sldChg chg="modSp new mod">
        <pc:chgData name="Sara Muneeb" userId="29b624b1-a719-43f5-9b52-388cd4043c04" providerId="ADAL" clId="{626D58DD-CAD1-41FD-B346-5DA3667E10E3}" dt="2022-12-07T10:05:52.351" v="1413" actId="20577"/>
        <pc:sldMkLst>
          <pc:docMk/>
          <pc:sldMk cId="3110555305" sldId="262"/>
        </pc:sldMkLst>
        <pc:spChg chg="mod">
          <ac:chgData name="Sara Muneeb" userId="29b624b1-a719-43f5-9b52-388cd4043c04" providerId="ADAL" clId="{626D58DD-CAD1-41FD-B346-5DA3667E10E3}" dt="2022-12-07T09:17:11.555" v="644"/>
          <ac:spMkLst>
            <pc:docMk/>
            <pc:sldMk cId="3110555305" sldId="262"/>
            <ac:spMk id="2" creationId="{73057CAC-EC86-4C16-8229-91360890C803}"/>
          </ac:spMkLst>
        </pc:spChg>
        <pc:spChg chg="mod">
          <ac:chgData name="Sara Muneeb" userId="29b624b1-a719-43f5-9b52-388cd4043c04" providerId="ADAL" clId="{626D58DD-CAD1-41FD-B346-5DA3667E10E3}" dt="2022-12-07T10:05:52.351" v="1413" actId="20577"/>
          <ac:spMkLst>
            <pc:docMk/>
            <pc:sldMk cId="3110555305" sldId="262"/>
            <ac:spMk id="3" creationId="{42E557E4-7D36-DEC3-6240-1B15850D4CA8}"/>
          </ac:spMkLst>
        </pc:spChg>
      </pc:sldChg>
      <pc:sldChg chg="del">
        <pc:chgData name="Sara Muneeb" userId="29b624b1-a719-43f5-9b52-388cd4043c04" providerId="ADAL" clId="{626D58DD-CAD1-41FD-B346-5DA3667E10E3}" dt="2022-12-06T04:53:54.509" v="0" actId="47"/>
        <pc:sldMkLst>
          <pc:docMk/>
          <pc:sldMk cId="1694070568" sldId="263"/>
        </pc:sldMkLst>
      </pc:sldChg>
      <pc:sldChg chg="modSp new mod">
        <pc:chgData name="Sara Muneeb" userId="29b624b1-a719-43f5-9b52-388cd4043c04" providerId="ADAL" clId="{626D58DD-CAD1-41FD-B346-5DA3667E10E3}" dt="2022-12-07T10:05:15.901" v="1402" actId="20577"/>
        <pc:sldMkLst>
          <pc:docMk/>
          <pc:sldMk cId="2084209913" sldId="263"/>
        </pc:sldMkLst>
        <pc:spChg chg="mod">
          <ac:chgData name="Sara Muneeb" userId="29b624b1-a719-43f5-9b52-388cd4043c04" providerId="ADAL" clId="{626D58DD-CAD1-41FD-B346-5DA3667E10E3}" dt="2022-12-07T10:05:15.901" v="1402" actId="20577"/>
          <ac:spMkLst>
            <pc:docMk/>
            <pc:sldMk cId="2084209913" sldId="263"/>
            <ac:spMk id="2" creationId="{6CD0638C-23D9-4086-4665-113A5CBDEB05}"/>
          </ac:spMkLst>
        </pc:spChg>
        <pc:spChg chg="mod">
          <ac:chgData name="Sara Muneeb" userId="29b624b1-a719-43f5-9b52-388cd4043c04" providerId="ADAL" clId="{626D58DD-CAD1-41FD-B346-5DA3667E10E3}" dt="2022-12-07T10:05:03.371" v="1383" actId="27636"/>
          <ac:spMkLst>
            <pc:docMk/>
            <pc:sldMk cId="2084209913" sldId="263"/>
            <ac:spMk id="3" creationId="{71FFDB5D-541C-F5EE-B426-EC9D8161D9A8}"/>
          </ac:spMkLst>
        </pc:spChg>
      </pc:sldChg>
      <pc:sldChg chg="del">
        <pc:chgData name="Sara Muneeb" userId="29b624b1-a719-43f5-9b52-388cd4043c04" providerId="ADAL" clId="{626D58DD-CAD1-41FD-B346-5DA3667E10E3}" dt="2022-12-06T04:53:54.509" v="0" actId="47"/>
        <pc:sldMkLst>
          <pc:docMk/>
          <pc:sldMk cId="588564377" sldId="264"/>
        </pc:sldMkLst>
      </pc:sldChg>
      <pc:sldChg chg="addSp delSp modSp new mod">
        <pc:chgData name="Sara Muneeb" userId="29b624b1-a719-43f5-9b52-388cd4043c04" providerId="ADAL" clId="{626D58DD-CAD1-41FD-B346-5DA3667E10E3}" dt="2022-12-07T10:11:04.068" v="1541" actId="6549"/>
        <pc:sldMkLst>
          <pc:docMk/>
          <pc:sldMk cId="2319099585" sldId="264"/>
        </pc:sldMkLst>
        <pc:spChg chg="mod">
          <ac:chgData name="Sara Muneeb" userId="29b624b1-a719-43f5-9b52-388cd4043c04" providerId="ADAL" clId="{626D58DD-CAD1-41FD-B346-5DA3667E10E3}" dt="2022-12-07T10:09:34.452" v="1512" actId="20577"/>
          <ac:spMkLst>
            <pc:docMk/>
            <pc:sldMk cId="2319099585" sldId="264"/>
            <ac:spMk id="2" creationId="{398C4538-1C9C-E389-735E-0C422E9385F0}"/>
          </ac:spMkLst>
        </pc:spChg>
        <pc:spChg chg="mod">
          <ac:chgData name="Sara Muneeb" userId="29b624b1-a719-43f5-9b52-388cd4043c04" providerId="ADAL" clId="{626D58DD-CAD1-41FD-B346-5DA3667E10E3}" dt="2022-12-07T10:11:04.068" v="1541" actId="6549"/>
          <ac:spMkLst>
            <pc:docMk/>
            <pc:sldMk cId="2319099585" sldId="264"/>
            <ac:spMk id="3" creationId="{32ACA20A-46DC-7ABA-B504-E54CA02BFBC7}"/>
          </ac:spMkLst>
        </pc:spChg>
        <pc:spChg chg="add del">
          <ac:chgData name="Sara Muneeb" userId="29b624b1-a719-43f5-9b52-388cd4043c04" providerId="ADAL" clId="{626D58DD-CAD1-41FD-B346-5DA3667E10E3}" dt="2022-12-07T10:10:48.725" v="1536" actId="22"/>
          <ac:spMkLst>
            <pc:docMk/>
            <pc:sldMk cId="2319099585" sldId="264"/>
            <ac:spMk id="5" creationId="{475B7698-41BE-F809-2873-763845FB49EE}"/>
          </ac:spMkLst>
        </pc:spChg>
      </pc:sldChg>
      <pc:sldChg chg="addSp modSp new mod">
        <pc:chgData name="Sara Muneeb" userId="29b624b1-a719-43f5-9b52-388cd4043c04" providerId="ADAL" clId="{626D58DD-CAD1-41FD-B346-5DA3667E10E3}" dt="2022-12-07T10:12:12.605" v="1555"/>
        <pc:sldMkLst>
          <pc:docMk/>
          <pc:sldMk cId="187458491" sldId="265"/>
        </pc:sldMkLst>
        <pc:spChg chg="mod">
          <ac:chgData name="Sara Muneeb" userId="29b624b1-a719-43f5-9b52-388cd4043c04" providerId="ADAL" clId="{626D58DD-CAD1-41FD-B346-5DA3667E10E3}" dt="2022-12-07T10:12:12.605" v="1555"/>
          <ac:spMkLst>
            <pc:docMk/>
            <pc:sldMk cId="187458491" sldId="265"/>
            <ac:spMk id="2" creationId="{F5D53E8D-6509-04E5-492D-80A9996256E6}"/>
          </ac:spMkLst>
        </pc:spChg>
        <pc:spChg chg="mod">
          <ac:chgData name="Sara Muneeb" userId="29b624b1-a719-43f5-9b52-388cd4043c04" providerId="ADAL" clId="{626D58DD-CAD1-41FD-B346-5DA3667E10E3}" dt="2022-12-07T10:11:23.985" v="1546" actId="20577"/>
          <ac:spMkLst>
            <pc:docMk/>
            <pc:sldMk cId="187458491" sldId="265"/>
            <ac:spMk id="3" creationId="{4ACCCBCC-0D95-4399-BCA0-1CE274345BD8}"/>
          </ac:spMkLst>
        </pc:spChg>
        <pc:picChg chg="add mod">
          <ac:chgData name="Sara Muneeb" userId="29b624b1-a719-43f5-9b52-388cd4043c04" providerId="ADAL" clId="{626D58DD-CAD1-41FD-B346-5DA3667E10E3}" dt="2022-12-07T10:11:55.365" v="1554" actId="1076"/>
          <ac:picMkLst>
            <pc:docMk/>
            <pc:sldMk cId="187458491" sldId="265"/>
            <ac:picMk id="5122" creationId="{B9E26AB3-BEC0-8BB5-E242-D5ED2129E429}"/>
          </ac:picMkLst>
        </pc:picChg>
      </pc:sldChg>
      <pc:sldChg chg="del">
        <pc:chgData name="Sara Muneeb" userId="29b624b1-a719-43f5-9b52-388cd4043c04" providerId="ADAL" clId="{626D58DD-CAD1-41FD-B346-5DA3667E10E3}" dt="2022-12-06T04:53:54.509" v="0" actId="47"/>
        <pc:sldMkLst>
          <pc:docMk/>
          <pc:sldMk cId="920584413" sldId="265"/>
        </pc:sldMkLst>
      </pc:sldChg>
      <pc:sldChg chg="del">
        <pc:chgData name="Sara Muneeb" userId="29b624b1-a719-43f5-9b52-388cd4043c04" providerId="ADAL" clId="{626D58DD-CAD1-41FD-B346-5DA3667E10E3}" dt="2022-12-06T04:53:54.509" v="0" actId="47"/>
        <pc:sldMkLst>
          <pc:docMk/>
          <pc:sldMk cId="480505665" sldId="266"/>
        </pc:sldMkLst>
      </pc:sldChg>
      <pc:sldChg chg="addSp delSp modSp new mod">
        <pc:chgData name="Sara Muneeb" userId="29b624b1-a719-43f5-9b52-388cd4043c04" providerId="ADAL" clId="{626D58DD-CAD1-41FD-B346-5DA3667E10E3}" dt="2022-12-07T10:20:56.959" v="1797" actId="1076"/>
        <pc:sldMkLst>
          <pc:docMk/>
          <pc:sldMk cId="3212761477" sldId="266"/>
        </pc:sldMkLst>
        <pc:spChg chg="mod">
          <ac:chgData name="Sara Muneeb" userId="29b624b1-a719-43f5-9b52-388cd4043c04" providerId="ADAL" clId="{626D58DD-CAD1-41FD-B346-5DA3667E10E3}" dt="2022-12-07T10:12:33.850" v="1614" actId="20577"/>
          <ac:spMkLst>
            <pc:docMk/>
            <pc:sldMk cId="3212761477" sldId="266"/>
            <ac:spMk id="2" creationId="{043EC072-1643-AC0E-72CB-13AEE01DC25D}"/>
          </ac:spMkLst>
        </pc:spChg>
        <pc:spChg chg="mod">
          <ac:chgData name="Sara Muneeb" userId="29b624b1-a719-43f5-9b52-388cd4043c04" providerId="ADAL" clId="{626D58DD-CAD1-41FD-B346-5DA3667E10E3}" dt="2022-12-07T10:20:41.050" v="1793" actId="404"/>
          <ac:spMkLst>
            <pc:docMk/>
            <pc:sldMk cId="3212761477" sldId="266"/>
            <ac:spMk id="3" creationId="{1CC60E78-FC79-76B4-2AC9-D6914EB5F1F3}"/>
          </ac:spMkLst>
        </pc:spChg>
        <pc:picChg chg="add mod">
          <ac:chgData name="Sara Muneeb" userId="29b624b1-a719-43f5-9b52-388cd4043c04" providerId="ADAL" clId="{626D58DD-CAD1-41FD-B346-5DA3667E10E3}" dt="2022-12-07T10:20:56.959" v="1797" actId="1076"/>
          <ac:picMkLst>
            <pc:docMk/>
            <pc:sldMk cId="3212761477" sldId="266"/>
            <ac:picMk id="4" creationId="{374319CC-3C69-DA46-1E07-0B1E6267BF09}"/>
          </ac:picMkLst>
        </pc:picChg>
        <pc:picChg chg="add del">
          <ac:chgData name="Sara Muneeb" userId="29b624b1-a719-43f5-9b52-388cd4043c04" providerId="ADAL" clId="{626D58DD-CAD1-41FD-B346-5DA3667E10E3}" dt="2022-12-07T10:15:58.829" v="1694" actId="21"/>
          <ac:picMkLst>
            <pc:docMk/>
            <pc:sldMk cId="3212761477" sldId="266"/>
            <ac:picMk id="6146" creationId="{6671E64E-4A81-7930-D032-3E17D6418A46}"/>
          </ac:picMkLst>
        </pc:picChg>
      </pc:sldChg>
      <pc:sldChg chg="del">
        <pc:chgData name="Sara Muneeb" userId="29b624b1-a719-43f5-9b52-388cd4043c04" providerId="ADAL" clId="{626D58DD-CAD1-41FD-B346-5DA3667E10E3}" dt="2022-12-06T04:53:54.509" v="0" actId="47"/>
        <pc:sldMkLst>
          <pc:docMk/>
          <pc:sldMk cId="814825275" sldId="267"/>
        </pc:sldMkLst>
      </pc:sldChg>
      <pc:sldChg chg="addSp delSp modSp new mod">
        <pc:chgData name="Sara Muneeb" userId="29b624b1-a719-43f5-9b52-388cd4043c04" providerId="ADAL" clId="{626D58DD-CAD1-41FD-B346-5DA3667E10E3}" dt="2022-12-07T10:20:30.241" v="1791" actId="21"/>
        <pc:sldMkLst>
          <pc:docMk/>
          <pc:sldMk cId="2035522379" sldId="267"/>
        </pc:sldMkLst>
        <pc:spChg chg="mod">
          <ac:chgData name="Sara Muneeb" userId="29b624b1-a719-43f5-9b52-388cd4043c04" providerId="ADAL" clId="{626D58DD-CAD1-41FD-B346-5DA3667E10E3}" dt="2022-12-07T10:16:28.407" v="1723" actId="313"/>
          <ac:spMkLst>
            <pc:docMk/>
            <pc:sldMk cId="2035522379" sldId="267"/>
            <ac:spMk id="2" creationId="{3522A1BD-D0BE-1CD1-2C4A-35CEA632689D}"/>
          </ac:spMkLst>
        </pc:spChg>
        <pc:spChg chg="mod">
          <ac:chgData name="Sara Muneeb" userId="29b624b1-a719-43f5-9b52-388cd4043c04" providerId="ADAL" clId="{626D58DD-CAD1-41FD-B346-5DA3667E10E3}" dt="2022-12-07T10:20:16.796" v="1789" actId="14100"/>
          <ac:spMkLst>
            <pc:docMk/>
            <pc:sldMk cId="2035522379" sldId="267"/>
            <ac:spMk id="3" creationId="{71D702BD-0A98-DDB7-AD13-D744318D25BF}"/>
          </ac:spMkLst>
        </pc:spChg>
        <pc:picChg chg="add del mod">
          <ac:chgData name="Sara Muneeb" userId="29b624b1-a719-43f5-9b52-388cd4043c04" providerId="ADAL" clId="{626D58DD-CAD1-41FD-B346-5DA3667E10E3}" dt="2022-12-07T10:20:30.241" v="1791" actId="21"/>
          <ac:picMkLst>
            <pc:docMk/>
            <pc:sldMk cId="2035522379" sldId="267"/>
            <ac:picMk id="4" creationId="{D5DDE515-995D-4CC6-BB28-CCDA4EF37ABB}"/>
          </ac:picMkLst>
        </pc:picChg>
      </pc:sldChg>
      <pc:sldChg chg="del">
        <pc:chgData name="Sara Muneeb" userId="29b624b1-a719-43f5-9b52-388cd4043c04" providerId="ADAL" clId="{626D58DD-CAD1-41FD-B346-5DA3667E10E3}" dt="2022-12-06T04:53:54.509" v="0" actId="47"/>
        <pc:sldMkLst>
          <pc:docMk/>
          <pc:sldMk cId="793564404" sldId="268"/>
        </pc:sldMkLst>
      </pc:sldChg>
      <pc:sldChg chg="addSp delSp modSp new mod">
        <pc:chgData name="Sara Muneeb" userId="29b624b1-a719-43f5-9b52-388cd4043c04" providerId="ADAL" clId="{626D58DD-CAD1-41FD-B346-5DA3667E10E3}" dt="2022-12-07T10:27:43.431" v="2058" actId="1035"/>
        <pc:sldMkLst>
          <pc:docMk/>
          <pc:sldMk cId="1886305423" sldId="268"/>
        </pc:sldMkLst>
        <pc:spChg chg="mod">
          <ac:chgData name="Sara Muneeb" userId="29b624b1-a719-43f5-9b52-388cd4043c04" providerId="ADAL" clId="{626D58DD-CAD1-41FD-B346-5DA3667E10E3}" dt="2022-12-07T10:23:32.976" v="1858" actId="20577"/>
          <ac:spMkLst>
            <pc:docMk/>
            <pc:sldMk cId="1886305423" sldId="268"/>
            <ac:spMk id="2" creationId="{38E369E2-0429-0590-C171-E886D4563B73}"/>
          </ac:spMkLst>
        </pc:spChg>
        <pc:spChg chg="add del mod">
          <ac:chgData name="Sara Muneeb" userId="29b624b1-a719-43f5-9b52-388cd4043c04" providerId="ADAL" clId="{626D58DD-CAD1-41FD-B346-5DA3667E10E3}" dt="2022-12-07T10:27:22.268" v="2051" actId="404"/>
          <ac:spMkLst>
            <pc:docMk/>
            <pc:sldMk cId="1886305423" sldId="268"/>
            <ac:spMk id="3" creationId="{AE937DE8-9520-D6C3-F714-E36B4A70036B}"/>
          </ac:spMkLst>
        </pc:spChg>
        <pc:picChg chg="add del mod">
          <ac:chgData name="Sara Muneeb" userId="29b624b1-a719-43f5-9b52-388cd4043c04" providerId="ADAL" clId="{626D58DD-CAD1-41FD-B346-5DA3667E10E3}" dt="2022-12-07T10:21:42.585" v="1817"/>
          <ac:picMkLst>
            <pc:docMk/>
            <pc:sldMk cId="1886305423" sldId="268"/>
            <ac:picMk id="4" creationId="{C676EFFD-4F8B-B8CA-78FA-9C41FD0D9CC9}"/>
          </ac:picMkLst>
        </pc:picChg>
        <pc:picChg chg="add mod">
          <ac:chgData name="Sara Muneeb" userId="29b624b1-a719-43f5-9b52-388cd4043c04" providerId="ADAL" clId="{626D58DD-CAD1-41FD-B346-5DA3667E10E3}" dt="2022-12-07T10:27:43.431" v="2058" actId="1035"/>
          <ac:picMkLst>
            <pc:docMk/>
            <pc:sldMk cId="1886305423" sldId="268"/>
            <ac:picMk id="7170" creationId="{DE3C83B4-BAEB-2080-03AF-F13EAEE701AF}"/>
          </ac:picMkLst>
        </pc:picChg>
      </pc:sldChg>
      <pc:sldChg chg="addSp modSp new mod">
        <pc:chgData name="Sara Muneeb" userId="29b624b1-a719-43f5-9b52-388cd4043c04" providerId="ADAL" clId="{626D58DD-CAD1-41FD-B346-5DA3667E10E3}" dt="2022-12-07T10:34:55.759" v="2101" actId="1076"/>
        <pc:sldMkLst>
          <pc:docMk/>
          <pc:sldMk cId="681321597" sldId="269"/>
        </pc:sldMkLst>
        <pc:spChg chg="mod">
          <ac:chgData name="Sara Muneeb" userId="29b624b1-a719-43f5-9b52-388cd4043c04" providerId="ADAL" clId="{626D58DD-CAD1-41FD-B346-5DA3667E10E3}" dt="2022-12-07T10:24:32.020" v="1877" actId="20577"/>
          <ac:spMkLst>
            <pc:docMk/>
            <pc:sldMk cId="681321597" sldId="269"/>
            <ac:spMk id="2" creationId="{E23F001D-8E2C-64E3-774C-6BF96C0C9721}"/>
          </ac:spMkLst>
        </pc:spChg>
        <pc:spChg chg="mod">
          <ac:chgData name="Sara Muneeb" userId="29b624b1-a719-43f5-9b52-388cd4043c04" providerId="ADAL" clId="{626D58DD-CAD1-41FD-B346-5DA3667E10E3}" dt="2022-12-07T10:25:43.697" v="2025" actId="20577"/>
          <ac:spMkLst>
            <pc:docMk/>
            <pc:sldMk cId="681321597" sldId="269"/>
            <ac:spMk id="3" creationId="{724E1C29-E5A8-2F59-582F-F43811835532}"/>
          </ac:spMkLst>
        </pc:spChg>
        <pc:picChg chg="add mod">
          <ac:chgData name="Sara Muneeb" userId="29b624b1-a719-43f5-9b52-388cd4043c04" providerId="ADAL" clId="{626D58DD-CAD1-41FD-B346-5DA3667E10E3}" dt="2022-12-07T10:34:55.759" v="2101" actId="1076"/>
          <ac:picMkLst>
            <pc:docMk/>
            <pc:sldMk cId="681321597" sldId="269"/>
            <ac:picMk id="9218" creationId="{28B8CA0C-A687-A6A3-550A-C4E0F3D31E30}"/>
          </ac:picMkLst>
        </pc:picChg>
      </pc:sldChg>
      <pc:sldChg chg="del">
        <pc:chgData name="Sara Muneeb" userId="29b624b1-a719-43f5-9b52-388cd4043c04" providerId="ADAL" clId="{626D58DD-CAD1-41FD-B346-5DA3667E10E3}" dt="2022-12-06T04:53:54.509" v="0" actId="47"/>
        <pc:sldMkLst>
          <pc:docMk/>
          <pc:sldMk cId="3179164803" sldId="269"/>
        </pc:sldMkLst>
      </pc:sldChg>
      <pc:sldChg chg="del">
        <pc:chgData name="Sara Muneeb" userId="29b624b1-a719-43f5-9b52-388cd4043c04" providerId="ADAL" clId="{626D58DD-CAD1-41FD-B346-5DA3667E10E3}" dt="2022-12-06T04:53:54.509" v="0" actId="47"/>
        <pc:sldMkLst>
          <pc:docMk/>
          <pc:sldMk cId="1469265427" sldId="270"/>
        </pc:sldMkLst>
      </pc:sldChg>
      <pc:sldChg chg="modSp new mod">
        <pc:chgData name="Sara Muneeb" userId="29b624b1-a719-43f5-9b52-388cd4043c04" providerId="ADAL" clId="{626D58DD-CAD1-41FD-B346-5DA3667E10E3}" dt="2022-12-07T10:28:49.501" v="2098" actId="20577"/>
        <pc:sldMkLst>
          <pc:docMk/>
          <pc:sldMk cId="3433099799" sldId="270"/>
        </pc:sldMkLst>
        <pc:spChg chg="mod">
          <ac:chgData name="Sara Muneeb" userId="29b624b1-a719-43f5-9b52-388cd4043c04" providerId="ADAL" clId="{626D58DD-CAD1-41FD-B346-5DA3667E10E3}" dt="2022-12-07T10:28:00.754" v="2077" actId="20577"/>
          <ac:spMkLst>
            <pc:docMk/>
            <pc:sldMk cId="3433099799" sldId="270"/>
            <ac:spMk id="2" creationId="{92A436D5-20A5-9147-CDFC-B639FC75F995}"/>
          </ac:spMkLst>
        </pc:spChg>
        <pc:spChg chg="mod">
          <ac:chgData name="Sara Muneeb" userId="29b624b1-a719-43f5-9b52-388cd4043c04" providerId="ADAL" clId="{626D58DD-CAD1-41FD-B346-5DA3667E10E3}" dt="2022-12-07T10:28:49.501" v="2098" actId="20577"/>
          <ac:spMkLst>
            <pc:docMk/>
            <pc:sldMk cId="3433099799" sldId="270"/>
            <ac:spMk id="3" creationId="{B125224E-38BE-6F62-85A4-313B09BB7C70}"/>
          </ac:spMkLst>
        </pc:spChg>
      </pc:sldChg>
      <pc:sldChg chg="modSp new mod">
        <pc:chgData name="Sara Muneeb" userId="29b624b1-a719-43f5-9b52-388cd4043c04" providerId="ADAL" clId="{626D58DD-CAD1-41FD-B346-5DA3667E10E3}" dt="2022-12-07T10:37:11.229" v="2170" actId="5793"/>
        <pc:sldMkLst>
          <pc:docMk/>
          <pc:sldMk cId="1942714225" sldId="271"/>
        </pc:sldMkLst>
        <pc:spChg chg="mod">
          <ac:chgData name="Sara Muneeb" userId="29b624b1-a719-43f5-9b52-388cd4043c04" providerId="ADAL" clId="{626D58DD-CAD1-41FD-B346-5DA3667E10E3}" dt="2022-12-07T10:35:21.600" v="2125" actId="20577"/>
          <ac:spMkLst>
            <pc:docMk/>
            <pc:sldMk cId="1942714225" sldId="271"/>
            <ac:spMk id="2" creationId="{B2C41B9F-EE25-994A-3B7A-F1A137857284}"/>
          </ac:spMkLst>
        </pc:spChg>
        <pc:spChg chg="mod">
          <ac:chgData name="Sara Muneeb" userId="29b624b1-a719-43f5-9b52-388cd4043c04" providerId="ADAL" clId="{626D58DD-CAD1-41FD-B346-5DA3667E10E3}" dt="2022-12-07T10:37:11.229" v="2170" actId="5793"/>
          <ac:spMkLst>
            <pc:docMk/>
            <pc:sldMk cId="1942714225" sldId="271"/>
            <ac:spMk id="3" creationId="{E138EFF9-149F-80FA-DEC2-0389CB41B2DD}"/>
          </ac:spMkLst>
        </pc:spChg>
      </pc:sldChg>
      <pc:sldChg chg="del">
        <pc:chgData name="Sara Muneeb" userId="29b624b1-a719-43f5-9b52-388cd4043c04" providerId="ADAL" clId="{626D58DD-CAD1-41FD-B346-5DA3667E10E3}" dt="2022-12-06T04:53:54.509" v="0" actId="47"/>
        <pc:sldMkLst>
          <pc:docMk/>
          <pc:sldMk cId="3856423633" sldId="271"/>
        </pc:sldMkLst>
      </pc:sldChg>
      <pc:sldChg chg="addSp modSp new mod">
        <pc:chgData name="Sara Muneeb" userId="29b624b1-a719-43f5-9b52-388cd4043c04" providerId="ADAL" clId="{626D58DD-CAD1-41FD-B346-5DA3667E10E3}" dt="2022-12-07T10:44:32.068" v="2214" actId="1076"/>
        <pc:sldMkLst>
          <pc:docMk/>
          <pc:sldMk cId="350534148" sldId="272"/>
        </pc:sldMkLst>
        <pc:spChg chg="mod">
          <ac:chgData name="Sara Muneeb" userId="29b624b1-a719-43f5-9b52-388cd4043c04" providerId="ADAL" clId="{626D58DD-CAD1-41FD-B346-5DA3667E10E3}" dt="2022-12-07T10:37:40.122" v="2172"/>
          <ac:spMkLst>
            <pc:docMk/>
            <pc:sldMk cId="350534148" sldId="272"/>
            <ac:spMk id="2" creationId="{594C1C8B-21FF-C565-7EC8-26CBC61C4615}"/>
          </ac:spMkLst>
        </pc:spChg>
        <pc:spChg chg="mod">
          <ac:chgData name="Sara Muneeb" userId="29b624b1-a719-43f5-9b52-388cd4043c04" providerId="ADAL" clId="{626D58DD-CAD1-41FD-B346-5DA3667E10E3}" dt="2022-12-07T10:44:25.560" v="2212" actId="14100"/>
          <ac:spMkLst>
            <pc:docMk/>
            <pc:sldMk cId="350534148" sldId="272"/>
            <ac:spMk id="3" creationId="{093D55B3-57C7-3ED9-E771-1B77B21B51A9}"/>
          </ac:spMkLst>
        </pc:spChg>
        <pc:picChg chg="add mod">
          <ac:chgData name="Sara Muneeb" userId="29b624b1-a719-43f5-9b52-388cd4043c04" providerId="ADAL" clId="{626D58DD-CAD1-41FD-B346-5DA3667E10E3}" dt="2022-12-07T10:44:32.068" v="2214" actId="1076"/>
          <ac:picMkLst>
            <pc:docMk/>
            <pc:sldMk cId="350534148" sldId="272"/>
            <ac:picMk id="10242" creationId="{E31FE2AD-AE81-59BF-6E81-7233CDCD6864}"/>
          </ac:picMkLst>
        </pc:picChg>
      </pc:sldChg>
      <pc:sldChg chg="del">
        <pc:chgData name="Sara Muneeb" userId="29b624b1-a719-43f5-9b52-388cd4043c04" providerId="ADAL" clId="{626D58DD-CAD1-41FD-B346-5DA3667E10E3}" dt="2022-12-06T04:53:54.509" v="0" actId="47"/>
        <pc:sldMkLst>
          <pc:docMk/>
          <pc:sldMk cId="1763966239" sldId="272"/>
        </pc:sldMkLst>
      </pc:sldChg>
      <pc:sldChg chg="del">
        <pc:chgData name="Sara Muneeb" userId="29b624b1-a719-43f5-9b52-388cd4043c04" providerId="ADAL" clId="{626D58DD-CAD1-41FD-B346-5DA3667E10E3}" dt="2022-12-06T04:53:54.509" v="0" actId="47"/>
        <pc:sldMkLst>
          <pc:docMk/>
          <pc:sldMk cId="1205803140" sldId="273"/>
        </pc:sldMkLst>
      </pc:sldChg>
      <pc:sldChg chg="modSp new mod">
        <pc:chgData name="Sara Muneeb" userId="29b624b1-a719-43f5-9b52-388cd4043c04" providerId="ADAL" clId="{626D58DD-CAD1-41FD-B346-5DA3667E10E3}" dt="2022-12-07T10:47:27.060" v="2352" actId="12"/>
        <pc:sldMkLst>
          <pc:docMk/>
          <pc:sldMk cId="3180318981" sldId="273"/>
        </pc:sldMkLst>
        <pc:spChg chg="mod">
          <ac:chgData name="Sara Muneeb" userId="29b624b1-a719-43f5-9b52-388cd4043c04" providerId="ADAL" clId="{626D58DD-CAD1-41FD-B346-5DA3667E10E3}" dt="2022-12-07T10:44:57.196" v="2238" actId="20577"/>
          <ac:spMkLst>
            <pc:docMk/>
            <pc:sldMk cId="3180318981" sldId="273"/>
            <ac:spMk id="2" creationId="{00BB99EA-BB26-06C1-6C43-3E88C4BE7BD8}"/>
          </ac:spMkLst>
        </pc:spChg>
        <pc:spChg chg="mod">
          <ac:chgData name="Sara Muneeb" userId="29b624b1-a719-43f5-9b52-388cd4043c04" providerId="ADAL" clId="{626D58DD-CAD1-41FD-B346-5DA3667E10E3}" dt="2022-12-07T10:47:27.060" v="2352" actId="12"/>
          <ac:spMkLst>
            <pc:docMk/>
            <pc:sldMk cId="3180318981" sldId="273"/>
            <ac:spMk id="3" creationId="{E8AF45F0-6100-F118-0891-67AEAD09C48C}"/>
          </ac:spMkLst>
        </pc:spChg>
      </pc:sldChg>
      <pc:sldChg chg="del">
        <pc:chgData name="Sara Muneeb" userId="29b624b1-a719-43f5-9b52-388cd4043c04" providerId="ADAL" clId="{626D58DD-CAD1-41FD-B346-5DA3667E10E3}" dt="2022-12-06T04:53:54.509" v="0" actId="47"/>
        <pc:sldMkLst>
          <pc:docMk/>
          <pc:sldMk cId="1972697422" sldId="274"/>
        </pc:sldMkLst>
      </pc:sldChg>
      <pc:sldChg chg="addSp modSp new mod">
        <pc:chgData name="Sara Muneeb" userId="29b624b1-a719-43f5-9b52-388cd4043c04" providerId="ADAL" clId="{626D58DD-CAD1-41FD-B346-5DA3667E10E3}" dt="2022-12-07T10:52:04.402" v="2452" actId="21"/>
        <pc:sldMkLst>
          <pc:docMk/>
          <pc:sldMk cId="2830285302" sldId="274"/>
        </pc:sldMkLst>
        <pc:spChg chg="mod">
          <ac:chgData name="Sara Muneeb" userId="29b624b1-a719-43f5-9b52-388cd4043c04" providerId="ADAL" clId="{626D58DD-CAD1-41FD-B346-5DA3667E10E3}" dt="2022-12-07T10:48:22.923" v="2390" actId="20577"/>
          <ac:spMkLst>
            <pc:docMk/>
            <pc:sldMk cId="2830285302" sldId="274"/>
            <ac:spMk id="2" creationId="{6F26B5E4-83DF-889C-0910-7641FB1B17CD}"/>
          </ac:spMkLst>
        </pc:spChg>
        <pc:spChg chg="mod">
          <ac:chgData name="Sara Muneeb" userId="29b624b1-a719-43f5-9b52-388cd4043c04" providerId="ADAL" clId="{626D58DD-CAD1-41FD-B346-5DA3667E10E3}" dt="2022-12-07T10:52:04.402" v="2452" actId="21"/>
          <ac:spMkLst>
            <pc:docMk/>
            <pc:sldMk cId="2830285302" sldId="274"/>
            <ac:spMk id="3" creationId="{30944AC3-27C7-1AC4-0EA7-FD0B800CE0EC}"/>
          </ac:spMkLst>
        </pc:spChg>
        <pc:picChg chg="add mod">
          <ac:chgData name="Sara Muneeb" userId="29b624b1-a719-43f5-9b52-388cd4043c04" providerId="ADAL" clId="{626D58DD-CAD1-41FD-B346-5DA3667E10E3}" dt="2022-12-07T10:50:43.742" v="2415" actId="1076"/>
          <ac:picMkLst>
            <pc:docMk/>
            <pc:sldMk cId="2830285302" sldId="274"/>
            <ac:picMk id="11266" creationId="{0D12754F-6189-753C-57C5-5094F0935278}"/>
          </ac:picMkLst>
        </pc:picChg>
      </pc:sldChg>
      <pc:sldChg chg="del">
        <pc:chgData name="Sara Muneeb" userId="29b624b1-a719-43f5-9b52-388cd4043c04" providerId="ADAL" clId="{626D58DD-CAD1-41FD-B346-5DA3667E10E3}" dt="2022-12-06T04:53:54.509" v="0" actId="47"/>
        <pc:sldMkLst>
          <pc:docMk/>
          <pc:sldMk cId="709167848" sldId="275"/>
        </pc:sldMkLst>
      </pc:sldChg>
      <pc:sldChg chg="addSp modSp new mod">
        <pc:chgData name="Sara Muneeb" userId="29b624b1-a719-43f5-9b52-388cd4043c04" providerId="ADAL" clId="{626D58DD-CAD1-41FD-B346-5DA3667E10E3}" dt="2022-12-07T10:54:52.986" v="2469" actId="1076"/>
        <pc:sldMkLst>
          <pc:docMk/>
          <pc:sldMk cId="2632730708" sldId="275"/>
        </pc:sldMkLst>
        <pc:spChg chg="mod">
          <ac:chgData name="Sara Muneeb" userId="29b624b1-a719-43f5-9b52-388cd4043c04" providerId="ADAL" clId="{626D58DD-CAD1-41FD-B346-5DA3667E10E3}" dt="2022-12-07T10:52:21.075" v="2457" actId="27636"/>
          <ac:spMkLst>
            <pc:docMk/>
            <pc:sldMk cId="2632730708" sldId="275"/>
            <ac:spMk id="2" creationId="{D30442B5-8B70-3B8A-E2C0-EF371DB060B1}"/>
          </ac:spMkLst>
        </pc:spChg>
        <pc:spChg chg="mod">
          <ac:chgData name="Sara Muneeb" userId="29b624b1-a719-43f5-9b52-388cd4043c04" providerId="ADAL" clId="{626D58DD-CAD1-41FD-B346-5DA3667E10E3}" dt="2022-12-07T10:52:12.757" v="2455" actId="5793"/>
          <ac:spMkLst>
            <pc:docMk/>
            <pc:sldMk cId="2632730708" sldId="275"/>
            <ac:spMk id="3" creationId="{4C0603BD-BAA9-209C-451D-668F2775E2E9}"/>
          </ac:spMkLst>
        </pc:spChg>
        <pc:spChg chg="add mod">
          <ac:chgData name="Sara Muneeb" userId="29b624b1-a719-43f5-9b52-388cd4043c04" providerId="ADAL" clId="{626D58DD-CAD1-41FD-B346-5DA3667E10E3}" dt="2022-12-07T10:54:42.330" v="2467" actId="1076"/>
          <ac:spMkLst>
            <pc:docMk/>
            <pc:sldMk cId="2632730708" sldId="275"/>
            <ac:spMk id="7" creationId="{B0C75D31-69BA-C3EE-774A-9724CA1B6EFD}"/>
          </ac:spMkLst>
        </pc:spChg>
        <pc:picChg chg="add mod">
          <ac:chgData name="Sara Muneeb" userId="29b624b1-a719-43f5-9b52-388cd4043c04" providerId="ADAL" clId="{626D58DD-CAD1-41FD-B346-5DA3667E10E3}" dt="2022-12-07T10:54:52.986" v="2469" actId="1076"/>
          <ac:picMkLst>
            <pc:docMk/>
            <pc:sldMk cId="2632730708" sldId="275"/>
            <ac:picMk id="5" creationId="{662BAEAA-BFAE-44B2-9DA9-3508F329C304}"/>
          </ac:picMkLst>
        </pc:picChg>
      </pc:sldChg>
      <pc:sldChg chg="modSp new mod">
        <pc:chgData name="Sara Muneeb" userId="29b624b1-a719-43f5-9b52-388cd4043c04" providerId="ADAL" clId="{626D58DD-CAD1-41FD-B346-5DA3667E10E3}" dt="2022-12-07T11:48:11.533" v="2584" actId="20577"/>
        <pc:sldMkLst>
          <pc:docMk/>
          <pc:sldMk cId="126390465" sldId="276"/>
        </pc:sldMkLst>
        <pc:spChg chg="mod">
          <ac:chgData name="Sara Muneeb" userId="29b624b1-a719-43f5-9b52-388cd4043c04" providerId="ADAL" clId="{626D58DD-CAD1-41FD-B346-5DA3667E10E3}" dt="2022-12-07T10:55:12.078" v="2500" actId="20577"/>
          <ac:spMkLst>
            <pc:docMk/>
            <pc:sldMk cId="126390465" sldId="276"/>
            <ac:spMk id="2" creationId="{12B8C8F8-3975-407B-4B7D-6856DF434713}"/>
          </ac:spMkLst>
        </pc:spChg>
        <pc:spChg chg="mod">
          <ac:chgData name="Sara Muneeb" userId="29b624b1-a719-43f5-9b52-388cd4043c04" providerId="ADAL" clId="{626D58DD-CAD1-41FD-B346-5DA3667E10E3}" dt="2022-12-07T11:48:11.533" v="2584" actId="20577"/>
          <ac:spMkLst>
            <pc:docMk/>
            <pc:sldMk cId="126390465" sldId="276"/>
            <ac:spMk id="3" creationId="{5E9D6049-6878-2302-A606-56F08EC9FDF0}"/>
          </ac:spMkLst>
        </pc:spChg>
      </pc:sldChg>
      <pc:sldChg chg="del">
        <pc:chgData name="Sara Muneeb" userId="29b624b1-a719-43f5-9b52-388cd4043c04" providerId="ADAL" clId="{626D58DD-CAD1-41FD-B346-5DA3667E10E3}" dt="2022-12-06T04:53:54.509" v="0" actId="47"/>
        <pc:sldMkLst>
          <pc:docMk/>
          <pc:sldMk cId="3316731035" sldId="276"/>
        </pc:sldMkLst>
      </pc:sldChg>
      <pc:sldChg chg="del">
        <pc:chgData name="Sara Muneeb" userId="29b624b1-a719-43f5-9b52-388cd4043c04" providerId="ADAL" clId="{626D58DD-CAD1-41FD-B346-5DA3667E10E3}" dt="2022-12-06T04:53:54.509" v="0" actId="47"/>
        <pc:sldMkLst>
          <pc:docMk/>
          <pc:sldMk cId="312312546" sldId="277"/>
        </pc:sldMkLst>
      </pc:sldChg>
      <pc:sldChg chg="addSp delSp modSp new mod">
        <pc:chgData name="Sara Muneeb" userId="29b624b1-a719-43f5-9b52-388cd4043c04" providerId="ADAL" clId="{626D58DD-CAD1-41FD-B346-5DA3667E10E3}" dt="2022-12-07T11:53:12.875" v="2635" actId="27636"/>
        <pc:sldMkLst>
          <pc:docMk/>
          <pc:sldMk cId="3305001275" sldId="277"/>
        </pc:sldMkLst>
        <pc:spChg chg="mod">
          <ac:chgData name="Sara Muneeb" userId="29b624b1-a719-43f5-9b52-388cd4043c04" providerId="ADAL" clId="{626D58DD-CAD1-41FD-B346-5DA3667E10E3}" dt="2022-12-07T11:53:12.875" v="2635" actId="27636"/>
          <ac:spMkLst>
            <pc:docMk/>
            <pc:sldMk cId="3305001275" sldId="277"/>
            <ac:spMk id="2" creationId="{F00B6418-142A-E7E2-5972-92E812A2CA2F}"/>
          </ac:spMkLst>
        </pc:spChg>
        <pc:spChg chg="del mod">
          <ac:chgData name="Sara Muneeb" userId="29b624b1-a719-43f5-9b52-388cd4043c04" providerId="ADAL" clId="{626D58DD-CAD1-41FD-B346-5DA3667E10E3}" dt="2022-12-07T11:50:07.365" v="2591" actId="22"/>
          <ac:spMkLst>
            <pc:docMk/>
            <pc:sldMk cId="3305001275" sldId="277"/>
            <ac:spMk id="3" creationId="{306BF179-AC94-09E4-4E6B-ACC073B7C5EC}"/>
          </ac:spMkLst>
        </pc:spChg>
        <pc:spChg chg="add mod">
          <ac:chgData name="Sara Muneeb" userId="29b624b1-a719-43f5-9b52-388cd4043c04" providerId="ADAL" clId="{626D58DD-CAD1-41FD-B346-5DA3667E10E3}" dt="2022-12-07T11:50:39.342" v="2599" actId="1076"/>
          <ac:spMkLst>
            <pc:docMk/>
            <pc:sldMk cId="3305001275" sldId="277"/>
            <ac:spMk id="7" creationId="{42D2344A-D30A-06CA-28DA-A069C5DCE4CF}"/>
          </ac:spMkLst>
        </pc:spChg>
        <pc:picChg chg="add mod ord">
          <ac:chgData name="Sara Muneeb" userId="29b624b1-a719-43f5-9b52-388cd4043c04" providerId="ADAL" clId="{626D58DD-CAD1-41FD-B346-5DA3667E10E3}" dt="2022-12-07T11:50:50.346" v="2603" actId="1038"/>
          <ac:picMkLst>
            <pc:docMk/>
            <pc:sldMk cId="3305001275" sldId="277"/>
            <ac:picMk id="5" creationId="{EA8611DE-9745-FF0A-5B3C-99B248894E19}"/>
          </ac:picMkLst>
        </pc:picChg>
      </pc:sldChg>
      <pc:sldChg chg="modSp new mod">
        <pc:chgData name="Sara Muneeb" userId="29b624b1-a719-43f5-9b52-388cd4043c04" providerId="ADAL" clId="{626D58DD-CAD1-41FD-B346-5DA3667E10E3}" dt="2022-12-07T11:53:15.243" v="2636"/>
        <pc:sldMkLst>
          <pc:docMk/>
          <pc:sldMk cId="100861930" sldId="278"/>
        </pc:sldMkLst>
        <pc:spChg chg="mod">
          <ac:chgData name="Sara Muneeb" userId="29b624b1-a719-43f5-9b52-388cd4043c04" providerId="ADAL" clId="{626D58DD-CAD1-41FD-B346-5DA3667E10E3}" dt="2022-12-07T11:53:15.243" v="2636"/>
          <ac:spMkLst>
            <pc:docMk/>
            <pc:sldMk cId="100861930" sldId="278"/>
            <ac:spMk id="2" creationId="{6BA44EBE-49E8-9AFD-2E31-F91057F5A032}"/>
          </ac:spMkLst>
        </pc:spChg>
        <pc:spChg chg="mod">
          <ac:chgData name="Sara Muneeb" userId="29b624b1-a719-43f5-9b52-388cd4043c04" providerId="ADAL" clId="{626D58DD-CAD1-41FD-B346-5DA3667E10E3}" dt="2022-12-07T11:52:59.838" v="2633" actId="27636"/>
          <ac:spMkLst>
            <pc:docMk/>
            <pc:sldMk cId="100861930" sldId="278"/>
            <ac:spMk id="3" creationId="{2F886C40-1135-7054-B007-FAF9C344D34B}"/>
          </ac:spMkLst>
        </pc:spChg>
      </pc:sldChg>
      <pc:sldChg chg="del">
        <pc:chgData name="Sara Muneeb" userId="29b624b1-a719-43f5-9b52-388cd4043c04" providerId="ADAL" clId="{626D58DD-CAD1-41FD-B346-5DA3667E10E3}" dt="2022-12-06T04:53:54.509" v="0" actId="47"/>
        <pc:sldMkLst>
          <pc:docMk/>
          <pc:sldMk cId="255357008" sldId="278"/>
        </pc:sldMkLst>
      </pc:sldChg>
      <pc:sldChg chg="del">
        <pc:chgData name="Sara Muneeb" userId="29b624b1-a719-43f5-9b52-388cd4043c04" providerId="ADAL" clId="{626D58DD-CAD1-41FD-B346-5DA3667E10E3}" dt="2022-12-06T04:53:54.509" v="0" actId="47"/>
        <pc:sldMkLst>
          <pc:docMk/>
          <pc:sldMk cId="1358696121" sldId="279"/>
        </pc:sldMkLst>
      </pc:sldChg>
      <pc:sldChg chg="addSp delSp modSp new mod">
        <pc:chgData name="Sara Muneeb" userId="29b624b1-a719-43f5-9b52-388cd4043c04" providerId="ADAL" clId="{626D58DD-CAD1-41FD-B346-5DA3667E10E3}" dt="2022-12-07T11:55:41.176" v="2655" actId="20577"/>
        <pc:sldMkLst>
          <pc:docMk/>
          <pc:sldMk cId="4108301402" sldId="279"/>
        </pc:sldMkLst>
        <pc:spChg chg="mod">
          <ac:chgData name="Sara Muneeb" userId="29b624b1-a719-43f5-9b52-388cd4043c04" providerId="ADAL" clId="{626D58DD-CAD1-41FD-B346-5DA3667E10E3}" dt="2022-12-07T11:54:01.269" v="2644" actId="20577"/>
          <ac:spMkLst>
            <pc:docMk/>
            <pc:sldMk cId="4108301402" sldId="279"/>
            <ac:spMk id="2" creationId="{C74A25FF-57C0-43ED-F2B1-2947F9DA0154}"/>
          </ac:spMkLst>
        </pc:spChg>
        <pc:spChg chg="del">
          <ac:chgData name="Sara Muneeb" userId="29b624b1-a719-43f5-9b52-388cd4043c04" providerId="ADAL" clId="{626D58DD-CAD1-41FD-B346-5DA3667E10E3}" dt="2022-12-07T11:54:14.675" v="2645" actId="22"/>
          <ac:spMkLst>
            <pc:docMk/>
            <pc:sldMk cId="4108301402" sldId="279"/>
            <ac:spMk id="3" creationId="{9FA2CF6F-F78E-19A4-1682-2327281A5A34}"/>
          </ac:spMkLst>
        </pc:spChg>
        <pc:spChg chg="add mod">
          <ac:chgData name="Sara Muneeb" userId="29b624b1-a719-43f5-9b52-388cd4043c04" providerId="ADAL" clId="{626D58DD-CAD1-41FD-B346-5DA3667E10E3}" dt="2022-12-07T11:55:41.176" v="2655" actId="20577"/>
          <ac:spMkLst>
            <pc:docMk/>
            <pc:sldMk cId="4108301402" sldId="279"/>
            <ac:spMk id="7" creationId="{95486155-B905-7D9D-49E0-5AE4DF2F0AF7}"/>
          </ac:spMkLst>
        </pc:spChg>
        <pc:picChg chg="add mod ord">
          <ac:chgData name="Sara Muneeb" userId="29b624b1-a719-43f5-9b52-388cd4043c04" providerId="ADAL" clId="{626D58DD-CAD1-41FD-B346-5DA3667E10E3}" dt="2022-12-07T11:55:21.655" v="2649" actId="1076"/>
          <ac:picMkLst>
            <pc:docMk/>
            <pc:sldMk cId="4108301402" sldId="279"/>
            <ac:picMk id="5" creationId="{129EECEB-5C6F-3B14-44BA-1051111003F8}"/>
          </ac:picMkLst>
        </pc:picChg>
      </pc:sldChg>
      <pc:sldChg chg="modSp new mod">
        <pc:chgData name="Sara Muneeb" userId="29b624b1-a719-43f5-9b52-388cd4043c04" providerId="ADAL" clId="{626D58DD-CAD1-41FD-B346-5DA3667E10E3}" dt="2022-12-07T11:57:40.903" v="2742" actId="20577"/>
        <pc:sldMkLst>
          <pc:docMk/>
          <pc:sldMk cId="816205269" sldId="280"/>
        </pc:sldMkLst>
        <pc:spChg chg="mod">
          <ac:chgData name="Sara Muneeb" userId="29b624b1-a719-43f5-9b52-388cd4043c04" providerId="ADAL" clId="{626D58DD-CAD1-41FD-B346-5DA3667E10E3}" dt="2022-12-07T11:56:19.905" v="2709" actId="20577"/>
          <ac:spMkLst>
            <pc:docMk/>
            <pc:sldMk cId="816205269" sldId="280"/>
            <ac:spMk id="2" creationId="{F664B2FA-AB5E-282C-BCA5-7B04E85F411A}"/>
          </ac:spMkLst>
        </pc:spChg>
        <pc:spChg chg="mod">
          <ac:chgData name="Sara Muneeb" userId="29b624b1-a719-43f5-9b52-388cd4043c04" providerId="ADAL" clId="{626D58DD-CAD1-41FD-B346-5DA3667E10E3}" dt="2022-12-07T11:57:40.903" v="2742" actId="20577"/>
          <ac:spMkLst>
            <pc:docMk/>
            <pc:sldMk cId="816205269" sldId="280"/>
            <ac:spMk id="3" creationId="{40860024-6F5A-FD76-3AC8-0451FEB6A07E}"/>
          </ac:spMkLst>
        </pc:spChg>
      </pc:sldChg>
      <pc:sldChg chg="del">
        <pc:chgData name="Sara Muneeb" userId="29b624b1-a719-43f5-9b52-388cd4043c04" providerId="ADAL" clId="{626D58DD-CAD1-41FD-B346-5DA3667E10E3}" dt="2022-12-06T04:53:54.509" v="0" actId="47"/>
        <pc:sldMkLst>
          <pc:docMk/>
          <pc:sldMk cId="2517784485" sldId="280"/>
        </pc:sldMkLst>
      </pc:sldChg>
      <pc:sldChg chg="addSp delSp modSp new mod">
        <pc:chgData name="Sara Muneeb" userId="29b624b1-a719-43f5-9b52-388cd4043c04" providerId="ADAL" clId="{626D58DD-CAD1-41FD-B346-5DA3667E10E3}" dt="2022-12-07T11:59:52.642" v="2758" actId="20577"/>
        <pc:sldMkLst>
          <pc:docMk/>
          <pc:sldMk cId="1257308498" sldId="281"/>
        </pc:sldMkLst>
        <pc:spChg chg="mod">
          <ac:chgData name="Sara Muneeb" userId="29b624b1-a719-43f5-9b52-388cd4043c04" providerId="ADAL" clId="{626D58DD-CAD1-41FD-B346-5DA3667E10E3}" dt="2022-12-07T11:58:05.314" v="2750" actId="20577"/>
          <ac:spMkLst>
            <pc:docMk/>
            <pc:sldMk cId="1257308498" sldId="281"/>
            <ac:spMk id="2" creationId="{16DE3DD0-2D89-1001-37F8-4E080579E736}"/>
          </ac:spMkLst>
        </pc:spChg>
        <pc:spChg chg="del">
          <ac:chgData name="Sara Muneeb" userId="29b624b1-a719-43f5-9b52-388cd4043c04" providerId="ADAL" clId="{626D58DD-CAD1-41FD-B346-5DA3667E10E3}" dt="2022-12-07T11:59:06.065" v="2751" actId="22"/>
          <ac:spMkLst>
            <pc:docMk/>
            <pc:sldMk cId="1257308498" sldId="281"/>
            <ac:spMk id="3" creationId="{9F0736B5-2575-F3F0-949F-CA341B45FA4D}"/>
          </ac:spMkLst>
        </pc:spChg>
        <pc:spChg chg="add mod">
          <ac:chgData name="Sara Muneeb" userId="29b624b1-a719-43f5-9b52-388cd4043c04" providerId="ADAL" clId="{626D58DD-CAD1-41FD-B346-5DA3667E10E3}" dt="2022-12-07T11:59:52.642" v="2758" actId="20577"/>
          <ac:spMkLst>
            <pc:docMk/>
            <pc:sldMk cId="1257308498" sldId="281"/>
            <ac:spMk id="7" creationId="{88D6A766-50F4-E24E-4423-DF0510C9FF7C}"/>
          </ac:spMkLst>
        </pc:spChg>
        <pc:picChg chg="add mod ord">
          <ac:chgData name="Sara Muneeb" userId="29b624b1-a719-43f5-9b52-388cd4043c04" providerId="ADAL" clId="{626D58DD-CAD1-41FD-B346-5DA3667E10E3}" dt="2022-12-07T11:59:10.099" v="2753" actId="1076"/>
          <ac:picMkLst>
            <pc:docMk/>
            <pc:sldMk cId="1257308498" sldId="281"/>
            <ac:picMk id="5" creationId="{0782B215-DFB4-BCFB-8A47-288E1AF9F50A}"/>
          </ac:picMkLst>
        </pc:picChg>
      </pc:sldChg>
      <pc:sldChg chg="del">
        <pc:chgData name="Sara Muneeb" userId="29b624b1-a719-43f5-9b52-388cd4043c04" providerId="ADAL" clId="{626D58DD-CAD1-41FD-B346-5DA3667E10E3}" dt="2022-12-06T04:53:54.509" v="0" actId="47"/>
        <pc:sldMkLst>
          <pc:docMk/>
          <pc:sldMk cId="2369126632" sldId="281"/>
        </pc:sldMkLst>
      </pc:sldChg>
      <pc:sldChg chg="modSp new mod">
        <pc:chgData name="Sara Muneeb" userId="29b624b1-a719-43f5-9b52-388cd4043c04" providerId="ADAL" clId="{626D58DD-CAD1-41FD-B346-5DA3667E10E3}" dt="2022-12-07T12:07:49.592" v="2836" actId="20577"/>
        <pc:sldMkLst>
          <pc:docMk/>
          <pc:sldMk cId="2256898020" sldId="282"/>
        </pc:sldMkLst>
        <pc:spChg chg="mod">
          <ac:chgData name="Sara Muneeb" userId="29b624b1-a719-43f5-9b52-388cd4043c04" providerId="ADAL" clId="{626D58DD-CAD1-41FD-B346-5DA3667E10E3}" dt="2022-12-07T12:00:56.703" v="2797" actId="20577"/>
          <ac:spMkLst>
            <pc:docMk/>
            <pc:sldMk cId="2256898020" sldId="282"/>
            <ac:spMk id="2" creationId="{407C55AA-CA70-2686-94C3-AE2574A6533B}"/>
          </ac:spMkLst>
        </pc:spChg>
        <pc:spChg chg="mod">
          <ac:chgData name="Sara Muneeb" userId="29b624b1-a719-43f5-9b52-388cd4043c04" providerId="ADAL" clId="{626D58DD-CAD1-41FD-B346-5DA3667E10E3}" dt="2022-12-07T12:07:49.592" v="2836" actId="20577"/>
          <ac:spMkLst>
            <pc:docMk/>
            <pc:sldMk cId="2256898020" sldId="282"/>
            <ac:spMk id="3" creationId="{09277A98-CB9C-1AF1-588E-39E7D125EDD5}"/>
          </ac:spMkLst>
        </pc:spChg>
      </pc:sldChg>
      <pc:sldChg chg="del">
        <pc:chgData name="Sara Muneeb" userId="29b624b1-a719-43f5-9b52-388cd4043c04" providerId="ADAL" clId="{626D58DD-CAD1-41FD-B346-5DA3667E10E3}" dt="2022-12-06T04:53:54.509" v="0" actId="47"/>
        <pc:sldMkLst>
          <pc:docMk/>
          <pc:sldMk cId="2392264234" sldId="282"/>
        </pc:sldMkLst>
      </pc:sldChg>
      <pc:sldChg chg="del">
        <pc:chgData name="Sara Muneeb" userId="29b624b1-a719-43f5-9b52-388cd4043c04" providerId="ADAL" clId="{626D58DD-CAD1-41FD-B346-5DA3667E10E3}" dt="2022-12-06T04:53:54.509" v="0" actId="47"/>
        <pc:sldMkLst>
          <pc:docMk/>
          <pc:sldMk cId="2561454925" sldId="283"/>
        </pc:sldMkLst>
      </pc:sldChg>
      <pc:sldChg chg="new del">
        <pc:chgData name="Sara Muneeb" userId="29b624b1-a719-43f5-9b52-388cd4043c04" providerId="ADAL" clId="{626D58DD-CAD1-41FD-B346-5DA3667E10E3}" dt="2022-12-07T12:11:28.684" v="3033" actId="47"/>
        <pc:sldMkLst>
          <pc:docMk/>
          <pc:sldMk cId="2750732346" sldId="283"/>
        </pc:sldMkLst>
      </pc:sldChg>
      <pc:sldChg chg="modSp new mod">
        <pc:chgData name="Sara Muneeb" userId="29b624b1-a719-43f5-9b52-388cd4043c04" providerId="ADAL" clId="{626D58DD-CAD1-41FD-B346-5DA3667E10E3}" dt="2022-12-07T12:10:13.873" v="2901" actId="20577"/>
        <pc:sldMkLst>
          <pc:docMk/>
          <pc:sldMk cId="1243337029" sldId="284"/>
        </pc:sldMkLst>
        <pc:spChg chg="mod">
          <ac:chgData name="Sara Muneeb" userId="29b624b1-a719-43f5-9b52-388cd4043c04" providerId="ADAL" clId="{626D58DD-CAD1-41FD-B346-5DA3667E10E3}" dt="2022-12-07T12:08:14.609" v="2864" actId="20577"/>
          <ac:spMkLst>
            <pc:docMk/>
            <pc:sldMk cId="1243337029" sldId="284"/>
            <ac:spMk id="2" creationId="{6C4100EB-4683-CA04-9CEC-28FB1F9408C6}"/>
          </ac:spMkLst>
        </pc:spChg>
        <pc:spChg chg="mod">
          <ac:chgData name="Sara Muneeb" userId="29b624b1-a719-43f5-9b52-388cd4043c04" providerId="ADAL" clId="{626D58DD-CAD1-41FD-B346-5DA3667E10E3}" dt="2022-12-07T12:10:13.873" v="2901" actId="20577"/>
          <ac:spMkLst>
            <pc:docMk/>
            <pc:sldMk cId="1243337029" sldId="284"/>
            <ac:spMk id="3" creationId="{39AA94B1-10E0-4CFA-2C9A-230D17BAC9EA}"/>
          </ac:spMkLst>
        </pc:spChg>
      </pc:sldChg>
      <pc:sldChg chg="del">
        <pc:chgData name="Sara Muneeb" userId="29b624b1-a719-43f5-9b52-388cd4043c04" providerId="ADAL" clId="{626D58DD-CAD1-41FD-B346-5DA3667E10E3}" dt="2022-12-06T04:53:54.509" v="0" actId="47"/>
        <pc:sldMkLst>
          <pc:docMk/>
          <pc:sldMk cId="3142686621" sldId="284"/>
        </pc:sldMkLst>
      </pc:sldChg>
      <pc:sldChg chg="modSp new mod">
        <pc:chgData name="Sara Muneeb" userId="29b624b1-a719-43f5-9b52-388cd4043c04" providerId="ADAL" clId="{626D58DD-CAD1-41FD-B346-5DA3667E10E3}" dt="2022-12-07T12:11:25.417" v="3032" actId="20577"/>
        <pc:sldMkLst>
          <pc:docMk/>
          <pc:sldMk cId="133598058" sldId="285"/>
        </pc:sldMkLst>
        <pc:spChg chg="mod">
          <ac:chgData name="Sara Muneeb" userId="29b624b1-a719-43f5-9b52-388cd4043c04" providerId="ADAL" clId="{626D58DD-CAD1-41FD-B346-5DA3667E10E3}" dt="2022-12-07T12:10:25.053" v="2913" actId="20577"/>
          <ac:spMkLst>
            <pc:docMk/>
            <pc:sldMk cId="133598058" sldId="285"/>
            <ac:spMk id="2" creationId="{8AA3B581-F4A0-191D-FC19-639C77F4DBBD}"/>
          </ac:spMkLst>
        </pc:spChg>
        <pc:spChg chg="mod">
          <ac:chgData name="Sara Muneeb" userId="29b624b1-a719-43f5-9b52-388cd4043c04" providerId="ADAL" clId="{626D58DD-CAD1-41FD-B346-5DA3667E10E3}" dt="2022-12-07T12:11:25.417" v="3032" actId="20577"/>
          <ac:spMkLst>
            <pc:docMk/>
            <pc:sldMk cId="133598058" sldId="285"/>
            <ac:spMk id="3" creationId="{EDBE6827-7FFA-4EF5-9BBA-BCC59AEE8504}"/>
          </ac:spMkLst>
        </pc:spChg>
      </pc:sldChg>
      <pc:sldChg chg="del">
        <pc:chgData name="Sara Muneeb" userId="29b624b1-a719-43f5-9b52-388cd4043c04" providerId="ADAL" clId="{626D58DD-CAD1-41FD-B346-5DA3667E10E3}" dt="2022-12-06T04:53:54.509" v="0" actId="47"/>
        <pc:sldMkLst>
          <pc:docMk/>
          <pc:sldMk cId="1885256380" sldId="285"/>
        </pc:sldMkLst>
      </pc:sldChg>
      <pc:sldChg chg="del">
        <pc:chgData name="Sara Muneeb" userId="29b624b1-a719-43f5-9b52-388cd4043c04" providerId="ADAL" clId="{626D58DD-CAD1-41FD-B346-5DA3667E10E3}" dt="2022-12-06T04:53:54.509" v="0" actId="47"/>
        <pc:sldMkLst>
          <pc:docMk/>
          <pc:sldMk cId="3176274497" sldId="286"/>
        </pc:sldMkLst>
      </pc:sldChg>
      <pc:sldChg chg="del">
        <pc:chgData name="Sara Muneeb" userId="29b624b1-a719-43f5-9b52-388cd4043c04" providerId="ADAL" clId="{626D58DD-CAD1-41FD-B346-5DA3667E10E3}" dt="2022-12-06T04:53:54.509" v="0" actId="47"/>
        <pc:sldMkLst>
          <pc:docMk/>
          <pc:sldMk cId="957256394" sldId="287"/>
        </pc:sldMkLst>
      </pc:sldChg>
      <pc:sldChg chg="del">
        <pc:chgData name="Sara Muneeb" userId="29b624b1-a719-43f5-9b52-388cd4043c04" providerId="ADAL" clId="{626D58DD-CAD1-41FD-B346-5DA3667E10E3}" dt="2022-12-06T04:53:54.509" v="0" actId="47"/>
        <pc:sldMkLst>
          <pc:docMk/>
          <pc:sldMk cId="927710118" sldId="288"/>
        </pc:sldMkLst>
      </pc:sldChg>
      <pc:sldChg chg="del">
        <pc:chgData name="Sara Muneeb" userId="29b624b1-a719-43f5-9b52-388cd4043c04" providerId="ADAL" clId="{626D58DD-CAD1-41FD-B346-5DA3667E10E3}" dt="2022-12-06T04:53:54.509" v="0" actId="47"/>
        <pc:sldMkLst>
          <pc:docMk/>
          <pc:sldMk cId="3407071435" sldId="289"/>
        </pc:sldMkLst>
      </pc:sldChg>
      <pc:sldChg chg="del">
        <pc:chgData name="Sara Muneeb" userId="29b624b1-a719-43f5-9b52-388cd4043c04" providerId="ADAL" clId="{626D58DD-CAD1-41FD-B346-5DA3667E10E3}" dt="2022-12-06T04:53:54.509" v="0" actId="47"/>
        <pc:sldMkLst>
          <pc:docMk/>
          <pc:sldMk cId="2531843012" sldId="290"/>
        </pc:sldMkLst>
      </pc:sldChg>
      <pc:sldChg chg="del">
        <pc:chgData name="Sara Muneeb" userId="29b624b1-a719-43f5-9b52-388cd4043c04" providerId="ADAL" clId="{626D58DD-CAD1-41FD-B346-5DA3667E10E3}" dt="2022-12-06T04:53:54.509" v="0" actId="47"/>
        <pc:sldMkLst>
          <pc:docMk/>
          <pc:sldMk cId="86561532" sldId="291"/>
        </pc:sldMkLst>
      </pc:sldChg>
      <pc:sldChg chg="del">
        <pc:chgData name="Sara Muneeb" userId="29b624b1-a719-43f5-9b52-388cd4043c04" providerId="ADAL" clId="{626D58DD-CAD1-41FD-B346-5DA3667E10E3}" dt="2022-12-06T04:53:54.509" v="0" actId="47"/>
        <pc:sldMkLst>
          <pc:docMk/>
          <pc:sldMk cId="1372548100" sldId="292"/>
        </pc:sldMkLst>
      </pc:sldChg>
      <pc:sldChg chg="del">
        <pc:chgData name="Sara Muneeb" userId="29b624b1-a719-43f5-9b52-388cd4043c04" providerId="ADAL" clId="{626D58DD-CAD1-41FD-B346-5DA3667E10E3}" dt="2022-12-06T04:53:54.509" v="0" actId="47"/>
        <pc:sldMkLst>
          <pc:docMk/>
          <pc:sldMk cId="2632021391" sldId="293"/>
        </pc:sldMkLst>
      </pc:sldChg>
      <pc:sldChg chg="del">
        <pc:chgData name="Sara Muneeb" userId="29b624b1-a719-43f5-9b52-388cd4043c04" providerId="ADAL" clId="{626D58DD-CAD1-41FD-B346-5DA3667E10E3}" dt="2022-12-06T04:53:54.509" v="0" actId="47"/>
        <pc:sldMkLst>
          <pc:docMk/>
          <pc:sldMk cId="1105634336" sldId="294"/>
        </pc:sldMkLst>
      </pc:sldChg>
      <pc:sldChg chg="del">
        <pc:chgData name="Sara Muneeb" userId="29b624b1-a719-43f5-9b52-388cd4043c04" providerId="ADAL" clId="{626D58DD-CAD1-41FD-B346-5DA3667E10E3}" dt="2022-12-06T04:53:54.509" v="0" actId="47"/>
        <pc:sldMkLst>
          <pc:docMk/>
          <pc:sldMk cId="2600266142" sldId="295"/>
        </pc:sldMkLst>
      </pc:sldChg>
      <pc:sldChg chg="del">
        <pc:chgData name="Sara Muneeb" userId="29b624b1-a719-43f5-9b52-388cd4043c04" providerId="ADAL" clId="{626D58DD-CAD1-41FD-B346-5DA3667E10E3}" dt="2022-12-06T04:53:54.509" v="0" actId="47"/>
        <pc:sldMkLst>
          <pc:docMk/>
          <pc:sldMk cId="2388722162" sldId="296"/>
        </pc:sldMkLst>
      </pc:sldChg>
      <pc:sldChg chg="del">
        <pc:chgData name="Sara Muneeb" userId="29b624b1-a719-43f5-9b52-388cd4043c04" providerId="ADAL" clId="{626D58DD-CAD1-41FD-B346-5DA3667E10E3}" dt="2022-12-06T04:53:54.509" v="0" actId="47"/>
        <pc:sldMkLst>
          <pc:docMk/>
          <pc:sldMk cId="1642543448" sldId="297"/>
        </pc:sldMkLst>
      </pc:sldChg>
      <pc:sldChg chg="del">
        <pc:chgData name="Sara Muneeb" userId="29b624b1-a719-43f5-9b52-388cd4043c04" providerId="ADAL" clId="{626D58DD-CAD1-41FD-B346-5DA3667E10E3}" dt="2022-12-06T04:53:54.509" v="0" actId="47"/>
        <pc:sldMkLst>
          <pc:docMk/>
          <pc:sldMk cId="130536532" sldId="299"/>
        </pc:sldMkLst>
      </pc:sldChg>
      <pc:sldChg chg="del">
        <pc:chgData name="Sara Muneeb" userId="29b624b1-a719-43f5-9b52-388cd4043c04" providerId="ADAL" clId="{626D58DD-CAD1-41FD-B346-5DA3667E10E3}" dt="2022-12-06T04:53:54.509" v="0" actId="47"/>
        <pc:sldMkLst>
          <pc:docMk/>
          <pc:sldMk cId="1878413688" sldId="300"/>
        </pc:sldMkLst>
      </pc:sldChg>
      <pc:sldChg chg="del">
        <pc:chgData name="Sara Muneeb" userId="29b624b1-a719-43f5-9b52-388cd4043c04" providerId="ADAL" clId="{626D58DD-CAD1-41FD-B346-5DA3667E10E3}" dt="2022-12-06T04:53:54.509" v="0" actId="47"/>
        <pc:sldMkLst>
          <pc:docMk/>
          <pc:sldMk cId="4037296267" sldId="301"/>
        </pc:sldMkLst>
      </pc:sldChg>
      <pc:sldChg chg="del">
        <pc:chgData name="Sara Muneeb" userId="29b624b1-a719-43f5-9b52-388cd4043c04" providerId="ADAL" clId="{626D58DD-CAD1-41FD-B346-5DA3667E10E3}" dt="2022-12-06T04:53:54.509" v="0" actId="47"/>
        <pc:sldMkLst>
          <pc:docMk/>
          <pc:sldMk cId="3956370830" sldId="302"/>
        </pc:sldMkLst>
      </pc:sldChg>
      <pc:sldChg chg="del">
        <pc:chgData name="Sara Muneeb" userId="29b624b1-a719-43f5-9b52-388cd4043c04" providerId="ADAL" clId="{626D58DD-CAD1-41FD-B346-5DA3667E10E3}" dt="2022-12-06T04:53:54.509" v="0" actId="47"/>
        <pc:sldMkLst>
          <pc:docMk/>
          <pc:sldMk cId="1055036240" sldId="303"/>
        </pc:sldMkLst>
      </pc:sldChg>
      <pc:sldChg chg="del">
        <pc:chgData name="Sara Muneeb" userId="29b624b1-a719-43f5-9b52-388cd4043c04" providerId="ADAL" clId="{626D58DD-CAD1-41FD-B346-5DA3667E10E3}" dt="2022-12-06T04:53:54.509" v="0" actId="47"/>
        <pc:sldMkLst>
          <pc:docMk/>
          <pc:sldMk cId="314095271" sldId="304"/>
        </pc:sldMkLst>
      </pc:sldChg>
      <pc:sldChg chg="del">
        <pc:chgData name="Sara Muneeb" userId="29b624b1-a719-43f5-9b52-388cd4043c04" providerId="ADAL" clId="{626D58DD-CAD1-41FD-B346-5DA3667E10E3}" dt="2022-12-06T04:53:54.509" v="0" actId="47"/>
        <pc:sldMkLst>
          <pc:docMk/>
          <pc:sldMk cId="167953533" sldId="305"/>
        </pc:sldMkLst>
      </pc:sldChg>
      <pc:sldChg chg="del">
        <pc:chgData name="Sara Muneeb" userId="29b624b1-a719-43f5-9b52-388cd4043c04" providerId="ADAL" clId="{626D58DD-CAD1-41FD-B346-5DA3667E10E3}" dt="2022-12-06T04:53:54.509" v="0" actId="47"/>
        <pc:sldMkLst>
          <pc:docMk/>
          <pc:sldMk cId="3299730876" sldId="306"/>
        </pc:sldMkLst>
      </pc:sldChg>
      <pc:sldChg chg="del">
        <pc:chgData name="Sara Muneeb" userId="29b624b1-a719-43f5-9b52-388cd4043c04" providerId="ADAL" clId="{626D58DD-CAD1-41FD-B346-5DA3667E10E3}" dt="2022-12-06T04:53:54.509" v="0" actId="47"/>
        <pc:sldMkLst>
          <pc:docMk/>
          <pc:sldMk cId="3803768667" sldId="307"/>
        </pc:sldMkLst>
      </pc:sldChg>
      <pc:sldChg chg="del">
        <pc:chgData name="Sara Muneeb" userId="29b624b1-a719-43f5-9b52-388cd4043c04" providerId="ADAL" clId="{626D58DD-CAD1-41FD-B346-5DA3667E10E3}" dt="2022-12-06T04:53:54.509" v="0" actId="47"/>
        <pc:sldMkLst>
          <pc:docMk/>
          <pc:sldMk cId="4234742429" sldId="308"/>
        </pc:sldMkLst>
      </pc:sldChg>
      <pc:sldChg chg="del">
        <pc:chgData name="Sara Muneeb" userId="29b624b1-a719-43f5-9b52-388cd4043c04" providerId="ADAL" clId="{626D58DD-CAD1-41FD-B346-5DA3667E10E3}" dt="2022-12-06T04:53:54.509" v="0" actId="47"/>
        <pc:sldMkLst>
          <pc:docMk/>
          <pc:sldMk cId="2621193280" sldId="309"/>
        </pc:sldMkLst>
      </pc:sldChg>
      <pc:sldChg chg="del">
        <pc:chgData name="Sara Muneeb" userId="29b624b1-a719-43f5-9b52-388cd4043c04" providerId="ADAL" clId="{626D58DD-CAD1-41FD-B346-5DA3667E10E3}" dt="2022-12-06T04:53:54.509" v="0" actId="47"/>
        <pc:sldMkLst>
          <pc:docMk/>
          <pc:sldMk cId="1338992350" sldId="310"/>
        </pc:sldMkLst>
      </pc:sldChg>
      <pc:sldChg chg="del">
        <pc:chgData name="Sara Muneeb" userId="29b624b1-a719-43f5-9b52-388cd4043c04" providerId="ADAL" clId="{626D58DD-CAD1-41FD-B346-5DA3667E10E3}" dt="2022-12-06T04:53:54.509" v="0" actId="47"/>
        <pc:sldMkLst>
          <pc:docMk/>
          <pc:sldMk cId="90414829" sldId="311"/>
        </pc:sldMkLst>
      </pc:sldChg>
      <pc:sldChg chg="del">
        <pc:chgData name="Sara Muneeb" userId="29b624b1-a719-43f5-9b52-388cd4043c04" providerId="ADAL" clId="{626D58DD-CAD1-41FD-B346-5DA3667E10E3}" dt="2022-12-06T04:53:54.509" v="0" actId="47"/>
        <pc:sldMkLst>
          <pc:docMk/>
          <pc:sldMk cId="2877534449" sldId="312"/>
        </pc:sldMkLst>
      </pc:sldChg>
      <pc:sldChg chg="del">
        <pc:chgData name="Sara Muneeb" userId="29b624b1-a719-43f5-9b52-388cd4043c04" providerId="ADAL" clId="{626D58DD-CAD1-41FD-B346-5DA3667E10E3}" dt="2022-12-06T04:53:54.509" v="0" actId="47"/>
        <pc:sldMkLst>
          <pc:docMk/>
          <pc:sldMk cId="3347304787" sldId="314"/>
        </pc:sldMkLst>
      </pc:sldChg>
      <pc:sldChg chg="del">
        <pc:chgData name="Sara Muneeb" userId="29b624b1-a719-43f5-9b52-388cd4043c04" providerId="ADAL" clId="{626D58DD-CAD1-41FD-B346-5DA3667E10E3}" dt="2022-12-06T04:53:54.509" v="0" actId="47"/>
        <pc:sldMkLst>
          <pc:docMk/>
          <pc:sldMk cId="1401089230" sldId="315"/>
        </pc:sldMkLst>
      </pc:sldChg>
      <pc:sldChg chg="del">
        <pc:chgData name="Sara Muneeb" userId="29b624b1-a719-43f5-9b52-388cd4043c04" providerId="ADAL" clId="{626D58DD-CAD1-41FD-B346-5DA3667E10E3}" dt="2022-12-06T04:53:54.509" v="0" actId="47"/>
        <pc:sldMkLst>
          <pc:docMk/>
          <pc:sldMk cId="2929702152" sldId="316"/>
        </pc:sldMkLst>
      </pc:sldChg>
      <pc:sldChg chg="del">
        <pc:chgData name="Sara Muneeb" userId="29b624b1-a719-43f5-9b52-388cd4043c04" providerId="ADAL" clId="{626D58DD-CAD1-41FD-B346-5DA3667E10E3}" dt="2022-12-06T04:53:54.509" v="0" actId="47"/>
        <pc:sldMkLst>
          <pc:docMk/>
          <pc:sldMk cId="207355886" sldId="317"/>
        </pc:sldMkLst>
      </pc:sldChg>
      <pc:sldChg chg="del">
        <pc:chgData name="Sara Muneeb" userId="29b624b1-a719-43f5-9b52-388cd4043c04" providerId="ADAL" clId="{626D58DD-CAD1-41FD-B346-5DA3667E10E3}" dt="2022-12-06T04:53:54.509" v="0" actId="47"/>
        <pc:sldMkLst>
          <pc:docMk/>
          <pc:sldMk cId="3253479535" sldId="318"/>
        </pc:sldMkLst>
      </pc:sldChg>
      <pc:sldChg chg="del">
        <pc:chgData name="Sara Muneeb" userId="29b624b1-a719-43f5-9b52-388cd4043c04" providerId="ADAL" clId="{626D58DD-CAD1-41FD-B346-5DA3667E10E3}" dt="2022-12-06T04:53:54.509" v="0" actId="47"/>
        <pc:sldMkLst>
          <pc:docMk/>
          <pc:sldMk cId="3258948435" sldId="319"/>
        </pc:sldMkLst>
      </pc:sldChg>
    </pc:docChg>
  </pc:docChgLst>
  <pc:docChgLst>
    <pc:chgData name="Sara Muneeb" userId="29b624b1-a719-43f5-9b52-388cd4043c04" providerId="ADAL" clId="{CDDEB43C-0F7B-410A-BDB2-FB8142E25293}"/>
    <pc:docChg chg="undo custSel addSld delSld modSld">
      <pc:chgData name="Sara Muneeb" userId="29b624b1-a719-43f5-9b52-388cd4043c04" providerId="ADAL" clId="{CDDEB43C-0F7B-410A-BDB2-FB8142E25293}" dt="2022-11-22T09:50:31.514" v="898" actId="20577"/>
      <pc:docMkLst>
        <pc:docMk/>
      </pc:docMkLst>
      <pc:sldChg chg="addSp modSp mod">
        <pc:chgData name="Sara Muneeb" userId="29b624b1-a719-43f5-9b52-388cd4043c04" providerId="ADAL" clId="{CDDEB43C-0F7B-410A-BDB2-FB8142E25293}" dt="2022-11-22T07:33:47.001" v="34" actId="1076"/>
        <pc:sldMkLst>
          <pc:docMk/>
          <pc:sldMk cId="2231384248" sldId="257"/>
        </pc:sldMkLst>
        <pc:spChg chg="mod">
          <ac:chgData name="Sara Muneeb" userId="29b624b1-a719-43f5-9b52-388cd4043c04" providerId="ADAL" clId="{CDDEB43C-0F7B-410A-BDB2-FB8142E25293}" dt="2022-11-22T06:41:52.422" v="3" actId="20577"/>
          <ac:spMkLst>
            <pc:docMk/>
            <pc:sldMk cId="2231384248" sldId="257"/>
            <ac:spMk id="2" creationId="{1EBE986A-D100-442D-4A1C-CB20AD73613A}"/>
          </ac:spMkLst>
        </pc:spChg>
        <pc:spChg chg="mod">
          <ac:chgData name="Sara Muneeb" userId="29b624b1-a719-43f5-9b52-388cd4043c04" providerId="ADAL" clId="{CDDEB43C-0F7B-410A-BDB2-FB8142E25293}" dt="2022-11-22T07:33:43.411" v="33" actId="404"/>
          <ac:spMkLst>
            <pc:docMk/>
            <pc:sldMk cId="2231384248" sldId="257"/>
            <ac:spMk id="3" creationId="{0D527093-DB2E-92D7-CFB6-072AB18061DF}"/>
          </ac:spMkLst>
        </pc:spChg>
        <pc:picChg chg="add mod">
          <ac:chgData name="Sara Muneeb" userId="29b624b1-a719-43f5-9b52-388cd4043c04" providerId="ADAL" clId="{CDDEB43C-0F7B-410A-BDB2-FB8142E25293}" dt="2022-11-22T07:33:47.001" v="34" actId="1076"/>
          <ac:picMkLst>
            <pc:docMk/>
            <pc:sldMk cId="2231384248" sldId="257"/>
            <ac:picMk id="5" creationId="{E64CD78C-8994-95C3-0FFF-5012AF9760DE}"/>
          </ac:picMkLst>
        </pc:picChg>
      </pc:sldChg>
      <pc:sldChg chg="modSp new del mod">
        <pc:chgData name="Sara Muneeb" userId="29b624b1-a719-43f5-9b52-388cd4043c04" providerId="ADAL" clId="{CDDEB43C-0F7B-410A-BDB2-FB8142E25293}" dt="2022-11-22T09:11:48.714" v="507" actId="47"/>
        <pc:sldMkLst>
          <pc:docMk/>
          <pc:sldMk cId="2364051293" sldId="258"/>
        </pc:sldMkLst>
        <pc:spChg chg="mod">
          <ac:chgData name="Sara Muneeb" userId="29b624b1-a719-43f5-9b52-388cd4043c04" providerId="ADAL" clId="{CDDEB43C-0F7B-410A-BDB2-FB8142E25293}" dt="2022-11-22T07:52:15.332" v="51" actId="20577"/>
          <ac:spMkLst>
            <pc:docMk/>
            <pc:sldMk cId="2364051293" sldId="258"/>
            <ac:spMk id="2" creationId="{2C63B591-E350-B42B-F503-29B606A6BA96}"/>
          </ac:spMkLst>
        </pc:spChg>
      </pc:sldChg>
      <pc:sldChg chg="addSp modSp new mod">
        <pc:chgData name="Sara Muneeb" userId="29b624b1-a719-43f5-9b52-388cd4043c04" providerId="ADAL" clId="{CDDEB43C-0F7B-410A-BDB2-FB8142E25293}" dt="2022-11-22T09:11:57.343" v="526" actId="20577"/>
        <pc:sldMkLst>
          <pc:docMk/>
          <pc:sldMk cId="2741597001" sldId="259"/>
        </pc:sldMkLst>
        <pc:spChg chg="mod">
          <ac:chgData name="Sara Muneeb" userId="29b624b1-a719-43f5-9b52-388cd4043c04" providerId="ADAL" clId="{CDDEB43C-0F7B-410A-BDB2-FB8142E25293}" dt="2022-11-22T09:11:57.343" v="526" actId="20577"/>
          <ac:spMkLst>
            <pc:docMk/>
            <pc:sldMk cId="2741597001" sldId="259"/>
            <ac:spMk id="2" creationId="{EE0AD4C2-1E1E-4CD5-ECF4-3B7F7B102E96}"/>
          </ac:spMkLst>
        </pc:spChg>
        <pc:spChg chg="mod">
          <ac:chgData name="Sara Muneeb" userId="29b624b1-a719-43f5-9b52-388cd4043c04" providerId="ADAL" clId="{CDDEB43C-0F7B-410A-BDB2-FB8142E25293}" dt="2022-11-22T08:06:06.157" v="145" actId="404"/>
          <ac:spMkLst>
            <pc:docMk/>
            <pc:sldMk cId="2741597001" sldId="259"/>
            <ac:spMk id="3" creationId="{A08C1FF2-D348-CD27-256F-F74A50F56034}"/>
          </ac:spMkLst>
        </pc:spChg>
        <pc:picChg chg="add mod">
          <ac:chgData name="Sara Muneeb" userId="29b624b1-a719-43f5-9b52-388cd4043c04" providerId="ADAL" clId="{CDDEB43C-0F7B-410A-BDB2-FB8142E25293}" dt="2022-11-22T08:01:29.732" v="100" actId="14100"/>
          <ac:picMkLst>
            <pc:docMk/>
            <pc:sldMk cId="2741597001" sldId="259"/>
            <ac:picMk id="5" creationId="{C42DA7BC-DF99-43A6-774B-87B0C2AB8582}"/>
          </ac:picMkLst>
        </pc:picChg>
      </pc:sldChg>
      <pc:sldChg chg="addSp modSp new mod">
        <pc:chgData name="Sara Muneeb" userId="29b624b1-a719-43f5-9b52-388cd4043c04" providerId="ADAL" clId="{CDDEB43C-0F7B-410A-BDB2-FB8142E25293}" dt="2022-11-22T09:12:05.855" v="528" actId="27636"/>
        <pc:sldMkLst>
          <pc:docMk/>
          <pc:sldMk cId="2600276571" sldId="260"/>
        </pc:sldMkLst>
        <pc:spChg chg="mod">
          <ac:chgData name="Sara Muneeb" userId="29b624b1-a719-43f5-9b52-388cd4043c04" providerId="ADAL" clId="{CDDEB43C-0F7B-410A-BDB2-FB8142E25293}" dt="2022-11-22T09:12:05.855" v="528" actId="27636"/>
          <ac:spMkLst>
            <pc:docMk/>
            <pc:sldMk cId="2600276571" sldId="260"/>
            <ac:spMk id="2" creationId="{7722649D-D3D5-B047-22AD-7B1E6841105B}"/>
          </ac:spMkLst>
        </pc:spChg>
        <pc:spChg chg="mod">
          <ac:chgData name="Sara Muneeb" userId="29b624b1-a719-43f5-9b52-388cd4043c04" providerId="ADAL" clId="{CDDEB43C-0F7B-410A-BDB2-FB8142E25293}" dt="2022-11-22T08:02:46.856" v="141" actId="20577"/>
          <ac:spMkLst>
            <pc:docMk/>
            <pc:sldMk cId="2600276571" sldId="260"/>
            <ac:spMk id="3" creationId="{BF60C14C-F46A-5733-F8BE-B1A2185B09D0}"/>
          </ac:spMkLst>
        </pc:spChg>
        <pc:picChg chg="add mod">
          <ac:chgData name="Sara Muneeb" userId="29b624b1-a719-43f5-9b52-388cd4043c04" providerId="ADAL" clId="{CDDEB43C-0F7B-410A-BDB2-FB8142E25293}" dt="2022-11-22T08:09:02.086" v="162" actId="1076"/>
          <ac:picMkLst>
            <pc:docMk/>
            <pc:sldMk cId="2600276571" sldId="260"/>
            <ac:picMk id="5" creationId="{A26953B9-2356-D0D8-C576-EC7BE0D93516}"/>
          </ac:picMkLst>
        </pc:picChg>
      </pc:sldChg>
      <pc:sldChg chg="modSp new mod">
        <pc:chgData name="Sara Muneeb" userId="29b624b1-a719-43f5-9b52-388cd4043c04" providerId="ADAL" clId="{CDDEB43C-0F7B-410A-BDB2-FB8142E25293}" dt="2022-11-22T08:15:48.471" v="245" actId="27636"/>
        <pc:sldMkLst>
          <pc:docMk/>
          <pc:sldMk cId="3302378807" sldId="261"/>
        </pc:sldMkLst>
        <pc:spChg chg="mod">
          <ac:chgData name="Sara Muneeb" userId="29b624b1-a719-43f5-9b52-388cd4043c04" providerId="ADAL" clId="{CDDEB43C-0F7B-410A-BDB2-FB8142E25293}" dt="2022-11-22T08:06:49.443" v="157" actId="20577"/>
          <ac:spMkLst>
            <pc:docMk/>
            <pc:sldMk cId="3302378807" sldId="261"/>
            <ac:spMk id="2" creationId="{E4FABAD8-C2B4-B41C-9083-C1730EBCCA8B}"/>
          </ac:spMkLst>
        </pc:spChg>
        <pc:spChg chg="mod">
          <ac:chgData name="Sara Muneeb" userId="29b624b1-a719-43f5-9b52-388cd4043c04" providerId="ADAL" clId="{CDDEB43C-0F7B-410A-BDB2-FB8142E25293}" dt="2022-11-22T08:15:48.471" v="245" actId="27636"/>
          <ac:spMkLst>
            <pc:docMk/>
            <pc:sldMk cId="3302378807" sldId="261"/>
            <ac:spMk id="3" creationId="{6D014B81-15AB-581F-75AA-21487DFCE582}"/>
          </ac:spMkLst>
        </pc:spChg>
      </pc:sldChg>
      <pc:sldChg chg="modSp new mod">
        <pc:chgData name="Sara Muneeb" userId="29b624b1-a719-43f5-9b52-388cd4043c04" providerId="ADAL" clId="{CDDEB43C-0F7B-410A-BDB2-FB8142E25293}" dt="2022-11-22T09:12:12.566" v="530" actId="27636"/>
        <pc:sldMkLst>
          <pc:docMk/>
          <pc:sldMk cId="3153897923" sldId="262"/>
        </pc:sldMkLst>
        <pc:spChg chg="mod">
          <ac:chgData name="Sara Muneeb" userId="29b624b1-a719-43f5-9b52-388cd4043c04" providerId="ADAL" clId="{CDDEB43C-0F7B-410A-BDB2-FB8142E25293}" dt="2022-11-22T09:12:12.566" v="530" actId="27636"/>
          <ac:spMkLst>
            <pc:docMk/>
            <pc:sldMk cId="3153897923" sldId="262"/>
            <ac:spMk id="2" creationId="{4BFEBBCF-4B06-6CAC-AB5F-5F9A13E191EB}"/>
          </ac:spMkLst>
        </pc:spChg>
        <pc:spChg chg="mod">
          <ac:chgData name="Sara Muneeb" userId="29b624b1-a719-43f5-9b52-388cd4043c04" providerId="ADAL" clId="{CDDEB43C-0F7B-410A-BDB2-FB8142E25293}" dt="2022-11-22T08:29:03.944" v="429" actId="20577"/>
          <ac:spMkLst>
            <pc:docMk/>
            <pc:sldMk cId="3153897923" sldId="262"/>
            <ac:spMk id="3" creationId="{6C273538-F9B0-E739-D886-FD7B3376EC72}"/>
          </ac:spMkLst>
        </pc:spChg>
      </pc:sldChg>
      <pc:sldChg chg="addSp delSp modSp new mod">
        <pc:chgData name="Sara Muneeb" userId="29b624b1-a719-43f5-9b52-388cd4043c04" providerId="ADAL" clId="{CDDEB43C-0F7B-410A-BDB2-FB8142E25293}" dt="2022-11-22T08:25:56.814" v="395" actId="22"/>
        <pc:sldMkLst>
          <pc:docMk/>
          <pc:sldMk cId="549192520" sldId="263"/>
        </pc:sldMkLst>
        <pc:spChg chg="mod">
          <ac:chgData name="Sara Muneeb" userId="29b624b1-a719-43f5-9b52-388cd4043c04" providerId="ADAL" clId="{CDDEB43C-0F7B-410A-BDB2-FB8142E25293}" dt="2022-11-22T08:25:54.499" v="394" actId="20577"/>
          <ac:spMkLst>
            <pc:docMk/>
            <pc:sldMk cId="549192520" sldId="263"/>
            <ac:spMk id="2" creationId="{5525351D-6F94-C679-B50B-6C8496B7E760}"/>
          </ac:spMkLst>
        </pc:spChg>
        <pc:spChg chg="del">
          <ac:chgData name="Sara Muneeb" userId="29b624b1-a719-43f5-9b52-388cd4043c04" providerId="ADAL" clId="{CDDEB43C-0F7B-410A-BDB2-FB8142E25293}" dt="2022-11-22T08:25:56.814" v="395" actId="22"/>
          <ac:spMkLst>
            <pc:docMk/>
            <pc:sldMk cId="549192520" sldId="263"/>
            <ac:spMk id="3" creationId="{39FCA862-1E83-E029-1F0E-77D3E026BD1F}"/>
          </ac:spMkLst>
        </pc:spChg>
        <pc:picChg chg="add mod ord">
          <ac:chgData name="Sara Muneeb" userId="29b624b1-a719-43f5-9b52-388cd4043c04" providerId="ADAL" clId="{CDDEB43C-0F7B-410A-BDB2-FB8142E25293}" dt="2022-11-22T08:25:56.814" v="395" actId="22"/>
          <ac:picMkLst>
            <pc:docMk/>
            <pc:sldMk cId="549192520" sldId="263"/>
            <ac:picMk id="5" creationId="{358FE2E8-7923-D088-217F-C4BE58D414B7}"/>
          </ac:picMkLst>
        </pc:picChg>
      </pc:sldChg>
      <pc:sldChg chg="modSp new mod">
        <pc:chgData name="Sara Muneeb" userId="29b624b1-a719-43f5-9b52-388cd4043c04" providerId="ADAL" clId="{CDDEB43C-0F7B-410A-BDB2-FB8142E25293}" dt="2022-11-22T09:12:18.651" v="531"/>
        <pc:sldMkLst>
          <pc:docMk/>
          <pc:sldMk cId="65336695" sldId="264"/>
        </pc:sldMkLst>
        <pc:spChg chg="mod">
          <ac:chgData name="Sara Muneeb" userId="29b624b1-a719-43f5-9b52-388cd4043c04" providerId="ADAL" clId="{CDDEB43C-0F7B-410A-BDB2-FB8142E25293}" dt="2022-11-22T09:12:18.651" v="531"/>
          <ac:spMkLst>
            <pc:docMk/>
            <pc:sldMk cId="65336695" sldId="264"/>
            <ac:spMk id="2" creationId="{B1A5D552-E2FE-BDA2-13A9-FADF22746C3D}"/>
          </ac:spMkLst>
        </pc:spChg>
        <pc:spChg chg="mod">
          <ac:chgData name="Sara Muneeb" userId="29b624b1-a719-43f5-9b52-388cd4043c04" providerId="ADAL" clId="{CDDEB43C-0F7B-410A-BDB2-FB8142E25293}" dt="2022-11-22T08:34:06.111" v="462" actId="20577"/>
          <ac:spMkLst>
            <pc:docMk/>
            <pc:sldMk cId="65336695" sldId="264"/>
            <ac:spMk id="3" creationId="{B03F32E2-44EF-53DB-1EEB-0423DFEA7E47}"/>
          </ac:spMkLst>
        </pc:spChg>
      </pc:sldChg>
      <pc:sldChg chg="addSp modSp new mod">
        <pc:chgData name="Sara Muneeb" userId="29b624b1-a719-43f5-9b52-388cd4043c04" providerId="ADAL" clId="{CDDEB43C-0F7B-410A-BDB2-FB8142E25293}" dt="2022-11-22T09:12:22.643" v="532"/>
        <pc:sldMkLst>
          <pc:docMk/>
          <pc:sldMk cId="696826166" sldId="265"/>
        </pc:sldMkLst>
        <pc:spChg chg="mod">
          <ac:chgData name="Sara Muneeb" userId="29b624b1-a719-43f5-9b52-388cd4043c04" providerId="ADAL" clId="{CDDEB43C-0F7B-410A-BDB2-FB8142E25293}" dt="2022-11-22T09:12:22.643" v="532"/>
          <ac:spMkLst>
            <pc:docMk/>
            <pc:sldMk cId="696826166" sldId="265"/>
            <ac:spMk id="2" creationId="{7A94B2E5-862A-BF12-E3F9-6B5E8F8A26F7}"/>
          </ac:spMkLst>
        </pc:spChg>
        <pc:spChg chg="mod">
          <ac:chgData name="Sara Muneeb" userId="29b624b1-a719-43f5-9b52-388cd4043c04" providerId="ADAL" clId="{CDDEB43C-0F7B-410A-BDB2-FB8142E25293}" dt="2022-11-22T08:48:10.145" v="498" actId="27636"/>
          <ac:spMkLst>
            <pc:docMk/>
            <pc:sldMk cId="696826166" sldId="265"/>
            <ac:spMk id="3" creationId="{C0B7407D-E9DD-C8C8-DB55-B6A12D6166B4}"/>
          </ac:spMkLst>
        </pc:spChg>
        <pc:picChg chg="add mod">
          <ac:chgData name="Sara Muneeb" userId="29b624b1-a719-43f5-9b52-388cd4043c04" providerId="ADAL" clId="{CDDEB43C-0F7B-410A-BDB2-FB8142E25293}" dt="2022-11-22T09:11:14.585" v="506" actId="1076"/>
          <ac:picMkLst>
            <pc:docMk/>
            <pc:sldMk cId="696826166" sldId="265"/>
            <ac:picMk id="5" creationId="{6C3ABB41-77CC-47BE-EE26-F61EC313FC91}"/>
          </ac:picMkLst>
        </pc:picChg>
      </pc:sldChg>
      <pc:sldChg chg="modSp new mod">
        <pc:chgData name="Sara Muneeb" userId="29b624b1-a719-43f5-9b52-388cd4043c04" providerId="ADAL" clId="{CDDEB43C-0F7B-410A-BDB2-FB8142E25293}" dt="2022-11-22T09:13:46.526" v="594" actId="123"/>
        <pc:sldMkLst>
          <pc:docMk/>
          <pc:sldMk cId="922512695" sldId="266"/>
        </pc:sldMkLst>
        <pc:spChg chg="mod">
          <ac:chgData name="Sara Muneeb" userId="29b624b1-a719-43f5-9b52-388cd4043c04" providerId="ADAL" clId="{CDDEB43C-0F7B-410A-BDB2-FB8142E25293}" dt="2022-11-22T09:13:18.893" v="578" actId="20577"/>
          <ac:spMkLst>
            <pc:docMk/>
            <pc:sldMk cId="922512695" sldId="266"/>
            <ac:spMk id="2" creationId="{C7369BA3-C875-804C-218F-249A37A4DBD1}"/>
          </ac:spMkLst>
        </pc:spChg>
        <pc:spChg chg="mod">
          <ac:chgData name="Sara Muneeb" userId="29b624b1-a719-43f5-9b52-388cd4043c04" providerId="ADAL" clId="{CDDEB43C-0F7B-410A-BDB2-FB8142E25293}" dt="2022-11-22T09:13:46.526" v="594" actId="123"/>
          <ac:spMkLst>
            <pc:docMk/>
            <pc:sldMk cId="922512695" sldId="266"/>
            <ac:spMk id="3" creationId="{245686DD-A490-A9B3-63F8-FCEBD64DEBE0}"/>
          </ac:spMkLst>
        </pc:spChg>
      </pc:sldChg>
      <pc:sldChg chg="modSp new mod">
        <pc:chgData name="Sara Muneeb" userId="29b624b1-a719-43f5-9b52-388cd4043c04" providerId="ADAL" clId="{CDDEB43C-0F7B-410A-BDB2-FB8142E25293}" dt="2022-11-22T09:15:20.835" v="620" actId="20577"/>
        <pc:sldMkLst>
          <pc:docMk/>
          <pc:sldMk cId="2171506608" sldId="267"/>
        </pc:sldMkLst>
        <pc:spChg chg="mod">
          <ac:chgData name="Sara Muneeb" userId="29b624b1-a719-43f5-9b52-388cd4043c04" providerId="ADAL" clId="{CDDEB43C-0F7B-410A-BDB2-FB8142E25293}" dt="2022-11-22T09:14:35.322" v="611" actId="20577"/>
          <ac:spMkLst>
            <pc:docMk/>
            <pc:sldMk cId="2171506608" sldId="267"/>
            <ac:spMk id="2" creationId="{CC5422A3-00DB-6AA3-B341-5DD956A5619A}"/>
          </ac:spMkLst>
        </pc:spChg>
        <pc:spChg chg="mod">
          <ac:chgData name="Sara Muneeb" userId="29b624b1-a719-43f5-9b52-388cd4043c04" providerId="ADAL" clId="{CDDEB43C-0F7B-410A-BDB2-FB8142E25293}" dt="2022-11-22T09:15:20.835" v="620" actId="20577"/>
          <ac:spMkLst>
            <pc:docMk/>
            <pc:sldMk cId="2171506608" sldId="267"/>
            <ac:spMk id="3" creationId="{21B7C262-5EF2-3EBD-2423-53C33D753C21}"/>
          </ac:spMkLst>
        </pc:spChg>
      </pc:sldChg>
      <pc:sldChg chg="modSp new mod">
        <pc:chgData name="Sara Muneeb" userId="29b624b1-a719-43f5-9b52-388cd4043c04" providerId="ADAL" clId="{CDDEB43C-0F7B-410A-BDB2-FB8142E25293}" dt="2022-11-22T09:43:54.848" v="668" actId="27636"/>
        <pc:sldMkLst>
          <pc:docMk/>
          <pc:sldMk cId="3311259099" sldId="268"/>
        </pc:sldMkLst>
        <pc:spChg chg="mod">
          <ac:chgData name="Sara Muneeb" userId="29b624b1-a719-43f5-9b52-388cd4043c04" providerId="ADAL" clId="{CDDEB43C-0F7B-410A-BDB2-FB8142E25293}" dt="2022-11-22T09:41:30.882" v="640" actId="20577"/>
          <ac:spMkLst>
            <pc:docMk/>
            <pc:sldMk cId="3311259099" sldId="268"/>
            <ac:spMk id="2" creationId="{F7533A8E-B8A5-36AB-4AF6-6E27C3C8D572}"/>
          </ac:spMkLst>
        </pc:spChg>
        <pc:spChg chg="mod">
          <ac:chgData name="Sara Muneeb" userId="29b624b1-a719-43f5-9b52-388cd4043c04" providerId="ADAL" clId="{CDDEB43C-0F7B-410A-BDB2-FB8142E25293}" dt="2022-11-22T09:43:54.848" v="668" actId="27636"/>
          <ac:spMkLst>
            <pc:docMk/>
            <pc:sldMk cId="3311259099" sldId="268"/>
            <ac:spMk id="3" creationId="{2DF93EF8-2A26-6A8F-6F1C-2CDC47E877A7}"/>
          </ac:spMkLst>
        </pc:spChg>
      </pc:sldChg>
      <pc:sldChg chg="modSp new mod">
        <pc:chgData name="Sara Muneeb" userId="29b624b1-a719-43f5-9b52-388cd4043c04" providerId="ADAL" clId="{CDDEB43C-0F7B-410A-BDB2-FB8142E25293}" dt="2022-11-22T09:45:20.301" v="730" actId="27636"/>
        <pc:sldMkLst>
          <pc:docMk/>
          <pc:sldMk cId="1027124531" sldId="269"/>
        </pc:sldMkLst>
        <pc:spChg chg="mod">
          <ac:chgData name="Sara Muneeb" userId="29b624b1-a719-43f5-9b52-388cd4043c04" providerId="ADAL" clId="{CDDEB43C-0F7B-410A-BDB2-FB8142E25293}" dt="2022-11-22T09:44:25.108" v="685" actId="20577"/>
          <ac:spMkLst>
            <pc:docMk/>
            <pc:sldMk cId="1027124531" sldId="269"/>
            <ac:spMk id="2" creationId="{5D99BA29-02F2-5C23-A80A-191898D9341C}"/>
          </ac:spMkLst>
        </pc:spChg>
        <pc:spChg chg="mod">
          <ac:chgData name="Sara Muneeb" userId="29b624b1-a719-43f5-9b52-388cd4043c04" providerId="ADAL" clId="{CDDEB43C-0F7B-410A-BDB2-FB8142E25293}" dt="2022-11-22T09:45:20.301" v="730" actId="27636"/>
          <ac:spMkLst>
            <pc:docMk/>
            <pc:sldMk cId="1027124531" sldId="269"/>
            <ac:spMk id="3" creationId="{D550945F-C60C-DA56-8C30-42AFA16B391C}"/>
          </ac:spMkLst>
        </pc:spChg>
      </pc:sldChg>
      <pc:sldChg chg="modSp new mod">
        <pc:chgData name="Sara Muneeb" userId="29b624b1-a719-43f5-9b52-388cd4043c04" providerId="ADAL" clId="{CDDEB43C-0F7B-410A-BDB2-FB8142E25293}" dt="2022-11-22T09:46:33.561" v="775" actId="20577"/>
        <pc:sldMkLst>
          <pc:docMk/>
          <pc:sldMk cId="4065404976" sldId="270"/>
        </pc:sldMkLst>
        <pc:spChg chg="mod">
          <ac:chgData name="Sara Muneeb" userId="29b624b1-a719-43f5-9b52-388cd4043c04" providerId="ADAL" clId="{CDDEB43C-0F7B-410A-BDB2-FB8142E25293}" dt="2022-11-22T09:45:38.618" v="754" actId="20577"/>
          <ac:spMkLst>
            <pc:docMk/>
            <pc:sldMk cId="4065404976" sldId="270"/>
            <ac:spMk id="2" creationId="{AAE982F8-13CA-5F6F-7853-1CEF8725307F}"/>
          </ac:spMkLst>
        </pc:spChg>
        <pc:spChg chg="mod">
          <ac:chgData name="Sara Muneeb" userId="29b624b1-a719-43f5-9b52-388cd4043c04" providerId="ADAL" clId="{CDDEB43C-0F7B-410A-BDB2-FB8142E25293}" dt="2022-11-22T09:46:33.561" v="775" actId="20577"/>
          <ac:spMkLst>
            <pc:docMk/>
            <pc:sldMk cId="4065404976" sldId="270"/>
            <ac:spMk id="3" creationId="{3668B7B5-904A-5D82-A648-17214417B13B}"/>
          </ac:spMkLst>
        </pc:spChg>
      </pc:sldChg>
      <pc:sldChg chg="modSp new mod">
        <pc:chgData name="Sara Muneeb" userId="29b624b1-a719-43f5-9b52-388cd4043c04" providerId="ADAL" clId="{CDDEB43C-0F7B-410A-BDB2-FB8142E25293}" dt="2022-11-22T09:47:55.155" v="815" actId="20577"/>
        <pc:sldMkLst>
          <pc:docMk/>
          <pc:sldMk cId="4199156068" sldId="271"/>
        </pc:sldMkLst>
        <pc:spChg chg="mod">
          <ac:chgData name="Sara Muneeb" userId="29b624b1-a719-43f5-9b52-388cd4043c04" providerId="ADAL" clId="{CDDEB43C-0F7B-410A-BDB2-FB8142E25293}" dt="2022-11-22T09:46:42.772" v="781" actId="20577"/>
          <ac:spMkLst>
            <pc:docMk/>
            <pc:sldMk cId="4199156068" sldId="271"/>
            <ac:spMk id="2" creationId="{670AC527-79F4-B567-214F-280E0ED3FC00}"/>
          </ac:spMkLst>
        </pc:spChg>
        <pc:spChg chg="mod">
          <ac:chgData name="Sara Muneeb" userId="29b624b1-a719-43f5-9b52-388cd4043c04" providerId="ADAL" clId="{CDDEB43C-0F7B-410A-BDB2-FB8142E25293}" dt="2022-11-22T09:47:55.155" v="815" actId="20577"/>
          <ac:spMkLst>
            <pc:docMk/>
            <pc:sldMk cId="4199156068" sldId="271"/>
            <ac:spMk id="3" creationId="{4CE737F1-D202-F669-8999-746001FD8E24}"/>
          </ac:spMkLst>
        </pc:spChg>
      </pc:sldChg>
      <pc:sldChg chg="modSp new mod">
        <pc:chgData name="Sara Muneeb" userId="29b624b1-a719-43f5-9b52-388cd4043c04" providerId="ADAL" clId="{CDDEB43C-0F7B-410A-BDB2-FB8142E25293}" dt="2022-11-22T09:50:09.276" v="874" actId="123"/>
        <pc:sldMkLst>
          <pc:docMk/>
          <pc:sldMk cId="2475071258" sldId="272"/>
        </pc:sldMkLst>
        <pc:spChg chg="mod">
          <ac:chgData name="Sara Muneeb" userId="29b624b1-a719-43f5-9b52-388cd4043c04" providerId="ADAL" clId="{CDDEB43C-0F7B-410A-BDB2-FB8142E25293}" dt="2022-11-22T09:48:16.816" v="827" actId="20577"/>
          <ac:spMkLst>
            <pc:docMk/>
            <pc:sldMk cId="2475071258" sldId="272"/>
            <ac:spMk id="2" creationId="{1DDE51B9-7ED2-48DF-06AB-20AFD2C98FD2}"/>
          </ac:spMkLst>
        </pc:spChg>
        <pc:spChg chg="mod">
          <ac:chgData name="Sara Muneeb" userId="29b624b1-a719-43f5-9b52-388cd4043c04" providerId="ADAL" clId="{CDDEB43C-0F7B-410A-BDB2-FB8142E25293}" dt="2022-11-22T09:50:09.276" v="874" actId="123"/>
          <ac:spMkLst>
            <pc:docMk/>
            <pc:sldMk cId="2475071258" sldId="272"/>
            <ac:spMk id="3" creationId="{42707BE9-130D-1462-7BBD-65E4A2D07EC8}"/>
          </ac:spMkLst>
        </pc:spChg>
      </pc:sldChg>
      <pc:sldChg chg="modSp new mod">
        <pc:chgData name="Sara Muneeb" userId="29b624b1-a719-43f5-9b52-388cd4043c04" providerId="ADAL" clId="{CDDEB43C-0F7B-410A-BDB2-FB8142E25293}" dt="2022-11-22T09:50:31.514" v="898" actId="20577"/>
        <pc:sldMkLst>
          <pc:docMk/>
          <pc:sldMk cId="1256280144" sldId="273"/>
        </pc:sldMkLst>
        <pc:spChg chg="mod">
          <ac:chgData name="Sara Muneeb" userId="29b624b1-a719-43f5-9b52-388cd4043c04" providerId="ADAL" clId="{CDDEB43C-0F7B-410A-BDB2-FB8142E25293}" dt="2022-11-22T09:50:31.514" v="898" actId="20577"/>
          <ac:spMkLst>
            <pc:docMk/>
            <pc:sldMk cId="1256280144" sldId="273"/>
            <ac:spMk id="2" creationId="{6EAF2AFE-EC6A-CFA0-2DAF-1AA1329E9823}"/>
          </ac:spMkLst>
        </pc:spChg>
      </pc:sldChg>
    </pc:docChg>
  </pc:docChgLst>
  <pc:docChgLst>
    <pc:chgData name="Sara Muneeb" userId="29b624b1-a719-43f5-9b52-388cd4043c04" providerId="ADAL" clId="{ABF93FB7-137C-49F8-97E0-D514822543EA}"/>
    <pc:docChg chg="undo custSel addSld modSld sldOrd">
      <pc:chgData name="Sara Muneeb" userId="29b624b1-a719-43f5-9b52-388cd4043c04" providerId="ADAL" clId="{ABF93FB7-137C-49F8-97E0-D514822543EA}" dt="2022-12-14T03:30:38.516" v="988" actId="27636"/>
      <pc:docMkLst>
        <pc:docMk/>
      </pc:docMkLst>
      <pc:sldChg chg="modSp mod">
        <pc:chgData name="Sara Muneeb" userId="29b624b1-a719-43f5-9b52-388cd4043c04" providerId="ADAL" clId="{ABF93FB7-137C-49F8-97E0-D514822543EA}" dt="2022-12-14T01:30:50.238" v="81" actId="123"/>
        <pc:sldMkLst>
          <pc:docMk/>
          <pc:sldMk cId="2712128638" sldId="257"/>
        </pc:sldMkLst>
        <pc:spChg chg="mod">
          <ac:chgData name="Sara Muneeb" userId="29b624b1-a719-43f5-9b52-388cd4043c04" providerId="ADAL" clId="{ABF93FB7-137C-49F8-97E0-D514822543EA}" dt="2022-12-14T01:27:47.895" v="13" actId="20577"/>
          <ac:spMkLst>
            <pc:docMk/>
            <pc:sldMk cId="2712128638" sldId="257"/>
            <ac:spMk id="2" creationId="{8541ABBC-9192-B545-5A31-7B48E602CE68}"/>
          </ac:spMkLst>
        </pc:spChg>
        <pc:spChg chg="mod">
          <ac:chgData name="Sara Muneeb" userId="29b624b1-a719-43f5-9b52-388cd4043c04" providerId="ADAL" clId="{ABF93FB7-137C-49F8-97E0-D514822543EA}" dt="2022-12-14T01:30:50.238" v="81" actId="123"/>
          <ac:spMkLst>
            <pc:docMk/>
            <pc:sldMk cId="2712128638" sldId="257"/>
            <ac:spMk id="3" creationId="{9779DFF3-5030-9648-E8C5-493FF02B5C87}"/>
          </ac:spMkLst>
        </pc:spChg>
      </pc:sldChg>
      <pc:sldChg chg="addSp modSp new mod">
        <pc:chgData name="Sara Muneeb" userId="29b624b1-a719-43f5-9b52-388cd4043c04" providerId="ADAL" clId="{ABF93FB7-137C-49F8-97E0-D514822543EA}" dt="2022-12-14T01:43:11.449" v="222" actId="20577"/>
        <pc:sldMkLst>
          <pc:docMk/>
          <pc:sldMk cId="3269686779" sldId="258"/>
        </pc:sldMkLst>
        <pc:spChg chg="mod">
          <ac:chgData name="Sara Muneeb" userId="29b624b1-a719-43f5-9b52-388cd4043c04" providerId="ADAL" clId="{ABF93FB7-137C-49F8-97E0-D514822543EA}" dt="2022-12-14T01:43:11.449" v="222" actId="20577"/>
          <ac:spMkLst>
            <pc:docMk/>
            <pc:sldMk cId="3269686779" sldId="258"/>
            <ac:spMk id="2" creationId="{CDE645CA-7EF1-9DBD-1814-960FDFC89F0B}"/>
          </ac:spMkLst>
        </pc:spChg>
        <pc:spChg chg="mod">
          <ac:chgData name="Sara Muneeb" userId="29b624b1-a719-43f5-9b52-388cd4043c04" providerId="ADAL" clId="{ABF93FB7-137C-49F8-97E0-D514822543EA}" dt="2022-12-14T01:38:22.258" v="166" actId="20577"/>
          <ac:spMkLst>
            <pc:docMk/>
            <pc:sldMk cId="3269686779" sldId="258"/>
            <ac:spMk id="3" creationId="{A1F88D56-AF21-E634-5414-4DB24F25727D}"/>
          </ac:spMkLst>
        </pc:spChg>
        <pc:picChg chg="add mod">
          <ac:chgData name="Sara Muneeb" userId="29b624b1-a719-43f5-9b52-388cd4043c04" providerId="ADAL" clId="{ABF93FB7-137C-49F8-97E0-D514822543EA}" dt="2022-12-14T01:39:41.020" v="174" actId="1076"/>
          <ac:picMkLst>
            <pc:docMk/>
            <pc:sldMk cId="3269686779" sldId="258"/>
            <ac:picMk id="4" creationId="{9C9F08E0-813C-1A9E-B195-9AA0F260D70F}"/>
          </ac:picMkLst>
        </pc:picChg>
      </pc:sldChg>
      <pc:sldChg chg="addSp delSp modSp new mod">
        <pc:chgData name="Sara Muneeb" userId="29b624b1-a719-43f5-9b52-388cd4043c04" providerId="ADAL" clId="{ABF93FB7-137C-49F8-97E0-D514822543EA}" dt="2022-12-14T03:05:22.078" v="506"/>
        <pc:sldMkLst>
          <pc:docMk/>
          <pc:sldMk cId="1138474640" sldId="259"/>
        </pc:sldMkLst>
        <pc:spChg chg="mod">
          <ac:chgData name="Sara Muneeb" userId="29b624b1-a719-43f5-9b52-388cd4043c04" providerId="ADAL" clId="{ABF93FB7-137C-49F8-97E0-D514822543EA}" dt="2022-12-14T03:05:22.078" v="506"/>
          <ac:spMkLst>
            <pc:docMk/>
            <pc:sldMk cId="1138474640" sldId="259"/>
            <ac:spMk id="2" creationId="{9E08A38B-1C44-098E-4B26-1DEFD766CFDD}"/>
          </ac:spMkLst>
        </pc:spChg>
        <pc:spChg chg="del">
          <ac:chgData name="Sara Muneeb" userId="29b624b1-a719-43f5-9b52-388cd4043c04" providerId="ADAL" clId="{ABF93FB7-137C-49F8-97E0-D514822543EA}" dt="2022-12-14T01:39:15.830" v="168" actId="931"/>
          <ac:spMkLst>
            <pc:docMk/>
            <pc:sldMk cId="1138474640" sldId="259"/>
            <ac:spMk id="3" creationId="{31A1183D-795B-18AC-D173-8780867EC75E}"/>
          </ac:spMkLst>
        </pc:spChg>
        <pc:spChg chg="add del mod">
          <ac:chgData name="Sara Muneeb" userId="29b624b1-a719-43f5-9b52-388cd4043c04" providerId="ADAL" clId="{ABF93FB7-137C-49F8-97E0-D514822543EA}" dt="2022-12-14T03:05:10.029" v="504" actId="22"/>
          <ac:spMkLst>
            <pc:docMk/>
            <pc:sldMk cId="1138474640" sldId="259"/>
            <ac:spMk id="7" creationId="{93DFF49F-BDB0-A570-21E5-FE13D8963AC9}"/>
          </ac:spMkLst>
        </pc:spChg>
        <pc:picChg chg="add del mod modCrop">
          <ac:chgData name="Sara Muneeb" userId="29b624b1-a719-43f5-9b52-388cd4043c04" providerId="ADAL" clId="{ABF93FB7-137C-49F8-97E0-D514822543EA}" dt="2022-12-14T01:39:35.659" v="172" actId="21"/>
          <ac:picMkLst>
            <pc:docMk/>
            <pc:sldMk cId="1138474640" sldId="259"/>
            <ac:picMk id="5" creationId="{25D30E37-100B-1161-5A66-BFF509C1EE8F}"/>
          </ac:picMkLst>
        </pc:picChg>
        <pc:picChg chg="add mod ord">
          <ac:chgData name="Sara Muneeb" userId="29b624b1-a719-43f5-9b52-388cd4043c04" providerId="ADAL" clId="{ABF93FB7-137C-49F8-97E0-D514822543EA}" dt="2022-12-14T03:05:11.881" v="505" actId="1076"/>
          <ac:picMkLst>
            <pc:docMk/>
            <pc:sldMk cId="1138474640" sldId="259"/>
            <ac:picMk id="9" creationId="{CA3E0FFA-6165-EA01-D7E3-CE590215655B}"/>
          </ac:picMkLst>
        </pc:picChg>
      </pc:sldChg>
      <pc:sldChg chg="modSp new mod">
        <pc:chgData name="Sara Muneeb" userId="29b624b1-a719-43f5-9b52-388cd4043c04" providerId="ADAL" clId="{ABF93FB7-137C-49F8-97E0-D514822543EA}" dt="2022-12-14T01:44:21.545" v="258" actId="20577"/>
        <pc:sldMkLst>
          <pc:docMk/>
          <pc:sldMk cId="1656695851" sldId="260"/>
        </pc:sldMkLst>
        <pc:spChg chg="mod">
          <ac:chgData name="Sara Muneeb" userId="29b624b1-a719-43f5-9b52-388cd4043c04" providerId="ADAL" clId="{ABF93FB7-137C-49F8-97E0-D514822543EA}" dt="2022-12-14T01:44:21.545" v="258" actId="20577"/>
          <ac:spMkLst>
            <pc:docMk/>
            <pc:sldMk cId="1656695851" sldId="260"/>
            <ac:spMk id="2" creationId="{F13012CD-CC57-B4E7-47BB-9AB6A05042FB}"/>
          </ac:spMkLst>
        </pc:spChg>
        <pc:spChg chg="mod">
          <ac:chgData name="Sara Muneeb" userId="29b624b1-a719-43f5-9b52-388cd4043c04" providerId="ADAL" clId="{ABF93FB7-137C-49F8-97E0-D514822543EA}" dt="2022-12-14T01:43:01.870" v="219" actId="5793"/>
          <ac:spMkLst>
            <pc:docMk/>
            <pc:sldMk cId="1656695851" sldId="260"/>
            <ac:spMk id="3" creationId="{D3F7F043-808B-30F9-3B8F-203C649372B2}"/>
          </ac:spMkLst>
        </pc:spChg>
      </pc:sldChg>
      <pc:sldChg chg="modSp new mod">
        <pc:chgData name="Sara Muneeb" userId="29b624b1-a719-43f5-9b52-388cd4043c04" providerId="ADAL" clId="{ABF93FB7-137C-49F8-97E0-D514822543EA}" dt="2022-12-14T01:58:05.426" v="360" actId="20577"/>
        <pc:sldMkLst>
          <pc:docMk/>
          <pc:sldMk cId="3233058487" sldId="261"/>
        </pc:sldMkLst>
        <pc:spChg chg="mod">
          <ac:chgData name="Sara Muneeb" userId="29b624b1-a719-43f5-9b52-388cd4043c04" providerId="ADAL" clId="{ABF93FB7-137C-49F8-97E0-D514822543EA}" dt="2022-12-14T01:52:18.283" v="264"/>
          <ac:spMkLst>
            <pc:docMk/>
            <pc:sldMk cId="3233058487" sldId="261"/>
            <ac:spMk id="2" creationId="{62D2C385-46F9-7ACE-1676-F2F10815514C}"/>
          </ac:spMkLst>
        </pc:spChg>
        <pc:spChg chg="mod">
          <ac:chgData name="Sara Muneeb" userId="29b624b1-a719-43f5-9b52-388cd4043c04" providerId="ADAL" clId="{ABF93FB7-137C-49F8-97E0-D514822543EA}" dt="2022-12-14T01:58:05.426" v="360" actId="20577"/>
          <ac:spMkLst>
            <pc:docMk/>
            <pc:sldMk cId="3233058487" sldId="261"/>
            <ac:spMk id="3" creationId="{AC9D7842-F99B-523D-7999-D076DC1A1095}"/>
          </ac:spMkLst>
        </pc:spChg>
      </pc:sldChg>
      <pc:sldChg chg="addSp modSp new mod">
        <pc:chgData name="Sara Muneeb" userId="29b624b1-a719-43f5-9b52-388cd4043c04" providerId="ADAL" clId="{ABF93FB7-137C-49F8-97E0-D514822543EA}" dt="2022-12-14T02:02:26.529" v="453" actId="1076"/>
        <pc:sldMkLst>
          <pc:docMk/>
          <pc:sldMk cId="2521153610" sldId="262"/>
        </pc:sldMkLst>
        <pc:spChg chg="mod">
          <ac:chgData name="Sara Muneeb" userId="29b624b1-a719-43f5-9b52-388cd4043c04" providerId="ADAL" clId="{ABF93FB7-137C-49F8-97E0-D514822543EA}" dt="2022-12-14T01:59:49.205" v="386" actId="20577"/>
          <ac:spMkLst>
            <pc:docMk/>
            <pc:sldMk cId="2521153610" sldId="262"/>
            <ac:spMk id="2" creationId="{0D14B1D0-2860-A003-D7DE-98EE238363C1}"/>
          </ac:spMkLst>
        </pc:spChg>
        <pc:spChg chg="mod">
          <ac:chgData name="Sara Muneeb" userId="29b624b1-a719-43f5-9b52-388cd4043c04" providerId="ADAL" clId="{ABF93FB7-137C-49F8-97E0-D514822543EA}" dt="2022-12-14T02:00:56.683" v="447" actId="20577"/>
          <ac:spMkLst>
            <pc:docMk/>
            <pc:sldMk cId="2521153610" sldId="262"/>
            <ac:spMk id="3" creationId="{5EF81695-0741-ECD3-A0E1-6BBBBF5824B4}"/>
          </ac:spMkLst>
        </pc:spChg>
        <pc:picChg chg="add mod">
          <ac:chgData name="Sara Muneeb" userId="29b624b1-a719-43f5-9b52-388cd4043c04" providerId="ADAL" clId="{ABF93FB7-137C-49F8-97E0-D514822543EA}" dt="2022-12-14T02:02:26.529" v="453" actId="1076"/>
          <ac:picMkLst>
            <pc:docMk/>
            <pc:sldMk cId="2521153610" sldId="262"/>
            <ac:picMk id="5" creationId="{C74BE118-10AF-981B-1118-E6FAD0C71C1B}"/>
          </ac:picMkLst>
        </pc:picChg>
      </pc:sldChg>
      <pc:sldChg chg="addSp modSp new mod">
        <pc:chgData name="Sara Muneeb" userId="29b624b1-a719-43f5-9b52-388cd4043c04" providerId="ADAL" clId="{ABF93FB7-137C-49F8-97E0-D514822543EA}" dt="2022-12-14T03:04:05.597" v="503" actId="1035"/>
        <pc:sldMkLst>
          <pc:docMk/>
          <pc:sldMk cId="727680694" sldId="263"/>
        </pc:sldMkLst>
        <pc:spChg chg="mod">
          <ac:chgData name="Sara Muneeb" userId="29b624b1-a719-43f5-9b52-388cd4043c04" providerId="ADAL" clId="{ABF93FB7-137C-49F8-97E0-D514822543EA}" dt="2022-12-14T02:04:11.436" v="478" actId="20577"/>
          <ac:spMkLst>
            <pc:docMk/>
            <pc:sldMk cId="727680694" sldId="263"/>
            <ac:spMk id="2" creationId="{2FAF1312-E249-F427-A986-CB0910D3E5D7}"/>
          </ac:spMkLst>
        </pc:spChg>
        <pc:spChg chg="mod">
          <ac:chgData name="Sara Muneeb" userId="29b624b1-a719-43f5-9b52-388cd4043c04" providerId="ADAL" clId="{ABF93FB7-137C-49F8-97E0-D514822543EA}" dt="2022-12-14T03:04:01.588" v="498" actId="6549"/>
          <ac:spMkLst>
            <pc:docMk/>
            <pc:sldMk cId="727680694" sldId="263"/>
            <ac:spMk id="3" creationId="{E2D3C003-59F6-3B86-80C0-F68C0BAEB960}"/>
          </ac:spMkLst>
        </pc:spChg>
        <pc:picChg chg="add mod">
          <ac:chgData name="Sara Muneeb" userId="29b624b1-a719-43f5-9b52-388cd4043c04" providerId="ADAL" clId="{ABF93FB7-137C-49F8-97E0-D514822543EA}" dt="2022-12-14T03:04:05.597" v="503" actId="1035"/>
          <ac:picMkLst>
            <pc:docMk/>
            <pc:sldMk cId="727680694" sldId="263"/>
            <ac:picMk id="5" creationId="{25A45349-8581-3B54-9208-8B85C099F555}"/>
          </ac:picMkLst>
        </pc:picChg>
      </pc:sldChg>
      <pc:sldChg chg="modSp new mod">
        <pc:chgData name="Sara Muneeb" userId="29b624b1-a719-43f5-9b52-388cd4043c04" providerId="ADAL" clId="{ABF93FB7-137C-49F8-97E0-D514822543EA}" dt="2022-12-14T03:06:46.532" v="567" actId="20577"/>
        <pc:sldMkLst>
          <pc:docMk/>
          <pc:sldMk cId="786008801" sldId="264"/>
        </pc:sldMkLst>
        <pc:spChg chg="mod">
          <ac:chgData name="Sara Muneeb" userId="29b624b1-a719-43f5-9b52-388cd4043c04" providerId="ADAL" clId="{ABF93FB7-137C-49F8-97E0-D514822543EA}" dt="2022-12-14T03:06:46.532" v="567" actId="20577"/>
          <ac:spMkLst>
            <pc:docMk/>
            <pc:sldMk cId="786008801" sldId="264"/>
            <ac:spMk id="2" creationId="{84550877-2B69-D3BB-A6DC-2E251C2D55E2}"/>
          </ac:spMkLst>
        </pc:spChg>
        <pc:spChg chg="mod">
          <ac:chgData name="Sara Muneeb" userId="29b624b1-a719-43f5-9b52-388cd4043c04" providerId="ADAL" clId="{ABF93FB7-137C-49F8-97E0-D514822543EA}" dt="2022-12-14T03:06:36.263" v="552" actId="20577"/>
          <ac:spMkLst>
            <pc:docMk/>
            <pc:sldMk cId="786008801" sldId="264"/>
            <ac:spMk id="3" creationId="{58A5AEF6-C457-AFA3-9B77-28534E5C0A56}"/>
          </ac:spMkLst>
        </pc:spChg>
      </pc:sldChg>
      <pc:sldChg chg="modSp new mod">
        <pc:chgData name="Sara Muneeb" userId="29b624b1-a719-43f5-9b52-388cd4043c04" providerId="ADAL" clId="{ABF93FB7-137C-49F8-97E0-D514822543EA}" dt="2022-12-14T03:06:51.173" v="570" actId="20577"/>
        <pc:sldMkLst>
          <pc:docMk/>
          <pc:sldMk cId="1786857512" sldId="265"/>
        </pc:sldMkLst>
        <pc:spChg chg="mod">
          <ac:chgData name="Sara Muneeb" userId="29b624b1-a719-43f5-9b52-388cd4043c04" providerId="ADAL" clId="{ABF93FB7-137C-49F8-97E0-D514822543EA}" dt="2022-12-14T03:06:41.991" v="558" actId="20577"/>
          <ac:spMkLst>
            <pc:docMk/>
            <pc:sldMk cId="1786857512" sldId="265"/>
            <ac:spMk id="2" creationId="{925BD242-3C86-7E0E-015F-84BC035B5FF9}"/>
          </ac:spMkLst>
        </pc:spChg>
        <pc:spChg chg="mod">
          <ac:chgData name="Sara Muneeb" userId="29b624b1-a719-43f5-9b52-388cd4043c04" providerId="ADAL" clId="{ABF93FB7-137C-49F8-97E0-D514822543EA}" dt="2022-12-14T03:06:51.173" v="570" actId="20577"/>
          <ac:spMkLst>
            <pc:docMk/>
            <pc:sldMk cId="1786857512" sldId="265"/>
            <ac:spMk id="3" creationId="{14FF1E9F-6929-EAAB-5D5D-577E207274B2}"/>
          </ac:spMkLst>
        </pc:spChg>
      </pc:sldChg>
      <pc:sldChg chg="addSp delSp modSp new mod ord">
        <pc:chgData name="Sara Muneeb" userId="29b624b1-a719-43f5-9b52-388cd4043c04" providerId="ADAL" clId="{ABF93FB7-137C-49F8-97E0-D514822543EA}" dt="2022-12-14T03:07:48.046" v="587"/>
        <pc:sldMkLst>
          <pc:docMk/>
          <pc:sldMk cId="4139956580" sldId="266"/>
        </pc:sldMkLst>
        <pc:spChg chg="mod">
          <ac:chgData name="Sara Muneeb" userId="29b624b1-a719-43f5-9b52-388cd4043c04" providerId="ADAL" clId="{ABF93FB7-137C-49F8-97E0-D514822543EA}" dt="2022-12-14T03:07:03.133" v="584" actId="20577"/>
          <ac:spMkLst>
            <pc:docMk/>
            <pc:sldMk cId="4139956580" sldId="266"/>
            <ac:spMk id="2" creationId="{61715E50-592E-D5BE-956D-CC8850D80B72}"/>
          </ac:spMkLst>
        </pc:spChg>
        <pc:spChg chg="del">
          <ac:chgData name="Sara Muneeb" userId="29b624b1-a719-43f5-9b52-388cd4043c04" providerId="ADAL" clId="{ABF93FB7-137C-49F8-97E0-D514822543EA}" dt="2022-12-14T03:07:43.398" v="585" actId="22"/>
          <ac:spMkLst>
            <pc:docMk/>
            <pc:sldMk cId="4139956580" sldId="266"/>
            <ac:spMk id="3" creationId="{B73480E0-4080-31E0-7122-CEC214C00EE4}"/>
          </ac:spMkLst>
        </pc:spChg>
        <pc:picChg chg="add mod ord">
          <ac:chgData name="Sara Muneeb" userId="29b624b1-a719-43f5-9b52-388cd4043c04" providerId="ADAL" clId="{ABF93FB7-137C-49F8-97E0-D514822543EA}" dt="2022-12-14T03:07:43.398" v="585" actId="22"/>
          <ac:picMkLst>
            <pc:docMk/>
            <pc:sldMk cId="4139956580" sldId="266"/>
            <ac:picMk id="5" creationId="{F43C5208-63ED-6334-8753-77DB3409D9DC}"/>
          </ac:picMkLst>
        </pc:picChg>
      </pc:sldChg>
      <pc:sldChg chg="addSp delSp modSp new mod">
        <pc:chgData name="Sara Muneeb" userId="29b624b1-a719-43f5-9b52-388cd4043c04" providerId="ADAL" clId="{ABF93FB7-137C-49F8-97E0-D514822543EA}" dt="2022-12-14T03:08:23.104" v="597" actId="14100"/>
        <pc:sldMkLst>
          <pc:docMk/>
          <pc:sldMk cId="655993881" sldId="267"/>
        </pc:sldMkLst>
        <pc:spChg chg="mod">
          <ac:chgData name="Sara Muneeb" userId="29b624b1-a719-43f5-9b52-388cd4043c04" providerId="ADAL" clId="{ABF93FB7-137C-49F8-97E0-D514822543EA}" dt="2022-12-14T03:07:52.620" v="595" actId="20577"/>
          <ac:spMkLst>
            <pc:docMk/>
            <pc:sldMk cId="655993881" sldId="267"/>
            <ac:spMk id="2" creationId="{90050890-53D2-3F8F-3DDB-AB6AB3A371B4}"/>
          </ac:spMkLst>
        </pc:spChg>
        <pc:spChg chg="del">
          <ac:chgData name="Sara Muneeb" userId="29b624b1-a719-43f5-9b52-388cd4043c04" providerId="ADAL" clId="{ABF93FB7-137C-49F8-97E0-D514822543EA}" dt="2022-12-14T03:08:17.425" v="596" actId="22"/>
          <ac:spMkLst>
            <pc:docMk/>
            <pc:sldMk cId="655993881" sldId="267"/>
            <ac:spMk id="3" creationId="{3806335B-7811-388B-7C80-AFD47640E00E}"/>
          </ac:spMkLst>
        </pc:spChg>
        <pc:picChg chg="add mod ord">
          <ac:chgData name="Sara Muneeb" userId="29b624b1-a719-43f5-9b52-388cd4043c04" providerId="ADAL" clId="{ABF93FB7-137C-49F8-97E0-D514822543EA}" dt="2022-12-14T03:08:23.104" v="597" actId="14100"/>
          <ac:picMkLst>
            <pc:docMk/>
            <pc:sldMk cId="655993881" sldId="267"/>
            <ac:picMk id="5" creationId="{BB79D15B-08BB-5567-9E4F-C0B8ED85210A}"/>
          </ac:picMkLst>
        </pc:picChg>
      </pc:sldChg>
      <pc:sldChg chg="modSp new mod">
        <pc:chgData name="Sara Muneeb" userId="29b624b1-a719-43f5-9b52-388cd4043c04" providerId="ADAL" clId="{ABF93FB7-137C-49F8-97E0-D514822543EA}" dt="2022-12-14T03:11:12.390" v="659" actId="5793"/>
        <pc:sldMkLst>
          <pc:docMk/>
          <pc:sldMk cId="187108510" sldId="268"/>
        </pc:sldMkLst>
        <pc:spChg chg="mod">
          <ac:chgData name="Sara Muneeb" userId="29b624b1-a719-43f5-9b52-388cd4043c04" providerId="ADAL" clId="{ABF93FB7-137C-49F8-97E0-D514822543EA}" dt="2022-12-14T03:08:36.428" v="625" actId="20577"/>
          <ac:spMkLst>
            <pc:docMk/>
            <pc:sldMk cId="187108510" sldId="268"/>
            <ac:spMk id="2" creationId="{5128B08A-2501-747C-1DAA-E86E2DE3C14F}"/>
          </ac:spMkLst>
        </pc:spChg>
        <pc:spChg chg="mod">
          <ac:chgData name="Sara Muneeb" userId="29b624b1-a719-43f5-9b52-388cd4043c04" providerId="ADAL" clId="{ABF93FB7-137C-49F8-97E0-D514822543EA}" dt="2022-12-14T03:11:12.390" v="659" actId="5793"/>
          <ac:spMkLst>
            <pc:docMk/>
            <pc:sldMk cId="187108510" sldId="268"/>
            <ac:spMk id="3" creationId="{3F6A5FD6-A26D-EE66-0DE2-68F1146A3101}"/>
          </ac:spMkLst>
        </pc:spChg>
      </pc:sldChg>
      <pc:sldChg chg="addSp delSp modSp new mod">
        <pc:chgData name="Sara Muneeb" userId="29b624b1-a719-43f5-9b52-388cd4043c04" providerId="ADAL" clId="{ABF93FB7-137C-49F8-97E0-D514822543EA}" dt="2022-12-14T03:13:50.743" v="707" actId="20577"/>
        <pc:sldMkLst>
          <pc:docMk/>
          <pc:sldMk cId="2685620422" sldId="269"/>
        </pc:sldMkLst>
        <pc:spChg chg="mod">
          <ac:chgData name="Sara Muneeb" userId="29b624b1-a719-43f5-9b52-388cd4043c04" providerId="ADAL" clId="{ABF93FB7-137C-49F8-97E0-D514822543EA}" dt="2022-12-14T03:13:50.743" v="707" actId="20577"/>
          <ac:spMkLst>
            <pc:docMk/>
            <pc:sldMk cId="2685620422" sldId="269"/>
            <ac:spMk id="2" creationId="{C57FF45E-CEF0-DD16-6BD3-EF0D3998B935}"/>
          </ac:spMkLst>
        </pc:spChg>
        <pc:spChg chg="del">
          <ac:chgData name="Sara Muneeb" userId="29b624b1-a719-43f5-9b52-388cd4043c04" providerId="ADAL" clId="{ABF93FB7-137C-49F8-97E0-D514822543EA}" dt="2022-12-14T03:12:12.435" v="683" actId="22"/>
          <ac:spMkLst>
            <pc:docMk/>
            <pc:sldMk cId="2685620422" sldId="269"/>
            <ac:spMk id="3" creationId="{AECE8F2F-0111-B60F-F75F-52A224F343FA}"/>
          </ac:spMkLst>
        </pc:spChg>
        <pc:picChg chg="add mod ord">
          <ac:chgData name="Sara Muneeb" userId="29b624b1-a719-43f5-9b52-388cd4043c04" providerId="ADAL" clId="{ABF93FB7-137C-49F8-97E0-D514822543EA}" dt="2022-12-14T03:12:12.435" v="683" actId="22"/>
          <ac:picMkLst>
            <pc:docMk/>
            <pc:sldMk cId="2685620422" sldId="269"/>
            <ac:picMk id="5" creationId="{D1676086-7CBA-A67C-2D9D-420FE9BAB0FC}"/>
          </ac:picMkLst>
        </pc:picChg>
      </pc:sldChg>
      <pc:sldChg chg="addSp delSp modSp new mod">
        <pc:chgData name="Sara Muneeb" userId="29b624b1-a719-43f5-9b52-388cd4043c04" providerId="ADAL" clId="{ABF93FB7-137C-49F8-97E0-D514822543EA}" dt="2022-12-14T03:13:57.942" v="708"/>
        <pc:sldMkLst>
          <pc:docMk/>
          <pc:sldMk cId="1592908027" sldId="270"/>
        </pc:sldMkLst>
        <pc:spChg chg="mod">
          <ac:chgData name="Sara Muneeb" userId="29b624b1-a719-43f5-9b52-388cd4043c04" providerId="ADAL" clId="{ABF93FB7-137C-49F8-97E0-D514822543EA}" dt="2022-12-14T03:13:57.942" v="708"/>
          <ac:spMkLst>
            <pc:docMk/>
            <pc:sldMk cId="1592908027" sldId="270"/>
            <ac:spMk id="2" creationId="{A72F7259-6B06-7399-EB6F-A2D7704A5D21}"/>
          </ac:spMkLst>
        </pc:spChg>
        <pc:spChg chg="del">
          <ac:chgData name="Sara Muneeb" userId="29b624b1-a719-43f5-9b52-388cd4043c04" providerId="ADAL" clId="{ABF93FB7-137C-49F8-97E0-D514822543EA}" dt="2022-12-14T03:13:17.006" v="685" actId="22"/>
          <ac:spMkLst>
            <pc:docMk/>
            <pc:sldMk cId="1592908027" sldId="270"/>
            <ac:spMk id="3" creationId="{319ADED9-BCA9-1F10-F1EE-77FB3B9ECBD5}"/>
          </ac:spMkLst>
        </pc:spChg>
        <pc:picChg chg="add mod ord">
          <ac:chgData name="Sara Muneeb" userId="29b624b1-a719-43f5-9b52-388cd4043c04" providerId="ADAL" clId="{ABF93FB7-137C-49F8-97E0-D514822543EA}" dt="2022-12-14T03:13:26.260" v="689" actId="1036"/>
          <ac:picMkLst>
            <pc:docMk/>
            <pc:sldMk cId="1592908027" sldId="270"/>
            <ac:picMk id="5" creationId="{25678828-1011-2CA4-6390-4D64461B1AEA}"/>
          </ac:picMkLst>
        </pc:picChg>
      </pc:sldChg>
      <pc:sldChg chg="addSp delSp modSp new mod">
        <pc:chgData name="Sara Muneeb" userId="29b624b1-a719-43f5-9b52-388cd4043c04" providerId="ADAL" clId="{ABF93FB7-137C-49F8-97E0-D514822543EA}" dt="2022-12-14T03:14:29.954" v="732" actId="1037"/>
        <pc:sldMkLst>
          <pc:docMk/>
          <pc:sldMk cId="3111914320" sldId="271"/>
        </pc:sldMkLst>
        <pc:spChg chg="mod">
          <ac:chgData name="Sara Muneeb" userId="29b624b1-a719-43f5-9b52-388cd4043c04" providerId="ADAL" clId="{ABF93FB7-137C-49F8-97E0-D514822543EA}" dt="2022-12-14T03:14:06.280" v="728" actId="20577"/>
          <ac:spMkLst>
            <pc:docMk/>
            <pc:sldMk cId="3111914320" sldId="271"/>
            <ac:spMk id="2" creationId="{941AAD24-BC76-9D9A-36D8-9146A9163355}"/>
          </ac:spMkLst>
        </pc:spChg>
        <pc:spChg chg="del">
          <ac:chgData name="Sara Muneeb" userId="29b624b1-a719-43f5-9b52-388cd4043c04" providerId="ADAL" clId="{ABF93FB7-137C-49F8-97E0-D514822543EA}" dt="2022-12-14T03:14:22.436" v="729" actId="22"/>
          <ac:spMkLst>
            <pc:docMk/>
            <pc:sldMk cId="3111914320" sldId="271"/>
            <ac:spMk id="3" creationId="{781A99E8-CFB2-B9CC-FBDA-9A71126C3E1A}"/>
          </ac:spMkLst>
        </pc:spChg>
        <pc:picChg chg="add mod ord">
          <ac:chgData name="Sara Muneeb" userId="29b624b1-a719-43f5-9b52-388cd4043c04" providerId="ADAL" clId="{ABF93FB7-137C-49F8-97E0-D514822543EA}" dt="2022-12-14T03:14:29.954" v="732" actId="1037"/>
          <ac:picMkLst>
            <pc:docMk/>
            <pc:sldMk cId="3111914320" sldId="271"/>
            <ac:picMk id="5" creationId="{D286508F-71FB-EA93-228F-C4C64FFC4F66}"/>
          </ac:picMkLst>
        </pc:picChg>
      </pc:sldChg>
      <pc:sldChg chg="modSp new mod">
        <pc:chgData name="Sara Muneeb" userId="29b624b1-a719-43f5-9b52-388cd4043c04" providerId="ADAL" clId="{ABF93FB7-137C-49F8-97E0-D514822543EA}" dt="2022-12-14T03:27:27.538" v="862" actId="113"/>
        <pc:sldMkLst>
          <pc:docMk/>
          <pc:sldMk cId="4241662000" sldId="272"/>
        </pc:sldMkLst>
        <pc:spChg chg="mod">
          <ac:chgData name="Sara Muneeb" userId="29b624b1-a719-43f5-9b52-388cd4043c04" providerId="ADAL" clId="{ABF93FB7-137C-49F8-97E0-D514822543EA}" dt="2022-12-14T03:22:38.841" v="755" actId="20577"/>
          <ac:spMkLst>
            <pc:docMk/>
            <pc:sldMk cId="4241662000" sldId="272"/>
            <ac:spMk id="2" creationId="{B5DF074D-EEF7-557A-C881-B51D393B2F79}"/>
          </ac:spMkLst>
        </pc:spChg>
        <pc:spChg chg="mod">
          <ac:chgData name="Sara Muneeb" userId="29b624b1-a719-43f5-9b52-388cd4043c04" providerId="ADAL" clId="{ABF93FB7-137C-49F8-97E0-D514822543EA}" dt="2022-12-14T03:27:27.538" v="862" actId="113"/>
          <ac:spMkLst>
            <pc:docMk/>
            <pc:sldMk cId="4241662000" sldId="272"/>
            <ac:spMk id="3" creationId="{BD98ADE7-112C-72A1-C759-8346123A24E1}"/>
          </ac:spMkLst>
        </pc:spChg>
      </pc:sldChg>
      <pc:sldChg chg="modSp new mod">
        <pc:chgData name="Sara Muneeb" userId="29b624b1-a719-43f5-9b52-388cd4043c04" providerId="ADAL" clId="{ABF93FB7-137C-49F8-97E0-D514822543EA}" dt="2022-12-14T03:29:13.926" v="952" actId="20577"/>
        <pc:sldMkLst>
          <pc:docMk/>
          <pc:sldMk cId="1104730889" sldId="273"/>
        </pc:sldMkLst>
        <pc:spChg chg="mod">
          <ac:chgData name="Sara Muneeb" userId="29b624b1-a719-43f5-9b52-388cd4043c04" providerId="ADAL" clId="{ABF93FB7-137C-49F8-97E0-D514822543EA}" dt="2022-12-14T03:27:56.016" v="892" actId="20577"/>
          <ac:spMkLst>
            <pc:docMk/>
            <pc:sldMk cId="1104730889" sldId="273"/>
            <ac:spMk id="2" creationId="{10E8DCBB-9B30-5BBB-2065-A0D1111EE575}"/>
          </ac:spMkLst>
        </pc:spChg>
        <pc:spChg chg="mod">
          <ac:chgData name="Sara Muneeb" userId="29b624b1-a719-43f5-9b52-388cd4043c04" providerId="ADAL" clId="{ABF93FB7-137C-49F8-97E0-D514822543EA}" dt="2022-12-14T03:29:13.926" v="952" actId="20577"/>
          <ac:spMkLst>
            <pc:docMk/>
            <pc:sldMk cId="1104730889" sldId="273"/>
            <ac:spMk id="3" creationId="{22B4C66E-C1B2-6331-CAA3-7886005C34AC}"/>
          </ac:spMkLst>
        </pc:spChg>
      </pc:sldChg>
      <pc:sldChg chg="modSp new mod">
        <pc:chgData name="Sara Muneeb" userId="29b624b1-a719-43f5-9b52-388cd4043c04" providerId="ADAL" clId="{ABF93FB7-137C-49F8-97E0-D514822543EA}" dt="2022-12-14T03:30:08.243" v="982" actId="20577"/>
        <pc:sldMkLst>
          <pc:docMk/>
          <pc:sldMk cId="1145746347" sldId="274"/>
        </pc:sldMkLst>
        <pc:spChg chg="mod">
          <ac:chgData name="Sara Muneeb" userId="29b624b1-a719-43f5-9b52-388cd4043c04" providerId="ADAL" clId="{ABF93FB7-137C-49F8-97E0-D514822543EA}" dt="2022-12-14T03:30:08.243" v="982" actId="20577"/>
          <ac:spMkLst>
            <pc:docMk/>
            <pc:sldMk cId="1145746347" sldId="274"/>
            <ac:spMk id="2" creationId="{4F5B5CDE-35E1-4450-6CC9-6EE1E21278C9}"/>
          </ac:spMkLst>
        </pc:spChg>
        <pc:spChg chg="mod">
          <ac:chgData name="Sara Muneeb" userId="29b624b1-a719-43f5-9b52-388cd4043c04" providerId="ADAL" clId="{ABF93FB7-137C-49F8-97E0-D514822543EA}" dt="2022-12-14T03:29:47.274" v="958" actId="123"/>
          <ac:spMkLst>
            <pc:docMk/>
            <pc:sldMk cId="1145746347" sldId="274"/>
            <ac:spMk id="3" creationId="{8E8E7025-CE1E-C3D5-A221-07360CE2A1CC}"/>
          </ac:spMkLst>
        </pc:spChg>
      </pc:sldChg>
      <pc:sldChg chg="modSp new mod">
        <pc:chgData name="Sara Muneeb" userId="29b624b1-a719-43f5-9b52-388cd4043c04" providerId="ADAL" clId="{ABF93FB7-137C-49F8-97E0-D514822543EA}" dt="2022-12-14T03:30:38.516" v="988" actId="27636"/>
        <pc:sldMkLst>
          <pc:docMk/>
          <pc:sldMk cId="410102142" sldId="275"/>
        </pc:sldMkLst>
        <pc:spChg chg="mod">
          <ac:chgData name="Sara Muneeb" userId="29b624b1-a719-43f5-9b52-388cd4043c04" providerId="ADAL" clId="{ABF93FB7-137C-49F8-97E0-D514822543EA}" dt="2022-12-14T03:30:13.840" v="983" actId="20577"/>
          <ac:spMkLst>
            <pc:docMk/>
            <pc:sldMk cId="410102142" sldId="275"/>
            <ac:spMk id="2" creationId="{D663213D-2A67-588A-1CD5-20DCDBADA03C}"/>
          </ac:spMkLst>
        </pc:spChg>
        <pc:spChg chg="mod">
          <ac:chgData name="Sara Muneeb" userId="29b624b1-a719-43f5-9b52-388cd4043c04" providerId="ADAL" clId="{ABF93FB7-137C-49F8-97E0-D514822543EA}" dt="2022-12-14T03:30:38.516" v="988" actId="27636"/>
          <ac:spMkLst>
            <pc:docMk/>
            <pc:sldMk cId="410102142" sldId="275"/>
            <ac:spMk id="3" creationId="{AAE288EE-81CE-621A-F0BC-7A5816CC4BF9}"/>
          </ac:spMkLst>
        </pc:spChg>
      </pc:sldChg>
      <pc:sldChg chg="modSp new mod">
        <pc:chgData name="Sara Muneeb" userId="29b624b1-a719-43f5-9b52-388cd4043c04" providerId="ADAL" clId="{ABF93FB7-137C-49F8-97E0-D514822543EA}" dt="2022-12-14T03:27:10.378" v="860" actId="20577"/>
        <pc:sldMkLst>
          <pc:docMk/>
          <pc:sldMk cId="3090277031" sldId="276"/>
        </pc:sldMkLst>
        <pc:spChg chg="mod">
          <ac:chgData name="Sara Muneeb" userId="29b624b1-a719-43f5-9b52-388cd4043c04" providerId="ADAL" clId="{ABF93FB7-137C-49F8-97E0-D514822543EA}" dt="2022-12-14T03:27:10.378" v="860" actId="20577"/>
          <ac:spMkLst>
            <pc:docMk/>
            <pc:sldMk cId="3090277031" sldId="276"/>
            <ac:spMk id="2" creationId="{4EBB3F66-1F35-6667-C5EC-837D336E1185}"/>
          </ac:spMkLst>
        </pc:spChg>
      </pc:sldChg>
    </pc:docChg>
  </pc:docChgLst>
  <pc:docChgLst>
    <pc:chgData name="Sara Muneeb" userId="29b624b1-a719-43f5-9b52-388cd4043c04" providerId="ADAL" clId="{3F7FB391-E689-4438-9E08-5EC6E3D820C0}"/>
    <pc:docChg chg="undo redo custSel addSld delSld modSld">
      <pc:chgData name="Sara Muneeb" userId="29b624b1-a719-43f5-9b52-388cd4043c04" providerId="ADAL" clId="{3F7FB391-E689-4438-9E08-5EC6E3D820C0}" dt="2022-10-10T06:34:37.994" v="926" actId="20577"/>
      <pc:docMkLst>
        <pc:docMk/>
      </pc:docMkLst>
      <pc:sldChg chg="modSp mod">
        <pc:chgData name="Sara Muneeb" userId="29b624b1-a719-43f5-9b52-388cd4043c04" providerId="ADAL" clId="{3F7FB391-E689-4438-9E08-5EC6E3D820C0}" dt="2022-10-05T09:49:13.557" v="17" actId="20577"/>
        <pc:sldMkLst>
          <pc:docMk/>
          <pc:sldMk cId="2984185032" sldId="256"/>
        </pc:sldMkLst>
        <pc:spChg chg="mod">
          <ac:chgData name="Sara Muneeb" userId="29b624b1-a719-43f5-9b52-388cd4043c04" providerId="ADAL" clId="{3F7FB391-E689-4438-9E08-5EC6E3D820C0}" dt="2022-10-05T09:49:13.557" v="17" actId="20577"/>
          <ac:spMkLst>
            <pc:docMk/>
            <pc:sldMk cId="2984185032" sldId="256"/>
            <ac:spMk id="2" creationId="{00000000-0000-0000-0000-000000000000}"/>
          </ac:spMkLst>
        </pc:spChg>
      </pc:sldChg>
      <pc:sldChg chg="addSp modSp new mod">
        <pc:chgData name="Sara Muneeb" userId="29b624b1-a719-43f5-9b52-388cd4043c04" providerId="ADAL" clId="{3F7FB391-E689-4438-9E08-5EC6E3D820C0}" dt="2022-10-06T03:48:23.084" v="181" actId="1076"/>
        <pc:sldMkLst>
          <pc:docMk/>
          <pc:sldMk cId="3551309204" sldId="257"/>
        </pc:sldMkLst>
        <pc:spChg chg="mod">
          <ac:chgData name="Sara Muneeb" userId="29b624b1-a719-43f5-9b52-388cd4043c04" providerId="ADAL" clId="{3F7FB391-E689-4438-9E08-5EC6E3D820C0}" dt="2022-10-05T09:56:44.852" v="32" actId="20577"/>
          <ac:spMkLst>
            <pc:docMk/>
            <pc:sldMk cId="3551309204" sldId="257"/>
            <ac:spMk id="2" creationId="{8B6E7983-B3F9-F39F-CB3C-088E7400C18D}"/>
          </ac:spMkLst>
        </pc:spChg>
        <pc:spChg chg="mod">
          <ac:chgData name="Sara Muneeb" userId="29b624b1-a719-43f5-9b52-388cd4043c04" providerId="ADAL" clId="{3F7FB391-E689-4438-9E08-5EC6E3D820C0}" dt="2022-10-06T03:47:31.792" v="177" actId="404"/>
          <ac:spMkLst>
            <pc:docMk/>
            <pc:sldMk cId="3551309204" sldId="257"/>
            <ac:spMk id="3" creationId="{A19B700E-6D40-1EE4-AE4F-B0623D89335D}"/>
          </ac:spMkLst>
        </pc:spChg>
        <pc:picChg chg="add mod">
          <ac:chgData name="Sara Muneeb" userId="29b624b1-a719-43f5-9b52-388cd4043c04" providerId="ADAL" clId="{3F7FB391-E689-4438-9E08-5EC6E3D820C0}" dt="2022-10-06T03:48:23.084" v="181" actId="1076"/>
          <ac:picMkLst>
            <pc:docMk/>
            <pc:sldMk cId="3551309204" sldId="257"/>
            <ac:picMk id="1026" creationId="{0669B95C-8EA7-B4C2-52BC-9C1E1ECD842D}"/>
          </ac:picMkLst>
        </pc:picChg>
      </pc:sldChg>
      <pc:sldChg chg="del">
        <pc:chgData name="Sara Muneeb" userId="29b624b1-a719-43f5-9b52-388cd4043c04" providerId="ADAL" clId="{3F7FB391-E689-4438-9E08-5EC6E3D820C0}" dt="2022-10-05T09:56:34.003" v="18" actId="47"/>
        <pc:sldMkLst>
          <pc:docMk/>
          <pc:sldMk cId="4179302358" sldId="257"/>
        </pc:sldMkLst>
      </pc:sldChg>
      <pc:sldChg chg="del">
        <pc:chgData name="Sara Muneeb" userId="29b624b1-a719-43f5-9b52-388cd4043c04" providerId="ADAL" clId="{3F7FB391-E689-4438-9E08-5EC6E3D820C0}" dt="2022-10-05T09:56:34.003" v="18" actId="47"/>
        <pc:sldMkLst>
          <pc:docMk/>
          <pc:sldMk cId="896610511" sldId="258"/>
        </pc:sldMkLst>
      </pc:sldChg>
      <pc:sldChg chg="addSp modSp new mod">
        <pc:chgData name="Sara Muneeb" userId="29b624b1-a719-43f5-9b52-388cd4043c04" providerId="ADAL" clId="{3F7FB391-E689-4438-9E08-5EC6E3D820C0}" dt="2022-10-06T06:18:14.247" v="287" actId="1076"/>
        <pc:sldMkLst>
          <pc:docMk/>
          <pc:sldMk cId="2024920055" sldId="258"/>
        </pc:sldMkLst>
        <pc:spChg chg="mod">
          <ac:chgData name="Sara Muneeb" userId="29b624b1-a719-43f5-9b52-388cd4043c04" providerId="ADAL" clId="{3F7FB391-E689-4438-9E08-5EC6E3D820C0}" dt="2022-10-06T04:00:46.203" v="194" actId="20577"/>
          <ac:spMkLst>
            <pc:docMk/>
            <pc:sldMk cId="2024920055" sldId="258"/>
            <ac:spMk id="2" creationId="{31C45E19-68AF-FB66-8D92-38BA7D18642B}"/>
          </ac:spMkLst>
        </pc:spChg>
        <pc:spChg chg="mod">
          <ac:chgData name="Sara Muneeb" userId="29b624b1-a719-43f5-9b52-388cd4043c04" providerId="ADAL" clId="{3F7FB391-E689-4438-9E08-5EC6E3D820C0}" dt="2022-10-06T04:09:20.693" v="284" actId="20577"/>
          <ac:spMkLst>
            <pc:docMk/>
            <pc:sldMk cId="2024920055" sldId="258"/>
            <ac:spMk id="3" creationId="{609E5FCB-8113-F780-289C-17FC58F13008}"/>
          </ac:spMkLst>
        </pc:spChg>
        <pc:picChg chg="add mod">
          <ac:chgData name="Sara Muneeb" userId="29b624b1-a719-43f5-9b52-388cd4043c04" providerId="ADAL" clId="{3F7FB391-E689-4438-9E08-5EC6E3D820C0}" dt="2022-10-06T06:18:14.247" v="287" actId="1076"/>
          <ac:picMkLst>
            <pc:docMk/>
            <pc:sldMk cId="2024920055" sldId="258"/>
            <ac:picMk id="2050" creationId="{B570AF24-EDFE-457A-E6EE-0A80EE7EFAFE}"/>
          </ac:picMkLst>
        </pc:picChg>
      </pc:sldChg>
      <pc:sldChg chg="del">
        <pc:chgData name="Sara Muneeb" userId="29b624b1-a719-43f5-9b52-388cd4043c04" providerId="ADAL" clId="{3F7FB391-E689-4438-9E08-5EC6E3D820C0}" dt="2022-10-05T09:56:34.003" v="18" actId="47"/>
        <pc:sldMkLst>
          <pc:docMk/>
          <pc:sldMk cId="3149991155" sldId="259"/>
        </pc:sldMkLst>
      </pc:sldChg>
      <pc:sldChg chg="addSp delSp modSp new mod">
        <pc:chgData name="Sara Muneeb" userId="29b624b1-a719-43f5-9b52-388cd4043c04" providerId="ADAL" clId="{3F7FB391-E689-4438-9E08-5EC6E3D820C0}" dt="2022-10-06T07:13:23.912" v="365" actId="14100"/>
        <pc:sldMkLst>
          <pc:docMk/>
          <pc:sldMk cId="3918807433" sldId="259"/>
        </pc:sldMkLst>
        <pc:spChg chg="mod">
          <ac:chgData name="Sara Muneeb" userId="29b624b1-a719-43f5-9b52-388cd4043c04" providerId="ADAL" clId="{3F7FB391-E689-4438-9E08-5EC6E3D820C0}" dt="2022-10-06T07:08:13.379" v="298" actId="20577"/>
          <ac:spMkLst>
            <pc:docMk/>
            <pc:sldMk cId="3918807433" sldId="259"/>
            <ac:spMk id="2" creationId="{264102E1-B99B-5021-A623-ADEC1B23D6BA}"/>
          </ac:spMkLst>
        </pc:spChg>
        <pc:spChg chg="add del mod">
          <ac:chgData name="Sara Muneeb" userId="29b624b1-a719-43f5-9b52-388cd4043c04" providerId="ADAL" clId="{3F7FB391-E689-4438-9E08-5EC6E3D820C0}" dt="2022-10-06T07:10:08.053" v="363" actId="20577"/>
          <ac:spMkLst>
            <pc:docMk/>
            <pc:sldMk cId="3918807433" sldId="259"/>
            <ac:spMk id="3" creationId="{2DFCFD70-0E78-D3C5-9D14-05657D8BB8A2}"/>
          </ac:spMkLst>
        </pc:spChg>
        <pc:spChg chg="add del mod">
          <ac:chgData name="Sara Muneeb" userId="29b624b1-a719-43f5-9b52-388cd4043c04" providerId="ADAL" clId="{3F7FB391-E689-4438-9E08-5EC6E3D820C0}" dt="2022-10-06T07:08:44.873" v="348"/>
          <ac:spMkLst>
            <pc:docMk/>
            <pc:sldMk cId="3918807433" sldId="259"/>
            <ac:spMk id="4" creationId="{0B00268D-2C1F-D00E-B23E-B7CEC8F472F2}"/>
          </ac:spMkLst>
        </pc:spChg>
        <pc:spChg chg="add del mod">
          <ac:chgData name="Sara Muneeb" userId="29b624b1-a719-43f5-9b52-388cd4043c04" providerId="ADAL" clId="{3F7FB391-E689-4438-9E08-5EC6E3D820C0}" dt="2022-10-06T07:08:39.142" v="345" actId="21"/>
          <ac:spMkLst>
            <pc:docMk/>
            <pc:sldMk cId="3918807433" sldId="259"/>
            <ac:spMk id="5" creationId="{00ACD40F-147E-0C1F-F689-25C1632407A0}"/>
          </ac:spMkLst>
        </pc:spChg>
        <pc:picChg chg="add mod">
          <ac:chgData name="Sara Muneeb" userId="29b624b1-a719-43f5-9b52-388cd4043c04" providerId="ADAL" clId="{3F7FB391-E689-4438-9E08-5EC6E3D820C0}" dt="2022-10-06T07:13:23.912" v="365" actId="14100"/>
          <ac:picMkLst>
            <pc:docMk/>
            <pc:sldMk cId="3918807433" sldId="259"/>
            <ac:picMk id="3076" creationId="{B11C7E45-FB31-097B-BF92-9F9ECA6436F0}"/>
          </ac:picMkLst>
        </pc:picChg>
      </pc:sldChg>
      <pc:sldChg chg="del">
        <pc:chgData name="Sara Muneeb" userId="29b624b1-a719-43f5-9b52-388cd4043c04" providerId="ADAL" clId="{3F7FB391-E689-4438-9E08-5EC6E3D820C0}" dt="2022-10-05T09:56:34.003" v="18" actId="47"/>
        <pc:sldMkLst>
          <pc:docMk/>
          <pc:sldMk cId="198138684" sldId="260"/>
        </pc:sldMkLst>
      </pc:sldChg>
      <pc:sldChg chg="modSp new mod">
        <pc:chgData name="Sara Muneeb" userId="29b624b1-a719-43f5-9b52-388cd4043c04" providerId="ADAL" clId="{3F7FB391-E689-4438-9E08-5EC6E3D820C0}" dt="2022-10-06T08:29:42.002" v="440" actId="113"/>
        <pc:sldMkLst>
          <pc:docMk/>
          <pc:sldMk cId="4186466395" sldId="260"/>
        </pc:sldMkLst>
        <pc:spChg chg="mod">
          <ac:chgData name="Sara Muneeb" userId="29b624b1-a719-43f5-9b52-388cd4043c04" providerId="ADAL" clId="{3F7FB391-E689-4438-9E08-5EC6E3D820C0}" dt="2022-10-06T07:15:43.743" v="398" actId="20577"/>
          <ac:spMkLst>
            <pc:docMk/>
            <pc:sldMk cId="4186466395" sldId="260"/>
            <ac:spMk id="2" creationId="{8E88E8BD-1CA7-3ADB-E270-7A65BE18077D}"/>
          </ac:spMkLst>
        </pc:spChg>
        <pc:spChg chg="mod">
          <ac:chgData name="Sara Muneeb" userId="29b624b1-a719-43f5-9b52-388cd4043c04" providerId="ADAL" clId="{3F7FB391-E689-4438-9E08-5EC6E3D820C0}" dt="2022-10-06T08:29:42.002" v="440" actId="113"/>
          <ac:spMkLst>
            <pc:docMk/>
            <pc:sldMk cId="4186466395" sldId="260"/>
            <ac:spMk id="3" creationId="{EE3469E8-E6C7-170C-592B-6D8710B05402}"/>
          </ac:spMkLst>
        </pc:spChg>
      </pc:sldChg>
      <pc:sldChg chg="del">
        <pc:chgData name="Sara Muneeb" userId="29b624b1-a719-43f5-9b52-388cd4043c04" providerId="ADAL" clId="{3F7FB391-E689-4438-9E08-5EC6E3D820C0}" dt="2022-10-05T09:56:34.003" v="18" actId="47"/>
        <pc:sldMkLst>
          <pc:docMk/>
          <pc:sldMk cId="2876332182" sldId="261"/>
        </pc:sldMkLst>
      </pc:sldChg>
      <pc:sldChg chg="addSp modSp new mod">
        <pc:chgData name="Sara Muneeb" userId="29b624b1-a719-43f5-9b52-388cd4043c04" providerId="ADAL" clId="{3F7FB391-E689-4438-9E08-5EC6E3D820C0}" dt="2022-10-06T08:34:40.806" v="583" actId="14100"/>
        <pc:sldMkLst>
          <pc:docMk/>
          <pc:sldMk cId="3337870780" sldId="261"/>
        </pc:sldMkLst>
        <pc:spChg chg="mod">
          <ac:chgData name="Sara Muneeb" userId="29b624b1-a719-43f5-9b52-388cd4043c04" providerId="ADAL" clId="{3F7FB391-E689-4438-9E08-5EC6E3D820C0}" dt="2022-10-06T08:30:22.112" v="465" actId="20577"/>
          <ac:spMkLst>
            <pc:docMk/>
            <pc:sldMk cId="3337870780" sldId="261"/>
            <ac:spMk id="2" creationId="{77C93915-CC0A-78EC-1E95-6E3300CDCB55}"/>
          </ac:spMkLst>
        </pc:spChg>
        <pc:spChg chg="mod">
          <ac:chgData name="Sara Muneeb" userId="29b624b1-a719-43f5-9b52-388cd4043c04" providerId="ADAL" clId="{3F7FB391-E689-4438-9E08-5EC6E3D820C0}" dt="2022-10-06T08:34:30.964" v="580" actId="14100"/>
          <ac:spMkLst>
            <pc:docMk/>
            <pc:sldMk cId="3337870780" sldId="261"/>
            <ac:spMk id="3" creationId="{8F931A51-73BE-4AF1-56D3-0F0496D18BCE}"/>
          </ac:spMkLst>
        </pc:spChg>
        <pc:picChg chg="add mod">
          <ac:chgData name="Sara Muneeb" userId="29b624b1-a719-43f5-9b52-388cd4043c04" providerId="ADAL" clId="{3F7FB391-E689-4438-9E08-5EC6E3D820C0}" dt="2022-10-06T08:34:40.806" v="583" actId="14100"/>
          <ac:picMkLst>
            <pc:docMk/>
            <pc:sldMk cId="3337870780" sldId="261"/>
            <ac:picMk id="4098" creationId="{05797A4A-E187-8C82-FABE-1088EEECD08F}"/>
          </ac:picMkLst>
        </pc:picChg>
      </pc:sldChg>
      <pc:sldChg chg="del">
        <pc:chgData name="Sara Muneeb" userId="29b624b1-a719-43f5-9b52-388cd4043c04" providerId="ADAL" clId="{3F7FB391-E689-4438-9E08-5EC6E3D820C0}" dt="2022-10-05T09:56:34.003" v="18" actId="47"/>
        <pc:sldMkLst>
          <pc:docMk/>
          <pc:sldMk cId="601268" sldId="262"/>
        </pc:sldMkLst>
      </pc:sldChg>
      <pc:sldChg chg="addSp delSp modSp new mod">
        <pc:chgData name="Sara Muneeb" userId="29b624b1-a719-43f5-9b52-388cd4043c04" providerId="ADAL" clId="{3F7FB391-E689-4438-9E08-5EC6E3D820C0}" dt="2022-10-06T08:42:26.485" v="649" actId="14100"/>
        <pc:sldMkLst>
          <pc:docMk/>
          <pc:sldMk cId="1654318215" sldId="262"/>
        </pc:sldMkLst>
        <pc:spChg chg="mod">
          <ac:chgData name="Sara Muneeb" userId="29b624b1-a719-43f5-9b52-388cd4043c04" providerId="ADAL" clId="{3F7FB391-E689-4438-9E08-5EC6E3D820C0}" dt="2022-10-06T08:37:27.397" v="609" actId="20577"/>
          <ac:spMkLst>
            <pc:docMk/>
            <pc:sldMk cId="1654318215" sldId="262"/>
            <ac:spMk id="2" creationId="{0AFBDD36-3CFD-05D8-4E2B-32CD8D39C844}"/>
          </ac:spMkLst>
        </pc:spChg>
        <pc:spChg chg="del">
          <ac:chgData name="Sara Muneeb" userId="29b624b1-a719-43f5-9b52-388cd4043c04" providerId="ADAL" clId="{3F7FB391-E689-4438-9E08-5EC6E3D820C0}" dt="2022-10-06T08:41:03.710" v="610" actId="22"/>
          <ac:spMkLst>
            <pc:docMk/>
            <pc:sldMk cId="1654318215" sldId="262"/>
            <ac:spMk id="3" creationId="{B32BA12A-2F1E-2F5C-C7D0-F68B78713812}"/>
          </ac:spMkLst>
        </pc:spChg>
        <pc:spChg chg="add mod">
          <ac:chgData name="Sara Muneeb" userId="29b624b1-a719-43f5-9b52-388cd4043c04" providerId="ADAL" clId="{3F7FB391-E689-4438-9E08-5EC6E3D820C0}" dt="2022-10-06T08:42:11.637" v="633" actId="1076"/>
          <ac:spMkLst>
            <pc:docMk/>
            <pc:sldMk cId="1654318215" sldId="262"/>
            <ac:spMk id="8" creationId="{05524CB5-3D13-759E-DA78-B32FCA477A71}"/>
          </ac:spMkLst>
        </pc:spChg>
        <pc:spChg chg="add mod">
          <ac:chgData name="Sara Muneeb" userId="29b624b1-a719-43f5-9b52-388cd4043c04" providerId="ADAL" clId="{3F7FB391-E689-4438-9E08-5EC6E3D820C0}" dt="2022-10-06T08:42:26.485" v="649" actId="14100"/>
          <ac:spMkLst>
            <pc:docMk/>
            <pc:sldMk cId="1654318215" sldId="262"/>
            <ac:spMk id="9" creationId="{57652B81-9115-0557-F496-47D63B7563DF}"/>
          </ac:spMkLst>
        </pc:spChg>
        <pc:picChg chg="add mod ord">
          <ac:chgData name="Sara Muneeb" userId="29b624b1-a719-43f5-9b52-388cd4043c04" providerId="ADAL" clId="{3F7FB391-E689-4438-9E08-5EC6E3D820C0}" dt="2022-10-06T08:41:52.324" v="618" actId="1076"/>
          <ac:picMkLst>
            <pc:docMk/>
            <pc:sldMk cId="1654318215" sldId="262"/>
            <ac:picMk id="5" creationId="{9BFF0D8F-9952-4340-5E8A-CD5F0AC0D03A}"/>
          </ac:picMkLst>
        </pc:picChg>
        <pc:picChg chg="add mod">
          <ac:chgData name="Sara Muneeb" userId="29b624b1-a719-43f5-9b52-388cd4043c04" providerId="ADAL" clId="{3F7FB391-E689-4438-9E08-5EC6E3D820C0}" dt="2022-10-06T08:41:46.393" v="616" actId="14100"/>
          <ac:picMkLst>
            <pc:docMk/>
            <pc:sldMk cId="1654318215" sldId="262"/>
            <ac:picMk id="7" creationId="{AAEB9402-A727-C483-9BD7-4CE0E1987CFF}"/>
          </ac:picMkLst>
        </pc:picChg>
      </pc:sldChg>
      <pc:sldChg chg="del">
        <pc:chgData name="Sara Muneeb" userId="29b624b1-a719-43f5-9b52-388cd4043c04" providerId="ADAL" clId="{3F7FB391-E689-4438-9E08-5EC6E3D820C0}" dt="2022-10-05T09:56:34.003" v="18" actId="47"/>
        <pc:sldMkLst>
          <pc:docMk/>
          <pc:sldMk cId="2598016477" sldId="263"/>
        </pc:sldMkLst>
      </pc:sldChg>
      <pc:sldChg chg="addSp delSp modSp new mod">
        <pc:chgData name="Sara Muneeb" userId="29b624b1-a719-43f5-9b52-388cd4043c04" providerId="ADAL" clId="{3F7FB391-E689-4438-9E08-5EC6E3D820C0}" dt="2022-10-06T08:47:35.798" v="716" actId="1076"/>
        <pc:sldMkLst>
          <pc:docMk/>
          <pc:sldMk cId="4294319554" sldId="263"/>
        </pc:sldMkLst>
        <pc:spChg chg="mod">
          <ac:chgData name="Sara Muneeb" userId="29b624b1-a719-43f5-9b52-388cd4043c04" providerId="ADAL" clId="{3F7FB391-E689-4438-9E08-5EC6E3D820C0}" dt="2022-10-06T08:46:51.186" v="657" actId="20577"/>
          <ac:spMkLst>
            <pc:docMk/>
            <pc:sldMk cId="4294319554" sldId="263"/>
            <ac:spMk id="2" creationId="{469FB018-CF21-CC93-779B-104E271521D0}"/>
          </ac:spMkLst>
        </pc:spChg>
        <pc:spChg chg="del mod">
          <ac:chgData name="Sara Muneeb" userId="29b624b1-a719-43f5-9b52-388cd4043c04" providerId="ADAL" clId="{3F7FB391-E689-4438-9E08-5EC6E3D820C0}" dt="2022-10-06T08:46:53.073" v="659" actId="22"/>
          <ac:spMkLst>
            <pc:docMk/>
            <pc:sldMk cId="4294319554" sldId="263"/>
            <ac:spMk id="3" creationId="{400FC049-CE97-4E48-C2B2-08F2CCEF5CF0}"/>
          </ac:spMkLst>
        </pc:spChg>
        <pc:spChg chg="add mod">
          <ac:chgData name="Sara Muneeb" userId="29b624b1-a719-43f5-9b52-388cd4043c04" providerId="ADAL" clId="{3F7FB391-E689-4438-9E08-5EC6E3D820C0}" dt="2022-10-06T08:47:35.798" v="716" actId="1076"/>
          <ac:spMkLst>
            <pc:docMk/>
            <pc:sldMk cId="4294319554" sldId="263"/>
            <ac:spMk id="6" creationId="{DF8DA616-CF7C-4736-87BD-4387F0454C7F}"/>
          </ac:spMkLst>
        </pc:spChg>
        <pc:picChg chg="add mod ord">
          <ac:chgData name="Sara Muneeb" userId="29b624b1-a719-43f5-9b52-388cd4043c04" providerId="ADAL" clId="{3F7FB391-E689-4438-9E08-5EC6E3D820C0}" dt="2022-10-06T08:46:53.073" v="659" actId="22"/>
          <ac:picMkLst>
            <pc:docMk/>
            <pc:sldMk cId="4294319554" sldId="263"/>
            <ac:picMk id="5" creationId="{157A1106-BB2F-1E78-12F5-0B15370D88DD}"/>
          </ac:picMkLst>
        </pc:picChg>
      </pc:sldChg>
      <pc:sldChg chg="del">
        <pc:chgData name="Sara Muneeb" userId="29b624b1-a719-43f5-9b52-388cd4043c04" providerId="ADAL" clId="{3F7FB391-E689-4438-9E08-5EC6E3D820C0}" dt="2022-10-05T09:56:34.003" v="18" actId="47"/>
        <pc:sldMkLst>
          <pc:docMk/>
          <pc:sldMk cId="2320396932" sldId="264"/>
        </pc:sldMkLst>
      </pc:sldChg>
      <pc:sldChg chg="addSp delSp modSp new mod">
        <pc:chgData name="Sara Muneeb" userId="29b624b1-a719-43f5-9b52-388cd4043c04" providerId="ADAL" clId="{3F7FB391-E689-4438-9E08-5EC6E3D820C0}" dt="2022-10-06T08:48:44.627" v="803" actId="20577"/>
        <pc:sldMkLst>
          <pc:docMk/>
          <pc:sldMk cId="3609823631" sldId="264"/>
        </pc:sldMkLst>
        <pc:spChg chg="mod">
          <ac:chgData name="Sara Muneeb" userId="29b624b1-a719-43f5-9b52-388cd4043c04" providerId="ADAL" clId="{3F7FB391-E689-4438-9E08-5EC6E3D820C0}" dt="2022-10-06T08:48:44.627" v="803" actId="20577"/>
          <ac:spMkLst>
            <pc:docMk/>
            <pc:sldMk cId="3609823631" sldId="264"/>
            <ac:spMk id="2" creationId="{3D2BA08B-F34D-C586-7BF3-984DEA5671A0}"/>
          </ac:spMkLst>
        </pc:spChg>
        <pc:spChg chg="del">
          <ac:chgData name="Sara Muneeb" userId="29b624b1-a719-43f5-9b52-388cd4043c04" providerId="ADAL" clId="{3F7FB391-E689-4438-9E08-5EC6E3D820C0}" dt="2022-10-06T08:47:56.775" v="725" actId="22"/>
          <ac:spMkLst>
            <pc:docMk/>
            <pc:sldMk cId="3609823631" sldId="264"/>
            <ac:spMk id="3" creationId="{F45FF0E7-5FA8-61DA-D6EC-ECDA2C825906}"/>
          </ac:spMkLst>
        </pc:spChg>
        <pc:spChg chg="add mod">
          <ac:chgData name="Sara Muneeb" userId="29b624b1-a719-43f5-9b52-388cd4043c04" providerId="ADAL" clId="{3F7FB391-E689-4438-9E08-5EC6E3D820C0}" dt="2022-10-06T08:48:35.838" v="784" actId="1076"/>
          <ac:spMkLst>
            <pc:docMk/>
            <pc:sldMk cId="3609823631" sldId="264"/>
            <ac:spMk id="6" creationId="{2D1C418D-5312-EE06-7625-9FAA2E879447}"/>
          </ac:spMkLst>
        </pc:spChg>
        <pc:picChg chg="add mod ord">
          <ac:chgData name="Sara Muneeb" userId="29b624b1-a719-43f5-9b52-388cd4043c04" providerId="ADAL" clId="{3F7FB391-E689-4438-9E08-5EC6E3D820C0}" dt="2022-10-06T08:47:56.775" v="725" actId="22"/>
          <ac:picMkLst>
            <pc:docMk/>
            <pc:sldMk cId="3609823631" sldId="264"/>
            <ac:picMk id="5" creationId="{BA195658-4101-E5E2-D2BC-C14D1A7ACA7F}"/>
          </ac:picMkLst>
        </pc:picChg>
      </pc:sldChg>
      <pc:sldChg chg="del">
        <pc:chgData name="Sara Muneeb" userId="29b624b1-a719-43f5-9b52-388cd4043c04" providerId="ADAL" clId="{3F7FB391-E689-4438-9E08-5EC6E3D820C0}" dt="2022-10-05T09:56:34.003" v="18" actId="47"/>
        <pc:sldMkLst>
          <pc:docMk/>
          <pc:sldMk cId="766487697" sldId="265"/>
        </pc:sldMkLst>
      </pc:sldChg>
      <pc:sldChg chg="addSp delSp modSp new mod">
        <pc:chgData name="Sara Muneeb" userId="29b624b1-a719-43f5-9b52-388cd4043c04" providerId="ADAL" clId="{3F7FB391-E689-4438-9E08-5EC6E3D820C0}" dt="2022-10-06T08:57:37.841" v="857" actId="22"/>
        <pc:sldMkLst>
          <pc:docMk/>
          <pc:sldMk cId="3671922232" sldId="265"/>
        </pc:sldMkLst>
        <pc:spChg chg="mod">
          <ac:chgData name="Sara Muneeb" userId="29b624b1-a719-43f5-9b52-388cd4043c04" providerId="ADAL" clId="{3F7FB391-E689-4438-9E08-5EC6E3D820C0}" dt="2022-10-06T08:57:35.313" v="855" actId="20577"/>
          <ac:spMkLst>
            <pc:docMk/>
            <pc:sldMk cId="3671922232" sldId="265"/>
            <ac:spMk id="2" creationId="{B8E0596E-AD56-8BDC-461F-DD9D8C92FFEE}"/>
          </ac:spMkLst>
        </pc:spChg>
        <pc:spChg chg="del mod">
          <ac:chgData name="Sara Muneeb" userId="29b624b1-a719-43f5-9b52-388cd4043c04" providerId="ADAL" clId="{3F7FB391-E689-4438-9E08-5EC6E3D820C0}" dt="2022-10-06T08:57:37.841" v="857" actId="22"/>
          <ac:spMkLst>
            <pc:docMk/>
            <pc:sldMk cId="3671922232" sldId="265"/>
            <ac:spMk id="3" creationId="{D77B6166-2B1F-49E0-DC4B-0820897636ED}"/>
          </ac:spMkLst>
        </pc:spChg>
        <pc:picChg chg="add mod ord">
          <ac:chgData name="Sara Muneeb" userId="29b624b1-a719-43f5-9b52-388cd4043c04" providerId="ADAL" clId="{3F7FB391-E689-4438-9E08-5EC6E3D820C0}" dt="2022-10-06T08:57:37.841" v="857" actId="22"/>
          <ac:picMkLst>
            <pc:docMk/>
            <pc:sldMk cId="3671922232" sldId="265"/>
            <ac:picMk id="5" creationId="{859A201E-251B-ACC1-2B05-AA08127964CF}"/>
          </ac:picMkLst>
        </pc:picChg>
      </pc:sldChg>
      <pc:sldChg chg="del">
        <pc:chgData name="Sara Muneeb" userId="29b624b1-a719-43f5-9b52-388cd4043c04" providerId="ADAL" clId="{3F7FB391-E689-4438-9E08-5EC6E3D820C0}" dt="2022-10-05T09:56:34.003" v="18" actId="47"/>
        <pc:sldMkLst>
          <pc:docMk/>
          <pc:sldMk cId="1657546060" sldId="266"/>
        </pc:sldMkLst>
      </pc:sldChg>
      <pc:sldChg chg="del">
        <pc:chgData name="Sara Muneeb" userId="29b624b1-a719-43f5-9b52-388cd4043c04" providerId="ADAL" clId="{3F7FB391-E689-4438-9E08-5EC6E3D820C0}" dt="2022-10-05T09:56:34.003" v="18" actId="47"/>
        <pc:sldMkLst>
          <pc:docMk/>
          <pc:sldMk cId="3390644009" sldId="267"/>
        </pc:sldMkLst>
      </pc:sldChg>
      <pc:sldChg chg="modSp mod">
        <pc:chgData name="Sara Muneeb" userId="29b624b1-a719-43f5-9b52-388cd4043c04" providerId="ADAL" clId="{3F7FB391-E689-4438-9E08-5EC6E3D820C0}" dt="2022-10-10T06:34:37.994" v="926" actId="20577"/>
        <pc:sldMkLst>
          <pc:docMk/>
          <pc:sldMk cId="1251303979" sldId="268"/>
        </pc:sldMkLst>
        <pc:spChg chg="mod">
          <ac:chgData name="Sara Muneeb" userId="29b624b1-a719-43f5-9b52-388cd4043c04" providerId="ADAL" clId="{3F7FB391-E689-4438-9E08-5EC6E3D820C0}" dt="2022-10-10T06:34:37.994" v="926" actId="20577"/>
          <ac:spMkLst>
            <pc:docMk/>
            <pc:sldMk cId="1251303979" sldId="268"/>
            <ac:spMk id="3" creationId="{6D4F821F-443B-73AB-438B-0D79F768E520}"/>
          </ac:spMkLst>
        </pc:spChg>
      </pc:sldChg>
      <pc:sldChg chg="del">
        <pc:chgData name="Sara Muneeb" userId="29b624b1-a719-43f5-9b52-388cd4043c04" providerId="ADAL" clId="{3F7FB391-E689-4438-9E08-5EC6E3D820C0}" dt="2022-10-05T09:56:34.003" v="18" actId="47"/>
        <pc:sldMkLst>
          <pc:docMk/>
          <pc:sldMk cId="3167281788" sldId="268"/>
        </pc:sldMkLst>
      </pc:sldChg>
      <pc:sldChg chg="del">
        <pc:chgData name="Sara Muneeb" userId="29b624b1-a719-43f5-9b52-388cd4043c04" providerId="ADAL" clId="{3F7FB391-E689-4438-9E08-5EC6E3D820C0}" dt="2022-10-05T09:56:34.003" v="18" actId="47"/>
        <pc:sldMkLst>
          <pc:docMk/>
          <pc:sldMk cId="3448848701" sldId="269"/>
        </pc:sldMkLst>
      </pc:sldChg>
      <pc:sldChg chg="del">
        <pc:chgData name="Sara Muneeb" userId="29b624b1-a719-43f5-9b52-388cd4043c04" providerId="ADAL" clId="{3F7FB391-E689-4438-9E08-5EC6E3D820C0}" dt="2022-10-05T09:56:34.003" v="18" actId="47"/>
        <pc:sldMkLst>
          <pc:docMk/>
          <pc:sldMk cId="4245632414" sldId="270"/>
        </pc:sldMkLst>
      </pc:sldChg>
      <pc:sldChg chg="del">
        <pc:chgData name="Sara Muneeb" userId="29b624b1-a719-43f5-9b52-388cd4043c04" providerId="ADAL" clId="{3F7FB391-E689-4438-9E08-5EC6E3D820C0}" dt="2022-10-05T09:56:34.003" v="18" actId="47"/>
        <pc:sldMkLst>
          <pc:docMk/>
          <pc:sldMk cId="4006803244" sldId="271"/>
        </pc:sldMkLst>
      </pc:sldChg>
      <pc:sldChg chg="del">
        <pc:chgData name="Sara Muneeb" userId="29b624b1-a719-43f5-9b52-388cd4043c04" providerId="ADAL" clId="{3F7FB391-E689-4438-9E08-5EC6E3D820C0}" dt="2022-10-05T09:56:34.003" v="18" actId="47"/>
        <pc:sldMkLst>
          <pc:docMk/>
          <pc:sldMk cId="1424118343" sldId="272"/>
        </pc:sldMkLst>
      </pc:sldChg>
      <pc:sldChg chg="del">
        <pc:chgData name="Sara Muneeb" userId="29b624b1-a719-43f5-9b52-388cd4043c04" providerId="ADAL" clId="{3F7FB391-E689-4438-9E08-5EC6E3D820C0}" dt="2022-10-05T09:56:34.003" v="18" actId="47"/>
        <pc:sldMkLst>
          <pc:docMk/>
          <pc:sldMk cId="999133735" sldId="273"/>
        </pc:sldMkLst>
      </pc:sldChg>
      <pc:sldChg chg="del">
        <pc:chgData name="Sara Muneeb" userId="29b624b1-a719-43f5-9b52-388cd4043c04" providerId="ADAL" clId="{3F7FB391-E689-4438-9E08-5EC6E3D820C0}" dt="2022-10-05T09:56:34.003" v="18" actId="47"/>
        <pc:sldMkLst>
          <pc:docMk/>
          <pc:sldMk cId="2742577211" sldId="274"/>
        </pc:sldMkLst>
      </pc:sldChg>
      <pc:sldChg chg="del">
        <pc:chgData name="Sara Muneeb" userId="29b624b1-a719-43f5-9b52-388cd4043c04" providerId="ADAL" clId="{3F7FB391-E689-4438-9E08-5EC6E3D820C0}" dt="2022-10-05T09:56:34.003" v="18" actId="47"/>
        <pc:sldMkLst>
          <pc:docMk/>
          <pc:sldMk cId="3394791061" sldId="275"/>
        </pc:sldMkLst>
      </pc:sldChg>
      <pc:sldChg chg="del">
        <pc:chgData name="Sara Muneeb" userId="29b624b1-a719-43f5-9b52-388cd4043c04" providerId="ADAL" clId="{3F7FB391-E689-4438-9E08-5EC6E3D820C0}" dt="2022-10-05T09:56:34.003" v="18" actId="47"/>
        <pc:sldMkLst>
          <pc:docMk/>
          <pc:sldMk cId="2278341385" sldId="276"/>
        </pc:sldMkLst>
      </pc:sldChg>
      <pc:sldChg chg="del">
        <pc:chgData name="Sara Muneeb" userId="29b624b1-a719-43f5-9b52-388cd4043c04" providerId="ADAL" clId="{3F7FB391-E689-4438-9E08-5EC6E3D820C0}" dt="2022-10-05T09:56:34.003" v="18" actId="47"/>
        <pc:sldMkLst>
          <pc:docMk/>
          <pc:sldMk cId="1238051902" sldId="277"/>
        </pc:sldMkLst>
      </pc:sldChg>
      <pc:sldChg chg="del">
        <pc:chgData name="Sara Muneeb" userId="29b624b1-a719-43f5-9b52-388cd4043c04" providerId="ADAL" clId="{3F7FB391-E689-4438-9E08-5EC6E3D820C0}" dt="2022-10-05T09:56:34.003" v="18" actId="47"/>
        <pc:sldMkLst>
          <pc:docMk/>
          <pc:sldMk cId="1237888567" sldId="278"/>
        </pc:sldMkLst>
      </pc:sldChg>
      <pc:sldChg chg="del">
        <pc:chgData name="Sara Muneeb" userId="29b624b1-a719-43f5-9b52-388cd4043c04" providerId="ADAL" clId="{3F7FB391-E689-4438-9E08-5EC6E3D820C0}" dt="2022-10-05T09:56:34.003" v="18" actId="47"/>
        <pc:sldMkLst>
          <pc:docMk/>
          <pc:sldMk cId="3087496290" sldId="280"/>
        </pc:sldMkLst>
      </pc:sldChg>
      <pc:sldChg chg="del">
        <pc:chgData name="Sara Muneeb" userId="29b624b1-a719-43f5-9b52-388cd4043c04" providerId="ADAL" clId="{3F7FB391-E689-4438-9E08-5EC6E3D820C0}" dt="2022-10-05T09:56:34.003" v="18" actId="47"/>
        <pc:sldMkLst>
          <pc:docMk/>
          <pc:sldMk cId="682799263" sldId="281"/>
        </pc:sldMkLst>
      </pc:sldChg>
      <pc:sldChg chg="del">
        <pc:chgData name="Sara Muneeb" userId="29b624b1-a719-43f5-9b52-388cd4043c04" providerId="ADAL" clId="{3F7FB391-E689-4438-9E08-5EC6E3D820C0}" dt="2022-10-05T09:56:34.003" v="18" actId="47"/>
        <pc:sldMkLst>
          <pc:docMk/>
          <pc:sldMk cId="938039169" sldId="284"/>
        </pc:sldMkLst>
      </pc:sldChg>
      <pc:sldChg chg="del">
        <pc:chgData name="Sara Muneeb" userId="29b624b1-a719-43f5-9b52-388cd4043c04" providerId="ADAL" clId="{3F7FB391-E689-4438-9E08-5EC6E3D820C0}" dt="2022-10-05T09:56:34.003" v="18" actId="47"/>
        <pc:sldMkLst>
          <pc:docMk/>
          <pc:sldMk cId="2063745838" sldId="286"/>
        </pc:sldMkLst>
      </pc:sldChg>
      <pc:sldChg chg="del">
        <pc:chgData name="Sara Muneeb" userId="29b624b1-a719-43f5-9b52-388cd4043c04" providerId="ADAL" clId="{3F7FB391-E689-4438-9E08-5EC6E3D820C0}" dt="2022-10-05T09:56:34.003" v="18" actId="47"/>
        <pc:sldMkLst>
          <pc:docMk/>
          <pc:sldMk cId="1044308845" sldId="287"/>
        </pc:sldMkLst>
      </pc:sldChg>
      <pc:sldChg chg="del">
        <pc:chgData name="Sara Muneeb" userId="29b624b1-a719-43f5-9b52-388cd4043c04" providerId="ADAL" clId="{3F7FB391-E689-4438-9E08-5EC6E3D820C0}" dt="2022-10-05T09:56:34.003" v="18" actId="47"/>
        <pc:sldMkLst>
          <pc:docMk/>
          <pc:sldMk cId="1104968559" sldId="289"/>
        </pc:sldMkLst>
      </pc:sldChg>
      <pc:sldChg chg="del">
        <pc:chgData name="Sara Muneeb" userId="29b624b1-a719-43f5-9b52-388cd4043c04" providerId="ADAL" clId="{3F7FB391-E689-4438-9E08-5EC6E3D820C0}" dt="2022-10-05T09:56:34.003" v="18" actId="47"/>
        <pc:sldMkLst>
          <pc:docMk/>
          <pc:sldMk cId="52606917" sldId="292"/>
        </pc:sldMkLst>
      </pc:sldChg>
      <pc:sldChg chg="del">
        <pc:chgData name="Sara Muneeb" userId="29b624b1-a719-43f5-9b52-388cd4043c04" providerId="ADAL" clId="{3F7FB391-E689-4438-9E08-5EC6E3D820C0}" dt="2022-10-05T09:56:34.003" v="18" actId="47"/>
        <pc:sldMkLst>
          <pc:docMk/>
          <pc:sldMk cId="1356901708" sldId="293"/>
        </pc:sldMkLst>
      </pc:sldChg>
      <pc:sldChg chg="del">
        <pc:chgData name="Sara Muneeb" userId="29b624b1-a719-43f5-9b52-388cd4043c04" providerId="ADAL" clId="{3F7FB391-E689-4438-9E08-5EC6E3D820C0}" dt="2022-10-05T09:56:34.003" v="18" actId="47"/>
        <pc:sldMkLst>
          <pc:docMk/>
          <pc:sldMk cId="3263305752" sldId="294"/>
        </pc:sldMkLst>
      </pc:sldChg>
      <pc:sldChg chg="del">
        <pc:chgData name="Sara Muneeb" userId="29b624b1-a719-43f5-9b52-388cd4043c04" providerId="ADAL" clId="{3F7FB391-E689-4438-9E08-5EC6E3D820C0}" dt="2022-10-05T09:56:34.003" v="18" actId="47"/>
        <pc:sldMkLst>
          <pc:docMk/>
          <pc:sldMk cId="415582154" sldId="295"/>
        </pc:sldMkLst>
      </pc:sldChg>
      <pc:sldChg chg="del">
        <pc:chgData name="Sara Muneeb" userId="29b624b1-a719-43f5-9b52-388cd4043c04" providerId="ADAL" clId="{3F7FB391-E689-4438-9E08-5EC6E3D820C0}" dt="2022-10-05T09:56:34.003" v="18" actId="47"/>
        <pc:sldMkLst>
          <pc:docMk/>
          <pc:sldMk cId="4129240445" sldId="296"/>
        </pc:sldMkLst>
      </pc:sldChg>
      <pc:sldChg chg="del">
        <pc:chgData name="Sara Muneeb" userId="29b624b1-a719-43f5-9b52-388cd4043c04" providerId="ADAL" clId="{3F7FB391-E689-4438-9E08-5EC6E3D820C0}" dt="2022-10-05T09:56:34.003" v="18" actId="47"/>
        <pc:sldMkLst>
          <pc:docMk/>
          <pc:sldMk cId="538218730" sldId="297"/>
        </pc:sldMkLst>
      </pc:sldChg>
      <pc:sldChg chg="del">
        <pc:chgData name="Sara Muneeb" userId="29b624b1-a719-43f5-9b52-388cd4043c04" providerId="ADAL" clId="{3F7FB391-E689-4438-9E08-5EC6E3D820C0}" dt="2022-10-05T09:56:34.003" v="18" actId="47"/>
        <pc:sldMkLst>
          <pc:docMk/>
          <pc:sldMk cId="2682898875" sldId="298"/>
        </pc:sldMkLst>
      </pc:sldChg>
      <pc:sldChg chg="del">
        <pc:chgData name="Sara Muneeb" userId="29b624b1-a719-43f5-9b52-388cd4043c04" providerId="ADAL" clId="{3F7FB391-E689-4438-9E08-5EC6E3D820C0}" dt="2022-10-05T09:56:34.003" v="18" actId="47"/>
        <pc:sldMkLst>
          <pc:docMk/>
          <pc:sldMk cId="3403539787" sldId="301"/>
        </pc:sldMkLst>
      </pc:sldChg>
      <pc:sldChg chg="del">
        <pc:chgData name="Sara Muneeb" userId="29b624b1-a719-43f5-9b52-388cd4043c04" providerId="ADAL" clId="{3F7FB391-E689-4438-9E08-5EC6E3D820C0}" dt="2022-10-05T09:56:34.003" v="18" actId="47"/>
        <pc:sldMkLst>
          <pc:docMk/>
          <pc:sldMk cId="3637490053" sldId="302"/>
        </pc:sldMkLst>
      </pc:sldChg>
      <pc:sldChg chg="del">
        <pc:chgData name="Sara Muneeb" userId="29b624b1-a719-43f5-9b52-388cd4043c04" providerId="ADAL" clId="{3F7FB391-E689-4438-9E08-5EC6E3D820C0}" dt="2022-10-05T09:56:34.003" v="18" actId="47"/>
        <pc:sldMkLst>
          <pc:docMk/>
          <pc:sldMk cId="2876852152" sldId="303"/>
        </pc:sldMkLst>
      </pc:sldChg>
      <pc:sldChg chg="del">
        <pc:chgData name="Sara Muneeb" userId="29b624b1-a719-43f5-9b52-388cd4043c04" providerId="ADAL" clId="{3F7FB391-E689-4438-9E08-5EC6E3D820C0}" dt="2022-10-05T09:56:34.003" v="18" actId="47"/>
        <pc:sldMkLst>
          <pc:docMk/>
          <pc:sldMk cId="86923313" sldId="304"/>
        </pc:sldMkLst>
      </pc:sldChg>
      <pc:sldChg chg="del">
        <pc:chgData name="Sara Muneeb" userId="29b624b1-a719-43f5-9b52-388cd4043c04" providerId="ADAL" clId="{3F7FB391-E689-4438-9E08-5EC6E3D820C0}" dt="2022-10-05T09:56:34.003" v="18" actId="47"/>
        <pc:sldMkLst>
          <pc:docMk/>
          <pc:sldMk cId="4106586161" sldId="305"/>
        </pc:sldMkLst>
      </pc:sldChg>
      <pc:sldChg chg="del">
        <pc:chgData name="Sara Muneeb" userId="29b624b1-a719-43f5-9b52-388cd4043c04" providerId="ADAL" clId="{3F7FB391-E689-4438-9E08-5EC6E3D820C0}" dt="2022-10-05T09:56:34.003" v="18" actId="47"/>
        <pc:sldMkLst>
          <pc:docMk/>
          <pc:sldMk cId="4157403971" sldId="306"/>
        </pc:sldMkLst>
      </pc:sldChg>
      <pc:sldChg chg="del">
        <pc:chgData name="Sara Muneeb" userId="29b624b1-a719-43f5-9b52-388cd4043c04" providerId="ADAL" clId="{3F7FB391-E689-4438-9E08-5EC6E3D820C0}" dt="2022-10-05T09:56:34.003" v="18" actId="47"/>
        <pc:sldMkLst>
          <pc:docMk/>
          <pc:sldMk cId="3279694682" sldId="307"/>
        </pc:sldMkLst>
      </pc:sldChg>
      <pc:sldChg chg="del">
        <pc:chgData name="Sara Muneeb" userId="29b624b1-a719-43f5-9b52-388cd4043c04" providerId="ADAL" clId="{3F7FB391-E689-4438-9E08-5EC6E3D820C0}" dt="2022-10-05T09:56:34.003" v="18" actId="47"/>
        <pc:sldMkLst>
          <pc:docMk/>
          <pc:sldMk cId="3534911287" sldId="308"/>
        </pc:sldMkLst>
      </pc:sldChg>
      <pc:sldChg chg="del">
        <pc:chgData name="Sara Muneeb" userId="29b624b1-a719-43f5-9b52-388cd4043c04" providerId="ADAL" clId="{3F7FB391-E689-4438-9E08-5EC6E3D820C0}" dt="2022-10-05T09:56:34.003" v="18" actId="47"/>
        <pc:sldMkLst>
          <pc:docMk/>
          <pc:sldMk cId="342350972" sldId="309"/>
        </pc:sldMkLst>
      </pc:sldChg>
      <pc:sldChg chg="del">
        <pc:chgData name="Sara Muneeb" userId="29b624b1-a719-43f5-9b52-388cd4043c04" providerId="ADAL" clId="{3F7FB391-E689-4438-9E08-5EC6E3D820C0}" dt="2022-10-05T09:56:34.003" v="18" actId="47"/>
        <pc:sldMkLst>
          <pc:docMk/>
          <pc:sldMk cId="3045204456" sldId="310"/>
        </pc:sldMkLst>
      </pc:sldChg>
      <pc:sldChg chg="del">
        <pc:chgData name="Sara Muneeb" userId="29b624b1-a719-43f5-9b52-388cd4043c04" providerId="ADAL" clId="{3F7FB391-E689-4438-9E08-5EC6E3D820C0}" dt="2022-10-05T09:56:34.003" v="18" actId="47"/>
        <pc:sldMkLst>
          <pc:docMk/>
          <pc:sldMk cId="1345374263" sldId="311"/>
        </pc:sldMkLst>
      </pc:sldChg>
      <pc:sldChg chg="del">
        <pc:chgData name="Sara Muneeb" userId="29b624b1-a719-43f5-9b52-388cd4043c04" providerId="ADAL" clId="{3F7FB391-E689-4438-9E08-5EC6E3D820C0}" dt="2022-10-05T09:56:34.003" v="18" actId="47"/>
        <pc:sldMkLst>
          <pc:docMk/>
          <pc:sldMk cId="2694764269" sldId="312"/>
        </pc:sldMkLst>
      </pc:sldChg>
      <pc:sldChg chg="del">
        <pc:chgData name="Sara Muneeb" userId="29b624b1-a719-43f5-9b52-388cd4043c04" providerId="ADAL" clId="{3F7FB391-E689-4438-9E08-5EC6E3D820C0}" dt="2022-10-05T09:56:34.003" v="18" actId="47"/>
        <pc:sldMkLst>
          <pc:docMk/>
          <pc:sldMk cId="2773881193" sldId="314"/>
        </pc:sldMkLst>
      </pc:sldChg>
      <pc:sldChg chg="del">
        <pc:chgData name="Sara Muneeb" userId="29b624b1-a719-43f5-9b52-388cd4043c04" providerId="ADAL" clId="{3F7FB391-E689-4438-9E08-5EC6E3D820C0}" dt="2022-10-05T09:56:34.003" v="18" actId="47"/>
        <pc:sldMkLst>
          <pc:docMk/>
          <pc:sldMk cId="1482266729" sldId="315"/>
        </pc:sldMkLst>
      </pc:sldChg>
      <pc:sldChg chg="del">
        <pc:chgData name="Sara Muneeb" userId="29b624b1-a719-43f5-9b52-388cd4043c04" providerId="ADAL" clId="{3F7FB391-E689-4438-9E08-5EC6E3D820C0}" dt="2022-10-05T09:56:34.003" v="18" actId="47"/>
        <pc:sldMkLst>
          <pc:docMk/>
          <pc:sldMk cId="34162203" sldId="318"/>
        </pc:sldMkLst>
      </pc:sldChg>
      <pc:sldChg chg="del">
        <pc:chgData name="Sara Muneeb" userId="29b624b1-a719-43f5-9b52-388cd4043c04" providerId="ADAL" clId="{3F7FB391-E689-4438-9E08-5EC6E3D820C0}" dt="2022-10-05T09:56:34.003" v="18" actId="47"/>
        <pc:sldMkLst>
          <pc:docMk/>
          <pc:sldMk cId="2945653139" sldId="319"/>
        </pc:sldMkLst>
      </pc:sldChg>
      <pc:sldChg chg="del">
        <pc:chgData name="Sara Muneeb" userId="29b624b1-a719-43f5-9b52-388cd4043c04" providerId="ADAL" clId="{3F7FB391-E689-4438-9E08-5EC6E3D820C0}" dt="2022-10-05T09:56:34.003" v="18" actId="47"/>
        <pc:sldMkLst>
          <pc:docMk/>
          <pc:sldMk cId="854609834" sldId="320"/>
        </pc:sldMkLst>
      </pc:sldChg>
      <pc:sldChg chg="del">
        <pc:chgData name="Sara Muneeb" userId="29b624b1-a719-43f5-9b52-388cd4043c04" providerId="ADAL" clId="{3F7FB391-E689-4438-9E08-5EC6E3D820C0}" dt="2022-10-05T09:56:34.003" v="18" actId="47"/>
        <pc:sldMkLst>
          <pc:docMk/>
          <pc:sldMk cId="406449667" sldId="321"/>
        </pc:sldMkLst>
      </pc:sldChg>
      <pc:sldChg chg="del">
        <pc:chgData name="Sara Muneeb" userId="29b624b1-a719-43f5-9b52-388cd4043c04" providerId="ADAL" clId="{3F7FB391-E689-4438-9E08-5EC6E3D820C0}" dt="2022-10-05T09:56:34.003" v="18" actId="47"/>
        <pc:sldMkLst>
          <pc:docMk/>
          <pc:sldMk cId="1151827555" sldId="323"/>
        </pc:sldMkLst>
      </pc:sldChg>
      <pc:sldChg chg="del">
        <pc:chgData name="Sara Muneeb" userId="29b624b1-a719-43f5-9b52-388cd4043c04" providerId="ADAL" clId="{3F7FB391-E689-4438-9E08-5EC6E3D820C0}" dt="2022-10-05T09:56:34.003" v="18" actId="47"/>
        <pc:sldMkLst>
          <pc:docMk/>
          <pc:sldMk cId="566433223" sldId="325"/>
        </pc:sldMkLst>
      </pc:sldChg>
      <pc:sldChg chg="del">
        <pc:chgData name="Sara Muneeb" userId="29b624b1-a719-43f5-9b52-388cd4043c04" providerId="ADAL" clId="{3F7FB391-E689-4438-9E08-5EC6E3D820C0}" dt="2022-10-05T09:56:34.003" v="18" actId="47"/>
        <pc:sldMkLst>
          <pc:docMk/>
          <pc:sldMk cId="3425390869" sldId="327"/>
        </pc:sldMkLst>
      </pc:sldChg>
      <pc:sldChg chg="del">
        <pc:chgData name="Sara Muneeb" userId="29b624b1-a719-43f5-9b52-388cd4043c04" providerId="ADAL" clId="{3F7FB391-E689-4438-9E08-5EC6E3D820C0}" dt="2022-10-05T09:56:34.003" v="18" actId="47"/>
        <pc:sldMkLst>
          <pc:docMk/>
          <pc:sldMk cId="3494110084" sldId="328"/>
        </pc:sldMkLst>
      </pc:sldChg>
      <pc:sldChg chg="del">
        <pc:chgData name="Sara Muneeb" userId="29b624b1-a719-43f5-9b52-388cd4043c04" providerId="ADAL" clId="{3F7FB391-E689-4438-9E08-5EC6E3D820C0}" dt="2022-10-05T09:56:34.003" v="18" actId="47"/>
        <pc:sldMkLst>
          <pc:docMk/>
          <pc:sldMk cId="3427912561" sldId="330"/>
        </pc:sldMkLst>
      </pc:sldChg>
      <pc:sldChg chg="del">
        <pc:chgData name="Sara Muneeb" userId="29b624b1-a719-43f5-9b52-388cd4043c04" providerId="ADAL" clId="{3F7FB391-E689-4438-9E08-5EC6E3D820C0}" dt="2022-10-05T09:56:34.003" v="18" actId="47"/>
        <pc:sldMkLst>
          <pc:docMk/>
          <pc:sldMk cId="3349574719" sldId="331"/>
        </pc:sldMkLst>
      </pc:sldChg>
      <pc:sldChg chg="del">
        <pc:chgData name="Sara Muneeb" userId="29b624b1-a719-43f5-9b52-388cd4043c04" providerId="ADAL" clId="{3F7FB391-E689-4438-9E08-5EC6E3D820C0}" dt="2022-10-05T09:56:34.003" v="18" actId="47"/>
        <pc:sldMkLst>
          <pc:docMk/>
          <pc:sldMk cId="3430477893" sldId="332"/>
        </pc:sldMkLst>
      </pc:sldChg>
      <pc:sldChg chg="del">
        <pc:chgData name="Sara Muneeb" userId="29b624b1-a719-43f5-9b52-388cd4043c04" providerId="ADAL" clId="{3F7FB391-E689-4438-9E08-5EC6E3D820C0}" dt="2022-10-05T09:56:34.003" v="18" actId="47"/>
        <pc:sldMkLst>
          <pc:docMk/>
          <pc:sldMk cId="3917894372" sldId="333"/>
        </pc:sldMkLst>
      </pc:sldChg>
      <pc:sldChg chg="del">
        <pc:chgData name="Sara Muneeb" userId="29b624b1-a719-43f5-9b52-388cd4043c04" providerId="ADAL" clId="{3F7FB391-E689-4438-9E08-5EC6E3D820C0}" dt="2022-10-05T09:56:34.003" v="18" actId="47"/>
        <pc:sldMkLst>
          <pc:docMk/>
          <pc:sldMk cId="8593176" sldId="335"/>
        </pc:sldMkLst>
      </pc:sldChg>
      <pc:sldChg chg="del">
        <pc:chgData name="Sara Muneeb" userId="29b624b1-a719-43f5-9b52-388cd4043c04" providerId="ADAL" clId="{3F7FB391-E689-4438-9E08-5EC6E3D820C0}" dt="2022-10-05T09:56:34.003" v="18" actId="47"/>
        <pc:sldMkLst>
          <pc:docMk/>
          <pc:sldMk cId="633161056" sldId="337"/>
        </pc:sldMkLst>
      </pc:sldChg>
      <pc:sldChg chg="del">
        <pc:chgData name="Sara Muneeb" userId="29b624b1-a719-43f5-9b52-388cd4043c04" providerId="ADAL" clId="{3F7FB391-E689-4438-9E08-5EC6E3D820C0}" dt="2022-10-05T09:56:34.003" v="18" actId="47"/>
        <pc:sldMkLst>
          <pc:docMk/>
          <pc:sldMk cId="3882494558" sldId="341"/>
        </pc:sldMkLst>
      </pc:sldChg>
      <pc:sldChg chg="del">
        <pc:chgData name="Sara Muneeb" userId="29b624b1-a719-43f5-9b52-388cd4043c04" providerId="ADAL" clId="{3F7FB391-E689-4438-9E08-5EC6E3D820C0}" dt="2022-10-05T09:56:34.003" v="18" actId="47"/>
        <pc:sldMkLst>
          <pc:docMk/>
          <pc:sldMk cId="2698458265" sldId="342"/>
        </pc:sldMkLst>
      </pc:sldChg>
      <pc:sldChg chg="del">
        <pc:chgData name="Sara Muneeb" userId="29b624b1-a719-43f5-9b52-388cd4043c04" providerId="ADAL" clId="{3F7FB391-E689-4438-9E08-5EC6E3D820C0}" dt="2022-10-05T09:56:34.003" v="18" actId="47"/>
        <pc:sldMkLst>
          <pc:docMk/>
          <pc:sldMk cId="2513089267" sldId="343"/>
        </pc:sldMkLst>
      </pc:sldChg>
      <pc:sldChg chg="del">
        <pc:chgData name="Sara Muneeb" userId="29b624b1-a719-43f5-9b52-388cd4043c04" providerId="ADAL" clId="{3F7FB391-E689-4438-9E08-5EC6E3D820C0}" dt="2022-10-05T09:56:34.003" v="18" actId="47"/>
        <pc:sldMkLst>
          <pc:docMk/>
          <pc:sldMk cId="405946211" sldId="344"/>
        </pc:sldMkLst>
      </pc:sldChg>
      <pc:sldChg chg="del">
        <pc:chgData name="Sara Muneeb" userId="29b624b1-a719-43f5-9b52-388cd4043c04" providerId="ADAL" clId="{3F7FB391-E689-4438-9E08-5EC6E3D820C0}" dt="2022-10-05T09:56:34.003" v="18" actId="47"/>
        <pc:sldMkLst>
          <pc:docMk/>
          <pc:sldMk cId="2989140334" sldId="345"/>
        </pc:sldMkLst>
      </pc:sldChg>
      <pc:sldChg chg="del">
        <pc:chgData name="Sara Muneeb" userId="29b624b1-a719-43f5-9b52-388cd4043c04" providerId="ADAL" clId="{3F7FB391-E689-4438-9E08-5EC6E3D820C0}" dt="2022-10-05T09:56:34.003" v="18" actId="47"/>
        <pc:sldMkLst>
          <pc:docMk/>
          <pc:sldMk cId="3678470995" sldId="346"/>
        </pc:sldMkLst>
      </pc:sldChg>
      <pc:sldChg chg="del">
        <pc:chgData name="Sara Muneeb" userId="29b624b1-a719-43f5-9b52-388cd4043c04" providerId="ADAL" clId="{3F7FB391-E689-4438-9E08-5EC6E3D820C0}" dt="2022-10-05T09:56:34.003" v="18" actId="47"/>
        <pc:sldMkLst>
          <pc:docMk/>
          <pc:sldMk cId="2185956998" sldId="347"/>
        </pc:sldMkLst>
      </pc:sldChg>
      <pc:sldChg chg="del">
        <pc:chgData name="Sara Muneeb" userId="29b624b1-a719-43f5-9b52-388cd4043c04" providerId="ADAL" clId="{3F7FB391-E689-4438-9E08-5EC6E3D820C0}" dt="2022-10-05T09:56:34.003" v="18" actId="47"/>
        <pc:sldMkLst>
          <pc:docMk/>
          <pc:sldMk cId="1296041024" sldId="348"/>
        </pc:sldMkLst>
      </pc:sldChg>
      <pc:sldChg chg="del">
        <pc:chgData name="Sara Muneeb" userId="29b624b1-a719-43f5-9b52-388cd4043c04" providerId="ADAL" clId="{3F7FB391-E689-4438-9E08-5EC6E3D820C0}" dt="2022-10-05T09:56:34.003" v="18" actId="47"/>
        <pc:sldMkLst>
          <pc:docMk/>
          <pc:sldMk cId="1638390018" sldId="350"/>
        </pc:sldMkLst>
      </pc:sldChg>
      <pc:sldChg chg="del">
        <pc:chgData name="Sara Muneeb" userId="29b624b1-a719-43f5-9b52-388cd4043c04" providerId="ADAL" clId="{3F7FB391-E689-4438-9E08-5EC6E3D820C0}" dt="2022-10-05T09:56:34.003" v="18" actId="47"/>
        <pc:sldMkLst>
          <pc:docMk/>
          <pc:sldMk cId="2210810185" sldId="351"/>
        </pc:sldMkLst>
      </pc:sldChg>
      <pc:sldChg chg="del">
        <pc:chgData name="Sara Muneeb" userId="29b624b1-a719-43f5-9b52-388cd4043c04" providerId="ADAL" clId="{3F7FB391-E689-4438-9E08-5EC6E3D820C0}" dt="2022-10-05T09:56:34.003" v="18" actId="47"/>
        <pc:sldMkLst>
          <pc:docMk/>
          <pc:sldMk cId="1182734953" sldId="352"/>
        </pc:sldMkLst>
      </pc:sldChg>
      <pc:sldChg chg="del">
        <pc:chgData name="Sara Muneeb" userId="29b624b1-a719-43f5-9b52-388cd4043c04" providerId="ADAL" clId="{3F7FB391-E689-4438-9E08-5EC6E3D820C0}" dt="2022-10-05T09:56:34.003" v="18" actId="47"/>
        <pc:sldMkLst>
          <pc:docMk/>
          <pc:sldMk cId="3733716193" sldId="353"/>
        </pc:sldMkLst>
      </pc:sldChg>
      <pc:sldChg chg="del">
        <pc:chgData name="Sara Muneeb" userId="29b624b1-a719-43f5-9b52-388cd4043c04" providerId="ADAL" clId="{3F7FB391-E689-4438-9E08-5EC6E3D820C0}" dt="2022-10-05T09:56:34.003" v="18" actId="47"/>
        <pc:sldMkLst>
          <pc:docMk/>
          <pc:sldMk cId="2260623248" sldId="354"/>
        </pc:sldMkLst>
      </pc:sldChg>
      <pc:sldChg chg="del">
        <pc:chgData name="Sara Muneeb" userId="29b624b1-a719-43f5-9b52-388cd4043c04" providerId="ADAL" clId="{3F7FB391-E689-4438-9E08-5EC6E3D820C0}" dt="2022-10-05T09:56:34.003" v="18" actId="47"/>
        <pc:sldMkLst>
          <pc:docMk/>
          <pc:sldMk cId="2264247476" sldId="355"/>
        </pc:sldMkLst>
      </pc:sldChg>
      <pc:sldChg chg="del">
        <pc:chgData name="Sara Muneeb" userId="29b624b1-a719-43f5-9b52-388cd4043c04" providerId="ADAL" clId="{3F7FB391-E689-4438-9E08-5EC6E3D820C0}" dt="2022-10-05T09:56:34.003" v="18" actId="47"/>
        <pc:sldMkLst>
          <pc:docMk/>
          <pc:sldMk cId="1908950209" sldId="356"/>
        </pc:sldMkLst>
      </pc:sldChg>
      <pc:sldChg chg="del">
        <pc:chgData name="Sara Muneeb" userId="29b624b1-a719-43f5-9b52-388cd4043c04" providerId="ADAL" clId="{3F7FB391-E689-4438-9E08-5EC6E3D820C0}" dt="2022-10-05T09:56:34.003" v="18" actId="47"/>
        <pc:sldMkLst>
          <pc:docMk/>
          <pc:sldMk cId="2628421753" sldId="357"/>
        </pc:sldMkLst>
      </pc:sldChg>
      <pc:sldChg chg="del">
        <pc:chgData name="Sara Muneeb" userId="29b624b1-a719-43f5-9b52-388cd4043c04" providerId="ADAL" clId="{3F7FB391-E689-4438-9E08-5EC6E3D820C0}" dt="2022-10-05T09:56:34.003" v="18" actId="47"/>
        <pc:sldMkLst>
          <pc:docMk/>
          <pc:sldMk cId="4206157969" sldId="358"/>
        </pc:sldMkLst>
      </pc:sldChg>
      <pc:sldChg chg="del">
        <pc:chgData name="Sara Muneeb" userId="29b624b1-a719-43f5-9b52-388cd4043c04" providerId="ADAL" clId="{3F7FB391-E689-4438-9E08-5EC6E3D820C0}" dt="2022-10-05T09:56:34.003" v="18" actId="47"/>
        <pc:sldMkLst>
          <pc:docMk/>
          <pc:sldMk cId="487906918" sldId="359"/>
        </pc:sldMkLst>
      </pc:sldChg>
      <pc:sldChg chg="del">
        <pc:chgData name="Sara Muneeb" userId="29b624b1-a719-43f5-9b52-388cd4043c04" providerId="ADAL" clId="{3F7FB391-E689-4438-9E08-5EC6E3D820C0}" dt="2022-10-05T09:56:34.003" v="18" actId="47"/>
        <pc:sldMkLst>
          <pc:docMk/>
          <pc:sldMk cId="518102146" sldId="360"/>
        </pc:sldMkLst>
      </pc:sldChg>
      <pc:sldChg chg="del">
        <pc:chgData name="Sara Muneeb" userId="29b624b1-a719-43f5-9b52-388cd4043c04" providerId="ADAL" clId="{3F7FB391-E689-4438-9E08-5EC6E3D820C0}" dt="2022-10-05T09:56:34.003" v="18" actId="47"/>
        <pc:sldMkLst>
          <pc:docMk/>
          <pc:sldMk cId="3846287848" sldId="361"/>
        </pc:sldMkLst>
      </pc:sldChg>
      <pc:sldChg chg="del">
        <pc:chgData name="Sara Muneeb" userId="29b624b1-a719-43f5-9b52-388cd4043c04" providerId="ADAL" clId="{3F7FB391-E689-4438-9E08-5EC6E3D820C0}" dt="2022-10-05T09:56:34.003" v="18" actId="47"/>
        <pc:sldMkLst>
          <pc:docMk/>
          <pc:sldMk cId="3058882324" sldId="362"/>
        </pc:sldMkLst>
      </pc:sldChg>
      <pc:sldChg chg="del">
        <pc:chgData name="Sara Muneeb" userId="29b624b1-a719-43f5-9b52-388cd4043c04" providerId="ADAL" clId="{3F7FB391-E689-4438-9E08-5EC6E3D820C0}" dt="2022-10-05T09:56:34.003" v="18" actId="47"/>
        <pc:sldMkLst>
          <pc:docMk/>
          <pc:sldMk cId="2788614881" sldId="363"/>
        </pc:sldMkLst>
      </pc:sldChg>
      <pc:sldChg chg="del">
        <pc:chgData name="Sara Muneeb" userId="29b624b1-a719-43f5-9b52-388cd4043c04" providerId="ADAL" clId="{3F7FB391-E689-4438-9E08-5EC6E3D820C0}" dt="2022-10-05T09:56:34.003" v="18" actId="47"/>
        <pc:sldMkLst>
          <pc:docMk/>
          <pc:sldMk cId="3550203735" sldId="364"/>
        </pc:sldMkLst>
      </pc:sldChg>
      <pc:sldChg chg="del">
        <pc:chgData name="Sara Muneeb" userId="29b624b1-a719-43f5-9b52-388cd4043c04" providerId="ADAL" clId="{3F7FB391-E689-4438-9E08-5EC6E3D820C0}" dt="2022-10-05T09:56:34.003" v="18" actId="47"/>
        <pc:sldMkLst>
          <pc:docMk/>
          <pc:sldMk cId="3084047886" sldId="365"/>
        </pc:sldMkLst>
      </pc:sldChg>
      <pc:sldChg chg="del">
        <pc:chgData name="Sara Muneeb" userId="29b624b1-a719-43f5-9b52-388cd4043c04" providerId="ADAL" clId="{3F7FB391-E689-4438-9E08-5EC6E3D820C0}" dt="2022-10-05T09:56:34.003" v="18" actId="47"/>
        <pc:sldMkLst>
          <pc:docMk/>
          <pc:sldMk cId="704692413" sldId="366"/>
        </pc:sldMkLst>
      </pc:sldChg>
      <pc:sldChg chg="del">
        <pc:chgData name="Sara Muneeb" userId="29b624b1-a719-43f5-9b52-388cd4043c04" providerId="ADAL" clId="{3F7FB391-E689-4438-9E08-5EC6E3D820C0}" dt="2022-10-05T09:56:34.003" v="18" actId="47"/>
        <pc:sldMkLst>
          <pc:docMk/>
          <pc:sldMk cId="1996185751" sldId="367"/>
        </pc:sldMkLst>
      </pc:sldChg>
      <pc:sldChg chg="del">
        <pc:chgData name="Sara Muneeb" userId="29b624b1-a719-43f5-9b52-388cd4043c04" providerId="ADAL" clId="{3F7FB391-E689-4438-9E08-5EC6E3D820C0}" dt="2022-10-05T09:56:34.003" v="18" actId="47"/>
        <pc:sldMkLst>
          <pc:docMk/>
          <pc:sldMk cId="613638807" sldId="368"/>
        </pc:sldMkLst>
      </pc:sldChg>
      <pc:sldChg chg="del">
        <pc:chgData name="Sara Muneeb" userId="29b624b1-a719-43f5-9b52-388cd4043c04" providerId="ADAL" clId="{3F7FB391-E689-4438-9E08-5EC6E3D820C0}" dt="2022-10-05T09:56:34.003" v="18" actId="47"/>
        <pc:sldMkLst>
          <pc:docMk/>
          <pc:sldMk cId="2692040407" sldId="369"/>
        </pc:sldMkLst>
      </pc:sldChg>
    </pc:docChg>
  </pc:docChgLst>
  <pc:docChgLst>
    <pc:chgData name="Sara Muneeb" userId="29b624b1-a719-43f5-9b52-388cd4043c04" providerId="ADAL" clId="{9EA09CCF-4EB7-41FB-BFE4-3693A5C2ED1B}"/>
    <pc:docChg chg="undo custSel addSld delSld modSld sldOrd modNotesMaster">
      <pc:chgData name="Sara Muneeb" userId="29b624b1-a719-43f5-9b52-388cd4043c04" providerId="ADAL" clId="{9EA09CCF-4EB7-41FB-BFE4-3693A5C2ED1B}" dt="2022-09-26T14:10:47.952" v="4078" actId="20577"/>
      <pc:docMkLst>
        <pc:docMk/>
      </pc:docMkLst>
      <pc:sldChg chg="modSp mod">
        <pc:chgData name="Sara Muneeb" userId="29b624b1-a719-43f5-9b52-388cd4043c04" providerId="ADAL" clId="{9EA09CCF-4EB7-41FB-BFE4-3693A5C2ED1B}" dt="2022-09-21T08:00:16.642" v="66" actId="1076"/>
        <pc:sldMkLst>
          <pc:docMk/>
          <pc:sldMk cId="2984185032" sldId="256"/>
        </pc:sldMkLst>
        <pc:spChg chg="mod">
          <ac:chgData name="Sara Muneeb" userId="29b624b1-a719-43f5-9b52-388cd4043c04" providerId="ADAL" clId="{9EA09CCF-4EB7-41FB-BFE4-3693A5C2ED1B}" dt="2022-09-21T08:00:06.785" v="65" actId="20577"/>
          <ac:spMkLst>
            <pc:docMk/>
            <pc:sldMk cId="2984185032" sldId="256"/>
            <ac:spMk id="2" creationId="{00000000-0000-0000-0000-000000000000}"/>
          </ac:spMkLst>
        </pc:spChg>
        <pc:spChg chg="mod">
          <ac:chgData name="Sara Muneeb" userId="29b624b1-a719-43f5-9b52-388cd4043c04" providerId="ADAL" clId="{9EA09CCF-4EB7-41FB-BFE4-3693A5C2ED1B}" dt="2022-09-21T08:00:16.642" v="66" actId="1076"/>
          <ac:spMkLst>
            <pc:docMk/>
            <pc:sldMk cId="2984185032" sldId="256"/>
            <ac:spMk id="3" creationId="{00000000-0000-0000-0000-000000000000}"/>
          </ac:spMkLst>
        </pc:spChg>
      </pc:sldChg>
      <pc:sldChg chg="addSp modSp mod">
        <pc:chgData name="Sara Muneeb" userId="29b624b1-a719-43f5-9b52-388cd4043c04" providerId="ADAL" clId="{9EA09CCF-4EB7-41FB-BFE4-3693A5C2ED1B}" dt="2022-09-21T08:04:34.256" v="160" actId="1076"/>
        <pc:sldMkLst>
          <pc:docMk/>
          <pc:sldMk cId="4179302358" sldId="257"/>
        </pc:sldMkLst>
        <pc:spChg chg="mod">
          <ac:chgData name="Sara Muneeb" userId="29b624b1-a719-43f5-9b52-388cd4043c04" providerId="ADAL" clId="{9EA09CCF-4EB7-41FB-BFE4-3693A5C2ED1B}" dt="2022-09-21T08:04:22.929" v="157" actId="20577"/>
          <ac:spMkLst>
            <pc:docMk/>
            <pc:sldMk cId="4179302358" sldId="257"/>
            <ac:spMk id="3" creationId="{00000000-0000-0000-0000-000000000000}"/>
          </ac:spMkLst>
        </pc:spChg>
        <pc:picChg chg="add mod">
          <ac:chgData name="Sara Muneeb" userId="29b624b1-a719-43f5-9b52-388cd4043c04" providerId="ADAL" clId="{9EA09CCF-4EB7-41FB-BFE4-3693A5C2ED1B}" dt="2022-09-21T08:04:34.256" v="160" actId="1076"/>
          <ac:picMkLst>
            <pc:docMk/>
            <pc:sldMk cId="4179302358" sldId="257"/>
            <ac:picMk id="5" creationId="{76E6F1F1-BB99-4F6B-577E-A83D6140B971}"/>
          </ac:picMkLst>
        </pc:picChg>
      </pc:sldChg>
      <pc:sldChg chg="addSp delSp modSp mod ord">
        <pc:chgData name="Sara Muneeb" userId="29b624b1-a719-43f5-9b52-388cd4043c04" providerId="ADAL" clId="{9EA09CCF-4EB7-41FB-BFE4-3693A5C2ED1B}" dt="2022-09-26T11:51:10.384" v="1679"/>
        <pc:sldMkLst>
          <pc:docMk/>
          <pc:sldMk cId="2934318247" sldId="258"/>
        </pc:sldMkLst>
        <pc:spChg chg="mod">
          <ac:chgData name="Sara Muneeb" userId="29b624b1-a719-43f5-9b52-388cd4043c04" providerId="ADAL" clId="{9EA09CCF-4EB7-41FB-BFE4-3693A5C2ED1B}" dt="2022-09-21T08:08:02.042" v="176" actId="20577"/>
          <ac:spMkLst>
            <pc:docMk/>
            <pc:sldMk cId="2934318247" sldId="258"/>
            <ac:spMk id="2" creationId="{00000000-0000-0000-0000-000000000000}"/>
          </ac:spMkLst>
        </pc:spChg>
        <pc:spChg chg="add mod">
          <ac:chgData name="Sara Muneeb" userId="29b624b1-a719-43f5-9b52-388cd4043c04" providerId="ADAL" clId="{9EA09CCF-4EB7-41FB-BFE4-3693A5C2ED1B}" dt="2022-09-21T08:14:33.027" v="445" actId="20577"/>
          <ac:spMkLst>
            <pc:docMk/>
            <pc:sldMk cId="2934318247" sldId="258"/>
            <ac:spMk id="3" creationId="{EC1A22C0-E3E8-E9A4-6C27-03443F392EFF}"/>
          </ac:spMkLst>
        </pc:spChg>
        <pc:picChg chg="del">
          <ac:chgData name="Sara Muneeb" userId="29b624b1-a719-43f5-9b52-388cd4043c04" providerId="ADAL" clId="{9EA09CCF-4EB7-41FB-BFE4-3693A5C2ED1B}" dt="2022-09-21T08:12:34.248" v="177" actId="478"/>
          <ac:picMkLst>
            <pc:docMk/>
            <pc:sldMk cId="2934318247" sldId="258"/>
            <ac:picMk id="4" creationId="{4064BD76-F788-4681-821C-DDA0C2688C4B}"/>
          </ac:picMkLst>
        </pc:picChg>
        <pc:picChg chg="del">
          <ac:chgData name="Sara Muneeb" userId="29b624b1-a719-43f5-9b52-388cd4043c04" providerId="ADAL" clId="{9EA09CCF-4EB7-41FB-BFE4-3693A5C2ED1B}" dt="2022-09-21T08:12:34.248" v="177" actId="478"/>
          <ac:picMkLst>
            <pc:docMk/>
            <pc:sldMk cId="2934318247" sldId="258"/>
            <ac:picMk id="1026" creationId="{00000000-0000-0000-0000-000000000000}"/>
          </ac:picMkLst>
        </pc:picChg>
      </pc:sldChg>
      <pc:sldChg chg="addSp delSp modSp add mod">
        <pc:chgData name="Sara Muneeb" userId="29b624b1-a719-43f5-9b52-388cd4043c04" providerId="ADAL" clId="{9EA09CCF-4EB7-41FB-BFE4-3693A5C2ED1B}" dt="2022-09-26T13:14:54.747" v="3111" actId="14100"/>
        <pc:sldMkLst>
          <pc:docMk/>
          <pc:sldMk cId="2349585444" sldId="265"/>
        </pc:sldMkLst>
        <pc:picChg chg="del">
          <ac:chgData name="Sara Muneeb" userId="29b624b1-a719-43f5-9b52-388cd4043c04" providerId="ADAL" clId="{9EA09CCF-4EB7-41FB-BFE4-3693A5C2ED1B}" dt="2022-09-26T13:14:47.167" v="3109" actId="478"/>
          <ac:picMkLst>
            <pc:docMk/>
            <pc:sldMk cId="2349585444" sldId="265"/>
            <ac:picMk id="5" creationId="{0EBDBAE0-32A3-4666-89F7-B4837220E61E}"/>
          </ac:picMkLst>
        </pc:picChg>
        <pc:picChg chg="add mod modCrop">
          <ac:chgData name="Sara Muneeb" userId="29b624b1-a719-43f5-9b52-388cd4043c04" providerId="ADAL" clId="{9EA09CCF-4EB7-41FB-BFE4-3693A5C2ED1B}" dt="2022-09-26T13:14:54.747" v="3111" actId="14100"/>
          <ac:picMkLst>
            <pc:docMk/>
            <pc:sldMk cId="2349585444" sldId="265"/>
            <ac:picMk id="7" creationId="{03380BA2-1430-C7EE-C4F2-1D4E50EBF1F8}"/>
          </ac:picMkLst>
        </pc:picChg>
      </pc:sldChg>
      <pc:sldChg chg="add">
        <pc:chgData name="Sara Muneeb" userId="29b624b1-a719-43f5-9b52-388cd4043c04" providerId="ADAL" clId="{9EA09CCF-4EB7-41FB-BFE4-3693A5C2ED1B}" dt="2022-09-26T13:09:15.512" v="3072"/>
        <pc:sldMkLst>
          <pc:docMk/>
          <pc:sldMk cId="2970711622" sldId="301"/>
        </pc:sldMkLst>
      </pc:sldChg>
      <pc:sldChg chg="modSp add mod">
        <pc:chgData name="Sara Muneeb" userId="29b624b1-a719-43f5-9b52-388cd4043c04" providerId="ADAL" clId="{9EA09CCF-4EB7-41FB-BFE4-3693A5C2ED1B}" dt="2022-09-26T13:56:14.111" v="3906" actId="20577"/>
        <pc:sldMkLst>
          <pc:docMk/>
          <pc:sldMk cId="3978508472" sldId="315"/>
        </pc:sldMkLst>
        <pc:spChg chg="mod">
          <ac:chgData name="Sara Muneeb" userId="29b624b1-a719-43f5-9b52-388cd4043c04" providerId="ADAL" clId="{9EA09CCF-4EB7-41FB-BFE4-3693A5C2ED1B}" dt="2022-09-26T13:56:14.111" v="3906" actId="20577"/>
          <ac:spMkLst>
            <pc:docMk/>
            <pc:sldMk cId="3978508472" sldId="315"/>
            <ac:spMk id="2" creationId="{6D38B25D-F8BE-401F-A49D-33F663DAB505}"/>
          </ac:spMkLst>
        </pc:spChg>
      </pc:sldChg>
      <pc:sldChg chg="add del">
        <pc:chgData name="Sara Muneeb" userId="29b624b1-a719-43f5-9b52-388cd4043c04" providerId="ADAL" clId="{9EA09CCF-4EB7-41FB-BFE4-3693A5C2ED1B}" dt="2022-09-26T13:09:51.332" v="3074" actId="47"/>
        <pc:sldMkLst>
          <pc:docMk/>
          <pc:sldMk cId="3982629120" sldId="318"/>
        </pc:sldMkLst>
      </pc:sldChg>
      <pc:sldChg chg="del">
        <pc:chgData name="Sara Muneeb" userId="29b624b1-a719-43f5-9b52-388cd4043c04" providerId="ADAL" clId="{9EA09CCF-4EB7-41FB-BFE4-3693A5C2ED1B}" dt="2022-09-26T11:51:26.742" v="1680" actId="47"/>
        <pc:sldMkLst>
          <pc:docMk/>
          <pc:sldMk cId="134933159" sldId="326"/>
        </pc:sldMkLst>
      </pc:sldChg>
      <pc:sldChg chg="del">
        <pc:chgData name="Sara Muneeb" userId="29b624b1-a719-43f5-9b52-388cd4043c04" providerId="ADAL" clId="{9EA09CCF-4EB7-41FB-BFE4-3693A5C2ED1B}" dt="2022-09-26T11:51:26.742" v="1680" actId="47"/>
        <pc:sldMkLst>
          <pc:docMk/>
          <pc:sldMk cId="1262520422" sldId="327"/>
        </pc:sldMkLst>
      </pc:sldChg>
      <pc:sldChg chg="del">
        <pc:chgData name="Sara Muneeb" userId="29b624b1-a719-43f5-9b52-388cd4043c04" providerId="ADAL" clId="{9EA09CCF-4EB7-41FB-BFE4-3693A5C2ED1B}" dt="2022-09-26T11:51:26.742" v="1680" actId="47"/>
        <pc:sldMkLst>
          <pc:docMk/>
          <pc:sldMk cId="3780350452" sldId="328"/>
        </pc:sldMkLst>
      </pc:sldChg>
      <pc:sldChg chg="del">
        <pc:chgData name="Sara Muneeb" userId="29b624b1-a719-43f5-9b52-388cd4043c04" providerId="ADAL" clId="{9EA09CCF-4EB7-41FB-BFE4-3693A5C2ED1B}" dt="2022-09-26T11:51:26.742" v="1680" actId="47"/>
        <pc:sldMkLst>
          <pc:docMk/>
          <pc:sldMk cId="1173176202" sldId="329"/>
        </pc:sldMkLst>
      </pc:sldChg>
      <pc:sldChg chg="del">
        <pc:chgData name="Sara Muneeb" userId="29b624b1-a719-43f5-9b52-388cd4043c04" providerId="ADAL" clId="{9EA09CCF-4EB7-41FB-BFE4-3693A5C2ED1B}" dt="2022-09-26T11:51:26.742" v="1680" actId="47"/>
        <pc:sldMkLst>
          <pc:docMk/>
          <pc:sldMk cId="1433651122" sldId="330"/>
        </pc:sldMkLst>
      </pc:sldChg>
      <pc:sldChg chg="del">
        <pc:chgData name="Sara Muneeb" userId="29b624b1-a719-43f5-9b52-388cd4043c04" providerId="ADAL" clId="{9EA09CCF-4EB7-41FB-BFE4-3693A5C2ED1B}" dt="2022-09-26T11:51:26.742" v="1680" actId="47"/>
        <pc:sldMkLst>
          <pc:docMk/>
          <pc:sldMk cId="2587233225" sldId="331"/>
        </pc:sldMkLst>
      </pc:sldChg>
      <pc:sldChg chg="del">
        <pc:chgData name="Sara Muneeb" userId="29b624b1-a719-43f5-9b52-388cd4043c04" providerId="ADAL" clId="{9EA09CCF-4EB7-41FB-BFE4-3693A5C2ED1B}" dt="2022-09-26T11:51:26.742" v="1680" actId="47"/>
        <pc:sldMkLst>
          <pc:docMk/>
          <pc:sldMk cId="3656189529" sldId="332"/>
        </pc:sldMkLst>
      </pc:sldChg>
      <pc:sldChg chg="del">
        <pc:chgData name="Sara Muneeb" userId="29b624b1-a719-43f5-9b52-388cd4043c04" providerId="ADAL" clId="{9EA09CCF-4EB7-41FB-BFE4-3693A5C2ED1B}" dt="2022-09-26T11:51:26.742" v="1680" actId="47"/>
        <pc:sldMkLst>
          <pc:docMk/>
          <pc:sldMk cId="1294312690" sldId="333"/>
        </pc:sldMkLst>
      </pc:sldChg>
      <pc:sldChg chg="del">
        <pc:chgData name="Sara Muneeb" userId="29b624b1-a719-43f5-9b52-388cd4043c04" providerId="ADAL" clId="{9EA09CCF-4EB7-41FB-BFE4-3693A5C2ED1B}" dt="2022-09-26T11:51:26.742" v="1680" actId="47"/>
        <pc:sldMkLst>
          <pc:docMk/>
          <pc:sldMk cId="3683615567" sldId="334"/>
        </pc:sldMkLst>
      </pc:sldChg>
      <pc:sldChg chg="del">
        <pc:chgData name="Sara Muneeb" userId="29b624b1-a719-43f5-9b52-388cd4043c04" providerId="ADAL" clId="{9EA09CCF-4EB7-41FB-BFE4-3693A5C2ED1B}" dt="2022-09-26T11:51:26.742" v="1680" actId="47"/>
        <pc:sldMkLst>
          <pc:docMk/>
          <pc:sldMk cId="1806673627" sldId="335"/>
        </pc:sldMkLst>
      </pc:sldChg>
      <pc:sldChg chg="del">
        <pc:chgData name="Sara Muneeb" userId="29b624b1-a719-43f5-9b52-388cd4043c04" providerId="ADAL" clId="{9EA09CCF-4EB7-41FB-BFE4-3693A5C2ED1B}" dt="2022-09-26T11:51:26.742" v="1680" actId="47"/>
        <pc:sldMkLst>
          <pc:docMk/>
          <pc:sldMk cId="870626910" sldId="336"/>
        </pc:sldMkLst>
      </pc:sldChg>
      <pc:sldChg chg="del">
        <pc:chgData name="Sara Muneeb" userId="29b624b1-a719-43f5-9b52-388cd4043c04" providerId="ADAL" clId="{9EA09CCF-4EB7-41FB-BFE4-3693A5C2ED1B}" dt="2022-09-26T11:51:26.742" v="1680" actId="47"/>
        <pc:sldMkLst>
          <pc:docMk/>
          <pc:sldMk cId="3996656312" sldId="337"/>
        </pc:sldMkLst>
      </pc:sldChg>
      <pc:sldChg chg="del">
        <pc:chgData name="Sara Muneeb" userId="29b624b1-a719-43f5-9b52-388cd4043c04" providerId="ADAL" clId="{9EA09CCF-4EB7-41FB-BFE4-3693A5C2ED1B}" dt="2022-09-26T11:51:26.742" v="1680" actId="47"/>
        <pc:sldMkLst>
          <pc:docMk/>
          <pc:sldMk cId="2893404186" sldId="338"/>
        </pc:sldMkLst>
      </pc:sldChg>
      <pc:sldChg chg="del">
        <pc:chgData name="Sara Muneeb" userId="29b624b1-a719-43f5-9b52-388cd4043c04" providerId="ADAL" clId="{9EA09CCF-4EB7-41FB-BFE4-3693A5C2ED1B}" dt="2022-09-26T11:51:26.742" v="1680" actId="47"/>
        <pc:sldMkLst>
          <pc:docMk/>
          <pc:sldMk cId="2809689417" sldId="339"/>
        </pc:sldMkLst>
      </pc:sldChg>
      <pc:sldChg chg="del">
        <pc:chgData name="Sara Muneeb" userId="29b624b1-a719-43f5-9b52-388cd4043c04" providerId="ADAL" clId="{9EA09CCF-4EB7-41FB-BFE4-3693A5C2ED1B}" dt="2022-09-26T11:51:26.742" v="1680" actId="47"/>
        <pc:sldMkLst>
          <pc:docMk/>
          <pc:sldMk cId="261300321" sldId="340"/>
        </pc:sldMkLst>
      </pc:sldChg>
      <pc:sldChg chg="del">
        <pc:chgData name="Sara Muneeb" userId="29b624b1-a719-43f5-9b52-388cd4043c04" providerId="ADAL" clId="{9EA09CCF-4EB7-41FB-BFE4-3693A5C2ED1B}" dt="2022-09-26T11:51:26.742" v="1680" actId="47"/>
        <pc:sldMkLst>
          <pc:docMk/>
          <pc:sldMk cId="2581040809" sldId="341"/>
        </pc:sldMkLst>
      </pc:sldChg>
      <pc:sldChg chg="del">
        <pc:chgData name="Sara Muneeb" userId="29b624b1-a719-43f5-9b52-388cd4043c04" providerId="ADAL" clId="{9EA09CCF-4EB7-41FB-BFE4-3693A5C2ED1B}" dt="2022-09-26T11:51:26.742" v="1680" actId="47"/>
        <pc:sldMkLst>
          <pc:docMk/>
          <pc:sldMk cId="2671139842" sldId="342"/>
        </pc:sldMkLst>
      </pc:sldChg>
      <pc:sldChg chg="del">
        <pc:chgData name="Sara Muneeb" userId="29b624b1-a719-43f5-9b52-388cd4043c04" providerId="ADAL" clId="{9EA09CCF-4EB7-41FB-BFE4-3693A5C2ED1B}" dt="2022-09-26T11:51:26.742" v="1680" actId="47"/>
        <pc:sldMkLst>
          <pc:docMk/>
          <pc:sldMk cId="3207177132" sldId="343"/>
        </pc:sldMkLst>
      </pc:sldChg>
      <pc:sldChg chg="del">
        <pc:chgData name="Sara Muneeb" userId="29b624b1-a719-43f5-9b52-388cd4043c04" providerId="ADAL" clId="{9EA09CCF-4EB7-41FB-BFE4-3693A5C2ED1B}" dt="2022-09-26T11:51:26.742" v="1680" actId="47"/>
        <pc:sldMkLst>
          <pc:docMk/>
          <pc:sldMk cId="1403215134" sldId="344"/>
        </pc:sldMkLst>
      </pc:sldChg>
      <pc:sldChg chg="modSp new mod">
        <pc:chgData name="Sara Muneeb" userId="29b624b1-a719-43f5-9b52-388cd4043c04" providerId="ADAL" clId="{9EA09CCF-4EB7-41FB-BFE4-3693A5C2ED1B}" dt="2022-09-22T07:58:08.564" v="717" actId="20577"/>
        <pc:sldMkLst>
          <pc:docMk/>
          <pc:sldMk cId="4246156943" sldId="345"/>
        </pc:sldMkLst>
        <pc:spChg chg="mod">
          <ac:chgData name="Sara Muneeb" userId="29b624b1-a719-43f5-9b52-388cd4043c04" providerId="ADAL" clId="{9EA09CCF-4EB7-41FB-BFE4-3693A5C2ED1B}" dt="2022-09-22T07:58:08.564" v="717" actId="20577"/>
          <ac:spMkLst>
            <pc:docMk/>
            <pc:sldMk cId="4246156943" sldId="345"/>
            <ac:spMk id="2" creationId="{D5A56494-32CF-26FC-31B4-2209C99B032E}"/>
          </ac:spMkLst>
        </pc:spChg>
        <pc:spChg chg="mod">
          <ac:chgData name="Sara Muneeb" userId="29b624b1-a719-43f5-9b52-388cd4043c04" providerId="ADAL" clId="{9EA09CCF-4EB7-41FB-BFE4-3693A5C2ED1B}" dt="2022-09-22T07:51:46.937" v="636" actId="27636"/>
          <ac:spMkLst>
            <pc:docMk/>
            <pc:sldMk cId="4246156943" sldId="345"/>
            <ac:spMk id="3" creationId="{95E9DD29-5C9C-9D77-CBA9-DB0F7B1BD2BC}"/>
          </ac:spMkLst>
        </pc:spChg>
      </pc:sldChg>
      <pc:sldChg chg="modSp new mod">
        <pc:chgData name="Sara Muneeb" userId="29b624b1-a719-43f5-9b52-388cd4043c04" providerId="ADAL" clId="{9EA09CCF-4EB7-41FB-BFE4-3693A5C2ED1B}" dt="2022-09-22T07:57:40.273" v="694" actId="5793"/>
        <pc:sldMkLst>
          <pc:docMk/>
          <pc:sldMk cId="2366367615" sldId="346"/>
        </pc:sldMkLst>
        <pc:spChg chg="mod">
          <ac:chgData name="Sara Muneeb" userId="29b624b1-a719-43f5-9b52-388cd4043c04" providerId="ADAL" clId="{9EA09CCF-4EB7-41FB-BFE4-3693A5C2ED1B}" dt="2022-09-22T07:56:33.820" v="673" actId="20577"/>
          <ac:spMkLst>
            <pc:docMk/>
            <pc:sldMk cId="2366367615" sldId="346"/>
            <ac:spMk id="2" creationId="{8855384C-9E67-BBE5-C716-0A814B4F0AB6}"/>
          </ac:spMkLst>
        </pc:spChg>
        <pc:spChg chg="mod">
          <ac:chgData name="Sara Muneeb" userId="29b624b1-a719-43f5-9b52-388cd4043c04" providerId="ADAL" clId="{9EA09CCF-4EB7-41FB-BFE4-3693A5C2ED1B}" dt="2022-09-22T07:57:40.273" v="694" actId="5793"/>
          <ac:spMkLst>
            <pc:docMk/>
            <pc:sldMk cId="2366367615" sldId="346"/>
            <ac:spMk id="3" creationId="{F384BC2A-6222-E3B2-490B-F9E0DBDB0D1A}"/>
          </ac:spMkLst>
        </pc:spChg>
      </pc:sldChg>
      <pc:sldChg chg="modSp new mod">
        <pc:chgData name="Sara Muneeb" userId="29b624b1-a719-43f5-9b52-388cd4043c04" providerId="ADAL" clId="{9EA09CCF-4EB7-41FB-BFE4-3693A5C2ED1B}" dt="2022-09-22T08:05:41.346" v="1024" actId="20577"/>
        <pc:sldMkLst>
          <pc:docMk/>
          <pc:sldMk cId="1655376747" sldId="347"/>
        </pc:sldMkLst>
        <pc:spChg chg="mod">
          <ac:chgData name="Sara Muneeb" userId="29b624b1-a719-43f5-9b52-388cd4043c04" providerId="ADAL" clId="{9EA09CCF-4EB7-41FB-BFE4-3693A5C2ED1B}" dt="2022-09-22T08:01:17.077" v="736" actId="20577"/>
          <ac:spMkLst>
            <pc:docMk/>
            <pc:sldMk cId="1655376747" sldId="347"/>
            <ac:spMk id="2" creationId="{DA3B5A18-7666-09B7-37E4-629EA04477BB}"/>
          </ac:spMkLst>
        </pc:spChg>
        <pc:spChg chg="mod">
          <ac:chgData name="Sara Muneeb" userId="29b624b1-a719-43f5-9b52-388cd4043c04" providerId="ADAL" clId="{9EA09CCF-4EB7-41FB-BFE4-3693A5C2ED1B}" dt="2022-09-22T08:05:41.346" v="1024" actId="20577"/>
          <ac:spMkLst>
            <pc:docMk/>
            <pc:sldMk cId="1655376747" sldId="347"/>
            <ac:spMk id="3" creationId="{881FBEA2-06B0-3197-2DD0-7DF862946CC8}"/>
          </ac:spMkLst>
        </pc:spChg>
      </pc:sldChg>
      <pc:sldChg chg="modSp new mod">
        <pc:chgData name="Sara Muneeb" userId="29b624b1-a719-43f5-9b52-388cd4043c04" providerId="ADAL" clId="{9EA09CCF-4EB7-41FB-BFE4-3693A5C2ED1B}" dt="2022-09-23T04:10:19.880" v="1677" actId="20577"/>
        <pc:sldMkLst>
          <pc:docMk/>
          <pc:sldMk cId="341212743" sldId="348"/>
        </pc:sldMkLst>
        <pc:spChg chg="mod">
          <ac:chgData name="Sara Muneeb" userId="29b624b1-a719-43f5-9b52-388cd4043c04" providerId="ADAL" clId="{9EA09CCF-4EB7-41FB-BFE4-3693A5C2ED1B}" dt="2022-09-22T08:06:18.841" v="1053" actId="20577"/>
          <ac:spMkLst>
            <pc:docMk/>
            <pc:sldMk cId="341212743" sldId="348"/>
            <ac:spMk id="2" creationId="{11454D60-6B7B-50DD-2AD8-412E40FBB689}"/>
          </ac:spMkLst>
        </pc:spChg>
        <pc:spChg chg="mod">
          <ac:chgData name="Sara Muneeb" userId="29b624b1-a719-43f5-9b52-388cd4043c04" providerId="ADAL" clId="{9EA09CCF-4EB7-41FB-BFE4-3693A5C2ED1B}" dt="2022-09-23T04:10:19.880" v="1677" actId="20577"/>
          <ac:spMkLst>
            <pc:docMk/>
            <pc:sldMk cId="341212743" sldId="348"/>
            <ac:spMk id="3" creationId="{7FACFC41-DFC8-6E4C-F313-D0BE31CCDD5B}"/>
          </ac:spMkLst>
        </pc:spChg>
      </pc:sldChg>
      <pc:sldChg chg="modSp new mod">
        <pc:chgData name="Sara Muneeb" userId="29b624b1-a719-43f5-9b52-388cd4043c04" providerId="ADAL" clId="{9EA09CCF-4EB7-41FB-BFE4-3693A5C2ED1B}" dt="2022-09-22T08:17:33.004" v="1675" actId="20577"/>
        <pc:sldMkLst>
          <pc:docMk/>
          <pc:sldMk cId="451696442" sldId="349"/>
        </pc:sldMkLst>
        <pc:spChg chg="mod">
          <ac:chgData name="Sara Muneeb" userId="29b624b1-a719-43f5-9b52-388cd4043c04" providerId="ADAL" clId="{9EA09CCF-4EB7-41FB-BFE4-3693A5C2ED1B}" dt="2022-09-22T08:13:57.662" v="1396" actId="20577"/>
          <ac:spMkLst>
            <pc:docMk/>
            <pc:sldMk cId="451696442" sldId="349"/>
            <ac:spMk id="2" creationId="{D4825678-25D6-BBBB-4CB2-CC0EB5F247EA}"/>
          </ac:spMkLst>
        </pc:spChg>
        <pc:spChg chg="mod">
          <ac:chgData name="Sara Muneeb" userId="29b624b1-a719-43f5-9b52-388cd4043c04" providerId="ADAL" clId="{9EA09CCF-4EB7-41FB-BFE4-3693A5C2ED1B}" dt="2022-09-22T08:17:33.004" v="1675" actId="20577"/>
          <ac:spMkLst>
            <pc:docMk/>
            <pc:sldMk cId="451696442" sldId="349"/>
            <ac:spMk id="3" creationId="{3C9B9C60-F971-FB78-0C75-1A0D544D57A3}"/>
          </ac:spMkLst>
        </pc:spChg>
      </pc:sldChg>
      <pc:sldChg chg="addSp modSp new mod">
        <pc:chgData name="Sara Muneeb" userId="29b624b1-a719-43f5-9b52-388cd4043c04" providerId="ADAL" clId="{9EA09CCF-4EB7-41FB-BFE4-3693A5C2ED1B}" dt="2022-09-26T11:56:02.996" v="1947" actId="1076"/>
        <pc:sldMkLst>
          <pc:docMk/>
          <pc:sldMk cId="3205214481" sldId="350"/>
        </pc:sldMkLst>
        <pc:spChg chg="mod">
          <ac:chgData name="Sara Muneeb" userId="29b624b1-a719-43f5-9b52-388cd4043c04" providerId="ADAL" clId="{9EA09CCF-4EB7-41FB-BFE4-3693A5C2ED1B}" dt="2022-09-26T11:51:50.468" v="1705" actId="20577"/>
          <ac:spMkLst>
            <pc:docMk/>
            <pc:sldMk cId="3205214481" sldId="350"/>
            <ac:spMk id="2" creationId="{0E8DCFCD-A0A4-AD9E-20B7-7A547162772B}"/>
          </ac:spMkLst>
        </pc:spChg>
        <pc:spChg chg="mod">
          <ac:chgData name="Sara Muneeb" userId="29b624b1-a719-43f5-9b52-388cd4043c04" providerId="ADAL" clId="{9EA09CCF-4EB7-41FB-BFE4-3693A5C2ED1B}" dt="2022-09-26T11:54:49.520" v="1944" actId="20577"/>
          <ac:spMkLst>
            <pc:docMk/>
            <pc:sldMk cId="3205214481" sldId="350"/>
            <ac:spMk id="3" creationId="{6BB7A88A-49CC-3899-CBEF-4A2F3EDCA57F}"/>
          </ac:spMkLst>
        </pc:spChg>
        <pc:picChg chg="add mod">
          <ac:chgData name="Sara Muneeb" userId="29b624b1-a719-43f5-9b52-388cd4043c04" providerId="ADAL" clId="{9EA09CCF-4EB7-41FB-BFE4-3693A5C2ED1B}" dt="2022-09-26T11:56:02.996" v="1947" actId="1076"/>
          <ac:picMkLst>
            <pc:docMk/>
            <pc:sldMk cId="3205214481" sldId="350"/>
            <ac:picMk id="5" creationId="{A61A87CE-D5EC-A5B6-0918-FCC5A2F8EA06}"/>
          </ac:picMkLst>
        </pc:picChg>
      </pc:sldChg>
      <pc:sldChg chg="addSp modSp new mod">
        <pc:chgData name="Sara Muneeb" userId="29b624b1-a719-43f5-9b52-388cd4043c04" providerId="ADAL" clId="{9EA09CCF-4EB7-41FB-BFE4-3693A5C2ED1B}" dt="2022-09-26T12:13:50.285" v="2285" actId="14100"/>
        <pc:sldMkLst>
          <pc:docMk/>
          <pc:sldMk cId="3040880707" sldId="351"/>
        </pc:sldMkLst>
        <pc:spChg chg="mod">
          <ac:chgData name="Sara Muneeb" userId="29b624b1-a719-43f5-9b52-388cd4043c04" providerId="ADAL" clId="{9EA09CCF-4EB7-41FB-BFE4-3693A5C2ED1B}" dt="2022-09-26T12:04:48.887" v="1972" actId="313"/>
          <ac:spMkLst>
            <pc:docMk/>
            <pc:sldMk cId="3040880707" sldId="351"/>
            <ac:spMk id="2" creationId="{CA7B8B5E-896C-4C01-627E-B627C9117C65}"/>
          </ac:spMkLst>
        </pc:spChg>
        <pc:spChg chg="mod">
          <ac:chgData name="Sara Muneeb" userId="29b624b1-a719-43f5-9b52-388cd4043c04" providerId="ADAL" clId="{9EA09CCF-4EB7-41FB-BFE4-3693A5C2ED1B}" dt="2022-09-26T12:13:44.085" v="2283" actId="27636"/>
          <ac:spMkLst>
            <pc:docMk/>
            <pc:sldMk cId="3040880707" sldId="351"/>
            <ac:spMk id="3" creationId="{54292DFC-83CF-A1DC-FDD4-FBC6992FA78E}"/>
          </ac:spMkLst>
        </pc:spChg>
        <pc:picChg chg="add mod">
          <ac:chgData name="Sara Muneeb" userId="29b624b1-a719-43f5-9b52-388cd4043c04" providerId="ADAL" clId="{9EA09CCF-4EB7-41FB-BFE4-3693A5C2ED1B}" dt="2022-09-26T12:13:50.285" v="2285" actId="14100"/>
          <ac:picMkLst>
            <pc:docMk/>
            <pc:sldMk cId="3040880707" sldId="351"/>
            <ac:picMk id="5" creationId="{6124CA89-0899-98E4-92BE-56BD03DD26A5}"/>
          </ac:picMkLst>
        </pc:picChg>
      </pc:sldChg>
      <pc:sldChg chg="addSp modSp new mod">
        <pc:chgData name="Sara Muneeb" userId="29b624b1-a719-43f5-9b52-388cd4043c04" providerId="ADAL" clId="{9EA09CCF-4EB7-41FB-BFE4-3693A5C2ED1B}" dt="2022-09-26T12:24:46.851" v="2336" actId="1076"/>
        <pc:sldMkLst>
          <pc:docMk/>
          <pc:sldMk cId="2346777497" sldId="352"/>
        </pc:sldMkLst>
        <pc:spChg chg="mod">
          <ac:chgData name="Sara Muneeb" userId="29b624b1-a719-43f5-9b52-388cd4043c04" providerId="ADAL" clId="{9EA09CCF-4EB7-41FB-BFE4-3693A5C2ED1B}" dt="2022-09-26T12:20:13.554" v="2325" actId="313"/>
          <ac:spMkLst>
            <pc:docMk/>
            <pc:sldMk cId="2346777497" sldId="352"/>
            <ac:spMk id="2" creationId="{A5AD7DEC-19EA-3581-22A7-BB6724560F1A}"/>
          </ac:spMkLst>
        </pc:spChg>
        <pc:spChg chg="mod">
          <ac:chgData name="Sara Muneeb" userId="29b624b1-a719-43f5-9b52-388cd4043c04" providerId="ADAL" clId="{9EA09CCF-4EB7-41FB-BFE4-3693A5C2ED1B}" dt="2022-09-26T12:24:33.922" v="2332" actId="14100"/>
          <ac:spMkLst>
            <pc:docMk/>
            <pc:sldMk cId="2346777497" sldId="352"/>
            <ac:spMk id="3" creationId="{A470AC2C-F14C-E347-FDF6-6E18002950DA}"/>
          </ac:spMkLst>
        </pc:spChg>
        <pc:picChg chg="add mod">
          <ac:chgData name="Sara Muneeb" userId="29b624b1-a719-43f5-9b52-388cd4043c04" providerId="ADAL" clId="{9EA09CCF-4EB7-41FB-BFE4-3693A5C2ED1B}" dt="2022-09-26T12:24:46.851" v="2336" actId="1076"/>
          <ac:picMkLst>
            <pc:docMk/>
            <pc:sldMk cId="2346777497" sldId="352"/>
            <ac:picMk id="1026" creationId="{0A05C5FD-6F57-949B-4B08-06C4808086D2}"/>
          </ac:picMkLst>
        </pc:picChg>
      </pc:sldChg>
      <pc:sldChg chg="addSp modSp new mod">
        <pc:chgData name="Sara Muneeb" userId="29b624b1-a719-43f5-9b52-388cd4043c04" providerId="ADAL" clId="{9EA09CCF-4EB7-41FB-BFE4-3693A5C2ED1B}" dt="2022-09-26T12:33:53.180" v="2737" actId="1076"/>
        <pc:sldMkLst>
          <pc:docMk/>
          <pc:sldMk cId="647525035" sldId="353"/>
        </pc:sldMkLst>
        <pc:spChg chg="mod">
          <ac:chgData name="Sara Muneeb" userId="29b624b1-a719-43f5-9b52-388cd4043c04" providerId="ADAL" clId="{9EA09CCF-4EB7-41FB-BFE4-3693A5C2ED1B}" dt="2022-09-26T12:25:28.515" v="2355" actId="20577"/>
          <ac:spMkLst>
            <pc:docMk/>
            <pc:sldMk cId="647525035" sldId="353"/>
            <ac:spMk id="2" creationId="{7C0968B7-11E0-77DD-0CAE-DD3B0E4AB3F3}"/>
          </ac:spMkLst>
        </pc:spChg>
        <pc:spChg chg="mod">
          <ac:chgData name="Sara Muneeb" userId="29b624b1-a719-43f5-9b52-388cd4043c04" providerId="ADAL" clId="{9EA09CCF-4EB7-41FB-BFE4-3693A5C2ED1B}" dt="2022-09-26T12:33:49.942" v="2736" actId="27636"/>
          <ac:spMkLst>
            <pc:docMk/>
            <pc:sldMk cId="647525035" sldId="353"/>
            <ac:spMk id="3" creationId="{4941747E-8E50-5CDF-4EFE-972685AECF78}"/>
          </ac:spMkLst>
        </pc:spChg>
        <pc:picChg chg="add mod">
          <ac:chgData name="Sara Muneeb" userId="29b624b1-a719-43f5-9b52-388cd4043c04" providerId="ADAL" clId="{9EA09CCF-4EB7-41FB-BFE4-3693A5C2ED1B}" dt="2022-09-26T12:33:53.180" v="2737" actId="1076"/>
          <ac:picMkLst>
            <pc:docMk/>
            <pc:sldMk cId="647525035" sldId="353"/>
            <ac:picMk id="2050" creationId="{7DF233BE-1876-D4D2-B9EA-985BCFE14E1E}"/>
          </ac:picMkLst>
        </pc:picChg>
      </pc:sldChg>
      <pc:sldChg chg="modSp new mod">
        <pc:chgData name="Sara Muneeb" userId="29b624b1-a719-43f5-9b52-388cd4043c04" providerId="ADAL" clId="{9EA09CCF-4EB7-41FB-BFE4-3693A5C2ED1B}" dt="2022-09-26T12:45:12.650" v="2855" actId="15"/>
        <pc:sldMkLst>
          <pc:docMk/>
          <pc:sldMk cId="1129123376" sldId="354"/>
        </pc:sldMkLst>
        <pc:spChg chg="mod">
          <ac:chgData name="Sara Muneeb" userId="29b624b1-a719-43f5-9b52-388cd4043c04" providerId="ADAL" clId="{9EA09CCF-4EB7-41FB-BFE4-3693A5C2ED1B}" dt="2022-09-26T12:35:25.935" v="2757" actId="20577"/>
          <ac:spMkLst>
            <pc:docMk/>
            <pc:sldMk cId="1129123376" sldId="354"/>
            <ac:spMk id="2" creationId="{28AE8F55-B126-8873-999A-7BDA3BEEA1F4}"/>
          </ac:spMkLst>
        </pc:spChg>
        <pc:spChg chg="mod">
          <ac:chgData name="Sara Muneeb" userId="29b624b1-a719-43f5-9b52-388cd4043c04" providerId="ADAL" clId="{9EA09CCF-4EB7-41FB-BFE4-3693A5C2ED1B}" dt="2022-09-26T12:45:12.650" v="2855" actId="15"/>
          <ac:spMkLst>
            <pc:docMk/>
            <pc:sldMk cId="1129123376" sldId="354"/>
            <ac:spMk id="3" creationId="{C1ECCC8C-CE65-BEDE-4B3A-3CC6076A8462}"/>
          </ac:spMkLst>
        </pc:spChg>
      </pc:sldChg>
      <pc:sldChg chg="addSp modSp add mod">
        <pc:chgData name="Sara Muneeb" userId="29b624b1-a719-43f5-9b52-388cd4043c04" providerId="ADAL" clId="{9EA09CCF-4EB7-41FB-BFE4-3693A5C2ED1B}" dt="2022-09-26T12:48:54.895" v="2894" actId="1076"/>
        <pc:sldMkLst>
          <pc:docMk/>
          <pc:sldMk cId="2529333528" sldId="355"/>
        </pc:sldMkLst>
        <pc:spChg chg="mod">
          <ac:chgData name="Sara Muneeb" userId="29b624b1-a719-43f5-9b52-388cd4043c04" providerId="ADAL" clId="{9EA09CCF-4EB7-41FB-BFE4-3693A5C2ED1B}" dt="2022-09-26T12:48:37.411" v="2888" actId="27636"/>
          <ac:spMkLst>
            <pc:docMk/>
            <pc:sldMk cId="2529333528" sldId="355"/>
            <ac:spMk id="3" creationId="{C1ECCC8C-CE65-BEDE-4B3A-3CC6076A8462}"/>
          </ac:spMkLst>
        </pc:spChg>
        <pc:picChg chg="add mod">
          <ac:chgData name="Sara Muneeb" userId="29b624b1-a719-43f5-9b52-388cd4043c04" providerId="ADAL" clId="{9EA09CCF-4EB7-41FB-BFE4-3693A5C2ED1B}" dt="2022-09-26T12:48:54.895" v="2894" actId="1076"/>
          <ac:picMkLst>
            <pc:docMk/>
            <pc:sldMk cId="2529333528" sldId="355"/>
            <ac:picMk id="4" creationId="{4DAE0C73-5BBB-1FD6-94CE-D4AC1AC86F01}"/>
          </ac:picMkLst>
        </pc:picChg>
      </pc:sldChg>
      <pc:sldChg chg="new del">
        <pc:chgData name="Sara Muneeb" userId="29b624b1-a719-43f5-9b52-388cd4043c04" providerId="ADAL" clId="{9EA09CCF-4EB7-41FB-BFE4-3693A5C2ED1B}" dt="2022-09-26T12:37:01.145" v="2765" actId="47"/>
        <pc:sldMkLst>
          <pc:docMk/>
          <pc:sldMk cId="2494584753" sldId="356"/>
        </pc:sldMkLst>
      </pc:sldChg>
      <pc:sldChg chg="addSp delSp modSp new mod">
        <pc:chgData name="Sara Muneeb" userId="29b624b1-a719-43f5-9b52-388cd4043c04" providerId="ADAL" clId="{9EA09CCF-4EB7-41FB-BFE4-3693A5C2ED1B}" dt="2022-09-26T13:47:24.948" v="3532" actId="20577"/>
        <pc:sldMkLst>
          <pc:docMk/>
          <pc:sldMk cId="4291740093" sldId="356"/>
        </pc:sldMkLst>
        <pc:spChg chg="mod">
          <ac:chgData name="Sara Muneeb" userId="29b624b1-a719-43f5-9b52-388cd4043c04" providerId="ADAL" clId="{9EA09CCF-4EB7-41FB-BFE4-3693A5C2ED1B}" dt="2022-09-26T13:34:15.236" v="3167" actId="20577"/>
          <ac:spMkLst>
            <pc:docMk/>
            <pc:sldMk cId="4291740093" sldId="356"/>
            <ac:spMk id="2" creationId="{CFBFB153-691C-9201-1211-36CFCC640D7C}"/>
          </ac:spMkLst>
        </pc:spChg>
        <pc:spChg chg="mod">
          <ac:chgData name="Sara Muneeb" userId="29b624b1-a719-43f5-9b52-388cd4043c04" providerId="ADAL" clId="{9EA09CCF-4EB7-41FB-BFE4-3693A5C2ED1B}" dt="2022-09-26T13:47:24.948" v="3532" actId="20577"/>
          <ac:spMkLst>
            <pc:docMk/>
            <pc:sldMk cId="4291740093" sldId="356"/>
            <ac:spMk id="3" creationId="{7270C85C-2BE4-E87C-7FCD-10CC7659C68A}"/>
          </ac:spMkLst>
        </pc:spChg>
        <pc:picChg chg="add del">
          <ac:chgData name="Sara Muneeb" userId="29b624b1-a719-43f5-9b52-388cd4043c04" providerId="ADAL" clId="{9EA09CCF-4EB7-41FB-BFE4-3693A5C2ED1B}" dt="2022-09-26T12:48:42.704" v="2889" actId="21"/>
          <ac:picMkLst>
            <pc:docMk/>
            <pc:sldMk cId="4291740093" sldId="356"/>
            <ac:picMk id="3074" creationId="{E1D94CC8-3E59-81D2-D893-06A0E75D18CC}"/>
          </ac:picMkLst>
        </pc:picChg>
      </pc:sldChg>
      <pc:sldChg chg="modSp new mod">
        <pc:chgData name="Sara Muneeb" userId="29b624b1-a719-43f5-9b52-388cd4043c04" providerId="ADAL" clId="{9EA09CCF-4EB7-41FB-BFE4-3693A5C2ED1B}" dt="2022-09-26T12:57:08.820" v="3070" actId="20577"/>
        <pc:sldMkLst>
          <pc:docMk/>
          <pc:sldMk cId="54550552" sldId="357"/>
        </pc:sldMkLst>
        <pc:spChg chg="mod">
          <ac:chgData name="Sara Muneeb" userId="29b624b1-a719-43f5-9b52-388cd4043c04" providerId="ADAL" clId="{9EA09CCF-4EB7-41FB-BFE4-3693A5C2ED1B}" dt="2022-09-26T12:53:36.592" v="2917" actId="20577"/>
          <ac:spMkLst>
            <pc:docMk/>
            <pc:sldMk cId="54550552" sldId="357"/>
            <ac:spMk id="2" creationId="{EF8288DE-2B60-94B2-6CCD-5D48D456248E}"/>
          </ac:spMkLst>
        </pc:spChg>
        <pc:spChg chg="mod">
          <ac:chgData name="Sara Muneeb" userId="29b624b1-a719-43f5-9b52-388cd4043c04" providerId="ADAL" clId="{9EA09CCF-4EB7-41FB-BFE4-3693A5C2ED1B}" dt="2022-09-26T12:57:08.820" v="3070" actId="20577"/>
          <ac:spMkLst>
            <pc:docMk/>
            <pc:sldMk cId="54550552" sldId="357"/>
            <ac:spMk id="3" creationId="{8D818E5A-FBA5-CB41-B3D1-CA93020B03BB}"/>
          </ac:spMkLst>
        </pc:spChg>
      </pc:sldChg>
      <pc:sldChg chg="addSp delSp modSp new mod">
        <pc:chgData name="Sara Muneeb" userId="29b624b1-a719-43f5-9b52-388cd4043c04" providerId="ADAL" clId="{9EA09CCF-4EB7-41FB-BFE4-3693A5C2ED1B}" dt="2022-09-26T13:11:27.434" v="3100" actId="20577"/>
        <pc:sldMkLst>
          <pc:docMk/>
          <pc:sldMk cId="4289276877" sldId="358"/>
        </pc:sldMkLst>
        <pc:spChg chg="mod">
          <ac:chgData name="Sara Muneeb" userId="29b624b1-a719-43f5-9b52-388cd4043c04" providerId="ADAL" clId="{9EA09CCF-4EB7-41FB-BFE4-3693A5C2ED1B}" dt="2022-09-26T13:11:27.434" v="3100" actId="20577"/>
          <ac:spMkLst>
            <pc:docMk/>
            <pc:sldMk cId="4289276877" sldId="358"/>
            <ac:spMk id="2" creationId="{640C19B3-13A4-F146-A359-843938950160}"/>
          </ac:spMkLst>
        </pc:spChg>
        <pc:spChg chg="del">
          <ac:chgData name="Sara Muneeb" userId="29b624b1-a719-43f5-9b52-388cd4043c04" providerId="ADAL" clId="{9EA09CCF-4EB7-41FB-BFE4-3693A5C2ED1B}" dt="2022-09-26T13:11:18.457" v="3077"/>
          <ac:spMkLst>
            <pc:docMk/>
            <pc:sldMk cId="4289276877" sldId="358"/>
            <ac:spMk id="3" creationId="{980744BF-2C22-6E27-7C2B-974063CE010F}"/>
          </ac:spMkLst>
        </pc:spChg>
        <pc:picChg chg="add mod">
          <ac:chgData name="Sara Muneeb" userId="29b624b1-a719-43f5-9b52-388cd4043c04" providerId="ADAL" clId="{9EA09CCF-4EB7-41FB-BFE4-3693A5C2ED1B}" dt="2022-09-26T13:11:18.457" v="3077"/>
          <ac:picMkLst>
            <pc:docMk/>
            <pc:sldMk cId="4289276877" sldId="358"/>
            <ac:picMk id="4" creationId="{394C3760-0196-2419-53C2-26B23E717517}"/>
          </ac:picMkLst>
        </pc:picChg>
      </pc:sldChg>
      <pc:sldChg chg="addSp delSp modSp new mod">
        <pc:chgData name="Sara Muneeb" userId="29b624b1-a719-43f5-9b52-388cd4043c04" providerId="ADAL" clId="{9EA09CCF-4EB7-41FB-BFE4-3693A5C2ED1B}" dt="2022-09-26T13:53:57.154" v="3694" actId="20577"/>
        <pc:sldMkLst>
          <pc:docMk/>
          <pc:sldMk cId="229001700" sldId="359"/>
        </pc:sldMkLst>
        <pc:spChg chg="mod">
          <ac:chgData name="Sara Muneeb" userId="29b624b1-a719-43f5-9b52-388cd4043c04" providerId="ADAL" clId="{9EA09CCF-4EB7-41FB-BFE4-3693A5C2ED1B}" dt="2022-09-26T13:50:16.669" v="3567" actId="20577"/>
          <ac:spMkLst>
            <pc:docMk/>
            <pc:sldMk cId="229001700" sldId="359"/>
            <ac:spMk id="2" creationId="{F98F9137-C1CA-118D-731A-99E5F695D6C0}"/>
          </ac:spMkLst>
        </pc:spChg>
        <pc:spChg chg="add del">
          <ac:chgData name="Sara Muneeb" userId="29b624b1-a719-43f5-9b52-388cd4043c04" providerId="ADAL" clId="{9EA09CCF-4EB7-41FB-BFE4-3693A5C2ED1B}" dt="2022-09-26T13:50:08.150" v="3555"/>
          <ac:spMkLst>
            <pc:docMk/>
            <pc:sldMk cId="229001700" sldId="359"/>
            <ac:spMk id="3" creationId="{44DF56D5-C058-4B45-E3EC-3DF65DB729CB}"/>
          </ac:spMkLst>
        </pc:spChg>
        <pc:spChg chg="add del">
          <ac:chgData name="Sara Muneeb" userId="29b624b1-a719-43f5-9b52-388cd4043c04" providerId="ADAL" clId="{9EA09CCF-4EB7-41FB-BFE4-3693A5C2ED1B}" dt="2022-09-26T13:38:46.500" v="3203"/>
          <ac:spMkLst>
            <pc:docMk/>
            <pc:sldMk cId="229001700" sldId="359"/>
            <ac:spMk id="4" creationId="{11010B25-470A-C69F-920A-71E9AA420A5C}"/>
          </ac:spMkLst>
        </pc:spChg>
        <pc:spChg chg="add del mod">
          <ac:chgData name="Sara Muneeb" userId="29b624b1-a719-43f5-9b52-388cd4043c04" providerId="ADAL" clId="{9EA09CCF-4EB7-41FB-BFE4-3693A5C2ED1B}" dt="2022-09-26T13:51:34.550" v="3623" actId="478"/>
          <ac:spMkLst>
            <pc:docMk/>
            <pc:sldMk cId="229001700" sldId="359"/>
            <ac:spMk id="7" creationId="{55E16647-D2C9-C8CB-D961-62FF293F10D9}"/>
          </ac:spMkLst>
        </pc:spChg>
        <pc:spChg chg="add mod">
          <ac:chgData name="Sara Muneeb" userId="29b624b1-a719-43f5-9b52-388cd4043c04" providerId="ADAL" clId="{9EA09CCF-4EB7-41FB-BFE4-3693A5C2ED1B}" dt="2022-09-26T13:52:59.773" v="3687" actId="1076"/>
          <ac:spMkLst>
            <pc:docMk/>
            <pc:sldMk cId="229001700" sldId="359"/>
            <ac:spMk id="8" creationId="{545ECCA4-8705-72BE-13D0-608ECA22A39D}"/>
          </ac:spMkLst>
        </pc:spChg>
        <pc:spChg chg="add mod">
          <ac:chgData name="Sara Muneeb" userId="29b624b1-a719-43f5-9b52-388cd4043c04" providerId="ADAL" clId="{9EA09CCF-4EB7-41FB-BFE4-3693A5C2ED1B}" dt="2022-09-26T13:53:57.154" v="3694" actId="20577"/>
          <ac:spMkLst>
            <pc:docMk/>
            <pc:sldMk cId="229001700" sldId="359"/>
            <ac:spMk id="9" creationId="{B7B7CAD6-5630-88BA-0B13-59B615A50826}"/>
          </ac:spMkLst>
        </pc:spChg>
        <pc:picChg chg="add mod">
          <ac:chgData name="Sara Muneeb" userId="29b624b1-a719-43f5-9b52-388cd4043c04" providerId="ADAL" clId="{9EA09CCF-4EB7-41FB-BFE4-3693A5C2ED1B}" dt="2022-09-26T13:51:37.883" v="3624" actId="1076"/>
          <ac:picMkLst>
            <pc:docMk/>
            <pc:sldMk cId="229001700" sldId="359"/>
            <ac:picMk id="4" creationId="{0AF5CDAC-9335-7B07-C42D-A5744BA78459}"/>
          </ac:picMkLst>
        </pc:picChg>
        <pc:picChg chg="add del mod">
          <ac:chgData name="Sara Muneeb" userId="29b624b1-a719-43f5-9b52-388cd4043c04" providerId="ADAL" clId="{9EA09CCF-4EB7-41FB-BFE4-3693A5C2ED1B}" dt="2022-09-26T13:50:19.048" v="3568" actId="21"/>
          <ac:picMkLst>
            <pc:docMk/>
            <pc:sldMk cId="229001700" sldId="359"/>
            <ac:picMk id="5" creationId="{619FDB95-4E18-1B5A-F86C-2F88024D15D1}"/>
          </ac:picMkLst>
        </pc:picChg>
        <pc:picChg chg="add del mod">
          <ac:chgData name="Sara Muneeb" userId="29b624b1-a719-43f5-9b52-388cd4043c04" providerId="ADAL" clId="{9EA09CCF-4EB7-41FB-BFE4-3693A5C2ED1B}" dt="2022-09-26T13:49:04.885" v="3554"/>
          <ac:picMkLst>
            <pc:docMk/>
            <pc:sldMk cId="229001700" sldId="359"/>
            <ac:picMk id="1026" creationId="{7524872C-454E-07E0-F7E5-A19CFA300F20}"/>
          </ac:picMkLst>
        </pc:picChg>
        <pc:picChg chg="add mod">
          <ac:chgData name="Sara Muneeb" userId="29b624b1-a719-43f5-9b52-388cd4043c04" providerId="ADAL" clId="{9EA09CCF-4EB7-41FB-BFE4-3693A5C2ED1B}" dt="2022-09-26T13:53:35.303" v="3690" actId="1076"/>
          <ac:picMkLst>
            <pc:docMk/>
            <pc:sldMk cId="229001700" sldId="359"/>
            <ac:picMk id="1028" creationId="{027EF732-E85B-3BD2-22A1-A7705BE0336D}"/>
          </ac:picMkLst>
        </pc:picChg>
      </pc:sldChg>
      <pc:sldChg chg="addSp delSp modSp new mod">
        <pc:chgData name="Sara Muneeb" userId="29b624b1-a719-43f5-9b52-388cd4043c04" providerId="ADAL" clId="{9EA09CCF-4EB7-41FB-BFE4-3693A5C2ED1B}" dt="2022-09-26T13:51:17.410" v="3622" actId="20577"/>
        <pc:sldMkLst>
          <pc:docMk/>
          <pc:sldMk cId="1469553589" sldId="360"/>
        </pc:sldMkLst>
        <pc:spChg chg="mod">
          <ac:chgData name="Sara Muneeb" userId="29b624b1-a719-43f5-9b52-388cd4043c04" providerId="ADAL" clId="{9EA09CCF-4EB7-41FB-BFE4-3693A5C2ED1B}" dt="2022-09-26T13:50:29.026" v="3597" actId="20577"/>
          <ac:spMkLst>
            <pc:docMk/>
            <pc:sldMk cId="1469553589" sldId="360"/>
            <ac:spMk id="2" creationId="{D58BB696-325A-DCD1-4814-0FEA7BBCE833}"/>
          </ac:spMkLst>
        </pc:spChg>
        <pc:spChg chg="del">
          <ac:chgData name="Sara Muneeb" userId="29b624b1-a719-43f5-9b52-388cd4043c04" providerId="ADAL" clId="{9EA09CCF-4EB7-41FB-BFE4-3693A5C2ED1B}" dt="2022-09-26T13:50:30.788" v="3598"/>
          <ac:spMkLst>
            <pc:docMk/>
            <pc:sldMk cId="1469553589" sldId="360"/>
            <ac:spMk id="3" creationId="{04F00A85-D3C9-1943-A7CC-4E46E72BE707}"/>
          </ac:spMkLst>
        </pc:spChg>
        <pc:spChg chg="add mod">
          <ac:chgData name="Sara Muneeb" userId="29b624b1-a719-43f5-9b52-388cd4043c04" providerId="ADAL" clId="{9EA09CCF-4EB7-41FB-BFE4-3693A5C2ED1B}" dt="2022-09-26T13:51:17.410" v="3622" actId="20577"/>
          <ac:spMkLst>
            <pc:docMk/>
            <pc:sldMk cId="1469553589" sldId="360"/>
            <ac:spMk id="5" creationId="{EB9CF960-A730-4344-A5D4-23F15CCDA64A}"/>
          </ac:spMkLst>
        </pc:spChg>
        <pc:picChg chg="add mod">
          <ac:chgData name="Sara Muneeb" userId="29b624b1-a719-43f5-9b52-388cd4043c04" providerId="ADAL" clId="{9EA09CCF-4EB7-41FB-BFE4-3693A5C2ED1B}" dt="2022-09-26T13:50:33.192" v="3599" actId="1076"/>
          <ac:picMkLst>
            <pc:docMk/>
            <pc:sldMk cId="1469553589" sldId="360"/>
            <ac:picMk id="4" creationId="{0484441A-E25E-837D-22C6-1D1AB91CD4CE}"/>
          </ac:picMkLst>
        </pc:picChg>
      </pc:sldChg>
      <pc:sldChg chg="modSp new mod">
        <pc:chgData name="Sara Muneeb" userId="29b624b1-a719-43f5-9b52-388cd4043c04" providerId="ADAL" clId="{9EA09CCF-4EB7-41FB-BFE4-3693A5C2ED1B}" dt="2022-09-26T13:55:48.156" v="3879" actId="20577"/>
        <pc:sldMkLst>
          <pc:docMk/>
          <pc:sldMk cId="2619516327" sldId="361"/>
        </pc:sldMkLst>
        <pc:spChg chg="mod">
          <ac:chgData name="Sara Muneeb" userId="29b624b1-a719-43f5-9b52-388cd4043c04" providerId="ADAL" clId="{9EA09CCF-4EB7-41FB-BFE4-3693A5C2ED1B}" dt="2022-09-26T13:54:14.226" v="3705" actId="20577"/>
          <ac:spMkLst>
            <pc:docMk/>
            <pc:sldMk cId="2619516327" sldId="361"/>
            <ac:spMk id="2" creationId="{55EC64E2-21D2-138F-4D1B-7FB5FC9F9D85}"/>
          </ac:spMkLst>
        </pc:spChg>
        <pc:spChg chg="mod">
          <ac:chgData name="Sara Muneeb" userId="29b624b1-a719-43f5-9b52-388cd4043c04" providerId="ADAL" clId="{9EA09CCF-4EB7-41FB-BFE4-3693A5C2ED1B}" dt="2022-09-26T13:55:48.156" v="3879" actId="20577"/>
          <ac:spMkLst>
            <pc:docMk/>
            <pc:sldMk cId="2619516327" sldId="361"/>
            <ac:spMk id="3" creationId="{EE3035D7-8931-7883-167C-B35ACFE77B5B}"/>
          </ac:spMkLst>
        </pc:spChg>
      </pc:sldChg>
      <pc:sldChg chg="modSp new mod">
        <pc:chgData name="Sara Muneeb" userId="29b624b1-a719-43f5-9b52-388cd4043c04" providerId="ADAL" clId="{9EA09CCF-4EB7-41FB-BFE4-3693A5C2ED1B}" dt="2022-09-26T14:10:47.952" v="4078" actId="20577"/>
        <pc:sldMkLst>
          <pc:docMk/>
          <pc:sldMk cId="4180375240" sldId="362"/>
        </pc:sldMkLst>
        <pc:spChg chg="mod">
          <ac:chgData name="Sara Muneeb" userId="29b624b1-a719-43f5-9b52-388cd4043c04" providerId="ADAL" clId="{9EA09CCF-4EB7-41FB-BFE4-3693A5C2ED1B}" dt="2022-09-26T14:03:23.456" v="3933" actId="20577"/>
          <ac:spMkLst>
            <pc:docMk/>
            <pc:sldMk cId="4180375240" sldId="362"/>
            <ac:spMk id="2" creationId="{9FAD0792-FC14-816B-998F-B15FBB1785A9}"/>
          </ac:spMkLst>
        </pc:spChg>
        <pc:spChg chg="mod">
          <ac:chgData name="Sara Muneeb" userId="29b624b1-a719-43f5-9b52-388cd4043c04" providerId="ADAL" clId="{9EA09CCF-4EB7-41FB-BFE4-3693A5C2ED1B}" dt="2022-09-26T14:10:47.952" v="4078" actId="20577"/>
          <ac:spMkLst>
            <pc:docMk/>
            <pc:sldMk cId="4180375240" sldId="362"/>
            <ac:spMk id="3" creationId="{EAC1B5F1-356A-1A41-0F34-CDFB0D598E21}"/>
          </ac:spMkLst>
        </pc:spChg>
      </pc:sldChg>
    </pc:docChg>
  </pc:docChgLst>
  <pc:docChgLst>
    <pc:chgData name="Sara Muneeb" userId="29b624b1-a719-43f5-9b52-388cd4043c04" providerId="ADAL" clId="{1FA540FA-FB29-47AF-B8E6-0D8739E0B2D2}"/>
    <pc:docChg chg="undo custSel addSld modSld">
      <pc:chgData name="Sara Muneeb" userId="29b624b1-a719-43f5-9b52-388cd4043c04" providerId="ADAL" clId="{1FA540FA-FB29-47AF-B8E6-0D8739E0B2D2}" dt="2022-10-11T03:38:02.705" v="691" actId="22"/>
      <pc:docMkLst>
        <pc:docMk/>
      </pc:docMkLst>
      <pc:sldChg chg="addSp modSp new mod">
        <pc:chgData name="Sara Muneeb" userId="29b624b1-a719-43f5-9b52-388cd4043c04" providerId="ADAL" clId="{1FA540FA-FB29-47AF-B8E6-0D8739E0B2D2}" dt="2022-10-09T19:21:42.106" v="300" actId="1076"/>
        <pc:sldMkLst>
          <pc:docMk/>
          <pc:sldMk cId="1666915946" sldId="266"/>
        </pc:sldMkLst>
        <pc:spChg chg="mod">
          <ac:chgData name="Sara Muneeb" userId="29b624b1-a719-43f5-9b52-388cd4043c04" providerId="ADAL" clId="{1FA540FA-FB29-47AF-B8E6-0D8739E0B2D2}" dt="2022-10-09T19:10:54.886" v="28" actId="20577"/>
          <ac:spMkLst>
            <pc:docMk/>
            <pc:sldMk cId="1666915946" sldId="266"/>
            <ac:spMk id="2" creationId="{3D6B7B91-5182-5F00-5BBE-98E52FD18849}"/>
          </ac:spMkLst>
        </pc:spChg>
        <pc:spChg chg="mod">
          <ac:chgData name="Sara Muneeb" userId="29b624b1-a719-43f5-9b52-388cd4043c04" providerId="ADAL" clId="{1FA540FA-FB29-47AF-B8E6-0D8739E0B2D2}" dt="2022-10-09T19:18:22.525" v="297" actId="404"/>
          <ac:spMkLst>
            <pc:docMk/>
            <pc:sldMk cId="1666915946" sldId="266"/>
            <ac:spMk id="3" creationId="{C3B31900-4ACA-A8E0-028F-189FC9788894}"/>
          </ac:spMkLst>
        </pc:spChg>
        <pc:picChg chg="add mod">
          <ac:chgData name="Sara Muneeb" userId="29b624b1-a719-43f5-9b52-388cd4043c04" providerId="ADAL" clId="{1FA540FA-FB29-47AF-B8E6-0D8739E0B2D2}" dt="2022-10-09T19:21:42.106" v="300" actId="1076"/>
          <ac:picMkLst>
            <pc:docMk/>
            <pc:sldMk cId="1666915946" sldId="266"/>
            <ac:picMk id="5" creationId="{A50E0E02-93E5-B92C-7455-222F0028E00A}"/>
          </ac:picMkLst>
        </pc:picChg>
      </pc:sldChg>
      <pc:sldChg chg="addSp modSp new mod">
        <pc:chgData name="Sara Muneeb" userId="29b624b1-a719-43f5-9b52-388cd4043c04" providerId="ADAL" clId="{1FA540FA-FB29-47AF-B8E6-0D8739E0B2D2}" dt="2022-10-09T19:43:16.086" v="459" actId="1076"/>
        <pc:sldMkLst>
          <pc:docMk/>
          <pc:sldMk cId="662440185" sldId="267"/>
        </pc:sldMkLst>
        <pc:spChg chg="mod">
          <ac:chgData name="Sara Muneeb" userId="29b624b1-a719-43f5-9b52-388cd4043c04" providerId="ADAL" clId="{1FA540FA-FB29-47AF-B8E6-0D8739E0B2D2}" dt="2022-10-09T19:28:29.356" v="333" actId="20577"/>
          <ac:spMkLst>
            <pc:docMk/>
            <pc:sldMk cId="662440185" sldId="267"/>
            <ac:spMk id="2" creationId="{1EB16E9C-F4B4-6DC7-1F5F-3E350474FD8D}"/>
          </ac:spMkLst>
        </pc:spChg>
        <pc:spChg chg="mod">
          <ac:chgData name="Sara Muneeb" userId="29b624b1-a719-43f5-9b52-388cd4043c04" providerId="ADAL" clId="{1FA540FA-FB29-47AF-B8E6-0D8739E0B2D2}" dt="2022-10-09T19:29:33.971" v="457" actId="20577"/>
          <ac:spMkLst>
            <pc:docMk/>
            <pc:sldMk cId="662440185" sldId="267"/>
            <ac:spMk id="3" creationId="{A32D9A4E-99A2-1490-A13B-640B7C9905E4}"/>
          </ac:spMkLst>
        </pc:spChg>
        <pc:picChg chg="add mod">
          <ac:chgData name="Sara Muneeb" userId="29b624b1-a719-43f5-9b52-388cd4043c04" providerId="ADAL" clId="{1FA540FA-FB29-47AF-B8E6-0D8739E0B2D2}" dt="2022-10-09T19:43:16.086" v="459" actId="1076"/>
          <ac:picMkLst>
            <pc:docMk/>
            <pc:sldMk cId="662440185" sldId="267"/>
            <ac:picMk id="5" creationId="{171E8BB9-6D3F-1874-D359-5076A4B799F4}"/>
          </ac:picMkLst>
        </pc:picChg>
      </pc:sldChg>
      <pc:sldChg chg="modSp new mod">
        <pc:chgData name="Sara Muneeb" userId="29b624b1-a719-43f5-9b52-388cd4043c04" providerId="ADAL" clId="{1FA540FA-FB29-47AF-B8E6-0D8739E0B2D2}" dt="2022-10-10T13:27:38.625" v="628" actId="20577"/>
        <pc:sldMkLst>
          <pc:docMk/>
          <pc:sldMk cId="1251303979" sldId="268"/>
        </pc:sldMkLst>
        <pc:spChg chg="mod">
          <ac:chgData name="Sara Muneeb" userId="29b624b1-a719-43f5-9b52-388cd4043c04" providerId="ADAL" clId="{1FA540FA-FB29-47AF-B8E6-0D8739E0B2D2}" dt="2022-10-09T19:43:46.397" v="473" actId="313"/>
          <ac:spMkLst>
            <pc:docMk/>
            <pc:sldMk cId="1251303979" sldId="268"/>
            <ac:spMk id="2" creationId="{72C2B535-7268-5509-2AEB-37AB903BBAF4}"/>
          </ac:spMkLst>
        </pc:spChg>
        <pc:spChg chg="mod">
          <ac:chgData name="Sara Muneeb" userId="29b624b1-a719-43f5-9b52-388cd4043c04" providerId="ADAL" clId="{1FA540FA-FB29-47AF-B8E6-0D8739E0B2D2}" dt="2022-10-10T13:27:38.625" v="628" actId="20577"/>
          <ac:spMkLst>
            <pc:docMk/>
            <pc:sldMk cId="1251303979" sldId="268"/>
            <ac:spMk id="3" creationId="{6D4F821F-443B-73AB-438B-0D79F768E520}"/>
          </ac:spMkLst>
        </pc:spChg>
      </pc:sldChg>
      <pc:sldChg chg="addSp delSp modSp new mod">
        <pc:chgData name="Sara Muneeb" userId="29b624b1-a719-43f5-9b52-388cd4043c04" providerId="ADAL" clId="{1FA540FA-FB29-47AF-B8E6-0D8739E0B2D2}" dt="2022-10-11T03:35:23.935" v="673" actId="1076"/>
        <pc:sldMkLst>
          <pc:docMk/>
          <pc:sldMk cId="625244237" sldId="269"/>
        </pc:sldMkLst>
        <pc:spChg chg="mod">
          <ac:chgData name="Sara Muneeb" userId="29b624b1-a719-43f5-9b52-388cd4043c04" providerId="ADAL" clId="{1FA540FA-FB29-47AF-B8E6-0D8739E0B2D2}" dt="2022-10-11T03:33:46.974" v="643" actId="20577"/>
          <ac:spMkLst>
            <pc:docMk/>
            <pc:sldMk cId="625244237" sldId="269"/>
            <ac:spMk id="2" creationId="{5F01BC58-0316-1E83-9946-7CA7D05D8B0B}"/>
          </ac:spMkLst>
        </pc:spChg>
        <pc:spChg chg="del">
          <ac:chgData name="Sara Muneeb" userId="29b624b1-a719-43f5-9b52-388cd4043c04" providerId="ADAL" clId="{1FA540FA-FB29-47AF-B8E6-0D8739E0B2D2}" dt="2022-10-11T03:33:10.171" v="637" actId="22"/>
          <ac:spMkLst>
            <pc:docMk/>
            <pc:sldMk cId="625244237" sldId="269"/>
            <ac:spMk id="3" creationId="{6A6EC27F-4CF7-11D7-A820-E250D063553A}"/>
          </ac:spMkLst>
        </pc:spChg>
        <pc:spChg chg="add mod">
          <ac:chgData name="Sara Muneeb" userId="29b624b1-a719-43f5-9b52-388cd4043c04" providerId="ADAL" clId="{1FA540FA-FB29-47AF-B8E6-0D8739E0B2D2}" dt="2022-10-11T03:35:23.935" v="673" actId="1076"/>
          <ac:spMkLst>
            <pc:docMk/>
            <pc:sldMk cId="625244237" sldId="269"/>
            <ac:spMk id="8" creationId="{0C0E423E-88D0-59CF-F3B5-8D1BE6925139}"/>
          </ac:spMkLst>
        </pc:spChg>
        <pc:spChg chg="add del">
          <ac:chgData name="Sara Muneeb" userId="29b624b1-a719-43f5-9b52-388cd4043c04" providerId="ADAL" clId="{1FA540FA-FB29-47AF-B8E6-0D8739E0B2D2}" dt="2022-10-11T03:34:08.229" v="672" actId="22"/>
          <ac:spMkLst>
            <pc:docMk/>
            <pc:sldMk cId="625244237" sldId="269"/>
            <ac:spMk id="10" creationId="{4EEB028C-8841-F7FE-71C9-2C086DE6B319}"/>
          </ac:spMkLst>
        </pc:spChg>
        <pc:picChg chg="add mod ord">
          <ac:chgData name="Sara Muneeb" userId="29b624b1-a719-43f5-9b52-388cd4043c04" providerId="ADAL" clId="{1FA540FA-FB29-47AF-B8E6-0D8739E0B2D2}" dt="2022-10-11T03:33:39.565" v="638" actId="1076"/>
          <ac:picMkLst>
            <pc:docMk/>
            <pc:sldMk cId="625244237" sldId="269"/>
            <ac:picMk id="5" creationId="{9BC8146D-0F66-DF8C-C734-4B27B07BEE7B}"/>
          </ac:picMkLst>
        </pc:picChg>
        <pc:picChg chg="add mod">
          <ac:chgData name="Sara Muneeb" userId="29b624b1-a719-43f5-9b52-388cd4043c04" providerId="ADAL" clId="{1FA540FA-FB29-47AF-B8E6-0D8739E0B2D2}" dt="2022-10-11T03:33:50.621" v="644" actId="1076"/>
          <ac:picMkLst>
            <pc:docMk/>
            <pc:sldMk cId="625244237" sldId="269"/>
            <ac:picMk id="7" creationId="{96DD6489-F2BB-D6F2-8A85-E1F562736C39}"/>
          </ac:picMkLst>
        </pc:picChg>
      </pc:sldChg>
      <pc:sldChg chg="addSp delSp modSp new mod">
        <pc:chgData name="Sara Muneeb" userId="29b624b1-a719-43f5-9b52-388cd4043c04" providerId="ADAL" clId="{1FA540FA-FB29-47AF-B8E6-0D8739E0B2D2}" dt="2022-10-11T03:37:11.100" v="682" actId="22"/>
        <pc:sldMkLst>
          <pc:docMk/>
          <pc:sldMk cId="3689388705" sldId="270"/>
        </pc:sldMkLst>
        <pc:spChg chg="mod">
          <ac:chgData name="Sara Muneeb" userId="29b624b1-a719-43f5-9b52-388cd4043c04" providerId="ADAL" clId="{1FA540FA-FB29-47AF-B8E6-0D8739E0B2D2}" dt="2022-10-11T03:37:09.676" v="681" actId="20577"/>
          <ac:spMkLst>
            <pc:docMk/>
            <pc:sldMk cId="3689388705" sldId="270"/>
            <ac:spMk id="2" creationId="{58EF37E9-E7BC-018E-73CE-75C7B218651C}"/>
          </ac:spMkLst>
        </pc:spChg>
        <pc:spChg chg="del">
          <ac:chgData name="Sara Muneeb" userId="29b624b1-a719-43f5-9b52-388cd4043c04" providerId="ADAL" clId="{1FA540FA-FB29-47AF-B8E6-0D8739E0B2D2}" dt="2022-10-11T03:37:11.100" v="682" actId="22"/>
          <ac:spMkLst>
            <pc:docMk/>
            <pc:sldMk cId="3689388705" sldId="270"/>
            <ac:spMk id="3" creationId="{2C353487-9E4D-779C-EBB6-95CD303A3417}"/>
          </ac:spMkLst>
        </pc:spChg>
        <pc:picChg chg="add mod ord">
          <ac:chgData name="Sara Muneeb" userId="29b624b1-a719-43f5-9b52-388cd4043c04" providerId="ADAL" clId="{1FA540FA-FB29-47AF-B8E6-0D8739E0B2D2}" dt="2022-10-11T03:37:11.100" v="682" actId="22"/>
          <ac:picMkLst>
            <pc:docMk/>
            <pc:sldMk cId="3689388705" sldId="270"/>
            <ac:picMk id="5" creationId="{C7722764-545B-0C35-EB1C-BFB823F3DB88}"/>
          </ac:picMkLst>
        </pc:picChg>
      </pc:sldChg>
      <pc:sldChg chg="addSp delSp modSp new mod">
        <pc:chgData name="Sara Muneeb" userId="29b624b1-a719-43f5-9b52-388cd4043c04" providerId="ADAL" clId="{1FA540FA-FB29-47AF-B8E6-0D8739E0B2D2}" dt="2022-10-11T03:38:02.705" v="691" actId="22"/>
        <pc:sldMkLst>
          <pc:docMk/>
          <pc:sldMk cId="2632452845" sldId="271"/>
        </pc:sldMkLst>
        <pc:spChg chg="mod">
          <ac:chgData name="Sara Muneeb" userId="29b624b1-a719-43f5-9b52-388cd4043c04" providerId="ADAL" clId="{1FA540FA-FB29-47AF-B8E6-0D8739E0B2D2}" dt="2022-10-11T03:38:01.359" v="690" actId="20577"/>
          <ac:spMkLst>
            <pc:docMk/>
            <pc:sldMk cId="2632452845" sldId="271"/>
            <ac:spMk id="2" creationId="{25BBDD64-D44B-7E74-EC68-DD3A93B290B8}"/>
          </ac:spMkLst>
        </pc:spChg>
        <pc:spChg chg="del">
          <ac:chgData name="Sara Muneeb" userId="29b624b1-a719-43f5-9b52-388cd4043c04" providerId="ADAL" clId="{1FA540FA-FB29-47AF-B8E6-0D8739E0B2D2}" dt="2022-10-11T03:38:02.705" v="691" actId="22"/>
          <ac:spMkLst>
            <pc:docMk/>
            <pc:sldMk cId="2632452845" sldId="271"/>
            <ac:spMk id="3" creationId="{D697C497-20E7-F24A-4C5D-D91A343F2D67}"/>
          </ac:spMkLst>
        </pc:spChg>
        <pc:picChg chg="add mod ord">
          <ac:chgData name="Sara Muneeb" userId="29b624b1-a719-43f5-9b52-388cd4043c04" providerId="ADAL" clId="{1FA540FA-FB29-47AF-B8E6-0D8739E0B2D2}" dt="2022-10-11T03:38:02.705" v="691" actId="22"/>
          <ac:picMkLst>
            <pc:docMk/>
            <pc:sldMk cId="2632452845" sldId="271"/>
            <ac:picMk id="5" creationId="{5221F188-61B3-04BE-F03D-8BFAC9B8079F}"/>
          </ac:picMkLst>
        </pc:picChg>
      </pc:sldChg>
    </pc:docChg>
  </pc:docChgLst>
  <pc:docChgLst>
    <pc:chgData name="Sara Muneeb" userId="29b624b1-a719-43f5-9b52-388cd4043c04" providerId="ADAL" clId="{9349EC5B-3418-40D6-82D5-AD7C894D9B85}"/>
    <pc:docChg chg="undo custSel addSld delSld modSld sldOrd">
      <pc:chgData name="Sara Muneeb" userId="29b624b1-a719-43f5-9b52-388cd4043c04" providerId="ADAL" clId="{9349EC5B-3418-40D6-82D5-AD7C894D9B85}" dt="2022-12-14T10:14:36.433" v="1183" actId="20577"/>
      <pc:docMkLst>
        <pc:docMk/>
      </pc:docMkLst>
      <pc:sldChg chg="modSp mod">
        <pc:chgData name="Sara Muneeb" userId="29b624b1-a719-43f5-9b52-388cd4043c04" providerId="ADAL" clId="{9349EC5B-3418-40D6-82D5-AD7C894D9B85}" dt="2022-12-08T04:16:14.602" v="26" actId="20577"/>
        <pc:sldMkLst>
          <pc:docMk/>
          <pc:sldMk cId="2984185032" sldId="256"/>
        </pc:sldMkLst>
        <pc:spChg chg="mod">
          <ac:chgData name="Sara Muneeb" userId="29b624b1-a719-43f5-9b52-388cd4043c04" providerId="ADAL" clId="{9349EC5B-3418-40D6-82D5-AD7C894D9B85}" dt="2022-12-08T04:16:14.602" v="26" actId="20577"/>
          <ac:spMkLst>
            <pc:docMk/>
            <pc:sldMk cId="2984185032" sldId="256"/>
            <ac:spMk id="2" creationId="{00000000-0000-0000-0000-000000000000}"/>
          </ac:spMkLst>
        </pc:spChg>
      </pc:sldChg>
      <pc:sldChg chg="del">
        <pc:chgData name="Sara Muneeb" userId="29b624b1-a719-43f5-9b52-388cd4043c04" providerId="ADAL" clId="{9349EC5B-3418-40D6-82D5-AD7C894D9B85}" dt="2022-12-08T04:15:52.168" v="0" actId="47"/>
        <pc:sldMkLst>
          <pc:docMk/>
          <pc:sldMk cId="1746396122" sldId="257"/>
        </pc:sldMkLst>
      </pc:sldChg>
      <pc:sldChg chg="new">
        <pc:chgData name="Sara Muneeb" userId="29b624b1-a719-43f5-9b52-388cd4043c04" providerId="ADAL" clId="{9349EC5B-3418-40D6-82D5-AD7C894D9B85}" dt="2022-12-08T04:15:55.663" v="1" actId="680"/>
        <pc:sldMkLst>
          <pc:docMk/>
          <pc:sldMk cId="2712128638" sldId="257"/>
        </pc:sldMkLst>
      </pc:sldChg>
      <pc:sldChg chg="del">
        <pc:chgData name="Sara Muneeb" userId="29b624b1-a719-43f5-9b52-388cd4043c04" providerId="ADAL" clId="{9349EC5B-3418-40D6-82D5-AD7C894D9B85}" dt="2022-12-08T04:15:52.168" v="0" actId="47"/>
        <pc:sldMkLst>
          <pc:docMk/>
          <pc:sldMk cId="3860371570" sldId="258"/>
        </pc:sldMkLst>
      </pc:sldChg>
      <pc:sldChg chg="del">
        <pc:chgData name="Sara Muneeb" userId="29b624b1-a719-43f5-9b52-388cd4043c04" providerId="ADAL" clId="{9349EC5B-3418-40D6-82D5-AD7C894D9B85}" dt="2022-12-08T04:15:52.168" v="0" actId="47"/>
        <pc:sldMkLst>
          <pc:docMk/>
          <pc:sldMk cId="2060412909" sldId="259"/>
        </pc:sldMkLst>
      </pc:sldChg>
      <pc:sldChg chg="del">
        <pc:chgData name="Sara Muneeb" userId="29b624b1-a719-43f5-9b52-388cd4043c04" providerId="ADAL" clId="{9349EC5B-3418-40D6-82D5-AD7C894D9B85}" dt="2022-12-08T04:15:52.168" v="0" actId="47"/>
        <pc:sldMkLst>
          <pc:docMk/>
          <pc:sldMk cId="3321054555" sldId="260"/>
        </pc:sldMkLst>
      </pc:sldChg>
      <pc:sldChg chg="del">
        <pc:chgData name="Sara Muneeb" userId="29b624b1-a719-43f5-9b52-388cd4043c04" providerId="ADAL" clId="{9349EC5B-3418-40D6-82D5-AD7C894D9B85}" dt="2022-12-08T04:15:52.168" v="0" actId="47"/>
        <pc:sldMkLst>
          <pc:docMk/>
          <pc:sldMk cId="1632207964" sldId="261"/>
        </pc:sldMkLst>
      </pc:sldChg>
      <pc:sldChg chg="del">
        <pc:chgData name="Sara Muneeb" userId="29b624b1-a719-43f5-9b52-388cd4043c04" providerId="ADAL" clId="{9349EC5B-3418-40D6-82D5-AD7C894D9B85}" dt="2022-12-08T04:15:52.168" v="0" actId="47"/>
        <pc:sldMkLst>
          <pc:docMk/>
          <pc:sldMk cId="3110555305" sldId="262"/>
        </pc:sldMkLst>
      </pc:sldChg>
      <pc:sldChg chg="del">
        <pc:chgData name="Sara Muneeb" userId="29b624b1-a719-43f5-9b52-388cd4043c04" providerId="ADAL" clId="{9349EC5B-3418-40D6-82D5-AD7C894D9B85}" dt="2022-12-08T04:15:52.168" v="0" actId="47"/>
        <pc:sldMkLst>
          <pc:docMk/>
          <pc:sldMk cId="2084209913" sldId="263"/>
        </pc:sldMkLst>
      </pc:sldChg>
      <pc:sldChg chg="del">
        <pc:chgData name="Sara Muneeb" userId="29b624b1-a719-43f5-9b52-388cd4043c04" providerId="ADAL" clId="{9349EC5B-3418-40D6-82D5-AD7C894D9B85}" dt="2022-12-08T04:15:52.168" v="0" actId="47"/>
        <pc:sldMkLst>
          <pc:docMk/>
          <pc:sldMk cId="2319099585" sldId="264"/>
        </pc:sldMkLst>
      </pc:sldChg>
      <pc:sldChg chg="del">
        <pc:chgData name="Sara Muneeb" userId="29b624b1-a719-43f5-9b52-388cd4043c04" providerId="ADAL" clId="{9349EC5B-3418-40D6-82D5-AD7C894D9B85}" dt="2022-12-08T04:15:52.168" v="0" actId="47"/>
        <pc:sldMkLst>
          <pc:docMk/>
          <pc:sldMk cId="187458491" sldId="265"/>
        </pc:sldMkLst>
      </pc:sldChg>
      <pc:sldChg chg="modSp mod">
        <pc:chgData name="Sara Muneeb" userId="29b624b1-a719-43f5-9b52-388cd4043c04" providerId="ADAL" clId="{9349EC5B-3418-40D6-82D5-AD7C894D9B85}" dt="2022-12-14T07:52:44.786" v="33" actId="20577"/>
        <pc:sldMkLst>
          <pc:docMk/>
          <pc:sldMk cId="1786857512" sldId="265"/>
        </pc:sldMkLst>
        <pc:spChg chg="mod">
          <ac:chgData name="Sara Muneeb" userId="29b624b1-a719-43f5-9b52-388cd4043c04" providerId="ADAL" clId="{9349EC5B-3418-40D6-82D5-AD7C894D9B85}" dt="2022-12-14T07:52:44.786" v="33" actId="20577"/>
          <ac:spMkLst>
            <pc:docMk/>
            <pc:sldMk cId="1786857512" sldId="265"/>
            <ac:spMk id="2" creationId="{925BD242-3C86-7E0E-015F-84BC035B5FF9}"/>
          </ac:spMkLst>
        </pc:spChg>
      </pc:sldChg>
      <pc:sldChg chg="del">
        <pc:chgData name="Sara Muneeb" userId="29b624b1-a719-43f5-9b52-388cd4043c04" providerId="ADAL" clId="{9349EC5B-3418-40D6-82D5-AD7C894D9B85}" dt="2022-12-08T04:15:52.168" v="0" actId="47"/>
        <pc:sldMkLst>
          <pc:docMk/>
          <pc:sldMk cId="3212761477" sldId="266"/>
        </pc:sldMkLst>
      </pc:sldChg>
      <pc:sldChg chg="del">
        <pc:chgData name="Sara Muneeb" userId="29b624b1-a719-43f5-9b52-388cd4043c04" providerId="ADAL" clId="{9349EC5B-3418-40D6-82D5-AD7C894D9B85}" dt="2022-12-08T04:15:52.168" v="0" actId="47"/>
        <pc:sldMkLst>
          <pc:docMk/>
          <pc:sldMk cId="2035522379" sldId="267"/>
        </pc:sldMkLst>
      </pc:sldChg>
      <pc:sldChg chg="addSp delSp modSp mod">
        <pc:chgData name="Sara Muneeb" userId="29b624b1-a719-43f5-9b52-388cd4043c04" providerId="ADAL" clId="{9349EC5B-3418-40D6-82D5-AD7C894D9B85}" dt="2022-12-14T07:54:18.003" v="85" actId="313"/>
        <pc:sldMkLst>
          <pc:docMk/>
          <pc:sldMk cId="187108510" sldId="268"/>
        </pc:sldMkLst>
        <pc:spChg chg="mod">
          <ac:chgData name="Sara Muneeb" userId="29b624b1-a719-43f5-9b52-388cd4043c04" providerId="ADAL" clId="{9349EC5B-3418-40D6-82D5-AD7C894D9B85}" dt="2022-12-14T07:54:18.003" v="85" actId="313"/>
          <ac:spMkLst>
            <pc:docMk/>
            <pc:sldMk cId="187108510" sldId="268"/>
            <ac:spMk id="2" creationId="{5128B08A-2501-747C-1DAA-E86E2DE3C14F}"/>
          </ac:spMkLst>
        </pc:spChg>
        <pc:spChg chg="mod">
          <ac:chgData name="Sara Muneeb" userId="29b624b1-a719-43f5-9b52-388cd4043c04" providerId="ADAL" clId="{9349EC5B-3418-40D6-82D5-AD7C894D9B85}" dt="2022-12-14T07:53:02.323" v="39" actId="113"/>
          <ac:spMkLst>
            <pc:docMk/>
            <pc:sldMk cId="187108510" sldId="268"/>
            <ac:spMk id="3" creationId="{3F6A5FD6-A26D-EE66-0DE2-68F1146A3101}"/>
          </ac:spMkLst>
        </pc:spChg>
        <pc:picChg chg="add del">
          <ac:chgData name="Sara Muneeb" userId="29b624b1-a719-43f5-9b52-388cd4043c04" providerId="ADAL" clId="{9349EC5B-3418-40D6-82D5-AD7C894D9B85}" dt="2022-12-14T07:52:58.782" v="38"/>
          <ac:picMkLst>
            <pc:docMk/>
            <pc:sldMk cId="187108510" sldId="268"/>
            <ac:picMk id="1026" creationId="{74491559-72C5-CA97-61FD-700AD23F9CBE}"/>
          </ac:picMkLst>
        </pc:picChg>
      </pc:sldChg>
      <pc:sldChg chg="del">
        <pc:chgData name="Sara Muneeb" userId="29b624b1-a719-43f5-9b52-388cd4043c04" providerId="ADAL" clId="{9349EC5B-3418-40D6-82D5-AD7C894D9B85}" dt="2022-12-08T04:15:52.168" v="0" actId="47"/>
        <pc:sldMkLst>
          <pc:docMk/>
          <pc:sldMk cId="1886305423" sldId="268"/>
        </pc:sldMkLst>
      </pc:sldChg>
      <pc:sldChg chg="del">
        <pc:chgData name="Sara Muneeb" userId="29b624b1-a719-43f5-9b52-388cd4043c04" providerId="ADAL" clId="{9349EC5B-3418-40D6-82D5-AD7C894D9B85}" dt="2022-12-08T04:15:52.168" v="0" actId="47"/>
        <pc:sldMkLst>
          <pc:docMk/>
          <pc:sldMk cId="681321597" sldId="269"/>
        </pc:sldMkLst>
      </pc:sldChg>
      <pc:sldChg chg="ord">
        <pc:chgData name="Sara Muneeb" userId="29b624b1-a719-43f5-9b52-388cd4043c04" providerId="ADAL" clId="{9349EC5B-3418-40D6-82D5-AD7C894D9B85}" dt="2022-12-14T07:52:25.164" v="30"/>
        <pc:sldMkLst>
          <pc:docMk/>
          <pc:sldMk cId="2685620422" sldId="269"/>
        </pc:sldMkLst>
      </pc:sldChg>
      <pc:sldChg chg="addSp delSp modSp mod ord">
        <pc:chgData name="Sara Muneeb" userId="29b624b1-a719-43f5-9b52-388cd4043c04" providerId="ADAL" clId="{9349EC5B-3418-40D6-82D5-AD7C894D9B85}" dt="2022-12-14T07:56:01.757" v="145" actId="22"/>
        <pc:sldMkLst>
          <pc:docMk/>
          <pc:sldMk cId="1592908027" sldId="270"/>
        </pc:sldMkLst>
        <pc:spChg chg="add del mod">
          <ac:chgData name="Sara Muneeb" userId="29b624b1-a719-43f5-9b52-388cd4043c04" providerId="ADAL" clId="{9349EC5B-3418-40D6-82D5-AD7C894D9B85}" dt="2022-12-14T07:56:01.757" v="145" actId="22"/>
          <ac:spMkLst>
            <pc:docMk/>
            <pc:sldMk cId="1592908027" sldId="270"/>
            <ac:spMk id="4" creationId="{A1306177-B272-3B90-285A-B9F828052514}"/>
          </ac:spMkLst>
        </pc:spChg>
        <pc:picChg chg="del">
          <ac:chgData name="Sara Muneeb" userId="29b624b1-a719-43f5-9b52-388cd4043c04" providerId="ADAL" clId="{9349EC5B-3418-40D6-82D5-AD7C894D9B85}" dt="2022-12-14T07:55:49.224" v="144" actId="478"/>
          <ac:picMkLst>
            <pc:docMk/>
            <pc:sldMk cId="1592908027" sldId="270"/>
            <ac:picMk id="5" creationId="{25678828-1011-2CA4-6390-4D64461B1AEA}"/>
          </ac:picMkLst>
        </pc:picChg>
        <pc:picChg chg="add mod ord">
          <ac:chgData name="Sara Muneeb" userId="29b624b1-a719-43f5-9b52-388cd4043c04" providerId="ADAL" clId="{9349EC5B-3418-40D6-82D5-AD7C894D9B85}" dt="2022-12-14T07:56:01.757" v="145" actId="22"/>
          <ac:picMkLst>
            <pc:docMk/>
            <pc:sldMk cId="1592908027" sldId="270"/>
            <ac:picMk id="7" creationId="{F0C10000-8E21-D0CD-F555-9E80CCA30564}"/>
          </ac:picMkLst>
        </pc:picChg>
      </pc:sldChg>
      <pc:sldChg chg="del">
        <pc:chgData name="Sara Muneeb" userId="29b624b1-a719-43f5-9b52-388cd4043c04" providerId="ADAL" clId="{9349EC5B-3418-40D6-82D5-AD7C894D9B85}" dt="2022-12-08T04:15:52.168" v="0" actId="47"/>
        <pc:sldMkLst>
          <pc:docMk/>
          <pc:sldMk cId="3433099799" sldId="270"/>
        </pc:sldMkLst>
      </pc:sldChg>
      <pc:sldChg chg="del">
        <pc:chgData name="Sara Muneeb" userId="29b624b1-a719-43f5-9b52-388cd4043c04" providerId="ADAL" clId="{9349EC5B-3418-40D6-82D5-AD7C894D9B85}" dt="2022-12-08T04:15:52.168" v="0" actId="47"/>
        <pc:sldMkLst>
          <pc:docMk/>
          <pc:sldMk cId="1942714225" sldId="271"/>
        </pc:sldMkLst>
      </pc:sldChg>
      <pc:sldChg chg="ord">
        <pc:chgData name="Sara Muneeb" userId="29b624b1-a719-43f5-9b52-388cd4043c04" providerId="ADAL" clId="{9349EC5B-3418-40D6-82D5-AD7C894D9B85}" dt="2022-12-14T08:49:17.894" v="427"/>
        <pc:sldMkLst>
          <pc:docMk/>
          <pc:sldMk cId="3111914320" sldId="271"/>
        </pc:sldMkLst>
      </pc:sldChg>
      <pc:sldChg chg="del">
        <pc:chgData name="Sara Muneeb" userId="29b624b1-a719-43f5-9b52-388cd4043c04" providerId="ADAL" clId="{9349EC5B-3418-40D6-82D5-AD7C894D9B85}" dt="2022-12-08T04:15:52.168" v="0" actId="47"/>
        <pc:sldMkLst>
          <pc:docMk/>
          <pc:sldMk cId="350534148" sldId="272"/>
        </pc:sldMkLst>
      </pc:sldChg>
      <pc:sldChg chg="modSp mod">
        <pc:chgData name="Sara Muneeb" userId="29b624b1-a719-43f5-9b52-388cd4043c04" providerId="ADAL" clId="{9349EC5B-3418-40D6-82D5-AD7C894D9B85}" dt="2022-12-14T08:11:41.080" v="154" actId="20577"/>
        <pc:sldMkLst>
          <pc:docMk/>
          <pc:sldMk cId="4241662000" sldId="272"/>
        </pc:sldMkLst>
        <pc:spChg chg="mod">
          <ac:chgData name="Sara Muneeb" userId="29b624b1-a719-43f5-9b52-388cd4043c04" providerId="ADAL" clId="{9349EC5B-3418-40D6-82D5-AD7C894D9B85}" dt="2022-12-14T07:54:28.443" v="99" actId="20577"/>
          <ac:spMkLst>
            <pc:docMk/>
            <pc:sldMk cId="4241662000" sldId="272"/>
            <ac:spMk id="2" creationId="{B5DF074D-EEF7-557A-C881-B51D393B2F79}"/>
          </ac:spMkLst>
        </pc:spChg>
        <pc:spChg chg="mod">
          <ac:chgData name="Sara Muneeb" userId="29b624b1-a719-43f5-9b52-388cd4043c04" providerId="ADAL" clId="{9349EC5B-3418-40D6-82D5-AD7C894D9B85}" dt="2022-12-14T08:11:41.080" v="154" actId="20577"/>
          <ac:spMkLst>
            <pc:docMk/>
            <pc:sldMk cId="4241662000" sldId="272"/>
            <ac:spMk id="3" creationId="{BD98ADE7-112C-72A1-C759-8346123A24E1}"/>
          </ac:spMkLst>
        </pc:spChg>
      </pc:sldChg>
      <pc:sldChg chg="modSp mod">
        <pc:chgData name="Sara Muneeb" userId="29b624b1-a719-43f5-9b52-388cd4043c04" providerId="ADAL" clId="{9349EC5B-3418-40D6-82D5-AD7C894D9B85}" dt="2022-12-14T08:12:04.142" v="166" actId="20577"/>
        <pc:sldMkLst>
          <pc:docMk/>
          <pc:sldMk cId="1104730889" sldId="273"/>
        </pc:sldMkLst>
        <pc:spChg chg="mod">
          <ac:chgData name="Sara Muneeb" userId="29b624b1-a719-43f5-9b52-388cd4043c04" providerId="ADAL" clId="{9349EC5B-3418-40D6-82D5-AD7C894D9B85}" dt="2022-12-14T07:54:34.003" v="100"/>
          <ac:spMkLst>
            <pc:docMk/>
            <pc:sldMk cId="1104730889" sldId="273"/>
            <ac:spMk id="2" creationId="{10E8DCBB-9B30-5BBB-2065-A0D1111EE575}"/>
          </ac:spMkLst>
        </pc:spChg>
        <pc:spChg chg="mod">
          <ac:chgData name="Sara Muneeb" userId="29b624b1-a719-43f5-9b52-388cd4043c04" providerId="ADAL" clId="{9349EC5B-3418-40D6-82D5-AD7C894D9B85}" dt="2022-12-14T08:12:04.142" v="166" actId="20577"/>
          <ac:spMkLst>
            <pc:docMk/>
            <pc:sldMk cId="1104730889" sldId="273"/>
            <ac:spMk id="3" creationId="{22B4C66E-C1B2-6331-CAA3-7886005C34AC}"/>
          </ac:spMkLst>
        </pc:spChg>
      </pc:sldChg>
      <pc:sldChg chg="del">
        <pc:chgData name="Sara Muneeb" userId="29b624b1-a719-43f5-9b52-388cd4043c04" providerId="ADAL" clId="{9349EC5B-3418-40D6-82D5-AD7C894D9B85}" dt="2022-12-08T04:15:52.168" v="0" actId="47"/>
        <pc:sldMkLst>
          <pc:docMk/>
          <pc:sldMk cId="3180318981" sldId="273"/>
        </pc:sldMkLst>
      </pc:sldChg>
      <pc:sldChg chg="modSp mod">
        <pc:chgData name="Sara Muneeb" userId="29b624b1-a719-43f5-9b52-388cd4043c04" providerId="ADAL" clId="{9349EC5B-3418-40D6-82D5-AD7C894D9B85}" dt="2022-12-14T08:12:22.653" v="180" actId="20577"/>
        <pc:sldMkLst>
          <pc:docMk/>
          <pc:sldMk cId="1145746347" sldId="274"/>
        </pc:sldMkLst>
        <pc:spChg chg="mod">
          <ac:chgData name="Sara Muneeb" userId="29b624b1-a719-43f5-9b52-388cd4043c04" providerId="ADAL" clId="{9349EC5B-3418-40D6-82D5-AD7C894D9B85}" dt="2022-12-14T07:54:37.353" v="101"/>
          <ac:spMkLst>
            <pc:docMk/>
            <pc:sldMk cId="1145746347" sldId="274"/>
            <ac:spMk id="2" creationId="{4F5B5CDE-35E1-4450-6CC9-6EE1E21278C9}"/>
          </ac:spMkLst>
        </pc:spChg>
        <pc:spChg chg="mod">
          <ac:chgData name="Sara Muneeb" userId="29b624b1-a719-43f5-9b52-388cd4043c04" providerId="ADAL" clId="{9349EC5B-3418-40D6-82D5-AD7C894D9B85}" dt="2022-12-14T08:12:22.653" v="180" actId="20577"/>
          <ac:spMkLst>
            <pc:docMk/>
            <pc:sldMk cId="1145746347" sldId="274"/>
            <ac:spMk id="3" creationId="{8E8E7025-CE1E-C3D5-A221-07360CE2A1CC}"/>
          </ac:spMkLst>
        </pc:spChg>
      </pc:sldChg>
      <pc:sldChg chg="del">
        <pc:chgData name="Sara Muneeb" userId="29b624b1-a719-43f5-9b52-388cd4043c04" providerId="ADAL" clId="{9349EC5B-3418-40D6-82D5-AD7C894D9B85}" dt="2022-12-08T04:15:52.168" v="0" actId="47"/>
        <pc:sldMkLst>
          <pc:docMk/>
          <pc:sldMk cId="2830285302" sldId="274"/>
        </pc:sldMkLst>
      </pc:sldChg>
      <pc:sldChg chg="modSp mod">
        <pc:chgData name="Sara Muneeb" userId="29b624b1-a719-43f5-9b52-388cd4043c04" providerId="ADAL" clId="{9349EC5B-3418-40D6-82D5-AD7C894D9B85}" dt="2022-12-14T08:13:23.632" v="209" actId="207"/>
        <pc:sldMkLst>
          <pc:docMk/>
          <pc:sldMk cId="410102142" sldId="275"/>
        </pc:sldMkLst>
        <pc:spChg chg="mod">
          <ac:chgData name="Sara Muneeb" userId="29b624b1-a719-43f5-9b52-388cd4043c04" providerId="ADAL" clId="{9349EC5B-3418-40D6-82D5-AD7C894D9B85}" dt="2022-12-14T07:54:39.938" v="102"/>
          <ac:spMkLst>
            <pc:docMk/>
            <pc:sldMk cId="410102142" sldId="275"/>
            <ac:spMk id="2" creationId="{D663213D-2A67-588A-1CD5-20DCDBADA03C}"/>
          </ac:spMkLst>
        </pc:spChg>
        <pc:spChg chg="mod">
          <ac:chgData name="Sara Muneeb" userId="29b624b1-a719-43f5-9b52-388cd4043c04" providerId="ADAL" clId="{9349EC5B-3418-40D6-82D5-AD7C894D9B85}" dt="2022-12-14T08:13:23.632" v="209" actId="207"/>
          <ac:spMkLst>
            <pc:docMk/>
            <pc:sldMk cId="410102142" sldId="275"/>
            <ac:spMk id="3" creationId="{AAE288EE-81CE-621A-F0BC-7A5816CC4BF9}"/>
          </ac:spMkLst>
        </pc:spChg>
      </pc:sldChg>
      <pc:sldChg chg="del">
        <pc:chgData name="Sara Muneeb" userId="29b624b1-a719-43f5-9b52-388cd4043c04" providerId="ADAL" clId="{9349EC5B-3418-40D6-82D5-AD7C894D9B85}" dt="2022-12-08T04:15:52.168" v="0" actId="47"/>
        <pc:sldMkLst>
          <pc:docMk/>
          <pc:sldMk cId="2632730708" sldId="275"/>
        </pc:sldMkLst>
      </pc:sldChg>
      <pc:sldChg chg="del">
        <pc:chgData name="Sara Muneeb" userId="29b624b1-a719-43f5-9b52-388cd4043c04" providerId="ADAL" clId="{9349EC5B-3418-40D6-82D5-AD7C894D9B85}" dt="2022-12-08T04:15:52.168" v="0" actId="47"/>
        <pc:sldMkLst>
          <pc:docMk/>
          <pc:sldMk cId="126390465" sldId="276"/>
        </pc:sldMkLst>
      </pc:sldChg>
      <pc:sldChg chg="modSp mod ord">
        <pc:chgData name="Sara Muneeb" userId="29b624b1-a719-43f5-9b52-388cd4043c04" providerId="ADAL" clId="{9349EC5B-3418-40D6-82D5-AD7C894D9B85}" dt="2022-12-14T09:45:38.669" v="485" actId="20577"/>
        <pc:sldMkLst>
          <pc:docMk/>
          <pc:sldMk cId="3090277031" sldId="276"/>
        </pc:sldMkLst>
        <pc:spChg chg="mod">
          <ac:chgData name="Sara Muneeb" userId="29b624b1-a719-43f5-9b52-388cd4043c04" providerId="ADAL" clId="{9349EC5B-3418-40D6-82D5-AD7C894D9B85}" dt="2022-12-14T08:49:49.402" v="432" actId="27636"/>
          <ac:spMkLst>
            <pc:docMk/>
            <pc:sldMk cId="3090277031" sldId="276"/>
            <ac:spMk id="2" creationId="{4EBB3F66-1F35-6667-C5EC-837D336E1185}"/>
          </ac:spMkLst>
        </pc:spChg>
        <pc:spChg chg="mod">
          <ac:chgData name="Sara Muneeb" userId="29b624b1-a719-43f5-9b52-388cd4043c04" providerId="ADAL" clId="{9349EC5B-3418-40D6-82D5-AD7C894D9B85}" dt="2022-12-14T09:45:38.669" v="485" actId="20577"/>
          <ac:spMkLst>
            <pc:docMk/>
            <pc:sldMk cId="3090277031" sldId="276"/>
            <ac:spMk id="3" creationId="{3B0C1AA7-66C6-6EA1-E7C6-3B4C64B99D65}"/>
          </ac:spMkLst>
        </pc:spChg>
      </pc:sldChg>
      <pc:sldChg chg="del">
        <pc:chgData name="Sara Muneeb" userId="29b624b1-a719-43f5-9b52-388cd4043c04" providerId="ADAL" clId="{9349EC5B-3418-40D6-82D5-AD7C894D9B85}" dt="2022-12-08T04:15:52.168" v="0" actId="47"/>
        <pc:sldMkLst>
          <pc:docMk/>
          <pc:sldMk cId="3305001275" sldId="277"/>
        </pc:sldMkLst>
      </pc:sldChg>
      <pc:sldChg chg="modSp new mod">
        <pc:chgData name="Sara Muneeb" userId="29b624b1-a719-43f5-9b52-388cd4043c04" providerId="ADAL" clId="{9349EC5B-3418-40D6-82D5-AD7C894D9B85}" dt="2022-12-14T08:47:36.516" v="423" actId="207"/>
        <pc:sldMkLst>
          <pc:docMk/>
          <pc:sldMk cId="4153406677" sldId="277"/>
        </pc:sldMkLst>
        <pc:spChg chg="mod">
          <ac:chgData name="Sara Muneeb" userId="29b624b1-a719-43f5-9b52-388cd4043c04" providerId="ADAL" clId="{9349EC5B-3418-40D6-82D5-AD7C894D9B85}" dt="2022-12-14T08:27:21.937" v="217" actId="20577"/>
          <ac:spMkLst>
            <pc:docMk/>
            <pc:sldMk cId="4153406677" sldId="277"/>
            <ac:spMk id="2" creationId="{81FB0D1A-D183-3678-4F26-2A415C256474}"/>
          </ac:spMkLst>
        </pc:spChg>
        <pc:spChg chg="mod">
          <ac:chgData name="Sara Muneeb" userId="29b624b1-a719-43f5-9b52-388cd4043c04" providerId="ADAL" clId="{9349EC5B-3418-40D6-82D5-AD7C894D9B85}" dt="2022-12-14T08:47:36.516" v="423" actId="207"/>
          <ac:spMkLst>
            <pc:docMk/>
            <pc:sldMk cId="4153406677" sldId="277"/>
            <ac:spMk id="3" creationId="{1F3AB872-54D4-938F-A6D1-21C244D49A22}"/>
          </ac:spMkLst>
        </pc:spChg>
      </pc:sldChg>
      <pc:sldChg chg="del">
        <pc:chgData name="Sara Muneeb" userId="29b624b1-a719-43f5-9b52-388cd4043c04" providerId="ADAL" clId="{9349EC5B-3418-40D6-82D5-AD7C894D9B85}" dt="2022-12-08T04:15:52.168" v="0" actId="47"/>
        <pc:sldMkLst>
          <pc:docMk/>
          <pc:sldMk cId="100861930" sldId="278"/>
        </pc:sldMkLst>
      </pc:sldChg>
      <pc:sldChg chg="addSp delSp modSp new mod">
        <pc:chgData name="Sara Muneeb" userId="29b624b1-a719-43f5-9b52-388cd4043c04" providerId="ADAL" clId="{9349EC5B-3418-40D6-82D5-AD7C894D9B85}" dt="2022-12-14T08:43:09.161" v="385" actId="1076"/>
        <pc:sldMkLst>
          <pc:docMk/>
          <pc:sldMk cId="2389945778" sldId="278"/>
        </pc:sldMkLst>
        <pc:spChg chg="mod">
          <ac:chgData name="Sara Muneeb" userId="29b624b1-a719-43f5-9b52-388cd4043c04" providerId="ADAL" clId="{9349EC5B-3418-40D6-82D5-AD7C894D9B85}" dt="2022-12-14T08:33:35.289" v="306" actId="20577"/>
          <ac:spMkLst>
            <pc:docMk/>
            <pc:sldMk cId="2389945778" sldId="278"/>
            <ac:spMk id="2" creationId="{2D470EBE-31DB-E01C-73A1-82F8EC415F4E}"/>
          </ac:spMkLst>
        </pc:spChg>
        <pc:spChg chg="mod">
          <ac:chgData name="Sara Muneeb" userId="29b624b1-a719-43f5-9b52-388cd4043c04" providerId="ADAL" clId="{9349EC5B-3418-40D6-82D5-AD7C894D9B85}" dt="2022-12-14T08:42:51.211" v="379" actId="27636"/>
          <ac:spMkLst>
            <pc:docMk/>
            <pc:sldMk cId="2389945778" sldId="278"/>
            <ac:spMk id="3" creationId="{56F266A9-D48E-8A75-1FA9-BCE0D0BE018C}"/>
          </ac:spMkLst>
        </pc:spChg>
        <pc:picChg chg="add del">
          <ac:chgData name="Sara Muneeb" userId="29b624b1-a719-43f5-9b52-388cd4043c04" providerId="ADAL" clId="{9349EC5B-3418-40D6-82D5-AD7C894D9B85}" dt="2022-12-14T08:39:16.079" v="358"/>
          <ac:picMkLst>
            <pc:docMk/>
            <pc:sldMk cId="2389945778" sldId="278"/>
            <ac:picMk id="1026" creationId="{F0C38ADA-F685-40FA-D8C2-E1FE7427E56B}"/>
          </ac:picMkLst>
        </pc:picChg>
        <pc:picChg chg="add mod">
          <ac:chgData name="Sara Muneeb" userId="29b624b1-a719-43f5-9b52-388cd4043c04" providerId="ADAL" clId="{9349EC5B-3418-40D6-82D5-AD7C894D9B85}" dt="2022-12-14T08:43:09.161" v="385" actId="1076"/>
          <ac:picMkLst>
            <pc:docMk/>
            <pc:sldMk cId="2389945778" sldId="278"/>
            <ac:picMk id="1028" creationId="{32D565D6-3D41-6975-F72C-19FFEBA4CCF8}"/>
          </ac:picMkLst>
        </pc:picChg>
        <pc:picChg chg="add mod">
          <ac:chgData name="Sara Muneeb" userId="29b624b1-a719-43f5-9b52-388cd4043c04" providerId="ADAL" clId="{9349EC5B-3418-40D6-82D5-AD7C894D9B85}" dt="2022-12-14T08:43:01.519" v="382" actId="1076"/>
          <ac:picMkLst>
            <pc:docMk/>
            <pc:sldMk cId="2389945778" sldId="278"/>
            <ac:picMk id="2050" creationId="{584D4E86-836C-EDA4-E520-B1C17DFBDD9D}"/>
          </ac:picMkLst>
        </pc:picChg>
        <pc:picChg chg="add del mod">
          <ac:chgData name="Sara Muneeb" userId="29b624b1-a719-43f5-9b52-388cd4043c04" providerId="ADAL" clId="{9349EC5B-3418-40D6-82D5-AD7C894D9B85}" dt="2022-12-14T08:39:30.650" v="360" actId="478"/>
          <ac:picMkLst>
            <pc:docMk/>
            <pc:sldMk cId="2389945778" sldId="278"/>
            <ac:picMk id="2052" creationId="{2E019D00-96DB-592E-66F5-CBD058C15FD1}"/>
          </ac:picMkLst>
        </pc:picChg>
      </pc:sldChg>
      <pc:sldChg chg="addSp delSp modSp new mod">
        <pc:chgData name="Sara Muneeb" userId="29b624b1-a719-43f5-9b52-388cd4043c04" providerId="ADAL" clId="{9349EC5B-3418-40D6-82D5-AD7C894D9B85}" dt="2022-12-14T08:43:18.997" v="388" actId="1076"/>
        <pc:sldMkLst>
          <pc:docMk/>
          <pc:sldMk cId="3912674407" sldId="279"/>
        </pc:sldMkLst>
        <pc:spChg chg="mod">
          <ac:chgData name="Sara Muneeb" userId="29b624b1-a719-43f5-9b52-388cd4043c04" providerId="ADAL" clId="{9349EC5B-3418-40D6-82D5-AD7C894D9B85}" dt="2022-12-14T08:33:39.216" v="313" actId="20577"/>
          <ac:spMkLst>
            <pc:docMk/>
            <pc:sldMk cId="3912674407" sldId="279"/>
            <ac:spMk id="2" creationId="{48849693-3B0B-F37F-F53B-D2153595E908}"/>
          </ac:spMkLst>
        </pc:spChg>
        <pc:spChg chg="mod">
          <ac:chgData name="Sara Muneeb" userId="29b624b1-a719-43f5-9b52-388cd4043c04" providerId="ADAL" clId="{9349EC5B-3418-40D6-82D5-AD7C894D9B85}" dt="2022-12-14T08:43:14.944" v="387" actId="27636"/>
          <ac:spMkLst>
            <pc:docMk/>
            <pc:sldMk cId="3912674407" sldId="279"/>
            <ac:spMk id="3" creationId="{31C0066C-F136-BC06-3D11-585B1FD10351}"/>
          </ac:spMkLst>
        </pc:spChg>
        <pc:picChg chg="add del">
          <ac:chgData name="Sara Muneeb" userId="29b624b1-a719-43f5-9b52-388cd4043c04" providerId="ADAL" clId="{9349EC5B-3418-40D6-82D5-AD7C894D9B85}" dt="2022-12-14T08:41:51.035" v="372"/>
          <ac:picMkLst>
            <pc:docMk/>
            <pc:sldMk cId="3912674407" sldId="279"/>
            <ac:picMk id="2050" creationId="{C0664632-B0DA-B39F-8080-4BB93FE78DF0}"/>
          </ac:picMkLst>
        </pc:picChg>
        <pc:picChg chg="add del">
          <ac:chgData name="Sara Muneeb" userId="29b624b1-a719-43f5-9b52-388cd4043c04" providerId="ADAL" clId="{9349EC5B-3418-40D6-82D5-AD7C894D9B85}" dt="2022-12-14T08:42:03.166" v="374"/>
          <ac:picMkLst>
            <pc:docMk/>
            <pc:sldMk cId="3912674407" sldId="279"/>
            <ac:picMk id="2052" creationId="{CF843C9E-7103-0EAB-6A86-E595FF9BBB87}"/>
          </ac:picMkLst>
        </pc:picChg>
        <pc:picChg chg="add mod">
          <ac:chgData name="Sara Muneeb" userId="29b624b1-a719-43f5-9b52-388cd4043c04" providerId="ADAL" clId="{9349EC5B-3418-40D6-82D5-AD7C894D9B85}" dt="2022-12-14T08:43:18.997" v="388" actId="1076"/>
          <ac:picMkLst>
            <pc:docMk/>
            <pc:sldMk cId="3912674407" sldId="279"/>
            <ac:picMk id="2054" creationId="{6FFBAC72-EF01-4F68-D970-BFA16B781C5F}"/>
          </ac:picMkLst>
        </pc:picChg>
      </pc:sldChg>
      <pc:sldChg chg="del">
        <pc:chgData name="Sara Muneeb" userId="29b624b1-a719-43f5-9b52-388cd4043c04" providerId="ADAL" clId="{9349EC5B-3418-40D6-82D5-AD7C894D9B85}" dt="2022-12-08T04:15:52.168" v="0" actId="47"/>
        <pc:sldMkLst>
          <pc:docMk/>
          <pc:sldMk cId="4108301402" sldId="279"/>
        </pc:sldMkLst>
      </pc:sldChg>
      <pc:sldChg chg="del">
        <pc:chgData name="Sara Muneeb" userId="29b624b1-a719-43f5-9b52-388cd4043c04" providerId="ADAL" clId="{9349EC5B-3418-40D6-82D5-AD7C894D9B85}" dt="2022-12-08T04:15:52.168" v="0" actId="47"/>
        <pc:sldMkLst>
          <pc:docMk/>
          <pc:sldMk cId="816205269" sldId="280"/>
        </pc:sldMkLst>
      </pc:sldChg>
      <pc:sldChg chg="addSp modSp new mod">
        <pc:chgData name="Sara Muneeb" userId="29b624b1-a719-43f5-9b52-388cd4043c04" providerId="ADAL" clId="{9349EC5B-3418-40D6-82D5-AD7C894D9B85}" dt="2022-12-14T08:44:48.765" v="400" actId="1076"/>
        <pc:sldMkLst>
          <pc:docMk/>
          <pc:sldMk cId="3072065120" sldId="280"/>
        </pc:sldMkLst>
        <pc:spChg chg="mod">
          <ac:chgData name="Sara Muneeb" userId="29b624b1-a719-43f5-9b52-388cd4043c04" providerId="ADAL" clId="{9349EC5B-3418-40D6-82D5-AD7C894D9B85}" dt="2022-12-14T08:43:24.994" v="395" actId="20577"/>
          <ac:spMkLst>
            <pc:docMk/>
            <pc:sldMk cId="3072065120" sldId="280"/>
            <ac:spMk id="2" creationId="{0A37871C-8C5A-37B4-8632-D0E2907696C3}"/>
          </ac:spMkLst>
        </pc:spChg>
        <pc:spChg chg="mod">
          <ac:chgData name="Sara Muneeb" userId="29b624b1-a719-43f5-9b52-388cd4043c04" providerId="ADAL" clId="{9349EC5B-3418-40D6-82D5-AD7C894D9B85}" dt="2022-12-14T08:44:44.999" v="399" actId="14100"/>
          <ac:spMkLst>
            <pc:docMk/>
            <pc:sldMk cId="3072065120" sldId="280"/>
            <ac:spMk id="3" creationId="{C99D37B3-6D18-5B9C-2006-5AA1F2009FCF}"/>
          </ac:spMkLst>
        </pc:spChg>
        <pc:picChg chg="add mod">
          <ac:chgData name="Sara Muneeb" userId="29b624b1-a719-43f5-9b52-388cd4043c04" providerId="ADAL" clId="{9349EC5B-3418-40D6-82D5-AD7C894D9B85}" dt="2022-12-14T08:44:48.765" v="400" actId="1076"/>
          <ac:picMkLst>
            <pc:docMk/>
            <pc:sldMk cId="3072065120" sldId="280"/>
            <ac:picMk id="3074" creationId="{7EBB93F7-155B-F539-1A08-6EA06299692F}"/>
          </ac:picMkLst>
        </pc:picChg>
      </pc:sldChg>
      <pc:sldChg chg="addSp modSp new mod">
        <pc:chgData name="Sara Muneeb" userId="29b624b1-a719-43f5-9b52-388cd4043c04" providerId="ADAL" clId="{9349EC5B-3418-40D6-82D5-AD7C894D9B85}" dt="2022-12-14T08:45:51.742" v="409" actId="1076"/>
        <pc:sldMkLst>
          <pc:docMk/>
          <pc:sldMk cId="564349661" sldId="281"/>
        </pc:sldMkLst>
        <pc:spChg chg="mod">
          <ac:chgData name="Sara Muneeb" userId="29b624b1-a719-43f5-9b52-388cd4043c04" providerId="ADAL" clId="{9349EC5B-3418-40D6-82D5-AD7C894D9B85}" dt="2022-12-14T08:34:32.911" v="333" actId="20577"/>
          <ac:spMkLst>
            <pc:docMk/>
            <pc:sldMk cId="564349661" sldId="281"/>
            <ac:spMk id="2" creationId="{AAB6586F-63A9-0B8D-409D-CEE33AC7CC97}"/>
          </ac:spMkLst>
        </pc:spChg>
        <pc:spChg chg="mod">
          <ac:chgData name="Sara Muneeb" userId="29b624b1-a719-43f5-9b52-388cd4043c04" providerId="ADAL" clId="{9349EC5B-3418-40D6-82D5-AD7C894D9B85}" dt="2022-12-14T08:45:21.485" v="402" actId="27636"/>
          <ac:spMkLst>
            <pc:docMk/>
            <pc:sldMk cId="564349661" sldId="281"/>
            <ac:spMk id="3" creationId="{2B49BCA0-0A98-1126-1256-170B9C47AF0F}"/>
          </ac:spMkLst>
        </pc:spChg>
        <pc:picChg chg="add mod">
          <ac:chgData name="Sara Muneeb" userId="29b624b1-a719-43f5-9b52-388cd4043c04" providerId="ADAL" clId="{9349EC5B-3418-40D6-82D5-AD7C894D9B85}" dt="2022-12-14T08:45:51.742" v="409" actId="1076"/>
          <ac:picMkLst>
            <pc:docMk/>
            <pc:sldMk cId="564349661" sldId="281"/>
            <ac:picMk id="4098" creationId="{D86AB881-A21A-40D4-247C-0F15BDA2B81E}"/>
          </ac:picMkLst>
        </pc:picChg>
      </pc:sldChg>
      <pc:sldChg chg="del">
        <pc:chgData name="Sara Muneeb" userId="29b624b1-a719-43f5-9b52-388cd4043c04" providerId="ADAL" clId="{9349EC5B-3418-40D6-82D5-AD7C894D9B85}" dt="2022-12-08T04:15:52.168" v="0" actId="47"/>
        <pc:sldMkLst>
          <pc:docMk/>
          <pc:sldMk cId="1257308498" sldId="281"/>
        </pc:sldMkLst>
      </pc:sldChg>
      <pc:sldChg chg="del">
        <pc:chgData name="Sara Muneeb" userId="29b624b1-a719-43f5-9b52-388cd4043c04" providerId="ADAL" clId="{9349EC5B-3418-40D6-82D5-AD7C894D9B85}" dt="2022-12-08T04:15:52.168" v="0" actId="47"/>
        <pc:sldMkLst>
          <pc:docMk/>
          <pc:sldMk cId="2256898020" sldId="282"/>
        </pc:sldMkLst>
      </pc:sldChg>
      <pc:sldChg chg="addSp modSp new mod">
        <pc:chgData name="Sara Muneeb" userId="29b624b1-a719-43f5-9b52-388cd4043c04" providerId="ADAL" clId="{9349EC5B-3418-40D6-82D5-AD7C894D9B85}" dt="2022-12-14T08:47:15.185" v="418" actId="1076"/>
        <pc:sldMkLst>
          <pc:docMk/>
          <pc:sldMk cId="2632875915" sldId="282"/>
        </pc:sldMkLst>
        <pc:spChg chg="mod">
          <ac:chgData name="Sara Muneeb" userId="29b624b1-a719-43f5-9b52-388cd4043c04" providerId="ADAL" clId="{9349EC5B-3418-40D6-82D5-AD7C894D9B85}" dt="2022-12-14T08:34:39.414" v="340" actId="20577"/>
          <ac:spMkLst>
            <pc:docMk/>
            <pc:sldMk cId="2632875915" sldId="282"/>
            <ac:spMk id="2" creationId="{7CFE118C-8048-9139-23CD-37298B120A6E}"/>
          </ac:spMkLst>
        </pc:spChg>
        <pc:spChg chg="mod">
          <ac:chgData name="Sara Muneeb" userId="29b624b1-a719-43f5-9b52-388cd4043c04" providerId="ADAL" clId="{9349EC5B-3418-40D6-82D5-AD7C894D9B85}" dt="2022-12-14T08:46:38.994" v="410" actId="14100"/>
          <ac:spMkLst>
            <pc:docMk/>
            <pc:sldMk cId="2632875915" sldId="282"/>
            <ac:spMk id="3" creationId="{18278A01-B025-45E4-3D5C-26581724EE48}"/>
          </ac:spMkLst>
        </pc:spChg>
        <pc:picChg chg="add mod">
          <ac:chgData name="Sara Muneeb" userId="29b624b1-a719-43f5-9b52-388cd4043c04" providerId="ADAL" clId="{9349EC5B-3418-40D6-82D5-AD7C894D9B85}" dt="2022-12-14T08:47:15.185" v="418" actId="1076"/>
          <ac:picMkLst>
            <pc:docMk/>
            <pc:sldMk cId="2632875915" sldId="282"/>
            <ac:picMk id="5122" creationId="{612B9239-F158-2CB7-9A16-207E6C5C0183}"/>
          </ac:picMkLst>
        </pc:picChg>
      </pc:sldChg>
      <pc:sldChg chg="addSp delSp modSp new mod">
        <pc:chgData name="Sara Muneeb" userId="29b624b1-a719-43f5-9b52-388cd4043c04" providerId="ADAL" clId="{9349EC5B-3418-40D6-82D5-AD7C894D9B85}" dt="2022-12-14T10:05:15.259" v="801" actId="14100"/>
        <pc:sldMkLst>
          <pc:docMk/>
          <pc:sldMk cId="1994472083" sldId="283"/>
        </pc:sldMkLst>
        <pc:spChg chg="mod">
          <ac:chgData name="Sara Muneeb" userId="29b624b1-a719-43f5-9b52-388cd4043c04" providerId="ADAL" clId="{9349EC5B-3418-40D6-82D5-AD7C894D9B85}" dt="2022-12-14T09:48:11.057" v="581" actId="20577"/>
          <ac:spMkLst>
            <pc:docMk/>
            <pc:sldMk cId="1994472083" sldId="283"/>
            <ac:spMk id="2" creationId="{BF839777-4F26-652D-6E3A-B368B35F17AA}"/>
          </ac:spMkLst>
        </pc:spChg>
        <pc:spChg chg="mod">
          <ac:chgData name="Sara Muneeb" userId="29b624b1-a719-43f5-9b52-388cd4043c04" providerId="ADAL" clId="{9349EC5B-3418-40D6-82D5-AD7C894D9B85}" dt="2022-12-14T10:05:03.611" v="799" actId="20577"/>
          <ac:spMkLst>
            <pc:docMk/>
            <pc:sldMk cId="1994472083" sldId="283"/>
            <ac:spMk id="3" creationId="{31984313-D253-7590-BBD8-1CA14AAC8C6A}"/>
          </ac:spMkLst>
        </pc:spChg>
        <pc:picChg chg="add del mod">
          <ac:chgData name="Sara Muneeb" userId="29b624b1-a719-43f5-9b52-388cd4043c04" providerId="ADAL" clId="{9349EC5B-3418-40D6-82D5-AD7C894D9B85}" dt="2022-12-14T09:58:29.871" v="737" actId="21"/>
          <ac:picMkLst>
            <pc:docMk/>
            <pc:sldMk cId="1994472083" sldId="283"/>
            <ac:picMk id="6146" creationId="{31ACE468-3335-7E2F-1695-B9F489BF0046}"/>
          </ac:picMkLst>
        </pc:picChg>
        <pc:picChg chg="add mod">
          <ac:chgData name="Sara Muneeb" userId="29b624b1-a719-43f5-9b52-388cd4043c04" providerId="ADAL" clId="{9349EC5B-3418-40D6-82D5-AD7C894D9B85}" dt="2022-12-14T10:05:15.259" v="801" actId="14100"/>
          <ac:picMkLst>
            <pc:docMk/>
            <pc:sldMk cId="1994472083" sldId="283"/>
            <ac:picMk id="6148" creationId="{A5C8B7A0-7DBB-23CB-B07A-0D492FBDA35F}"/>
          </ac:picMkLst>
        </pc:picChg>
      </pc:sldChg>
      <pc:sldChg chg="del">
        <pc:chgData name="Sara Muneeb" userId="29b624b1-a719-43f5-9b52-388cd4043c04" providerId="ADAL" clId="{9349EC5B-3418-40D6-82D5-AD7C894D9B85}" dt="2022-12-08T04:15:52.168" v="0" actId="47"/>
        <pc:sldMkLst>
          <pc:docMk/>
          <pc:sldMk cId="1243337029" sldId="284"/>
        </pc:sldMkLst>
      </pc:sldChg>
      <pc:sldChg chg="modSp new mod">
        <pc:chgData name="Sara Muneeb" userId="29b624b1-a719-43f5-9b52-388cd4043c04" providerId="ADAL" clId="{9349EC5B-3418-40D6-82D5-AD7C894D9B85}" dt="2022-12-14T10:10:21.236" v="1058" actId="27636"/>
        <pc:sldMkLst>
          <pc:docMk/>
          <pc:sldMk cId="1935204131" sldId="284"/>
        </pc:sldMkLst>
        <pc:spChg chg="mod">
          <ac:chgData name="Sara Muneeb" userId="29b624b1-a719-43f5-9b52-388cd4043c04" providerId="ADAL" clId="{9349EC5B-3418-40D6-82D5-AD7C894D9B85}" dt="2022-12-14T10:10:21.236" v="1058" actId="27636"/>
          <ac:spMkLst>
            <pc:docMk/>
            <pc:sldMk cId="1935204131" sldId="284"/>
            <ac:spMk id="2" creationId="{49B229F6-25FA-9647-4E44-46912C2DA079}"/>
          </ac:spMkLst>
        </pc:spChg>
        <pc:spChg chg="mod">
          <ac:chgData name="Sara Muneeb" userId="29b624b1-a719-43f5-9b52-388cd4043c04" providerId="ADAL" clId="{9349EC5B-3418-40D6-82D5-AD7C894D9B85}" dt="2022-12-14T10:10:04.081" v="1052" actId="20577"/>
          <ac:spMkLst>
            <pc:docMk/>
            <pc:sldMk cId="1935204131" sldId="284"/>
            <ac:spMk id="3" creationId="{F7B5BC33-43BB-1888-BF38-B083F18B0E53}"/>
          </ac:spMkLst>
        </pc:spChg>
      </pc:sldChg>
      <pc:sldChg chg="del">
        <pc:chgData name="Sara Muneeb" userId="29b624b1-a719-43f5-9b52-388cd4043c04" providerId="ADAL" clId="{9349EC5B-3418-40D6-82D5-AD7C894D9B85}" dt="2022-12-08T04:15:52.168" v="0" actId="47"/>
        <pc:sldMkLst>
          <pc:docMk/>
          <pc:sldMk cId="133598058" sldId="285"/>
        </pc:sldMkLst>
      </pc:sldChg>
      <pc:sldChg chg="modSp new mod ord">
        <pc:chgData name="Sara Muneeb" userId="29b624b1-a719-43f5-9b52-388cd4043c04" providerId="ADAL" clId="{9349EC5B-3418-40D6-82D5-AD7C894D9B85}" dt="2022-12-14T10:14:36.433" v="1183" actId="20577"/>
        <pc:sldMkLst>
          <pc:docMk/>
          <pc:sldMk cId="1483931368" sldId="285"/>
        </pc:sldMkLst>
        <pc:spChg chg="mod">
          <ac:chgData name="Sara Muneeb" userId="29b624b1-a719-43f5-9b52-388cd4043c04" providerId="ADAL" clId="{9349EC5B-3418-40D6-82D5-AD7C894D9B85}" dt="2022-12-14T10:10:39.443" v="1083" actId="313"/>
          <ac:spMkLst>
            <pc:docMk/>
            <pc:sldMk cId="1483931368" sldId="285"/>
            <ac:spMk id="2" creationId="{B25017CB-4975-259B-B737-188722D4CD70}"/>
          </ac:spMkLst>
        </pc:spChg>
        <pc:spChg chg="mod">
          <ac:chgData name="Sara Muneeb" userId="29b624b1-a719-43f5-9b52-388cd4043c04" providerId="ADAL" clId="{9349EC5B-3418-40D6-82D5-AD7C894D9B85}" dt="2022-12-14T10:14:36.433" v="1183" actId="20577"/>
          <ac:spMkLst>
            <pc:docMk/>
            <pc:sldMk cId="1483931368" sldId="285"/>
            <ac:spMk id="3" creationId="{D96EFDDF-24D0-631D-5289-3E6CBE721DD6}"/>
          </ac:spMkLst>
        </pc:spChg>
      </pc:sldChg>
    </pc:docChg>
  </pc:docChgLst>
  <pc:docChgLst>
    <pc:chgData name="Sara Muneeb" userId="29b624b1-a719-43f5-9b52-388cd4043c04" providerId="ADAL" clId="{07B87C65-7BF0-4289-BFF5-6A43FACCF6DC}"/>
    <pc:docChg chg="undo custSel addSld delSld modSld sldOrd">
      <pc:chgData name="Sara Muneeb" userId="29b624b1-a719-43f5-9b52-388cd4043c04" providerId="ADAL" clId="{07B87C65-7BF0-4289-BFF5-6A43FACCF6DC}" dt="2022-12-06T04:47:21.753" v="3609" actId="313"/>
      <pc:docMkLst>
        <pc:docMk/>
      </pc:docMkLst>
      <pc:sldChg chg="modSp mod">
        <pc:chgData name="Sara Muneeb" userId="29b624b1-a719-43f5-9b52-388cd4043c04" providerId="ADAL" clId="{07B87C65-7BF0-4289-BFF5-6A43FACCF6DC}" dt="2022-11-25T04:27:15.196" v="57" actId="20577"/>
        <pc:sldMkLst>
          <pc:docMk/>
          <pc:sldMk cId="2984185032" sldId="256"/>
        </pc:sldMkLst>
        <pc:spChg chg="mod">
          <ac:chgData name="Sara Muneeb" userId="29b624b1-a719-43f5-9b52-388cd4043c04" providerId="ADAL" clId="{07B87C65-7BF0-4289-BFF5-6A43FACCF6DC}" dt="2022-11-25T04:27:15.196" v="57" actId="20577"/>
          <ac:spMkLst>
            <pc:docMk/>
            <pc:sldMk cId="2984185032" sldId="256"/>
            <ac:spMk id="2" creationId="{00000000-0000-0000-0000-000000000000}"/>
          </ac:spMkLst>
        </pc:spChg>
      </pc:sldChg>
      <pc:sldChg chg="del">
        <pc:chgData name="Sara Muneeb" userId="29b624b1-a719-43f5-9b52-388cd4043c04" providerId="ADAL" clId="{07B87C65-7BF0-4289-BFF5-6A43FACCF6DC}" dt="2022-11-25T04:26:49.041" v="0" actId="47"/>
        <pc:sldMkLst>
          <pc:docMk/>
          <pc:sldMk cId="2231384248" sldId="257"/>
        </pc:sldMkLst>
      </pc:sldChg>
      <pc:sldChg chg="modSp new mod">
        <pc:chgData name="Sara Muneeb" userId="29b624b1-a719-43f5-9b52-388cd4043c04" providerId="ADAL" clId="{07B87C65-7BF0-4289-BFF5-6A43FACCF6DC}" dt="2022-11-28T09:13:19.759" v="330" actId="20577"/>
        <pc:sldMkLst>
          <pc:docMk/>
          <pc:sldMk cId="4052696622" sldId="257"/>
        </pc:sldMkLst>
        <pc:spChg chg="mod">
          <ac:chgData name="Sara Muneeb" userId="29b624b1-a719-43f5-9b52-388cd4043c04" providerId="ADAL" clId="{07B87C65-7BF0-4289-BFF5-6A43FACCF6DC}" dt="2022-11-28T09:12:24.147" v="315" actId="20577"/>
          <ac:spMkLst>
            <pc:docMk/>
            <pc:sldMk cId="4052696622" sldId="257"/>
            <ac:spMk id="2" creationId="{605A284A-6EAD-D9E5-121D-7190C5C5F6DC}"/>
          </ac:spMkLst>
        </pc:spChg>
        <pc:spChg chg="mod">
          <ac:chgData name="Sara Muneeb" userId="29b624b1-a719-43f5-9b52-388cd4043c04" providerId="ADAL" clId="{07B87C65-7BF0-4289-BFF5-6A43FACCF6DC}" dt="2022-11-28T09:13:19.759" v="330" actId="20577"/>
          <ac:spMkLst>
            <pc:docMk/>
            <pc:sldMk cId="4052696622" sldId="257"/>
            <ac:spMk id="3" creationId="{3AAF61C5-C0AB-856C-C03F-AA8037EE74A2}"/>
          </ac:spMkLst>
        </pc:spChg>
      </pc:sldChg>
      <pc:sldChg chg="modSp new mod">
        <pc:chgData name="Sara Muneeb" userId="29b624b1-a719-43f5-9b52-388cd4043c04" providerId="ADAL" clId="{07B87C65-7BF0-4289-BFF5-6A43FACCF6DC}" dt="2022-11-28T08:58:55.154" v="293" actId="20577"/>
        <pc:sldMkLst>
          <pc:docMk/>
          <pc:sldMk cId="1361134221" sldId="258"/>
        </pc:sldMkLst>
        <pc:spChg chg="mod">
          <ac:chgData name="Sara Muneeb" userId="29b624b1-a719-43f5-9b52-388cd4043c04" providerId="ADAL" clId="{07B87C65-7BF0-4289-BFF5-6A43FACCF6DC}" dt="2022-11-28T07:49:11.415" v="73" actId="20577"/>
          <ac:spMkLst>
            <pc:docMk/>
            <pc:sldMk cId="1361134221" sldId="258"/>
            <ac:spMk id="2" creationId="{1C188CF2-0564-3A20-372A-AE243A9F5DD2}"/>
          </ac:spMkLst>
        </pc:spChg>
        <pc:spChg chg="mod">
          <ac:chgData name="Sara Muneeb" userId="29b624b1-a719-43f5-9b52-388cd4043c04" providerId="ADAL" clId="{07B87C65-7BF0-4289-BFF5-6A43FACCF6DC}" dt="2022-11-28T08:58:55.154" v="293" actId="20577"/>
          <ac:spMkLst>
            <pc:docMk/>
            <pc:sldMk cId="1361134221" sldId="258"/>
            <ac:spMk id="3" creationId="{C788ECBF-C509-42ED-9D7D-A0AD5C1043DD}"/>
          </ac:spMkLst>
        </pc:spChg>
      </pc:sldChg>
      <pc:sldChg chg="del">
        <pc:chgData name="Sara Muneeb" userId="29b624b1-a719-43f5-9b52-388cd4043c04" providerId="ADAL" clId="{07B87C65-7BF0-4289-BFF5-6A43FACCF6DC}" dt="2022-11-25T04:26:49.041" v="0" actId="47"/>
        <pc:sldMkLst>
          <pc:docMk/>
          <pc:sldMk cId="2741597001" sldId="259"/>
        </pc:sldMkLst>
      </pc:sldChg>
      <pc:sldChg chg="modSp new mod">
        <pc:chgData name="Sara Muneeb" userId="29b624b1-a719-43f5-9b52-388cd4043c04" providerId="ADAL" clId="{07B87C65-7BF0-4289-BFF5-6A43FACCF6DC}" dt="2022-11-28T09:15:04.754" v="379" actId="20577"/>
        <pc:sldMkLst>
          <pc:docMk/>
          <pc:sldMk cId="4265269636" sldId="259"/>
        </pc:sldMkLst>
        <pc:spChg chg="mod">
          <ac:chgData name="Sara Muneeb" userId="29b624b1-a719-43f5-9b52-388cd4043c04" providerId="ADAL" clId="{07B87C65-7BF0-4289-BFF5-6A43FACCF6DC}" dt="2022-11-28T09:13:30.460" v="358" actId="20577"/>
          <ac:spMkLst>
            <pc:docMk/>
            <pc:sldMk cId="4265269636" sldId="259"/>
            <ac:spMk id="2" creationId="{6A9359AB-2089-CDD9-3C5C-6C127216FB6E}"/>
          </ac:spMkLst>
        </pc:spChg>
        <pc:spChg chg="mod">
          <ac:chgData name="Sara Muneeb" userId="29b624b1-a719-43f5-9b52-388cd4043c04" providerId="ADAL" clId="{07B87C65-7BF0-4289-BFF5-6A43FACCF6DC}" dt="2022-11-28T09:15:04.754" v="379" actId="20577"/>
          <ac:spMkLst>
            <pc:docMk/>
            <pc:sldMk cId="4265269636" sldId="259"/>
            <ac:spMk id="3" creationId="{5FC31DFC-EC75-4865-B5E9-3F0E3FF8BDCA}"/>
          </ac:spMkLst>
        </pc:spChg>
      </pc:sldChg>
      <pc:sldChg chg="del">
        <pc:chgData name="Sara Muneeb" userId="29b624b1-a719-43f5-9b52-388cd4043c04" providerId="ADAL" clId="{07B87C65-7BF0-4289-BFF5-6A43FACCF6DC}" dt="2022-11-25T04:26:49.041" v="0" actId="47"/>
        <pc:sldMkLst>
          <pc:docMk/>
          <pc:sldMk cId="2600276571" sldId="260"/>
        </pc:sldMkLst>
      </pc:sldChg>
      <pc:sldChg chg="addSp delSp modSp new mod">
        <pc:chgData name="Sara Muneeb" userId="29b624b1-a719-43f5-9b52-388cd4043c04" providerId="ADAL" clId="{07B87C65-7BF0-4289-BFF5-6A43FACCF6DC}" dt="2022-11-28T09:16:09.242" v="409" actId="22"/>
        <pc:sldMkLst>
          <pc:docMk/>
          <pc:sldMk cId="3053092613" sldId="260"/>
        </pc:sldMkLst>
        <pc:spChg chg="mod">
          <ac:chgData name="Sara Muneeb" userId="29b624b1-a719-43f5-9b52-388cd4043c04" providerId="ADAL" clId="{07B87C65-7BF0-4289-BFF5-6A43FACCF6DC}" dt="2022-11-28T09:15:47.999" v="408" actId="20577"/>
          <ac:spMkLst>
            <pc:docMk/>
            <pc:sldMk cId="3053092613" sldId="260"/>
            <ac:spMk id="2" creationId="{68FEAE9E-AD7D-92B7-4A13-D87C8C1CC399}"/>
          </ac:spMkLst>
        </pc:spChg>
        <pc:spChg chg="del">
          <ac:chgData name="Sara Muneeb" userId="29b624b1-a719-43f5-9b52-388cd4043c04" providerId="ADAL" clId="{07B87C65-7BF0-4289-BFF5-6A43FACCF6DC}" dt="2022-11-28T09:16:09.242" v="409" actId="22"/>
          <ac:spMkLst>
            <pc:docMk/>
            <pc:sldMk cId="3053092613" sldId="260"/>
            <ac:spMk id="3" creationId="{497C2FE3-5E55-1AC7-5D6D-80575406B5F8}"/>
          </ac:spMkLst>
        </pc:spChg>
        <pc:picChg chg="add mod ord">
          <ac:chgData name="Sara Muneeb" userId="29b624b1-a719-43f5-9b52-388cd4043c04" providerId="ADAL" clId="{07B87C65-7BF0-4289-BFF5-6A43FACCF6DC}" dt="2022-11-28T09:16:09.242" v="409" actId="22"/>
          <ac:picMkLst>
            <pc:docMk/>
            <pc:sldMk cId="3053092613" sldId="260"/>
            <ac:picMk id="5" creationId="{43B55A1C-152E-2A37-CF03-23AFC8E16CEC}"/>
          </ac:picMkLst>
        </pc:picChg>
      </pc:sldChg>
      <pc:sldChg chg="modSp new mod">
        <pc:chgData name="Sara Muneeb" userId="29b624b1-a719-43f5-9b52-388cd4043c04" providerId="ADAL" clId="{07B87C65-7BF0-4289-BFF5-6A43FACCF6DC}" dt="2022-11-29T07:31:58.307" v="507" actId="113"/>
        <pc:sldMkLst>
          <pc:docMk/>
          <pc:sldMk cId="148806529" sldId="261"/>
        </pc:sldMkLst>
        <pc:spChg chg="mod">
          <ac:chgData name="Sara Muneeb" userId="29b624b1-a719-43f5-9b52-388cd4043c04" providerId="ADAL" clId="{07B87C65-7BF0-4289-BFF5-6A43FACCF6DC}" dt="2022-11-28T10:18:16.079" v="445" actId="20577"/>
          <ac:spMkLst>
            <pc:docMk/>
            <pc:sldMk cId="148806529" sldId="261"/>
            <ac:spMk id="2" creationId="{6EB53279-B1E6-E8CE-D724-5006DC985BA2}"/>
          </ac:spMkLst>
        </pc:spChg>
        <pc:spChg chg="mod">
          <ac:chgData name="Sara Muneeb" userId="29b624b1-a719-43f5-9b52-388cd4043c04" providerId="ADAL" clId="{07B87C65-7BF0-4289-BFF5-6A43FACCF6DC}" dt="2022-11-29T07:31:58.307" v="507" actId="113"/>
          <ac:spMkLst>
            <pc:docMk/>
            <pc:sldMk cId="148806529" sldId="261"/>
            <ac:spMk id="3" creationId="{F120CFDE-1724-1B54-E2DA-5486F8C81118}"/>
          </ac:spMkLst>
        </pc:spChg>
      </pc:sldChg>
      <pc:sldChg chg="del">
        <pc:chgData name="Sara Muneeb" userId="29b624b1-a719-43f5-9b52-388cd4043c04" providerId="ADAL" clId="{07B87C65-7BF0-4289-BFF5-6A43FACCF6DC}" dt="2022-11-25T04:26:49.041" v="0" actId="47"/>
        <pc:sldMkLst>
          <pc:docMk/>
          <pc:sldMk cId="3302378807" sldId="261"/>
        </pc:sldMkLst>
      </pc:sldChg>
      <pc:sldChg chg="addSp delSp modSp new mod">
        <pc:chgData name="Sara Muneeb" userId="29b624b1-a719-43f5-9b52-388cd4043c04" providerId="ADAL" clId="{07B87C65-7BF0-4289-BFF5-6A43FACCF6DC}" dt="2022-11-29T07:50:05.931" v="531" actId="1076"/>
        <pc:sldMkLst>
          <pc:docMk/>
          <pc:sldMk cId="2076603548" sldId="262"/>
        </pc:sldMkLst>
        <pc:spChg chg="mod">
          <ac:chgData name="Sara Muneeb" userId="29b624b1-a719-43f5-9b52-388cd4043c04" providerId="ADAL" clId="{07B87C65-7BF0-4289-BFF5-6A43FACCF6DC}" dt="2022-11-29T07:48:47.763" v="511" actId="20577"/>
          <ac:spMkLst>
            <pc:docMk/>
            <pc:sldMk cId="2076603548" sldId="262"/>
            <ac:spMk id="2" creationId="{F3785345-9836-C81A-8C43-B254A70CD2C5}"/>
          </ac:spMkLst>
        </pc:spChg>
        <pc:spChg chg="del">
          <ac:chgData name="Sara Muneeb" userId="29b624b1-a719-43f5-9b52-388cd4043c04" providerId="ADAL" clId="{07B87C65-7BF0-4289-BFF5-6A43FACCF6DC}" dt="2022-11-29T07:49:12.743" v="512" actId="22"/>
          <ac:spMkLst>
            <pc:docMk/>
            <pc:sldMk cId="2076603548" sldId="262"/>
            <ac:spMk id="3" creationId="{8AC7FDA9-411B-4E31-CB67-182247C44DC8}"/>
          </ac:spMkLst>
        </pc:spChg>
        <pc:spChg chg="add mod">
          <ac:chgData name="Sara Muneeb" userId="29b624b1-a719-43f5-9b52-388cd4043c04" providerId="ADAL" clId="{07B87C65-7BF0-4289-BFF5-6A43FACCF6DC}" dt="2022-11-29T07:50:02.514" v="530"/>
          <ac:spMkLst>
            <pc:docMk/>
            <pc:sldMk cId="2076603548" sldId="262"/>
            <ac:spMk id="7" creationId="{15F9C096-6822-8F54-8D7A-3910E101A2E2}"/>
          </ac:spMkLst>
        </pc:spChg>
        <pc:picChg chg="add del mod ord">
          <ac:chgData name="Sara Muneeb" userId="29b624b1-a719-43f5-9b52-388cd4043c04" providerId="ADAL" clId="{07B87C65-7BF0-4289-BFF5-6A43FACCF6DC}" dt="2022-11-29T07:49:18.791" v="514" actId="21"/>
          <ac:picMkLst>
            <pc:docMk/>
            <pc:sldMk cId="2076603548" sldId="262"/>
            <ac:picMk id="5" creationId="{4A14F249-C638-D630-C27C-BF3814884256}"/>
          </ac:picMkLst>
        </pc:picChg>
        <pc:picChg chg="add mod">
          <ac:chgData name="Sara Muneeb" userId="29b624b1-a719-43f5-9b52-388cd4043c04" providerId="ADAL" clId="{07B87C65-7BF0-4289-BFF5-6A43FACCF6DC}" dt="2022-11-29T07:50:05.931" v="531" actId="1076"/>
          <ac:picMkLst>
            <pc:docMk/>
            <pc:sldMk cId="2076603548" sldId="262"/>
            <ac:picMk id="8" creationId="{C1D63230-9C36-E8E1-81D1-0411475521F0}"/>
          </ac:picMkLst>
        </pc:picChg>
      </pc:sldChg>
      <pc:sldChg chg="del">
        <pc:chgData name="Sara Muneeb" userId="29b624b1-a719-43f5-9b52-388cd4043c04" providerId="ADAL" clId="{07B87C65-7BF0-4289-BFF5-6A43FACCF6DC}" dt="2022-11-25T04:26:49.041" v="0" actId="47"/>
        <pc:sldMkLst>
          <pc:docMk/>
          <pc:sldMk cId="3153897923" sldId="262"/>
        </pc:sldMkLst>
      </pc:sldChg>
      <pc:sldChg chg="del">
        <pc:chgData name="Sara Muneeb" userId="29b624b1-a719-43f5-9b52-388cd4043c04" providerId="ADAL" clId="{07B87C65-7BF0-4289-BFF5-6A43FACCF6DC}" dt="2022-11-25T04:26:49.041" v="0" actId="47"/>
        <pc:sldMkLst>
          <pc:docMk/>
          <pc:sldMk cId="549192520" sldId="263"/>
        </pc:sldMkLst>
      </pc:sldChg>
      <pc:sldChg chg="modSp new mod">
        <pc:chgData name="Sara Muneeb" userId="29b624b1-a719-43f5-9b52-388cd4043c04" providerId="ADAL" clId="{07B87C65-7BF0-4289-BFF5-6A43FACCF6DC}" dt="2022-11-29T07:52:26.693" v="613" actId="27636"/>
        <pc:sldMkLst>
          <pc:docMk/>
          <pc:sldMk cId="1694070568" sldId="263"/>
        </pc:sldMkLst>
        <pc:spChg chg="mod">
          <ac:chgData name="Sara Muneeb" userId="29b624b1-a719-43f5-9b52-388cd4043c04" providerId="ADAL" clId="{07B87C65-7BF0-4289-BFF5-6A43FACCF6DC}" dt="2022-11-29T07:50:16.468" v="534" actId="27636"/>
          <ac:spMkLst>
            <pc:docMk/>
            <pc:sldMk cId="1694070568" sldId="263"/>
            <ac:spMk id="2" creationId="{48FB18CF-CEE8-E867-3852-C8F63BB3E30F}"/>
          </ac:spMkLst>
        </pc:spChg>
        <pc:spChg chg="mod">
          <ac:chgData name="Sara Muneeb" userId="29b624b1-a719-43f5-9b52-388cd4043c04" providerId="ADAL" clId="{07B87C65-7BF0-4289-BFF5-6A43FACCF6DC}" dt="2022-11-29T07:52:26.693" v="613" actId="27636"/>
          <ac:spMkLst>
            <pc:docMk/>
            <pc:sldMk cId="1694070568" sldId="263"/>
            <ac:spMk id="3" creationId="{99F183BB-C036-3B0B-5546-C112AA1D206D}"/>
          </ac:spMkLst>
        </pc:spChg>
      </pc:sldChg>
      <pc:sldChg chg="del">
        <pc:chgData name="Sara Muneeb" userId="29b624b1-a719-43f5-9b52-388cd4043c04" providerId="ADAL" clId="{07B87C65-7BF0-4289-BFF5-6A43FACCF6DC}" dt="2022-11-25T04:26:49.041" v="0" actId="47"/>
        <pc:sldMkLst>
          <pc:docMk/>
          <pc:sldMk cId="65336695" sldId="264"/>
        </pc:sldMkLst>
      </pc:sldChg>
      <pc:sldChg chg="addSp delSp modSp new mod">
        <pc:chgData name="Sara Muneeb" userId="29b624b1-a719-43f5-9b52-388cd4043c04" providerId="ADAL" clId="{07B87C65-7BF0-4289-BFF5-6A43FACCF6DC}" dt="2022-11-29T07:55:35.208" v="668" actId="20577"/>
        <pc:sldMkLst>
          <pc:docMk/>
          <pc:sldMk cId="588564377" sldId="264"/>
        </pc:sldMkLst>
        <pc:spChg chg="mod">
          <ac:chgData name="Sara Muneeb" userId="29b624b1-a719-43f5-9b52-388cd4043c04" providerId="ADAL" clId="{07B87C65-7BF0-4289-BFF5-6A43FACCF6DC}" dt="2022-11-29T07:52:58.224" v="617" actId="27636"/>
          <ac:spMkLst>
            <pc:docMk/>
            <pc:sldMk cId="588564377" sldId="264"/>
            <ac:spMk id="2" creationId="{B1ABD304-B4C0-5476-67EE-75E27ED46C4A}"/>
          </ac:spMkLst>
        </pc:spChg>
        <pc:spChg chg="del">
          <ac:chgData name="Sara Muneeb" userId="29b624b1-a719-43f5-9b52-388cd4043c04" providerId="ADAL" clId="{07B87C65-7BF0-4289-BFF5-6A43FACCF6DC}" dt="2022-11-29T07:52:49.073" v="615" actId="22"/>
          <ac:spMkLst>
            <pc:docMk/>
            <pc:sldMk cId="588564377" sldId="264"/>
            <ac:spMk id="3" creationId="{6AC37CC5-B942-070B-F4CD-DDCB71A088AE}"/>
          </ac:spMkLst>
        </pc:spChg>
        <pc:spChg chg="add del mod">
          <ac:chgData name="Sara Muneeb" userId="29b624b1-a719-43f5-9b52-388cd4043c04" providerId="ADAL" clId="{07B87C65-7BF0-4289-BFF5-6A43FACCF6DC}" dt="2022-11-29T07:53:19.460" v="621"/>
          <ac:spMkLst>
            <pc:docMk/>
            <pc:sldMk cId="588564377" sldId="264"/>
            <ac:spMk id="7" creationId="{4711964E-5778-B5DA-45D3-8A9EB1673AF2}"/>
          </ac:spMkLst>
        </pc:spChg>
        <pc:spChg chg="add mod">
          <ac:chgData name="Sara Muneeb" userId="29b624b1-a719-43f5-9b52-388cd4043c04" providerId="ADAL" clId="{07B87C65-7BF0-4289-BFF5-6A43FACCF6DC}" dt="2022-11-29T07:53:57.471" v="631" actId="20577"/>
          <ac:spMkLst>
            <pc:docMk/>
            <pc:sldMk cId="588564377" sldId="264"/>
            <ac:spMk id="11" creationId="{0E5E5843-45B8-8455-5511-C0D3A6A9CCFF}"/>
          </ac:spMkLst>
        </pc:spChg>
        <pc:spChg chg="add mod">
          <ac:chgData name="Sara Muneeb" userId="29b624b1-a719-43f5-9b52-388cd4043c04" providerId="ADAL" clId="{07B87C65-7BF0-4289-BFF5-6A43FACCF6DC}" dt="2022-11-29T07:55:35.208" v="668" actId="20577"/>
          <ac:spMkLst>
            <pc:docMk/>
            <pc:sldMk cId="588564377" sldId="264"/>
            <ac:spMk id="13" creationId="{F48BCAEB-802E-2B3E-3F2B-31314851D28F}"/>
          </ac:spMkLst>
        </pc:spChg>
        <pc:picChg chg="add del mod ord">
          <ac:chgData name="Sara Muneeb" userId="29b624b1-a719-43f5-9b52-388cd4043c04" providerId="ADAL" clId="{07B87C65-7BF0-4289-BFF5-6A43FACCF6DC}" dt="2022-11-29T07:53:14.867" v="618" actId="21"/>
          <ac:picMkLst>
            <pc:docMk/>
            <pc:sldMk cId="588564377" sldId="264"/>
            <ac:picMk id="5" creationId="{31C5C8D7-BD16-C51E-46C5-BE0339527AC7}"/>
          </ac:picMkLst>
        </pc:picChg>
        <pc:picChg chg="add del mod">
          <ac:chgData name="Sara Muneeb" userId="29b624b1-a719-43f5-9b52-388cd4043c04" providerId="ADAL" clId="{07B87C65-7BF0-4289-BFF5-6A43FACCF6DC}" dt="2022-11-29T07:53:17.727" v="620"/>
          <ac:picMkLst>
            <pc:docMk/>
            <pc:sldMk cId="588564377" sldId="264"/>
            <ac:picMk id="8" creationId="{56793790-D8F3-371D-0A20-4BE2F81CCBBF}"/>
          </ac:picMkLst>
        </pc:picChg>
        <pc:picChg chg="add mod">
          <ac:chgData name="Sara Muneeb" userId="29b624b1-a719-43f5-9b52-388cd4043c04" providerId="ADAL" clId="{07B87C65-7BF0-4289-BFF5-6A43FACCF6DC}" dt="2022-11-29T07:54:26.747" v="632" actId="1076"/>
          <ac:picMkLst>
            <pc:docMk/>
            <pc:sldMk cId="588564377" sldId="264"/>
            <ac:picMk id="9" creationId="{D5895A0E-C046-FCDC-344F-B4794F5612C5}"/>
          </ac:picMkLst>
        </pc:picChg>
      </pc:sldChg>
      <pc:sldChg chg="del">
        <pc:chgData name="Sara Muneeb" userId="29b624b1-a719-43f5-9b52-388cd4043c04" providerId="ADAL" clId="{07B87C65-7BF0-4289-BFF5-6A43FACCF6DC}" dt="2022-11-25T04:26:49.041" v="0" actId="47"/>
        <pc:sldMkLst>
          <pc:docMk/>
          <pc:sldMk cId="696826166" sldId="265"/>
        </pc:sldMkLst>
      </pc:sldChg>
      <pc:sldChg chg="addSp modSp new mod">
        <pc:chgData name="Sara Muneeb" userId="29b624b1-a719-43f5-9b52-388cd4043c04" providerId="ADAL" clId="{07B87C65-7BF0-4289-BFF5-6A43FACCF6DC}" dt="2022-11-29T07:57:54.787" v="692" actId="113"/>
        <pc:sldMkLst>
          <pc:docMk/>
          <pc:sldMk cId="920584413" sldId="265"/>
        </pc:sldMkLst>
        <pc:spChg chg="mod">
          <ac:chgData name="Sara Muneeb" userId="29b624b1-a719-43f5-9b52-388cd4043c04" providerId="ADAL" clId="{07B87C65-7BF0-4289-BFF5-6A43FACCF6DC}" dt="2022-11-29T07:55:55.988" v="671" actId="27636"/>
          <ac:spMkLst>
            <pc:docMk/>
            <pc:sldMk cId="920584413" sldId="265"/>
            <ac:spMk id="2" creationId="{55A387FB-BA6D-1A53-26B1-232A9A538C8F}"/>
          </ac:spMkLst>
        </pc:spChg>
        <pc:spChg chg="mod">
          <ac:chgData name="Sara Muneeb" userId="29b624b1-a719-43f5-9b52-388cd4043c04" providerId="ADAL" clId="{07B87C65-7BF0-4289-BFF5-6A43FACCF6DC}" dt="2022-11-29T07:57:54.787" v="692" actId="113"/>
          <ac:spMkLst>
            <pc:docMk/>
            <pc:sldMk cId="920584413" sldId="265"/>
            <ac:spMk id="3" creationId="{75E70F34-49A5-0390-AAA7-861E241AE01D}"/>
          </ac:spMkLst>
        </pc:spChg>
        <pc:picChg chg="add mod">
          <ac:chgData name="Sara Muneeb" userId="29b624b1-a719-43f5-9b52-388cd4043c04" providerId="ADAL" clId="{07B87C65-7BF0-4289-BFF5-6A43FACCF6DC}" dt="2022-11-29T07:57:43.801" v="689" actId="1038"/>
          <ac:picMkLst>
            <pc:docMk/>
            <pc:sldMk cId="920584413" sldId="265"/>
            <ac:picMk id="5" creationId="{EEF9386D-5A1C-134C-37B3-67300E28828C}"/>
          </ac:picMkLst>
        </pc:picChg>
      </pc:sldChg>
      <pc:sldChg chg="modSp new mod">
        <pc:chgData name="Sara Muneeb" userId="29b624b1-a719-43f5-9b52-388cd4043c04" providerId="ADAL" clId="{07B87C65-7BF0-4289-BFF5-6A43FACCF6DC}" dt="2022-11-29T08:07:39.622" v="826" actId="15"/>
        <pc:sldMkLst>
          <pc:docMk/>
          <pc:sldMk cId="480505665" sldId="266"/>
        </pc:sldMkLst>
        <pc:spChg chg="mod">
          <ac:chgData name="Sara Muneeb" userId="29b624b1-a719-43f5-9b52-388cd4043c04" providerId="ADAL" clId="{07B87C65-7BF0-4289-BFF5-6A43FACCF6DC}" dt="2022-11-29T08:01:25.846" v="762" actId="20577"/>
          <ac:spMkLst>
            <pc:docMk/>
            <pc:sldMk cId="480505665" sldId="266"/>
            <ac:spMk id="2" creationId="{F87C91DA-CDDA-10E7-254B-C9F11A90D94F}"/>
          </ac:spMkLst>
        </pc:spChg>
        <pc:spChg chg="mod">
          <ac:chgData name="Sara Muneeb" userId="29b624b1-a719-43f5-9b52-388cd4043c04" providerId="ADAL" clId="{07B87C65-7BF0-4289-BFF5-6A43FACCF6DC}" dt="2022-11-29T08:07:39.622" v="826" actId="15"/>
          <ac:spMkLst>
            <pc:docMk/>
            <pc:sldMk cId="480505665" sldId="266"/>
            <ac:spMk id="3" creationId="{B3D98B26-ED18-2AD7-2E13-DC5AEB001770}"/>
          </ac:spMkLst>
        </pc:spChg>
      </pc:sldChg>
      <pc:sldChg chg="del">
        <pc:chgData name="Sara Muneeb" userId="29b624b1-a719-43f5-9b52-388cd4043c04" providerId="ADAL" clId="{07B87C65-7BF0-4289-BFF5-6A43FACCF6DC}" dt="2022-11-25T04:26:49.041" v="0" actId="47"/>
        <pc:sldMkLst>
          <pc:docMk/>
          <pc:sldMk cId="922512695" sldId="266"/>
        </pc:sldMkLst>
      </pc:sldChg>
      <pc:sldChg chg="modSp new mod">
        <pc:chgData name="Sara Muneeb" userId="29b624b1-a719-43f5-9b52-388cd4043c04" providerId="ADAL" clId="{07B87C65-7BF0-4289-BFF5-6A43FACCF6DC}" dt="2022-11-29T08:10:54.056" v="881" actId="20577"/>
        <pc:sldMkLst>
          <pc:docMk/>
          <pc:sldMk cId="814825275" sldId="267"/>
        </pc:sldMkLst>
        <pc:spChg chg="mod">
          <ac:chgData name="Sara Muneeb" userId="29b624b1-a719-43f5-9b52-388cd4043c04" providerId="ADAL" clId="{07B87C65-7BF0-4289-BFF5-6A43FACCF6DC}" dt="2022-11-29T08:09:30.695" v="835" actId="20577"/>
          <ac:spMkLst>
            <pc:docMk/>
            <pc:sldMk cId="814825275" sldId="267"/>
            <ac:spMk id="2" creationId="{9DD101A9-675F-B073-0FCF-69CCACAA4509}"/>
          </ac:spMkLst>
        </pc:spChg>
        <pc:spChg chg="mod">
          <ac:chgData name="Sara Muneeb" userId="29b624b1-a719-43f5-9b52-388cd4043c04" providerId="ADAL" clId="{07B87C65-7BF0-4289-BFF5-6A43FACCF6DC}" dt="2022-11-29T08:10:54.056" v="881" actId="20577"/>
          <ac:spMkLst>
            <pc:docMk/>
            <pc:sldMk cId="814825275" sldId="267"/>
            <ac:spMk id="3" creationId="{CAF53B9D-DE20-BE50-D0FE-318EBDD60E08}"/>
          </ac:spMkLst>
        </pc:spChg>
      </pc:sldChg>
      <pc:sldChg chg="del">
        <pc:chgData name="Sara Muneeb" userId="29b624b1-a719-43f5-9b52-388cd4043c04" providerId="ADAL" clId="{07B87C65-7BF0-4289-BFF5-6A43FACCF6DC}" dt="2022-11-25T04:26:49.041" v="0" actId="47"/>
        <pc:sldMkLst>
          <pc:docMk/>
          <pc:sldMk cId="2171506608" sldId="267"/>
        </pc:sldMkLst>
      </pc:sldChg>
      <pc:sldChg chg="addSp delSp modSp new mod">
        <pc:chgData name="Sara Muneeb" userId="29b624b1-a719-43f5-9b52-388cd4043c04" providerId="ADAL" clId="{07B87C65-7BF0-4289-BFF5-6A43FACCF6DC}" dt="2022-11-29T08:15:01.445" v="944" actId="20577"/>
        <pc:sldMkLst>
          <pc:docMk/>
          <pc:sldMk cId="793564404" sldId="268"/>
        </pc:sldMkLst>
        <pc:spChg chg="mod">
          <ac:chgData name="Sara Muneeb" userId="29b624b1-a719-43f5-9b52-388cd4043c04" providerId="ADAL" clId="{07B87C65-7BF0-4289-BFF5-6A43FACCF6DC}" dt="2022-11-29T08:15:01.445" v="944" actId="20577"/>
          <ac:spMkLst>
            <pc:docMk/>
            <pc:sldMk cId="793564404" sldId="268"/>
            <ac:spMk id="2" creationId="{E26AC86E-A5C8-6B45-D4B0-F1DD6A181F56}"/>
          </ac:spMkLst>
        </pc:spChg>
        <pc:spChg chg="del">
          <ac:chgData name="Sara Muneeb" userId="29b624b1-a719-43f5-9b52-388cd4043c04" providerId="ADAL" clId="{07B87C65-7BF0-4289-BFF5-6A43FACCF6DC}" dt="2022-11-29T08:12:47.301" v="918" actId="22"/>
          <ac:spMkLst>
            <pc:docMk/>
            <pc:sldMk cId="793564404" sldId="268"/>
            <ac:spMk id="3" creationId="{B7A91D8B-19E1-1478-079B-5DCF3872C373}"/>
          </ac:spMkLst>
        </pc:spChg>
        <pc:spChg chg="add mod">
          <ac:chgData name="Sara Muneeb" userId="29b624b1-a719-43f5-9b52-388cd4043c04" providerId="ADAL" clId="{07B87C65-7BF0-4289-BFF5-6A43FACCF6DC}" dt="2022-11-29T08:13:31.767" v="938" actId="20577"/>
          <ac:spMkLst>
            <pc:docMk/>
            <pc:sldMk cId="793564404" sldId="268"/>
            <ac:spMk id="7" creationId="{945C77B3-6FA1-3FDF-7B7E-1C5E743D52E6}"/>
          </ac:spMkLst>
        </pc:spChg>
        <pc:picChg chg="add mod ord">
          <ac:chgData name="Sara Muneeb" userId="29b624b1-a719-43f5-9b52-388cd4043c04" providerId="ADAL" clId="{07B87C65-7BF0-4289-BFF5-6A43FACCF6DC}" dt="2022-11-29T08:12:50.359" v="919" actId="1076"/>
          <ac:picMkLst>
            <pc:docMk/>
            <pc:sldMk cId="793564404" sldId="268"/>
            <ac:picMk id="5" creationId="{29E05507-6C91-2A3B-D391-21CA998F7235}"/>
          </ac:picMkLst>
        </pc:picChg>
      </pc:sldChg>
      <pc:sldChg chg="del">
        <pc:chgData name="Sara Muneeb" userId="29b624b1-a719-43f5-9b52-388cd4043c04" providerId="ADAL" clId="{07B87C65-7BF0-4289-BFF5-6A43FACCF6DC}" dt="2022-11-25T04:26:49.041" v="0" actId="47"/>
        <pc:sldMkLst>
          <pc:docMk/>
          <pc:sldMk cId="3311259099" sldId="268"/>
        </pc:sldMkLst>
      </pc:sldChg>
      <pc:sldChg chg="del">
        <pc:chgData name="Sara Muneeb" userId="29b624b1-a719-43f5-9b52-388cd4043c04" providerId="ADAL" clId="{07B87C65-7BF0-4289-BFF5-6A43FACCF6DC}" dt="2022-11-25T04:26:49.041" v="0" actId="47"/>
        <pc:sldMkLst>
          <pc:docMk/>
          <pc:sldMk cId="1027124531" sldId="269"/>
        </pc:sldMkLst>
      </pc:sldChg>
      <pc:sldChg chg="addSp delSp modSp new mod">
        <pc:chgData name="Sara Muneeb" userId="29b624b1-a719-43f5-9b52-388cd4043c04" providerId="ADAL" clId="{07B87C65-7BF0-4289-BFF5-6A43FACCF6DC}" dt="2022-11-29T08:15:09.432" v="959" actId="20577"/>
        <pc:sldMkLst>
          <pc:docMk/>
          <pc:sldMk cId="3179164803" sldId="269"/>
        </pc:sldMkLst>
        <pc:spChg chg="mod">
          <ac:chgData name="Sara Muneeb" userId="29b624b1-a719-43f5-9b52-388cd4043c04" providerId="ADAL" clId="{07B87C65-7BF0-4289-BFF5-6A43FACCF6DC}" dt="2022-11-29T08:15:09.432" v="959" actId="20577"/>
          <ac:spMkLst>
            <pc:docMk/>
            <pc:sldMk cId="3179164803" sldId="269"/>
            <ac:spMk id="2" creationId="{1D97CD13-E0C4-2982-F017-A2F4563742E6}"/>
          </ac:spMkLst>
        </pc:spChg>
        <pc:spChg chg="del">
          <ac:chgData name="Sara Muneeb" userId="29b624b1-a719-43f5-9b52-388cd4043c04" providerId="ADAL" clId="{07B87C65-7BF0-4289-BFF5-6A43FACCF6DC}" dt="2022-11-29T08:14:49.877" v="940" actId="22"/>
          <ac:spMkLst>
            <pc:docMk/>
            <pc:sldMk cId="3179164803" sldId="269"/>
            <ac:spMk id="3" creationId="{8CDBDA02-E953-9A98-51CF-7413A2B497EF}"/>
          </ac:spMkLst>
        </pc:spChg>
        <pc:picChg chg="add mod ord">
          <ac:chgData name="Sara Muneeb" userId="29b624b1-a719-43f5-9b52-388cd4043c04" providerId="ADAL" clId="{07B87C65-7BF0-4289-BFF5-6A43FACCF6DC}" dt="2022-11-29T08:14:49.877" v="940" actId="22"/>
          <ac:picMkLst>
            <pc:docMk/>
            <pc:sldMk cId="3179164803" sldId="269"/>
            <ac:picMk id="5" creationId="{2D056AF0-4B09-2295-772D-391C386EBACE}"/>
          </ac:picMkLst>
        </pc:picChg>
      </pc:sldChg>
      <pc:sldChg chg="addSp delSp modSp new mod">
        <pc:chgData name="Sara Muneeb" userId="29b624b1-a719-43f5-9b52-388cd4043c04" providerId="ADAL" clId="{07B87C65-7BF0-4289-BFF5-6A43FACCF6DC}" dt="2022-11-29T08:15:30.731" v="974" actId="22"/>
        <pc:sldMkLst>
          <pc:docMk/>
          <pc:sldMk cId="1469265427" sldId="270"/>
        </pc:sldMkLst>
        <pc:spChg chg="mod">
          <ac:chgData name="Sara Muneeb" userId="29b624b1-a719-43f5-9b52-388cd4043c04" providerId="ADAL" clId="{07B87C65-7BF0-4289-BFF5-6A43FACCF6DC}" dt="2022-11-29T08:15:28.284" v="973" actId="20577"/>
          <ac:spMkLst>
            <pc:docMk/>
            <pc:sldMk cId="1469265427" sldId="270"/>
            <ac:spMk id="2" creationId="{560AB7A3-7D9C-4835-C5CF-29EFE68DCAB7}"/>
          </ac:spMkLst>
        </pc:spChg>
        <pc:spChg chg="del">
          <ac:chgData name="Sara Muneeb" userId="29b624b1-a719-43f5-9b52-388cd4043c04" providerId="ADAL" clId="{07B87C65-7BF0-4289-BFF5-6A43FACCF6DC}" dt="2022-11-29T08:15:30.731" v="974" actId="22"/>
          <ac:spMkLst>
            <pc:docMk/>
            <pc:sldMk cId="1469265427" sldId="270"/>
            <ac:spMk id="3" creationId="{984402B9-F4B0-5D55-41A4-9ADFA28C5E1F}"/>
          </ac:spMkLst>
        </pc:spChg>
        <pc:picChg chg="add mod ord">
          <ac:chgData name="Sara Muneeb" userId="29b624b1-a719-43f5-9b52-388cd4043c04" providerId="ADAL" clId="{07B87C65-7BF0-4289-BFF5-6A43FACCF6DC}" dt="2022-11-29T08:15:30.731" v="974" actId="22"/>
          <ac:picMkLst>
            <pc:docMk/>
            <pc:sldMk cId="1469265427" sldId="270"/>
            <ac:picMk id="5" creationId="{AA3A4857-EF54-D2A6-2DF0-68E4FF6BE937}"/>
          </ac:picMkLst>
        </pc:picChg>
      </pc:sldChg>
      <pc:sldChg chg="del">
        <pc:chgData name="Sara Muneeb" userId="29b624b1-a719-43f5-9b52-388cd4043c04" providerId="ADAL" clId="{07B87C65-7BF0-4289-BFF5-6A43FACCF6DC}" dt="2022-11-25T04:26:49.041" v="0" actId="47"/>
        <pc:sldMkLst>
          <pc:docMk/>
          <pc:sldMk cId="4065404976" sldId="270"/>
        </pc:sldMkLst>
      </pc:sldChg>
      <pc:sldChg chg="addSp delSp modSp new mod">
        <pc:chgData name="Sara Muneeb" userId="29b624b1-a719-43f5-9b52-388cd4043c04" providerId="ADAL" clId="{07B87C65-7BF0-4289-BFF5-6A43FACCF6DC}" dt="2022-11-29T08:16:57.616" v="992" actId="14100"/>
        <pc:sldMkLst>
          <pc:docMk/>
          <pc:sldMk cId="3856423633" sldId="271"/>
        </pc:sldMkLst>
        <pc:spChg chg="mod">
          <ac:chgData name="Sara Muneeb" userId="29b624b1-a719-43f5-9b52-388cd4043c04" providerId="ADAL" clId="{07B87C65-7BF0-4289-BFF5-6A43FACCF6DC}" dt="2022-11-29T08:16:42.539" v="989" actId="20577"/>
          <ac:spMkLst>
            <pc:docMk/>
            <pc:sldMk cId="3856423633" sldId="271"/>
            <ac:spMk id="2" creationId="{A0F64CB3-843D-9F4E-5594-21FDA5E05DA2}"/>
          </ac:spMkLst>
        </pc:spChg>
        <pc:spChg chg="del">
          <ac:chgData name="Sara Muneeb" userId="29b624b1-a719-43f5-9b52-388cd4043c04" providerId="ADAL" clId="{07B87C65-7BF0-4289-BFF5-6A43FACCF6DC}" dt="2022-11-29T08:16:35.935" v="976" actId="22"/>
          <ac:spMkLst>
            <pc:docMk/>
            <pc:sldMk cId="3856423633" sldId="271"/>
            <ac:spMk id="3" creationId="{7EF17957-3D7B-D327-A2A2-C955BF68DBBC}"/>
          </ac:spMkLst>
        </pc:spChg>
        <pc:spChg chg="add mod">
          <ac:chgData name="Sara Muneeb" userId="29b624b1-a719-43f5-9b52-388cd4043c04" providerId="ADAL" clId="{07B87C65-7BF0-4289-BFF5-6A43FACCF6DC}" dt="2022-11-29T08:16:57.616" v="992" actId="14100"/>
          <ac:spMkLst>
            <pc:docMk/>
            <pc:sldMk cId="3856423633" sldId="271"/>
            <ac:spMk id="7" creationId="{F180F789-D42C-49BF-B849-C1035DF2E2EE}"/>
          </ac:spMkLst>
        </pc:spChg>
        <pc:picChg chg="add mod ord">
          <ac:chgData name="Sara Muneeb" userId="29b624b1-a719-43f5-9b52-388cd4043c04" providerId="ADAL" clId="{07B87C65-7BF0-4289-BFF5-6A43FACCF6DC}" dt="2022-11-29T08:16:35.935" v="976" actId="22"/>
          <ac:picMkLst>
            <pc:docMk/>
            <pc:sldMk cId="3856423633" sldId="271"/>
            <ac:picMk id="5" creationId="{91913426-7371-9E7F-528F-D90DB59A1FA9}"/>
          </ac:picMkLst>
        </pc:picChg>
      </pc:sldChg>
      <pc:sldChg chg="del">
        <pc:chgData name="Sara Muneeb" userId="29b624b1-a719-43f5-9b52-388cd4043c04" providerId="ADAL" clId="{07B87C65-7BF0-4289-BFF5-6A43FACCF6DC}" dt="2022-11-25T04:26:49.041" v="0" actId="47"/>
        <pc:sldMkLst>
          <pc:docMk/>
          <pc:sldMk cId="4199156068" sldId="271"/>
        </pc:sldMkLst>
      </pc:sldChg>
      <pc:sldChg chg="addSp modSp new mod">
        <pc:chgData name="Sara Muneeb" userId="29b624b1-a719-43f5-9b52-388cd4043c04" providerId="ADAL" clId="{07B87C65-7BF0-4289-BFF5-6A43FACCF6DC}" dt="2022-11-29T08:36:37.703" v="1298" actId="20577"/>
        <pc:sldMkLst>
          <pc:docMk/>
          <pc:sldMk cId="1763966239" sldId="272"/>
        </pc:sldMkLst>
        <pc:spChg chg="mod">
          <ac:chgData name="Sara Muneeb" userId="29b624b1-a719-43f5-9b52-388cd4043c04" providerId="ADAL" clId="{07B87C65-7BF0-4289-BFF5-6A43FACCF6DC}" dt="2022-11-29T08:36:37.703" v="1298" actId="20577"/>
          <ac:spMkLst>
            <pc:docMk/>
            <pc:sldMk cId="1763966239" sldId="272"/>
            <ac:spMk id="2" creationId="{0EFABA8F-AEDC-4298-66B0-95A31E9E4D1C}"/>
          </ac:spMkLst>
        </pc:spChg>
        <pc:spChg chg="mod">
          <ac:chgData name="Sara Muneeb" userId="29b624b1-a719-43f5-9b52-388cd4043c04" providerId="ADAL" clId="{07B87C65-7BF0-4289-BFF5-6A43FACCF6DC}" dt="2022-11-29T08:32:57.662" v="1190" actId="20577"/>
          <ac:spMkLst>
            <pc:docMk/>
            <pc:sldMk cId="1763966239" sldId="272"/>
            <ac:spMk id="3" creationId="{93C5E084-5FA3-9105-9E29-426351B0CE7D}"/>
          </ac:spMkLst>
        </pc:spChg>
        <pc:graphicFrameChg chg="add mod modGraphic">
          <ac:chgData name="Sara Muneeb" userId="29b624b1-a719-43f5-9b52-388cd4043c04" providerId="ADAL" clId="{07B87C65-7BF0-4289-BFF5-6A43FACCF6DC}" dt="2022-11-29T08:33:33.481" v="1200" actId="14734"/>
          <ac:graphicFrameMkLst>
            <pc:docMk/>
            <pc:sldMk cId="1763966239" sldId="272"/>
            <ac:graphicFrameMk id="4" creationId="{BCA46073-627B-4C73-4D9D-428566E4A9AA}"/>
          </ac:graphicFrameMkLst>
        </pc:graphicFrameChg>
      </pc:sldChg>
      <pc:sldChg chg="del">
        <pc:chgData name="Sara Muneeb" userId="29b624b1-a719-43f5-9b52-388cd4043c04" providerId="ADAL" clId="{07B87C65-7BF0-4289-BFF5-6A43FACCF6DC}" dt="2022-11-25T04:26:49.041" v="0" actId="47"/>
        <pc:sldMkLst>
          <pc:docMk/>
          <pc:sldMk cId="2475071258" sldId="272"/>
        </pc:sldMkLst>
      </pc:sldChg>
      <pc:sldChg chg="addSp delSp modSp new mod">
        <pc:chgData name="Sara Muneeb" userId="29b624b1-a719-43f5-9b52-388cd4043c04" providerId="ADAL" clId="{07B87C65-7BF0-4289-BFF5-6A43FACCF6DC}" dt="2022-11-29T08:36:45.976" v="1309" actId="20577"/>
        <pc:sldMkLst>
          <pc:docMk/>
          <pc:sldMk cId="1205803140" sldId="273"/>
        </pc:sldMkLst>
        <pc:spChg chg="mod">
          <ac:chgData name="Sara Muneeb" userId="29b624b1-a719-43f5-9b52-388cd4043c04" providerId="ADAL" clId="{07B87C65-7BF0-4289-BFF5-6A43FACCF6DC}" dt="2022-11-29T08:36:45.976" v="1309" actId="20577"/>
          <ac:spMkLst>
            <pc:docMk/>
            <pc:sldMk cId="1205803140" sldId="273"/>
            <ac:spMk id="2" creationId="{D03637D0-2AB2-8227-573D-0D36001F8875}"/>
          </ac:spMkLst>
        </pc:spChg>
        <pc:spChg chg="del">
          <ac:chgData name="Sara Muneeb" userId="29b624b1-a719-43f5-9b52-388cd4043c04" providerId="ADAL" clId="{07B87C65-7BF0-4289-BFF5-6A43FACCF6DC}" dt="2022-11-29T08:34:29.471" v="1202" actId="22"/>
          <ac:spMkLst>
            <pc:docMk/>
            <pc:sldMk cId="1205803140" sldId="273"/>
            <ac:spMk id="3" creationId="{38582C34-C804-BBE5-002C-E4D9A9E1E98D}"/>
          </ac:spMkLst>
        </pc:spChg>
        <pc:spChg chg="add del mod">
          <ac:chgData name="Sara Muneeb" userId="29b624b1-a719-43f5-9b52-388cd4043c04" providerId="ADAL" clId="{07B87C65-7BF0-4289-BFF5-6A43FACCF6DC}" dt="2022-11-29T08:35:39.069" v="1243" actId="21"/>
          <ac:spMkLst>
            <pc:docMk/>
            <pc:sldMk cId="1205803140" sldId="273"/>
            <ac:spMk id="7" creationId="{710C18A3-5D88-4117-0B0F-B6EE6716CCA7}"/>
          </ac:spMkLst>
        </pc:spChg>
        <pc:picChg chg="add mod ord">
          <ac:chgData name="Sara Muneeb" userId="29b624b1-a719-43f5-9b52-388cd4043c04" providerId="ADAL" clId="{07B87C65-7BF0-4289-BFF5-6A43FACCF6DC}" dt="2022-11-29T08:34:29.471" v="1202" actId="22"/>
          <ac:picMkLst>
            <pc:docMk/>
            <pc:sldMk cId="1205803140" sldId="273"/>
            <ac:picMk id="5" creationId="{22C765FF-56C4-5A30-8AC3-564FF69B7411}"/>
          </ac:picMkLst>
        </pc:picChg>
      </pc:sldChg>
      <pc:sldChg chg="del">
        <pc:chgData name="Sara Muneeb" userId="29b624b1-a719-43f5-9b52-388cd4043c04" providerId="ADAL" clId="{07B87C65-7BF0-4289-BFF5-6A43FACCF6DC}" dt="2022-11-25T04:26:49.041" v="0" actId="47"/>
        <pc:sldMkLst>
          <pc:docMk/>
          <pc:sldMk cId="1256280144" sldId="273"/>
        </pc:sldMkLst>
      </pc:sldChg>
      <pc:sldChg chg="addSp delSp modSp new mod">
        <pc:chgData name="Sara Muneeb" userId="29b624b1-a719-43f5-9b52-388cd4043c04" providerId="ADAL" clId="{07B87C65-7BF0-4289-BFF5-6A43FACCF6DC}" dt="2022-11-29T08:36:59.374" v="1315" actId="20577"/>
        <pc:sldMkLst>
          <pc:docMk/>
          <pc:sldMk cId="1972697422" sldId="274"/>
        </pc:sldMkLst>
        <pc:spChg chg="mod">
          <ac:chgData name="Sara Muneeb" userId="29b624b1-a719-43f5-9b52-388cd4043c04" providerId="ADAL" clId="{07B87C65-7BF0-4289-BFF5-6A43FACCF6DC}" dt="2022-11-29T08:36:59.374" v="1315" actId="20577"/>
          <ac:spMkLst>
            <pc:docMk/>
            <pc:sldMk cId="1972697422" sldId="274"/>
            <ac:spMk id="2" creationId="{440FF1F6-3A89-C0C5-FD6C-4559D1235B65}"/>
          </ac:spMkLst>
        </pc:spChg>
        <pc:spChg chg="del">
          <ac:chgData name="Sara Muneeb" userId="29b624b1-a719-43f5-9b52-388cd4043c04" providerId="ADAL" clId="{07B87C65-7BF0-4289-BFF5-6A43FACCF6DC}" dt="2022-11-29T08:34:51.113" v="1204" actId="22"/>
          <ac:spMkLst>
            <pc:docMk/>
            <pc:sldMk cId="1972697422" sldId="274"/>
            <ac:spMk id="3" creationId="{80D1A473-A26B-2AB1-C873-B62F65754999}"/>
          </ac:spMkLst>
        </pc:spChg>
        <pc:picChg chg="add mod ord">
          <ac:chgData name="Sara Muneeb" userId="29b624b1-a719-43f5-9b52-388cd4043c04" providerId="ADAL" clId="{07B87C65-7BF0-4289-BFF5-6A43FACCF6DC}" dt="2022-11-29T08:34:51.113" v="1204" actId="22"/>
          <ac:picMkLst>
            <pc:docMk/>
            <pc:sldMk cId="1972697422" sldId="274"/>
            <ac:picMk id="5" creationId="{0534981D-3462-4712-2B16-CEB1266643E4}"/>
          </ac:picMkLst>
        </pc:picChg>
      </pc:sldChg>
      <pc:sldChg chg="del">
        <pc:chgData name="Sara Muneeb" userId="29b624b1-a719-43f5-9b52-388cd4043c04" providerId="ADAL" clId="{07B87C65-7BF0-4289-BFF5-6A43FACCF6DC}" dt="2022-11-25T04:26:49.041" v="0" actId="47"/>
        <pc:sldMkLst>
          <pc:docMk/>
          <pc:sldMk cId="2120313278" sldId="274"/>
        </pc:sldMkLst>
      </pc:sldChg>
      <pc:sldChg chg="addSp modSp new mod">
        <pc:chgData name="Sara Muneeb" userId="29b624b1-a719-43f5-9b52-388cd4043c04" providerId="ADAL" clId="{07B87C65-7BF0-4289-BFF5-6A43FACCF6DC}" dt="2022-11-29T08:38:23.757" v="1343" actId="1076"/>
        <pc:sldMkLst>
          <pc:docMk/>
          <pc:sldMk cId="709167848" sldId="275"/>
        </pc:sldMkLst>
        <pc:spChg chg="mod">
          <ac:chgData name="Sara Muneeb" userId="29b624b1-a719-43f5-9b52-388cd4043c04" providerId="ADAL" clId="{07B87C65-7BF0-4289-BFF5-6A43FACCF6DC}" dt="2022-11-29T08:37:04.136" v="1324" actId="20577"/>
          <ac:spMkLst>
            <pc:docMk/>
            <pc:sldMk cId="709167848" sldId="275"/>
            <ac:spMk id="2" creationId="{BFF9D3F2-0B1B-074B-3109-FAE922FF2D0A}"/>
          </ac:spMkLst>
        </pc:spChg>
        <pc:spChg chg="mod">
          <ac:chgData name="Sara Muneeb" userId="29b624b1-a719-43f5-9b52-388cd4043c04" providerId="ADAL" clId="{07B87C65-7BF0-4289-BFF5-6A43FACCF6DC}" dt="2022-11-29T08:38:16.139" v="1340" actId="404"/>
          <ac:spMkLst>
            <pc:docMk/>
            <pc:sldMk cId="709167848" sldId="275"/>
            <ac:spMk id="3" creationId="{8808EE11-1509-F5BE-B64A-BA71406F16EC}"/>
          </ac:spMkLst>
        </pc:spChg>
        <pc:picChg chg="add mod">
          <ac:chgData name="Sara Muneeb" userId="29b624b1-a719-43f5-9b52-388cd4043c04" providerId="ADAL" clId="{07B87C65-7BF0-4289-BFF5-6A43FACCF6DC}" dt="2022-11-29T08:38:23.757" v="1343" actId="1076"/>
          <ac:picMkLst>
            <pc:docMk/>
            <pc:sldMk cId="709167848" sldId="275"/>
            <ac:picMk id="5" creationId="{3EB1779E-6616-6B00-1604-EADA9A3BC209}"/>
          </ac:picMkLst>
        </pc:picChg>
      </pc:sldChg>
      <pc:sldChg chg="del">
        <pc:chgData name="Sara Muneeb" userId="29b624b1-a719-43f5-9b52-388cd4043c04" providerId="ADAL" clId="{07B87C65-7BF0-4289-BFF5-6A43FACCF6DC}" dt="2022-11-25T04:26:49.041" v="0" actId="47"/>
        <pc:sldMkLst>
          <pc:docMk/>
          <pc:sldMk cId="3670279967" sldId="275"/>
        </pc:sldMkLst>
      </pc:sldChg>
      <pc:sldChg chg="del">
        <pc:chgData name="Sara Muneeb" userId="29b624b1-a719-43f5-9b52-388cd4043c04" providerId="ADAL" clId="{07B87C65-7BF0-4289-BFF5-6A43FACCF6DC}" dt="2022-11-25T04:26:49.041" v="0" actId="47"/>
        <pc:sldMkLst>
          <pc:docMk/>
          <pc:sldMk cId="1201384780" sldId="276"/>
        </pc:sldMkLst>
      </pc:sldChg>
      <pc:sldChg chg="addSp delSp modSp new mod">
        <pc:chgData name="Sara Muneeb" userId="29b624b1-a719-43f5-9b52-388cd4043c04" providerId="ADAL" clId="{07B87C65-7BF0-4289-BFF5-6A43FACCF6DC}" dt="2022-11-29T08:38:50.440" v="1369" actId="22"/>
        <pc:sldMkLst>
          <pc:docMk/>
          <pc:sldMk cId="3316731035" sldId="276"/>
        </pc:sldMkLst>
        <pc:spChg chg="mod">
          <ac:chgData name="Sara Muneeb" userId="29b624b1-a719-43f5-9b52-388cd4043c04" providerId="ADAL" clId="{07B87C65-7BF0-4289-BFF5-6A43FACCF6DC}" dt="2022-11-29T08:38:49.025" v="1368" actId="20577"/>
          <ac:spMkLst>
            <pc:docMk/>
            <pc:sldMk cId="3316731035" sldId="276"/>
            <ac:spMk id="2" creationId="{DDD21BE6-6601-DAB8-A99B-88AD59AA14FA}"/>
          </ac:spMkLst>
        </pc:spChg>
        <pc:spChg chg="del">
          <ac:chgData name="Sara Muneeb" userId="29b624b1-a719-43f5-9b52-388cd4043c04" providerId="ADAL" clId="{07B87C65-7BF0-4289-BFF5-6A43FACCF6DC}" dt="2022-11-29T08:38:50.440" v="1369" actId="22"/>
          <ac:spMkLst>
            <pc:docMk/>
            <pc:sldMk cId="3316731035" sldId="276"/>
            <ac:spMk id="3" creationId="{9A02462D-A768-80BE-271B-60D8C458D4D8}"/>
          </ac:spMkLst>
        </pc:spChg>
        <pc:picChg chg="add mod ord">
          <ac:chgData name="Sara Muneeb" userId="29b624b1-a719-43f5-9b52-388cd4043c04" providerId="ADAL" clId="{07B87C65-7BF0-4289-BFF5-6A43FACCF6DC}" dt="2022-11-29T08:38:50.440" v="1369" actId="22"/>
          <ac:picMkLst>
            <pc:docMk/>
            <pc:sldMk cId="3316731035" sldId="276"/>
            <ac:picMk id="5" creationId="{87C019E9-A20A-FE9F-7402-416CC8E98C84}"/>
          </ac:picMkLst>
        </pc:picChg>
      </pc:sldChg>
      <pc:sldChg chg="addSp delSp modSp new mod">
        <pc:chgData name="Sara Muneeb" userId="29b624b1-a719-43f5-9b52-388cd4043c04" providerId="ADAL" clId="{07B87C65-7BF0-4289-BFF5-6A43FACCF6DC}" dt="2022-11-29T08:39:18.928" v="1391" actId="22"/>
        <pc:sldMkLst>
          <pc:docMk/>
          <pc:sldMk cId="312312546" sldId="277"/>
        </pc:sldMkLst>
        <pc:spChg chg="mod">
          <ac:chgData name="Sara Muneeb" userId="29b624b1-a719-43f5-9b52-388cd4043c04" providerId="ADAL" clId="{07B87C65-7BF0-4289-BFF5-6A43FACCF6DC}" dt="2022-11-29T08:39:06.134" v="1390" actId="20577"/>
          <ac:spMkLst>
            <pc:docMk/>
            <pc:sldMk cId="312312546" sldId="277"/>
            <ac:spMk id="2" creationId="{6307FF82-B7C7-3F05-A81B-122B549E1FBE}"/>
          </ac:spMkLst>
        </pc:spChg>
        <pc:spChg chg="del">
          <ac:chgData name="Sara Muneeb" userId="29b624b1-a719-43f5-9b52-388cd4043c04" providerId="ADAL" clId="{07B87C65-7BF0-4289-BFF5-6A43FACCF6DC}" dt="2022-11-29T08:39:18.928" v="1391" actId="22"/>
          <ac:spMkLst>
            <pc:docMk/>
            <pc:sldMk cId="312312546" sldId="277"/>
            <ac:spMk id="3" creationId="{C9689D3C-DC3E-53D0-83A6-24DD42F423C5}"/>
          </ac:spMkLst>
        </pc:spChg>
        <pc:picChg chg="add mod ord">
          <ac:chgData name="Sara Muneeb" userId="29b624b1-a719-43f5-9b52-388cd4043c04" providerId="ADAL" clId="{07B87C65-7BF0-4289-BFF5-6A43FACCF6DC}" dt="2022-11-29T08:39:18.928" v="1391" actId="22"/>
          <ac:picMkLst>
            <pc:docMk/>
            <pc:sldMk cId="312312546" sldId="277"/>
            <ac:picMk id="5" creationId="{F5BBE050-DE0A-0271-C01C-57C4036F0E4C}"/>
          </ac:picMkLst>
        </pc:picChg>
      </pc:sldChg>
      <pc:sldChg chg="del">
        <pc:chgData name="Sara Muneeb" userId="29b624b1-a719-43f5-9b52-388cd4043c04" providerId="ADAL" clId="{07B87C65-7BF0-4289-BFF5-6A43FACCF6DC}" dt="2022-11-25T04:26:49.041" v="0" actId="47"/>
        <pc:sldMkLst>
          <pc:docMk/>
          <pc:sldMk cId="3823172309" sldId="277"/>
        </pc:sldMkLst>
      </pc:sldChg>
      <pc:sldChg chg="del">
        <pc:chgData name="Sara Muneeb" userId="29b624b1-a719-43f5-9b52-388cd4043c04" providerId="ADAL" clId="{07B87C65-7BF0-4289-BFF5-6A43FACCF6DC}" dt="2022-11-25T04:26:49.041" v="0" actId="47"/>
        <pc:sldMkLst>
          <pc:docMk/>
          <pc:sldMk cId="42086703" sldId="278"/>
        </pc:sldMkLst>
      </pc:sldChg>
      <pc:sldChg chg="addSp delSp modSp new mod">
        <pc:chgData name="Sara Muneeb" userId="29b624b1-a719-43f5-9b52-388cd4043c04" providerId="ADAL" clId="{07B87C65-7BF0-4289-BFF5-6A43FACCF6DC}" dt="2022-11-29T08:40:47.778" v="1459" actId="20577"/>
        <pc:sldMkLst>
          <pc:docMk/>
          <pc:sldMk cId="255357008" sldId="278"/>
        </pc:sldMkLst>
        <pc:spChg chg="mod">
          <ac:chgData name="Sara Muneeb" userId="29b624b1-a719-43f5-9b52-388cd4043c04" providerId="ADAL" clId="{07B87C65-7BF0-4289-BFF5-6A43FACCF6DC}" dt="2022-11-29T08:40:22.146" v="1453" actId="20577"/>
          <ac:spMkLst>
            <pc:docMk/>
            <pc:sldMk cId="255357008" sldId="278"/>
            <ac:spMk id="2" creationId="{EF3B071B-43A1-AF33-7304-03C646545978}"/>
          </ac:spMkLst>
        </pc:spChg>
        <pc:spChg chg="del">
          <ac:chgData name="Sara Muneeb" userId="29b624b1-a719-43f5-9b52-388cd4043c04" providerId="ADAL" clId="{07B87C65-7BF0-4289-BFF5-6A43FACCF6DC}" dt="2022-11-29T08:40:02.332" v="1393" actId="22"/>
          <ac:spMkLst>
            <pc:docMk/>
            <pc:sldMk cId="255357008" sldId="278"/>
            <ac:spMk id="3" creationId="{AF6671FC-030F-8A1D-3AE0-CBABE5E9DF2F}"/>
          </ac:spMkLst>
        </pc:spChg>
        <pc:spChg chg="add mod">
          <ac:chgData name="Sara Muneeb" userId="29b624b1-a719-43f5-9b52-388cd4043c04" providerId="ADAL" clId="{07B87C65-7BF0-4289-BFF5-6A43FACCF6DC}" dt="2022-11-29T08:40:47.778" v="1459" actId="20577"/>
          <ac:spMkLst>
            <pc:docMk/>
            <pc:sldMk cId="255357008" sldId="278"/>
            <ac:spMk id="7" creationId="{46C6F546-B13F-366D-24B3-C848829294BB}"/>
          </ac:spMkLst>
        </pc:spChg>
        <pc:picChg chg="add mod ord">
          <ac:chgData name="Sara Muneeb" userId="29b624b1-a719-43f5-9b52-388cd4043c04" providerId="ADAL" clId="{07B87C65-7BF0-4289-BFF5-6A43FACCF6DC}" dt="2022-11-29T08:40:02.332" v="1393" actId="22"/>
          <ac:picMkLst>
            <pc:docMk/>
            <pc:sldMk cId="255357008" sldId="278"/>
            <ac:picMk id="5" creationId="{000FDB27-B96B-9DF3-1D77-7586EFB5C1B1}"/>
          </ac:picMkLst>
        </pc:picChg>
      </pc:sldChg>
      <pc:sldChg chg="del">
        <pc:chgData name="Sara Muneeb" userId="29b624b1-a719-43f5-9b52-388cd4043c04" providerId="ADAL" clId="{07B87C65-7BF0-4289-BFF5-6A43FACCF6DC}" dt="2022-11-25T04:26:49.041" v="0" actId="47"/>
        <pc:sldMkLst>
          <pc:docMk/>
          <pc:sldMk cId="607249761" sldId="279"/>
        </pc:sldMkLst>
      </pc:sldChg>
      <pc:sldChg chg="modSp new mod">
        <pc:chgData name="Sara Muneeb" userId="29b624b1-a719-43f5-9b52-388cd4043c04" providerId="ADAL" clId="{07B87C65-7BF0-4289-BFF5-6A43FACCF6DC}" dt="2022-11-29T08:46:51.670" v="1505" actId="5793"/>
        <pc:sldMkLst>
          <pc:docMk/>
          <pc:sldMk cId="1358696121" sldId="279"/>
        </pc:sldMkLst>
        <pc:spChg chg="mod">
          <ac:chgData name="Sara Muneeb" userId="29b624b1-a719-43f5-9b52-388cd4043c04" providerId="ADAL" clId="{07B87C65-7BF0-4289-BFF5-6A43FACCF6DC}" dt="2022-11-29T08:44:36.898" v="1483" actId="20577"/>
          <ac:spMkLst>
            <pc:docMk/>
            <pc:sldMk cId="1358696121" sldId="279"/>
            <ac:spMk id="2" creationId="{0AC444B3-CEC8-2562-5F25-0E7D03AD0226}"/>
          </ac:spMkLst>
        </pc:spChg>
        <pc:spChg chg="mod">
          <ac:chgData name="Sara Muneeb" userId="29b624b1-a719-43f5-9b52-388cd4043c04" providerId="ADAL" clId="{07B87C65-7BF0-4289-BFF5-6A43FACCF6DC}" dt="2022-11-29T08:46:51.670" v="1505" actId="5793"/>
          <ac:spMkLst>
            <pc:docMk/>
            <pc:sldMk cId="1358696121" sldId="279"/>
            <ac:spMk id="3" creationId="{E2D86466-CD8F-B261-B016-6D61855687AC}"/>
          </ac:spMkLst>
        </pc:spChg>
      </pc:sldChg>
      <pc:sldChg chg="del">
        <pc:chgData name="Sara Muneeb" userId="29b624b1-a719-43f5-9b52-388cd4043c04" providerId="ADAL" clId="{07B87C65-7BF0-4289-BFF5-6A43FACCF6DC}" dt="2022-11-25T04:26:49.041" v="0" actId="47"/>
        <pc:sldMkLst>
          <pc:docMk/>
          <pc:sldMk cId="1915487802" sldId="280"/>
        </pc:sldMkLst>
      </pc:sldChg>
      <pc:sldChg chg="modSp new mod ord">
        <pc:chgData name="Sara Muneeb" userId="29b624b1-a719-43f5-9b52-388cd4043c04" providerId="ADAL" clId="{07B87C65-7BF0-4289-BFF5-6A43FACCF6DC}" dt="2022-11-29T11:25:44.196" v="2666"/>
        <pc:sldMkLst>
          <pc:docMk/>
          <pc:sldMk cId="2517784485" sldId="280"/>
        </pc:sldMkLst>
        <pc:spChg chg="mod">
          <ac:chgData name="Sara Muneeb" userId="29b624b1-a719-43f5-9b52-388cd4043c04" providerId="ADAL" clId="{07B87C65-7BF0-4289-BFF5-6A43FACCF6DC}" dt="2022-11-29T08:47:36.775" v="1526" actId="20577"/>
          <ac:spMkLst>
            <pc:docMk/>
            <pc:sldMk cId="2517784485" sldId="280"/>
            <ac:spMk id="2" creationId="{39FA079D-7B41-B4C7-D776-EA71FE7D9226}"/>
          </ac:spMkLst>
        </pc:spChg>
        <pc:spChg chg="mod">
          <ac:chgData name="Sara Muneeb" userId="29b624b1-a719-43f5-9b52-388cd4043c04" providerId="ADAL" clId="{07B87C65-7BF0-4289-BFF5-6A43FACCF6DC}" dt="2022-11-29T09:13:12.395" v="1546" actId="20577"/>
          <ac:spMkLst>
            <pc:docMk/>
            <pc:sldMk cId="2517784485" sldId="280"/>
            <ac:spMk id="3" creationId="{BFAF7095-93AA-FC88-CA00-086F34A6F5DB}"/>
          </ac:spMkLst>
        </pc:spChg>
      </pc:sldChg>
      <pc:sldChg chg="addSp delSp modSp new mod">
        <pc:chgData name="Sara Muneeb" userId="29b624b1-a719-43f5-9b52-388cd4043c04" providerId="ADAL" clId="{07B87C65-7BF0-4289-BFF5-6A43FACCF6DC}" dt="2022-11-29T11:25:19.531" v="2663" actId="20577"/>
        <pc:sldMkLst>
          <pc:docMk/>
          <pc:sldMk cId="2369126632" sldId="281"/>
        </pc:sldMkLst>
        <pc:spChg chg="mod">
          <ac:chgData name="Sara Muneeb" userId="29b624b1-a719-43f5-9b52-388cd4043c04" providerId="ADAL" clId="{07B87C65-7BF0-4289-BFF5-6A43FACCF6DC}" dt="2022-11-29T11:25:19.531" v="2663" actId="20577"/>
          <ac:spMkLst>
            <pc:docMk/>
            <pc:sldMk cId="2369126632" sldId="281"/>
            <ac:spMk id="2" creationId="{7E28A6A1-DD59-FC39-3A17-A548CE73C800}"/>
          </ac:spMkLst>
        </pc:spChg>
        <pc:spChg chg="del mod">
          <ac:chgData name="Sara Muneeb" userId="29b624b1-a719-43f5-9b52-388cd4043c04" providerId="ADAL" clId="{07B87C65-7BF0-4289-BFF5-6A43FACCF6DC}" dt="2022-11-29T09:27:23.796" v="1643"/>
          <ac:spMkLst>
            <pc:docMk/>
            <pc:sldMk cId="2369126632" sldId="281"/>
            <ac:spMk id="3" creationId="{0DB19D48-5A32-4006-5F22-CF4990FCA0B3}"/>
          </ac:spMkLst>
        </pc:spChg>
        <pc:spChg chg="add mod">
          <ac:chgData name="Sara Muneeb" userId="29b624b1-a719-43f5-9b52-388cd4043c04" providerId="ADAL" clId="{07B87C65-7BF0-4289-BFF5-6A43FACCF6DC}" dt="2022-11-29T09:31:48.234" v="1825" actId="20577"/>
          <ac:spMkLst>
            <pc:docMk/>
            <pc:sldMk cId="2369126632" sldId="281"/>
            <ac:spMk id="4" creationId="{599628CE-9B8F-99C5-1CE2-055D98535E98}"/>
          </ac:spMkLst>
        </pc:spChg>
        <pc:picChg chg="add del mod">
          <ac:chgData name="Sara Muneeb" userId="29b624b1-a719-43f5-9b52-388cd4043c04" providerId="ADAL" clId="{07B87C65-7BF0-4289-BFF5-6A43FACCF6DC}" dt="2022-11-29T09:30:00.537" v="1648" actId="478"/>
          <ac:picMkLst>
            <pc:docMk/>
            <pc:sldMk cId="2369126632" sldId="281"/>
            <ac:picMk id="1026" creationId="{0067553B-466B-F9DF-E16D-7255EC40F64E}"/>
          </ac:picMkLst>
        </pc:picChg>
      </pc:sldChg>
      <pc:sldChg chg="del">
        <pc:chgData name="Sara Muneeb" userId="29b624b1-a719-43f5-9b52-388cd4043c04" providerId="ADAL" clId="{07B87C65-7BF0-4289-BFF5-6A43FACCF6DC}" dt="2022-11-25T04:26:49.041" v="0" actId="47"/>
        <pc:sldMkLst>
          <pc:docMk/>
          <pc:sldMk cId="3190139180" sldId="281"/>
        </pc:sldMkLst>
      </pc:sldChg>
      <pc:sldChg chg="modSp new mod ord">
        <pc:chgData name="Sara Muneeb" userId="29b624b1-a719-43f5-9b52-388cd4043c04" providerId="ADAL" clId="{07B87C65-7BF0-4289-BFF5-6A43FACCF6DC}" dt="2022-11-29T11:25:24.632" v="2664"/>
        <pc:sldMkLst>
          <pc:docMk/>
          <pc:sldMk cId="2392264234" sldId="282"/>
        </pc:sldMkLst>
        <pc:spChg chg="mod">
          <ac:chgData name="Sara Muneeb" userId="29b624b1-a719-43f5-9b52-388cd4043c04" providerId="ADAL" clId="{07B87C65-7BF0-4289-BFF5-6A43FACCF6DC}" dt="2022-11-29T11:25:24.632" v="2664"/>
          <ac:spMkLst>
            <pc:docMk/>
            <pc:sldMk cId="2392264234" sldId="282"/>
            <ac:spMk id="2" creationId="{17557D2D-1682-02E7-4908-A91756A1B878}"/>
          </ac:spMkLst>
        </pc:spChg>
        <pc:spChg chg="mod">
          <ac:chgData name="Sara Muneeb" userId="29b624b1-a719-43f5-9b52-388cd4043c04" providerId="ADAL" clId="{07B87C65-7BF0-4289-BFF5-6A43FACCF6DC}" dt="2022-11-29T09:36:38.540" v="1983" actId="20577"/>
          <ac:spMkLst>
            <pc:docMk/>
            <pc:sldMk cId="2392264234" sldId="282"/>
            <ac:spMk id="3" creationId="{CD034C90-F797-E818-8131-91E382ACE961}"/>
          </ac:spMkLst>
        </pc:spChg>
      </pc:sldChg>
      <pc:sldChg chg="del">
        <pc:chgData name="Sara Muneeb" userId="29b624b1-a719-43f5-9b52-388cd4043c04" providerId="ADAL" clId="{07B87C65-7BF0-4289-BFF5-6A43FACCF6DC}" dt="2022-11-25T04:26:49.041" v="0" actId="47"/>
        <pc:sldMkLst>
          <pc:docMk/>
          <pc:sldMk cId="2415073261" sldId="282"/>
        </pc:sldMkLst>
      </pc:sldChg>
      <pc:sldChg chg="modSp new mod ord">
        <pc:chgData name="Sara Muneeb" userId="29b624b1-a719-43f5-9b52-388cd4043c04" providerId="ADAL" clId="{07B87C65-7BF0-4289-BFF5-6A43FACCF6DC}" dt="2022-11-29T11:24:52.583" v="2646"/>
        <pc:sldMkLst>
          <pc:docMk/>
          <pc:sldMk cId="2561454925" sldId="283"/>
        </pc:sldMkLst>
        <pc:spChg chg="mod">
          <ac:chgData name="Sara Muneeb" userId="29b624b1-a719-43f5-9b52-388cd4043c04" providerId="ADAL" clId="{07B87C65-7BF0-4289-BFF5-6A43FACCF6DC}" dt="2022-11-29T09:40:37.774" v="2001" actId="20577"/>
          <ac:spMkLst>
            <pc:docMk/>
            <pc:sldMk cId="2561454925" sldId="283"/>
            <ac:spMk id="2" creationId="{E036136D-D5CA-6B80-32CB-D1AABFAF2705}"/>
          </ac:spMkLst>
        </pc:spChg>
        <pc:spChg chg="mod">
          <ac:chgData name="Sara Muneeb" userId="29b624b1-a719-43f5-9b52-388cd4043c04" providerId="ADAL" clId="{07B87C65-7BF0-4289-BFF5-6A43FACCF6DC}" dt="2022-11-29T10:44:51.078" v="2097" actId="20577"/>
          <ac:spMkLst>
            <pc:docMk/>
            <pc:sldMk cId="2561454925" sldId="283"/>
            <ac:spMk id="3" creationId="{8257ED5A-40DC-CC92-7BDA-C75BA13ADFB1}"/>
          </ac:spMkLst>
        </pc:spChg>
      </pc:sldChg>
      <pc:sldChg chg="del">
        <pc:chgData name="Sara Muneeb" userId="29b624b1-a719-43f5-9b52-388cd4043c04" providerId="ADAL" clId="{07B87C65-7BF0-4289-BFF5-6A43FACCF6DC}" dt="2022-11-25T04:26:49.041" v="0" actId="47"/>
        <pc:sldMkLst>
          <pc:docMk/>
          <pc:sldMk cId="3214258101" sldId="283"/>
        </pc:sldMkLst>
      </pc:sldChg>
      <pc:sldChg chg="del">
        <pc:chgData name="Sara Muneeb" userId="29b624b1-a719-43f5-9b52-388cd4043c04" providerId="ADAL" clId="{07B87C65-7BF0-4289-BFF5-6A43FACCF6DC}" dt="2022-11-25T04:26:49.041" v="0" actId="47"/>
        <pc:sldMkLst>
          <pc:docMk/>
          <pc:sldMk cId="2598223408" sldId="284"/>
        </pc:sldMkLst>
      </pc:sldChg>
      <pc:sldChg chg="addSp delSp modSp new mod">
        <pc:chgData name="Sara Muneeb" userId="29b624b1-a719-43f5-9b52-388cd4043c04" providerId="ADAL" clId="{07B87C65-7BF0-4289-BFF5-6A43FACCF6DC}" dt="2022-11-29T11:26:50.100" v="2696" actId="20577"/>
        <pc:sldMkLst>
          <pc:docMk/>
          <pc:sldMk cId="3142686621" sldId="284"/>
        </pc:sldMkLst>
        <pc:spChg chg="mod">
          <ac:chgData name="Sara Muneeb" userId="29b624b1-a719-43f5-9b52-388cd4043c04" providerId="ADAL" clId="{07B87C65-7BF0-4289-BFF5-6A43FACCF6DC}" dt="2022-11-29T11:26:50.100" v="2696" actId="20577"/>
          <ac:spMkLst>
            <pc:docMk/>
            <pc:sldMk cId="3142686621" sldId="284"/>
            <ac:spMk id="2" creationId="{74117765-1FD5-FAA9-A764-A434AFD4928A}"/>
          </ac:spMkLst>
        </pc:spChg>
        <pc:spChg chg="del">
          <ac:chgData name="Sara Muneeb" userId="29b624b1-a719-43f5-9b52-388cd4043c04" providerId="ADAL" clId="{07B87C65-7BF0-4289-BFF5-6A43FACCF6DC}" dt="2022-11-29T11:14:16.888" v="2505" actId="22"/>
          <ac:spMkLst>
            <pc:docMk/>
            <pc:sldMk cId="3142686621" sldId="284"/>
            <ac:spMk id="3" creationId="{53AE8B04-5B04-101B-B82B-C156A44C51D5}"/>
          </ac:spMkLst>
        </pc:spChg>
        <pc:spChg chg="add mod">
          <ac:chgData name="Sara Muneeb" userId="29b624b1-a719-43f5-9b52-388cd4043c04" providerId="ADAL" clId="{07B87C65-7BF0-4289-BFF5-6A43FACCF6DC}" dt="2022-11-29T11:14:57.358" v="2512" actId="20577"/>
          <ac:spMkLst>
            <pc:docMk/>
            <pc:sldMk cId="3142686621" sldId="284"/>
            <ac:spMk id="7" creationId="{FD406F00-5ED0-A147-5F22-31FA3D8A95F0}"/>
          </ac:spMkLst>
        </pc:spChg>
        <pc:picChg chg="add mod ord">
          <ac:chgData name="Sara Muneeb" userId="29b624b1-a719-43f5-9b52-388cd4043c04" providerId="ADAL" clId="{07B87C65-7BF0-4289-BFF5-6A43FACCF6DC}" dt="2022-11-29T11:15:11.673" v="2514" actId="1076"/>
          <ac:picMkLst>
            <pc:docMk/>
            <pc:sldMk cId="3142686621" sldId="284"/>
            <ac:picMk id="5" creationId="{DCEE26BA-8BAD-D1FD-CCBB-DB5E5FAD6285}"/>
          </ac:picMkLst>
        </pc:picChg>
      </pc:sldChg>
      <pc:sldChg chg="del">
        <pc:chgData name="Sara Muneeb" userId="29b624b1-a719-43f5-9b52-388cd4043c04" providerId="ADAL" clId="{07B87C65-7BF0-4289-BFF5-6A43FACCF6DC}" dt="2022-11-25T04:26:49.041" v="0" actId="47"/>
        <pc:sldMkLst>
          <pc:docMk/>
          <pc:sldMk cId="1163340828" sldId="285"/>
        </pc:sldMkLst>
      </pc:sldChg>
      <pc:sldChg chg="modSp new mod">
        <pc:chgData name="Sara Muneeb" userId="29b624b1-a719-43f5-9b52-388cd4043c04" providerId="ADAL" clId="{07B87C65-7BF0-4289-BFF5-6A43FACCF6DC}" dt="2022-11-29T11:25:57.800" v="2674" actId="20577"/>
        <pc:sldMkLst>
          <pc:docMk/>
          <pc:sldMk cId="1885256380" sldId="285"/>
        </pc:sldMkLst>
        <pc:spChg chg="mod">
          <ac:chgData name="Sara Muneeb" userId="29b624b1-a719-43f5-9b52-388cd4043c04" providerId="ADAL" clId="{07B87C65-7BF0-4289-BFF5-6A43FACCF6DC}" dt="2022-11-29T11:25:57.800" v="2674" actId="20577"/>
          <ac:spMkLst>
            <pc:docMk/>
            <pc:sldMk cId="1885256380" sldId="285"/>
            <ac:spMk id="2" creationId="{669A6618-CED7-C31D-FC22-6F7BB9CA64DD}"/>
          </ac:spMkLst>
        </pc:spChg>
        <pc:spChg chg="mod">
          <ac:chgData name="Sara Muneeb" userId="29b624b1-a719-43f5-9b52-388cd4043c04" providerId="ADAL" clId="{07B87C65-7BF0-4289-BFF5-6A43FACCF6DC}" dt="2022-11-29T10:59:12.436" v="2283" actId="5793"/>
          <ac:spMkLst>
            <pc:docMk/>
            <pc:sldMk cId="1885256380" sldId="285"/>
            <ac:spMk id="3" creationId="{44CCEE1F-4C9A-E669-373A-F73A8BEFC6AB}"/>
          </ac:spMkLst>
        </pc:spChg>
      </pc:sldChg>
      <pc:sldChg chg="addSp modSp new mod">
        <pc:chgData name="Sara Muneeb" userId="29b624b1-a719-43f5-9b52-388cd4043c04" providerId="ADAL" clId="{07B87C65-7BF0-4289-BFF5-6A43FACCF6DC}" dt="2022-11-29T11:04:29.199" v="2444" actId="123"/>
        <pc:sldMkLst>
          <pc:docMk/>
          <pc:sldMk cId="3176274497" sldId="286"/>
        </pc:sldMkLst>
        <pc:spChg chg="mod">
          <ac:chgData name="Sara Muneeb" userId="29b624b1-a719-43f5-9b52-388cd4043c04" providerId="ADAL" clId="{07B87C65-7BF0-4289-BFF5-6A43FACCF6DC}" dt="2022-11-29T11:02:07.060" v="2303" actId="20577"/>
          <ac:spMkLst>
            <pc:docMk/>
            <pc:sldMk cId="3176274497" sldId="286"/>
            <ac:spMk id="2" creationId="{F609F421-FABD-2DC4-A9CF-DFA524163C8A}"/>
          </ac:spMkLst>
        </pc:spChg>
        <pc:spChg chg="mod">
          <ac:chgData name="Sara Muneeb" userId="29b624b1-a719-43f5-9b52-388cd4043c04" providerId="ADAL" clId="{07B87C65-7BF0-4289-BFF5-6A43FACCF6DC}" dt="2022-11-29T11:04:29.199" v="2444" actId="123"/>
          <ac:spMkLst>
            <pc:docMk/>
            <pc:sldMk cId="3176274497" sldId="286"/>
            <ac:spMk id="3" creationId="{ED570677-F200-ACEB-DF90-6F9261439FE0}"/>
          </ac:spMkLst>
        </pc:spChg>
        <pc:picChg chg="add mod">
          <ac:chgData name="Sara Muneeb" userId="29b624b1-a719-43f5-9b52-388cd4043c04" providerId="ADAL" clId="{07B87C65-7BF0-4289-BFF5-6A43FACCF6DC}" dt="2022-11-29T11:04:23.264" v="2443" actId="1076"/>
          <ac:picMkLst>
            <pc:docMk/>
            <pc:sldMk cId="3176274497" sldId="286"/>
            <ac:picMk id="5" creationId="{C4949DA2-4E8C-08B4-80BE-003ACAAF81CF}"/>
          </ac:picMkLst>
        </pc:picChg>
      </pc:sldChg>
      <pc:sldChg chg="del">
        <pc:chgData name="Sara Muneeb" userId="29b624b1-a719-43f5-9b52-388cd4043c04" providerId="ADAL" clId="{07B87C65-7BF0-4289-BFF5-6A43FACCF6DC}" dt="2022-11-25T04:26:49.041" v="0" actId="47"/>
        <pc:sldMkLst>
          <pc:docMk/>
          <pc:sldMk cId="3764304900" sldId="286"/>
        </pc:sldMkLst>
      </pc:sldChg>
      <pc:sldChg chg="del">
        <pc:chgData name="Sara Muneeb" userId="29b624b1-a719-43f5-9b52-388cd4043c04" providerId="ADAL" clId="{07B87C65-7BF0-4289-BFF5-6A43FACCF6DC}" dt="2022-11-25T04:26:49.041" v="0" actId="47"/>
        <pc:sldMkLst>
          <pc:docMk/>
          <pc:sldMk cId="610554424" sldId="287"/>
        </pc:sldMkLst>
      </pc:sldChg>
      <pc:sldChg chg="addSp delSp modSp new mod">
        <pc:chgData name="Sara Muneeb" userId="29b624b1-a719-43f5-9b52-388cd4043c04" providerId="ADAL" clId="{07B87C65-7BF0-4289-BFF5-6A43FACCF6DC}" dt="2022-11-29T11:18:03.399" v="2633" actId="20577"/>
        <pc:sldMkLst>
          <pc:docMk/>
          <pc:sldMk cId="957256394" sldId="287"/>
        </pc:sldMkLst>
        <pc:spChg chg="mod">
          <ac:chgData name="Sara Muneeb" userId="29b624b1-a719-43f5-9b52-388cd4043c04" providerId="ADAL" clId="{07B87C65-7BF0-4289-BFF5-6A43FACCF6DC}" dt="2022-11-29T11:18:03.399" v="2633" actId="20577"/>
          <ac:spMkLst>
            <pc:docMk/>
            <pc:sldMk cId="957256394" sldId="287"/>
            <ac:spMk id="2" creationId="{476E1F84-7DB8-78A2-F113-374714747B10}"/>
          </ac:spMkLst>
        </pc:spChg>
        <pc:spChg chg="del">
          <ac:chgData name="Sara Muneeb" userId="29b624b1-a719-43f5-9b52-388cd4043c04" providerId="ADAL" clId="{07B87C65-7BF0-4289-BFF5-6A43FACCF6DC}" dt="2022-11-29T11:15:33.173" v="2516" actId="22"/>
          <ac:spMkLst>
            <pc:docMk/>
            <pc:sldMk cId="957256394" sldId="287"/>
            <ac:spMk id="3" creationId="{25D8C5BD-5260-E044-E3D8-3BBCB89A6D4D}"/>
          </ac:spMkLst>
        </pc:spChg>
        <pc:spChg chg="add mod">
          <ac:chgData name="Sara Muneeb" userId="29b624b1-a719-43f5-9b52-388cd4043c04" providerId="ADAL" clId="{07B87C65-7BF0-4289-BFF5-6A43FACCF6DC}" dt="2022-11-29T11:15:59.920" v="2525" actId="1036"/>
          <ac:spMkLst>
            <pc:docMk/>
            <pc:sldMk cId="957256394" sldId="287"/>
            <ac:spMk id="7" creationId="{D131E308-2B61-DDCD-31BA-B3467F85EA57}"/>
          </ac:spMkLst>
        </pc:spChg>
        <pc:picChg chg="add mod ord">
          <ac:chgData name="Sara Muneeb" userId="29b624b1-a719-43f5-9b52-388cd4043c04" providerId="ADAL" clId="{07B87C65-7BF0-4289-BFF5-6A43FACCF6DC}" dt="2022-11-29T11:16:05.019" v="2530" actId="1037"/>
          <ac:picMkLst>
            <pc:docMk/>
            <pc:sldMk cId="957256394" sldId="287"/>
            <ac:picMk id="5" creationId="{0303B0A9-A161-5381-EFD5-5FAC6D5FDCFD}"/>
          </ac:picMkLst>
        </pc:picChg>
      </pc:sldChg>
      <pc:sldChg chg="addSp delSp modSp new mod">
        <pc:chgData name="Sara Muneeb" userId="29b624b1-a719-43f5-9b52-388cd4043c04" providerId="ADAL" clId="{07B87C65-7BF0-4289-BFF5-6A43FACCF6DC}" dt="2022-11-29T11:20:53.590" v="2642" actId="1076"/>
        <pc:sldMkLst>
          <pc:docMk/>
          <pc:sldMk cId="927710118" sldId="288"/>
        </pc:sldMkLst>
        <pc:spChg chg="mod">
          <ac:chgData name="Sara Muneeb" userId="29b624b1-a719-43f5-9b52-388cd4043c04" providerId="ADAL" clId="{07B87C65-7BF0-4289-BFF5-6A43FACCF6DC}" dt="2022-11-29T11:20:41.871" v="2640" actId="20577"/>
          <ac:spMkLst>
            <pc:docMk/>
            <pc:sldMk cId="927710118" sldId="288"/>
            <ac:spMk id="2" creationId="{DB52FACB-75BA-A7AB-3AA4-842CDD8A7E3F}"/>
          </ac:spMkLst>
        </pc:spChg>
        <pc:spChg chg="del">
          <ac:chgData name="Sara Muneeb" userId="29b624b1-a719-43f5-9b52-388cd4043c04" providerId="ADAL" clId="{07B87C65-7BF0-4289-BFF5-6A43FACCF6DC}" dt="2022-11-29T11:16:51.904" v="2532" actId="22"/>
          <ac:spMkLst>
            <pc:docMk/>
            <pc:sldMk cId="927710118" sldId="288"/>
            <ac:spMk id="3" creationId="{3548B374-4C18-7363-2801-010C1A1AAB20}"/>
          </ac:spMkLst>
        </pc:spChg>
        <pc:spChg chg="add mod">
          <ac:chgData name="Sara Muneeb" userId="29b624b1-a719-43f5-9b52-388cd4043c04" providerId="ADAL" clId="{07B87C65-7BF0-4289-BFF5-6A43FACCF6DC}" dt="2022-11-29T11:17:57.874" v="2626" actId="1076"/>
          <ac:spMkLst>
            <pc:docMk/>
            <pc:sldMk cId="927710118" sldId="288"/>
            <ac:spMk id="8" creationId="{7DABC08A-4031-F839-EC45-62FF3A0DD116}"/>
          </ac:spMkLst>
        </pc:spChg>
        <pc:picChg chg="add mod ord">
          <ac:chgData name="Sara Muneeb" userId="29b624b1-a719-43f5-9b52-388cd4043c04" providerId="ADAL" clId="{07B87C65-7BF0-4289-BFF5-6A43FACCF6DC}" dt="2022-11-29T11:20:53.590" v="2642" actId="1076"/>
          <ac:picMkLst>
            <pc:docMk/>
            <pc:sldMk cId="927710118" sldId="288"/>
            <ac:picMk id="5" creationId="{1A3C4100-CD8F-FE69-91DF-75AC87737D0C}"/>
          </ac:picMkLst>
        </pc:picChg>
        <pc:picChg chg="add mod">
          <ac:chgData name="Sara Muneeb" userId="29b624b1-a719-43f5-9b52-388cd4043c04" providerId="ADAL" clId="{07B87C65-7BF0-4289-BFF5-6A43FACCF6DC}" dt="2022-11-29T11:17:03.385" v="2534" actId="571"/>
          <ac:picMkLst>
            <pc:docMk/>
            <pc:sldMk cId="927710118" sldId="288"/>
            <ac:picMk id="6" creationId="{9D137113-722F-DA2C-2BAA-8FEC6FECF4AE}"/>
          </ac:picMkLst>
        </pc:picChg>
      </pc:sldChg>
      <pc:sldChg chg="del">
        <pc:chgData name="Sara Muneeb" userId="29b624b1-a719-43f5-9b52-388cd4043c04" providerId="ADAL" clId="{07B87C65-7BF0-4289-BFF5-6A43FACCF6DC}" dt="2022-11-25T04:26:49.041" v="0" actId="47"/>
        <pc:sldMkLst>
          <pc:docMk/>
          <pc:sldMk cId="3020482031" sldId="288"/>
        </pc:sldMkLst>
      </pc:sldChg>
      <pc:sldChg chg="del">
        <pc:chgData name="Sara Muneeb" userId="29b624b1-a719-43f5-9b52-388cd4043c04" providerId="ADAL" clId="{07B87C65-7BF0-4289-BFF5-6A43FACCF6DC}" dt="2022-11-25T04:26:49.041" v="0" actId="47"/>
        <pc:sldMkLst>
          <pc:docMk/>
          <pc:sldMk cId="25240944" sldId="289"/>
        </pc:sldMkLst>
      </pc:sldChg>
      <pc:sldChg chg="modSp new mod">
        <pc:chgData name="Sara Muneeb" userId="29b624b1-a719-43f5-9b52-388cd4043c04" providerId="ADAL" clId="{07B87C65-7BF0-4289-BFF5-6A43FACCF6DC}" dt="2022-11-29T11:34:15.723" v="2762" actId="20577"/>
        <pc:sldMkLst>
          <pc:docMk/>
          <pc:sldMk cId="3407071435" sldId="289"/>
        </pc:sldMkLst>
        <pc:spChg chg="mod">
          <ac:chgData name="Sara Muneeb" userId="29b624b1-a719-43f5-9b52-388cd4043c04" providerId="ADAL" clId="{07B87C65-7BF0-4289-BFF5-6A43FACCF6DC}" dt="2022-11-29T11:28:36.147" v="2726" actId="20577"/>
          <ac:spMkLst>
            <pc:docMk/>
            <pc:sldMk cId="3407071435" sldId="289"/>
            <ac:spMk id="2" creationId="{D2E5623C-D4C2-E389-A25D-D4D07CE0D85B}"/>
          </ac:spMkLst>
        </pc:spChg>
        <pc:spChg chg="mod">
          <ac:chgData name="Sara Muneeb" userId="29b624b1-a719-43f5-9b52-388cd4043c04" providerId="ADAL" clId="{07B87C65-7BF0-4289-BFF5-6A43FACCF6DC}" dt="2022-11-29T11:34:15.723" v="2762" actId="20577"/>
          <ac:spMkLst>
            <pc:docMk/>
            <pc:sldMk cId="3407071435" sldId="289"/>
            <ac:spMk id="3" creationId="{47C376BF-7C97-832F-EA94-30F6672F5B6F}"/>
          </ac:spMkLst>
        </pc:spChg>
      </pc:sldChg>
      <pc:sldChg chg="del">
        <pc:chgData name="Sara Muneeb" userId="29b624b1-a719-43f5-9b52-388cd4043c04" providerId="ADAL" clId="{07B87C65-7BF0-4289-BFF5-6A43FACCF6DC}" dt="2022-11-25T04:26:49.041" v="0" actId="47"/>
        <pc:sldMkLst>
          <pc:docMk/>
          <pc:sldMk cId="2249725786" sldId="290"/>
        </pc:sldMkLst>
      </pc:sldChg>
      <pc:sldChg chg="modSp new mod">
        <pc:chgData name="Sara Muneeb" userId="29b624b1-a719-43f5-9b52-388cd4043c04" providerId="ADAL" clId="{07B87C65-7BF0-4289-BFF5-6A43FACCF6DC}" dt="2022-11-29T11:28:11.711" v="2723"/>
        <pc:sldMkLst>
          <pc:docMk/>
          <pc:sldMk cId="2531843012" sldId="290"/>
        </pc:sldMkLst>
        <pc:spChg chg="mod">
          <ac:chgData name="Sara Muneeb" userId="29b624b1-a719-43f5-9b52-388cd4043c04" providerId="ADAL" clId="{07B87C65-7BF0-4289-BFF5-6A43FACCF6DC}" dt="2022-11-29T11:26:56.876" v="2698"/>
          <ac:spMkLst>
            <pc:docMk/>
            <pc:sldMk cId="2531843012" sldId="290"/>
            <ac:spMk id="2" creationId="{E42D7C93-6859-A3C0-85DF-07EE3EB0D51B}"/>
          </ac:spMkLst>
        </pc:spChg>
        <pc:spChg chg="mod">
          <ac:chgData name="Sara Muneeb" userId="29b624b1-a719-43f5-9b52-388cd4043c04" providerId="ADAL" clId="{07B87C65-7BF0-4289-BFF5-6A43FACCF6DC}" dt="2022-11-29T11:28:11.711" v="2723"/>
          <ac:spMkLst>
            <pc:docMk/>
            <pc:sldMk cId="2531843012" sldId="290"/>
            <ac:spMk id="3" creationId="{1B394C12-627F-A0C6-6B91-25D8641D5311}"/>
          </ac:spMkLst>
        </pc:spChg>
      </pc:sldChg>
      <pc:sldChg chg="modSp new mod">
        <pc:chgData name="Sara Muneeb" userId="29b624b1-a719-43f5-9b52-388cd4043c04" providerId="ADAL" clId="{07B87C65-7BF0-4289-BFF5-6A43FACCF6DC}" dt="2022-11-29T11:42:45.521" v="2771" actId="123"/>
        <pc:sldMkLst>
          <pc:docMk/>
          <pc:sldMk cId="86561532" sldId="291"/>
        </pc:sldMkLst>
        <pc:spChg chg="mod">
          <ac:chgData name="Sara Muneeb" userId="29b624b1-a719-43f5-9b52-388cd4043c04" providerId="ADAL" clId="{07B87C65-7BF0-4289-BFF5-6A43FACCF6DC}" dt="2022-11-29T11:35:33.419" v="2764"/>
          <ac:spMkLst>
            <pc:docMk/>
            <pc:sldMk cId="86561532" sldId="291"/>
            <ac:spMk id="2" creationId="{50AF3626-0B7A-8E58-8059-7315E2D5F4D6}"/>
          </ac:spMkLst>
        </pc:spChg>
        <pc:spChg chg="mod">
          <ac:chgData name="Sara Muneeb" userId="29b624b1-a719-43f5-9b52-388cd4043c04" providerId="ADAL" clId="{07B87C65-7BF0-4289-BFF5-6A43FACCF6DC}" dt="2022-11-29T11:42:45.521" v="2771" actId="123"/>
          <ac:spMkLst>
            <pc:docMk/>
            <pc:sldMk cId="86561532" sldId="291"/>
            <ac:spMk id="3" creationId="{1DA344A0-0273-7FBC-0C27-BFE1398E5277}"/>
          </ac:spMkLst>
        </pc:spChg>
      </pc:sldChg>
      <pc:sldChg chg="del">
        <pc:chgData name="Sara Muneeb" userId="29b624b1-a719-43f5-9b52-388cd4043c04" providerId="ADAL" clId="{07B87C65-7BF0-4289-BFF5-6A43FACCF6DC}" dt="2022-11-25T04:26:49.041" v="0" actId="47"/>
        <pc:sldMkLst>
          <pc:docMk/>
          <pc:sldMk cId="3610408976" sldId="291"/>
        </pc:sldMkLst>
      </pc:sldChg>
      <pc:sldChg chg="del">
        <pc:chgData name="Sara Muneeb" userId="29b624b1-a719-43f5-9b52-388cd4043c04" providerId="ADAL" clId="{07B87C65-7BF0-4289-BFF5-6A43FACCF6DC}" dt="2022-11-25T04:26:49.041" v="0" actId="47"/>
        <pc:sldMkLst>
          <pc:docMk/>
          <pc:sldMk cId="192924341" sldId="292"/>
        </pc:sldMkLst>
      </pc:sldChg>
      <pc:sldChg chg="addSp delSp modSp new mod">
        <pc:chgData name="Sara Muneeb" userId="29b624b1-a719-43f5-9b52-388cd4043c04" providerId="ADAL" clId="{07B87C65-7BF0-4289-BFF5-6A43FACCF6DC}" dt="2022-11-29T11:45:20.243" v="2790" actId="1035"/>
        <pc:sldMkLst>
          <pc:docMk/>
          <pc:sldMk cId="1372548100" sldId="292"/>
        </pc:sldMkLst>
        <pc:spChg chg="mod">
          <ac:chgData name="Sara Muneeb" userId="29b624b1-a719-43f5-9b52-388cd4043c04" providerId="ADAL" clId="{07B87C65-7BF0-4289-BFF5-6A43FACCF6DC}" dt="2022-11-29T11:43:42.642" v="2775" actId="20577"/>
          <ac:spMkLst>
            <pc:docMk/>
            <pc:sldMk cId="1372548100" sldId="292"/>
            <ac:spMk id="2" creationId="{897DCEC5-A4CA-1A35-FFB9-CEB4FA7745D0}"/>
          </ac:spMkLst>
        </pc:spChg>
        <pc:spChg chg="del">
          <ac:chgData name="Sara Muneeb" userId="29b624b1-a719-43f5-9b52-388cd4043c04" providerId="ADAL" clId="{07B87C65-7BF0-4289-BFF5-6A43FACCF6DC}" dt="2022-11-29T11:44:46.150" v="2776" actId="22"/>
          <ac:spMkLst>
            <pc:docMk/>
            <pc:sldMk cId="1372548100" sldId="292"/>
            <ac:spMk id="3" creationId="{8F76EA25-8077-4704-1F7C-18BAE8207F10}"/>
          </ac:spMkLst>
        </pc:spChg>
        <pc:spChg chg="add mod">
          <ac:chgData name="Sara Muneeb" userId="29b624b1-a719-43f5-9b52-388cd4043c04" providerId="ADAL" clId="{07B87C65-7BF0-4289-BFF5-6A43FACCF6DC}" dt="2022-11-29T11:45:20.243" v="2790" actId="1035"/>
          <ac:spMkLst>
            <pc:docMk/>
            <pc:sldMk cId="1372548100" sldId="292"/>
            <ac:spMk id="7" creationId="{A0F71DF1-5FB7-8367-4AF9-6471CE300FBF}"/>
          </ac:spMkLst>
        </pc:spChg>
        <pc:picChg chg="add mod ord">
          <ac:chgData name="Sara Muneeb" userId="29b624b1-a719-43f5-9b52-388cd4043c04" providerId="ADAL" clId="{07B87C65-7BF0-4289-BFF5-6A43FACCF6DC}" dt="2022-11-29T11:45:14.933" v="2789" actId="1038"/>
          <ac:picMkLst>
            <pc:docMk/>
            <pc:sldMk cId="1372548100" sldId="292"/>
            <ac:picMk id="5" creationId="{7A0C6368-596F-BB5F-A5F0-3650B7F64D5D}"/>
          </ac:picMkLst>
        </pc:picChg>
      </pc:sldChg>
      <pc:sldChg chg="del">
        <pc:chgData name="Sara Muneeb" userId="29b624b1-a719-43f5-9b52-388cd4043c04" providerId="ADAL" clId="{07B87C65-7BF0-4289-BFF5-6A43FACCF6DC}" dt="2022-11-25T04:26:49.041" v="0" actId="47"/>
        <pc:sldMkLst>
          <pc:docMk/>
          <pc:sldMk cId="2012698245" sldId="293"/>
        </pc:sldMkLst>
      </pc:sldChg>
      <pc:sldChg chg="del">
        <pc:chgData name="Sara Muneeb" userId="29b624b1-a719-43f5-9b52-388cd4043c04" providerId="ADAL" clId="{07B87C65-7BF0-4289-BFF5-6A43FACCF6DC}" dt="2022-11-25T04:26:49.041" v="0" actId="47"/>
        <pc:sldMkLst>
          <pc:docMk/>
          <pc:sldMk cId="4002966167" sldId="294"/>
        </pc:sldMkLst>
      </pc:sldChg>
      <pc:sldChg chg="del">
        <pc:chgData name="Sara Muneeb" userId="29b624b1-a719-43f5-9b52-388cd4043c04" providerId="ADAL" clId="{07B87C65-7BF0-4289-BFF5-6A43FACCF6DC}" dt="2022-11-25T04:26:49.041" v="0" actId="47"/>
        <pc:sldMkLst>
          <pc:docMk/>
          <pc:sldMk cId="2954718911" sldId="295"/>
        </pc:sldMkLst>
      </pc:sldChg>
      <pc:sldChg chg="del">
        <pc:chgData name="Sara Muneeb" userId="29b624b1-a719-43f5-9b52-388cd4043c04" providerId="ADAL" clId="{07B87C65-7BF0-4289-BFF5-6A43FACCF6DC}" dt="2022-11-25T04:26:49.041" v="0" actId="47"/>
        <pc:sldMkLst>
          <pc:docMk/>
          <pc:sldMk cId="2279228112" sldId="296"/>
        </pc:sldMkLst>
      </pc:sldChg>
      <pc:sldChg chg="del">
        <pc:chgData name="Sara Muneeb" userId="29b624b1-a719-43f5-9b52-388cd4043c04" providerId="ADAL" clId="{07B87C65-7BF0-4289-BFF5-6A43FACCF6DC}" dt="2022-11-25T04:26:49.041" v="0" actId="47"/>
        <pc:sldMkLst>
          <pc:docMk/>
          <pc:sldMk cId="3713014717" sldId="297"/>
        </pc:sldMkLst>
      </pc:sldChg>
      <pc:sldChg chg="del">
        <pc:chgData name="Sara Muneeb" userId="29b624b1-a719-43f5-9b52-388cd4043c04" providerId="ADAL" clId="{07B87C65-7BF0-4289-BFF5-6A43FACCF6DC}" dt="2022-11-25T04:26:49.041" v="0" actId="47"/>
        <pc:sldMkLst>
          <pc:docMk/>
          <pc:sldMk cId="1079184309" sldId="298"/>
        </pc:sldMkLst>
      </pc:sldChg>
      <pc:sldChg chg="del">
        <pc:chgData name="Sara Muneeb" userId="29b624b1-a719-43f5-9b52-388cd4043c04" providerId="ADAL" clId="{07B87C65-7BF0-4289-BFF5-6A43FACCF6DC}" dt="2022-11-25T04:26:49.041" v="0" actId="47"/>
        <pc:sldMkLst>
          <pc:docMk/>
          <pc:sldMk cId="3554821673" sldId="299"/>
        </pc:sldMkLst>
      </pc:sldChg>
      <pc:sldChg chg="del">
        <pc:chgData name="Sara Muneeb" userId="29b624b1-a719-43f5-9b52-388cd4043c04" providerId="ADAL" clId="{07B87C65-7BF0-4289-BFF5-6A43FACCF6DC}" dt="2022-11-25T04:26:49.041" v="0" actId="47"/>
        <pc:sldMkLst>
          <pc:docMk/>
          <pc:sldMk cId="3411595474" sldId="300"/>
        </pc:sldMkLst>
      </pc:sldChg>
      <pc:sldChg chg="del">
        <pc:chgData name="Sara Muneeb" userId="29b624b1-a719-43f5-9b52-388cd4043c04" providerId="ADAL" clId="{07B87C65-7BF0-4289-BFF5-6A43FACCF6DC}" dt="2022-11-25T04:26:49.041" v="0" actId="47"/>
        <pc:sldMkLst>
          <pc:docMk/>
          <pc:sldMk cId="7699154" sldId="301"/>
        </pc:sldMkLst>
      </pc:sldChg>
      <pc:sldChg chg="del">
        <pc:chgData name="Sara Muneeb" userId="29b624b1-a719-43f5-9b52-388cd4043c04" providerId="ADAL" clId="{07B87C65-7BF0-4289-BFF5-6A43FACCF6DC}" dt="2022-11-25T04:26:49.041" v="0" actId="47"/>
        <pc:sldMkLst>
          <pc:docMk/>
          <pc:sldMk cId="4157430830" sldId="302"/>
        </pc:sldMkLst>
      </pc:sldChg>
      <pc:sldChg chg="del">
        <pc:chgData name="Sara Muneeb" userId="29b624b1-a719-43f5-9b52-388cd4043c04" providerId="ADAL" clId="{07B87C65-7BF0-4289-BFF5-6A43FACCF6DC}" dt="2022-11-25T04:26:49.041" v="0" actId="47"/>
        <pc:sldMkLst>
          <pc:docMk/>
          <pc:sldMk cId="3213821226" sldId="303"/>
        </pc:sldMkLst>
      </pc:sldChg>
      <pc:sldChg chg="del">
        <pc:chgData name="Sara Muneeb" userId="29b624b1-a719-43f5-9b52-388cd4043c04" providerId="ADAL" clId="{07B87C65-7BF0-4289-BFF5-6A43FACCF6DC}" dt="2022-11-25T04:26:49.041" v="0" actId="47"/>
        <pc:sldMkLst>
          <pc:docMk/>
          <pc:sldMk cId="205969955" sldId="304"/>
        </pc:sldMkLst>
      </pc:sldChg>
      <pc:sldChg chg="del">
        <pc:chgData name="Sara Muneeb" userId="29b624b1-a719-43f5-9b52-388cd4043c04" providerId="ADAL" clId="{07B87C65-7BF0-4289-BFF5-6A43FACCF6DC}" dt="2022-11-25T04:26:49.041" v="0" actId="47"/>
        <pc:sldMkLst>
          <pc:docMk/>
          <pc:sldMk cId="3459373187" sldId="305"/>
        </pc:sldMkLst>
      </pc:sldChg>
      <pc:sldChg chg="del">
        <pc:chgData name="Sara Muneeb" userId="29b624b1-a719-43f5-9b52-388cd4043c04" providerId="ADAL" clId="{07B87C65-7BF0-4289-BFF5-6A43FACCF6DC}" dt="2022-11-25T04:26:49.041" v="0" actId="47"/>
        <pc:sldMkLst>
          <pc:docMk/>
          <pc:sldMk cId="4049550503" sldId="306"/>
        </pc:sldMkLst>
      </pc:sldChg>
      <pc:sldChg chg="del">
        <pc:chgData name="Sara Muneeb" userId="29b624b1-a719-43f5-9b52-388cd4043c04" providerId="ADAL" clId="{07B87C65-7BF0-4289-BFF5-6A43FACCF6DC}" dt="2022-11-25T04:26:49.041" v="0" actId="47"/>
        <pc:sldMkLst>
          <pc:docMk/>
          <pc:sldMk cId="3508365302" sldId="307"/>
        </pc:sldMkLst>
      </pc:sldChg>
      <pc:sldChg chg="del">
        <pc:chgData name="Sara Muneeb" userId="29b624b1-a719-43f5-9b52-388cd4043c04" providerId="ADAL" clId="{07B87C65-7BF0-4289-BFF5-6A43FACCF6DC}" dt="2022-11-25T04:26:49.041" v="0" actId="47"/>
        <pc:sldMkLst>
          <pc:docMk/>
          <pc:sldMk cId="4222737946" sldId="308"/>
        </pc:sldMkLst>
      </pc:sldChg>
      <pc:sldChg chg="del">
        <pc:chgData name="Sara Muneeb" userId="29b624b1-a719-43f5-9b52-388cd4043c04" providerId="ADAL" clId="{07B87C65-7BF0-4289-BFF5-6A43FACCF6DC}" dt="2022-11-25T04:26:49.041" v="0" actId="47"/>
        <pc:sldMkLst>
          <pc:docMk/>
          <pc:sldMk cId="547706082" sldId="309"/>
        </pc:sldMkLst>
      </pc:sldChg>
      <pc:sldChg chg="del">
        <pc:chgData name="Sara Muneeb" userId="29b624b1-a719-43f5-9b52-388cd4043c04" providerId="ADAL" clId="{07B87C65-7BF0-4289-BFF5-6A43FACCF6DC}" dt="2022-11-25T04:26:49.041" v="0" actId="47"/>
        <pc:sldMkLst>
          <pc:docMk/>
          <pc:sldMk cId="321608399" sldId="310"/>
        </pc:sldMkLst>
      </pc:sldChg>
      <pc:sldChg chg="del">
        <pc:chgData name="Sara Muneeb" userId="29b624b1-a719-43f5-9b52-388cd4043c04" providerId="ADAL" clId="{07B87C65-7BF0-4289-BFF5-6A43FACCF6DC}" dt="2022-11-25T04:26:49.041" v="0" actId="47"/>
        <pc:sldMkLst>
          <pc:docMk/>
          <pc:sldMk cId="90341570" sldId="311"/>
        </pc:sldMkLst>
      </pc:sldChg>
      <pc:sldChg chg="del">
        <pc:chgData name="Sara Muneeb" userId="29b624b1-a719-43f5-9b52-388cd4043c04" providerId="ADAL" clId="{07B87C65-7BF0-4289-BFF5-6A43FACCF6DC}" dt="2022-11-25T04:26:49.041" v="0" actId="47"/>
        <pc:sldMkLst>
          <pc:docMk/>
          <pc:sldMk cId="1394940076" sldId="312"/>
        </pc:sldMkLst>
      </pc:sldChg>
      <pc:sldChg chg="modSp mod">
        <pc:chgData name="Sara Muneeb" userId="29b624b1-a719-43f5-9b52-388cd4043c04" providerId="ADAL" clId="{07B87C65-7BF0-4289-BFF5-6A43FACCF6DC}" dt="2022-12-06T04:04:56.169" v="2988" actId="27636"/>
        <pc:sldMkLst>
          <pc:docMk/>
          <pc:sldMk cId="2877534449" sldId="312"/>
        </pc:sldMkLst>
        <pc:spChg chg="mod">
          <ac:chgData name="Sara Muneeb" userId="29b624b1-a719-43f5-9b52-388cd4043c04" providerId="ADAL" clId="{07B87C65-7BF0-4289-BFF5-6A43FACCF6DC}" dt="2022-12-06T04:04:56.169" v="2988" actId="27636"/>
          <ac:spMkLst>
            <pc:docMk/>
            <pc:sldMk cId="2877534449" sldId="312"/>
            <ac:spMk id="3" creationId="{FCCD0A07-289D-85C2-1087-F1A4570E8380}"/>
          </ac:spMkLst>
        </pc:spChg>
      </pc:sldChg>
      <pc:sldChg chg="new del">
        <pc:chgData name="Sara Muneeb" userId="29b624b1-a719-43f5-9b52-388cd4043c04" providerId="ADAL" clId="{07B87C65-7BF0-4289-BFF5-6A43FACCF6DC}" dt="2022-12-06T04:47:16.707" v="3608" actId="47"/>
        <pc:sldMkLst>
          <pc:docMk/>
          <pc:sldMk cId="597740062" sldId="313"/>
        </pc:sldMkLst>
      </pc:sldChg>
      <pc:sldChg chg="del">
        <pc:chgData name="Sara Muneeb" userId="29b624b1-a719-43f5-9b52-388cd4043c04" providerId="ADAL" clId="{07B87C65-7BF0-4289-BFF5-6A43FACCF6DC}" dt="2022-11-25T04:26:49.041" v="0" actId="47"/>
        <pc:sldMkLst>
          <pc:docMk/>
          <pc:sldMk cId="1759940775" sldId="313"/>
        </pc:sldMkLst>
      </pc:sldChg>
      <pc:sldChg chg="del">
        <pc:chgData name="Sara Muneeb" userId="29b624b1-a719-43f5-9b52-388cd4043c04" providerId="ADAL" clId="{07B87C65-7BF0-4289-BFF5-6A43FACCF6DC}" dt="2022-11-25T04:26:49.041" v="0" actId="47"/>
        <pc:sldMkLst>
          <pc:docMk/>
          <pc:sldMk cId="2269165914" sldId="314"/>
        </pc:sldMkLst>
      </pc:sldChg>
      <pc:sldChg chg="modSp new mod">
        <pc:chgData name="Sara Muneeb" userId="29b624b1-a719-43f5-9b52-388cd4043c04" providerId="ADAL" clId="{07B87C65-7BF0-4289-BFF5-6A43FACCF6DC}" dt="2022-12-06T04:30:50.123" v="3060" actId="5793"/>
        <pc:sldMkLst>
          <pc:docMk/>
          <pc:sldMk cId="3347304787" sldId="314"/>
        </pc:sldMkLst>
        <pc:spChg chg="mod">
          <ac:chgData name="Sara Muneeb" userId="29b624b1-a719-43f5-9b52-388cd4043c04" providerId="ADAL" clId="{07B87C65-7BF0-4289-BFF5-6A43FACCF6DC}" dt="2022-12-06T04:05:24.419" v="3019" actId="20577"/>
          <ac:spMkLst>
            <pc:docMk/>
            <pc:sldMk cId="3347304787" sldId="314"/>
            <ac:spMk id="2" creationId="{07A518C9-3CA1-6356-CDAA-C0D10987064D}"/>
          </ac:spMkLst>
        </pc:spChg>
        <pc:spChg chg="mod">
          <ac:chgData name="Sara Muneeb" userId="29b624b1-a719-43f5-9b52-388cd4043c04" providerId="ADAL" clId="{07B87C65-7BF0-4289-BFF5-6A43FACCF6DC}" dt="2022-12-06T04:30:50.123" v="3060" actId="5793"/>
          <ac:spMkLst>
            <pc:docMk/>
            <pc:sldMk cId="3347304787" sldId="314"/>
            <ac:spMk id="3" creationId="{56F3B97D-F19B-E175-4023-F27DEAACAA77}"/>
          </ac:spMkLst>
        </pc:spChg>
      </pc:sldChg>
      <pc:sldChg chg="addSp delSp modSp new mod">
        <pc:chgData name="Sara Muneeb" userId="29b624b1-a719-43f5-9b52-388cd4043c04" providerId="ADAL" clId="{07B87C65-7BF0-4289-BFF5-6A43FACCF6DC}" dt="2022-12-06T04:32:25.212" v="3103" actId="1076"/>
        <pc:sldMkLst>
          <pc:docMk/>
          <pc:sldMk cId="1401089230" sldId="315"/>
        </pc:sldMkLst>
        <pc:spChg chg="mod">
          <ac:chgData name="Sara Muneeb" userId="29b624b1-a719-43f5-9b52-388cd4043c04" providerId="ADAL" clId="{07B87C65-7BF0-4289-BFF5-6A43FACCF6DC}" dt="2022-12-06T04:31:31.106" v="3083" actId="20577"/>
          <ac:spMkLst>
            <pc:docMk/>
            <pc:sldMk cId="1401089230" sldId="315"/>
            <ac:spMk id="2" creationId="{006433C3-B2C6-39DC-C62C-A571019231E1}"/>
          </ac:spMkLst>
        </pc:spChg>
        <pc:spChg chg="del">
          <ac:chgData name="Sara Muneeb" userId="29b624b1-a719-43f5-9b52-388cd4043c04" providerId="ADAL" clId="{07B87C65-7BF0-4289-BFF5-6A43FACCF6DC}" dt="2022-12-06T04:31:26.209" v="3069"/>
          <ac:spMkLst>
            <pc:docMk/>
            <pc:sldMk cId="1401089230" sldId="315"/>
            <ac:spMk id="3" creationId="{DFB44034-6310-85E8-25A0-4882FC913531}"/>
          </ac:spMkLst>
        </pc:spChg>
        <pc:picChg chg="add mod">
          <ac:chgData name="Sara Muneeb" userId="29b624b1-a719-43f5-9b52-388cd4043c04" providerId="ADAL" clId="{07B87C65-7BF0-4289-BFF5-6A43FACCF6DC}" dt="2022-12-06T04:32:25.212" v="3103" actId="1076"/>
          <ac:picMkLst>
            <pc:docMk/>
            <pc:sldMk cId="1401089230" sldId="315"/>
            <ac:picMk id="1026" creationId="{D58A4EC9-0780-1EF8-30A8-118929C0C116}"/>
          </ac:picMkLst>
        </pc:picChg>
      </pc:sldChg>
      <pc:sldChg chg="del">
        <pc:chgData name="Sara Muneeb" userId="29b624b1-a719-43f5-9b52-388cd4043c04" providerId="ADAL" clId="{07B87C65-7BF0-4289-BFF5-6A43FACCF6DC}" dt="2022-11-25T04:26:49.041" v="0" actId="47"/>
        <pc:sldMkLst>
          <pc:docMk/>
          <pc:sldMk cId="1574604444" sldId="315"/>
        </pc:sldMkLst>
      </pc:sldChg>
      <pc:sldChg chg="addSp delSp modSp new mod">
        <pc:chgData name="Sara Muneeb" userId="29b624b1-a719-43f5-9b52-388cd4043c04" providerId="ADAL" clId="{07B87C65-7BF0-4289-BFF5-6A43FACCF6DC}" dt="2022-12-06T04:34:49.307" v="3116" actId="1076"/>
        <pc:sldMkLst>
          <pc:docMk/>
          <pc:sldMk cId="2929702152" sldId="316"/>
        </pc:sldMkLst>
        <pc:spChg chg="mod">
          <ac:chgData name="Sara Muneeb" userId="29b624b1-a719-43f5-9b52-388cd4043c04" providerId="ADAL" clId="{07B87C65-7BF0-4289-BFF5-6A43FACCF6DC}" dt="2022-12-06T04:31:37.363" v="3099" actId="5793"/>
          <ac:spMkLst>
            <pc:docMk/>
            <pc:sldMk cId="2929702152" sldId="316"/>
            <ac:spMk id="2" creationId="{FA709AF4-A790-41F4-E656-E39D6FB07DF1}"/>
          </ac:spMkLst>
        </pc:spChg>
        <pc:spChg chg="del">
          <ac:chgData name="Sara Muneeb" userId="29b624b1-a719-43f5-9b52-388cd4043c04" providerId="ADAL" clId="{07B87C65-7BF0-4289-BFF5-6A43FACCF6DC}" dt="2022-12-06T04:32:13.143" v="3100"/>
          <ac:spMkLst>
            <pc:docMk/>
            <pc:sldMk cId="2929702152" sldId="316"/>
            <ac:spMk id="3" creationId="{AA877C5E-E468-D837-369A-25D4EE92AE9E}"/>
          </ac:spMkLst>
        </pc:spChg>
        <pc:spChg chg="add del mod">
          <ac:chgData name="Sara Muneeb" userId="29b624b1-a719-43f5-9b52-388cd4043c04" providerId="ADAL" clId="{07B87C65-7BF0-4289-BFF5-6A43FACCF6DC}" dt="2022-12-06T04:33:27.759" v="3111" actId="478"/>
          <ac:spMkLst>
            <pc:docMk/>
            <pc:sldMk cId="2929702152" sldId="316"/>
            <ac:spMk id="4" creationId="{AB2D90F0-CF23-7059-8EBD-2CB5BE35251A}"/>
          </ac:spMkLst>
        </pc:spChg>
        <pc:spChg chg="add mod">
          <ac:chgData name="Sara Muneeb" userId="29b624b1-a719-43f5-9b52-388cd4043c04" providerId="ADAL" clId="{07B87C65-7BF0-4289-BFF5-6A43FACCF6DC}" dt="2022-12-06T04:34:40.615" v="3112" actId="478"/>
          <ac:spMkLst>
            <pc:docMk/>
            <pc:sldMk cId="2929702152" sldId="316"/>
            <ac:spMk id="5" creationId="{5A52007E-C1E7-05EB-3805-980316459094}"/>
          </ac:spMkLst>
        </pc:spChg>
        <pc:picChg chg="add del mod">
          <ac:chgData name="Sara Muneeb" userId="29b624b1-a719-43f5-9b52-388cd4043c04" providerId="ADAL" clId="{07B87C65-7BF0-4289-BFF5-6A43FACCF6DC}" dt="2022-12-06T04:34:40.615" v="3112" actId="478"/>
          <ac:picMkLst>
            <pc:docMk/>
            <pc:sldMk cId="2929702152" sldId="316"/>
            <ac:picMk id="2050" creationId="{C223B538-C532-7D2E-27ED-79A38174B04D}"/>
          </ac:picMkLst>
        </pc:picChg>
        <pc:picChg chg="add del mod">
          <ac:chgData name="Sara Muneeb" userId="29b624b1-a719-43f5-9b52-388cd4043c04" providerId="ADAL" clId="{07B87C65-7BF0-4289-BFF5-6A43FACCF6DC}" dt="2022-12-06T04:33:27.332" v="3110"/>
          <ac:picMkLst>
            <pc:docMk/>
            <pc:sldMk cId="2929702152" sldId="316"/>
            <ac:picMk id="2052" creationId="{47E13A5E-6662-BCAA-1A50-211BD5F311DC}"/>
          </ac:picMkLst>
        </pc:picChg>
        <pc:picChg chg="add mod">
          <ac:chgData name="Sara Muneeb" userId="29b624b1-a719-43f5-9b52-388cd4043c04" providerId="ADAL" clId="{07B87C65-7BF0-4289-BFF5-6A43FACCF6DC}" dt="2022-12-06T04:34:49.307" v="3116" actId="1076"/>
          <ac:picMkLst>
            <pc:docMk/>
            <pc:sldMk cId="2929702152" sldId="316"/>
            <ac:picMk id="2054" creationId="{C38A788A-8AE3-E5AA-D8A6-87EE714449DE}"/>
          </ac:picMkLst>
        </pc:picChg>
      </pc:sldChg>
      <pc:sldChg chg="del">
        <pc:chgData name="Sara Muneeb" userId="29b624b1-a719-43f5-9b52-388cd4043c04" providerId="ADAL" clId="{07B87C65-7BF0-4289-BFF5-6A43FACCF6DC}" dt="2022-11-25T04:26:49.041" v="0" actId="47"/>
        <pc:sldMkLst>
          <pc:docMk/>
          <pc:sldMk cId="3785957644" sldId="316"/>
        </pc:sldMkLst>
      </pc:sldChg>
      <pc:sldChg chg="modSp new mod">
        <pc:chgData name="Sara Muneeb" userId="29b624b1-a719-43f5-9b52-388cd4043c04" providerId="ADAL" clId="{07B87C65-7BF0-4289-BFF5-6A43FACCF6DC}" dt="2022-12-06T04:41:02.838" v="3173" actId="20577"/>
        <pc:sldMkLst>
          <pc:docMk/>
          <pc:sldMk cId="207355886" sldId="317"/>
        </pc:sldMkLst>
        <pc:spChg chg="mod">
          <ac:chgData name="Sara Muneeb" userId="29b624b1-a719-43f5-9b52-388cd4043c04" providerId="ADAL" clId="{07B87C65-7BF0-4289-BFF5-6A43FACCF6DC}" dt="2022-12-06T04:35:55.411" v="3152" actId="5793"/>
          <ac:spMkLst>
            <pc:docMk/>
            <pc:sldMk cId="207355886" sldId="317"/>
            <ac:spMk id="2" creationId="{0AED4CBA-FA3D-2C1E-275E-36C488978C9D}"/>
          </ac:spMkLst>
        </pc:spChg>
        <pc:spChg chg="mod">
          <ac:chgData name="Sara Muneeb" userId="29b624b1-a719-43f5-9b52-388cd4043c04" providerId="ADAL" clId="{07B87C65-7BF0-4289-BFF5-6A43FACCF6DC}" dt="2022-12-06T04:41:02.838" v="3173" actId="20577"/>
          <ac:spMkLst>
            <pc:docMk/>
            <pc:sldMk cId="207355886" sldId="317"/>
            <ac:spMk id="3" creationId="{57599E7F-2088-53D3-280B-FDAD066380DB}"/>
          </ac:spMkLst>
        </pc:spChg>
      </pc:sldChg>
      <pc:sldChg chg="del">
        <pc:chgData name="Sara Muneeb" userId="29b624b1-a719-43f5-9b52-388cd4043c04" providerId="ADAL" clId="{07B87C65-7BF0-4289-BFF5-6A43FACCF6DC}" dt="2022-11-25T04:26:49.041" v="0" actId="47"/>
        <pc:sldMkLst>
          <pc:docMk/>
          <pc:sldMk cId="996644715" sldId="317"/>
        </pc:sldMkLst>
      </pc:sldChg>
      <pc:sldChg chg="del">
        <pc:chgData name="Sara Muneeb" userId="29b624b1-a719-43f5-9b52-388cd4043c04" providerId="ADAL" clId="{07B87C65-7BF0-4289-BFF5-6A43FACCF6DC}" dt="2022-11-25T04:26:49.041" v="0" actId="47"/>
        <pc:sldMkLst>
          <pc:docMk/>
          <pc:sldMk cId="1545905496" sldId="318"/>
        </pc:sldMkLst>
      </pc:sldChg>
      <pc:sldChg chg="modSp new mod">
        <pc:chgData name="Sara Muneeb" userId="29b624b1-a719-43f5-9b52-388cd4043c04" providerId="ADAL" clId="{07B87C65-7BF0-4289-BFF5-6A43FACCF6DC}" dt="2022-12-06T04:44:34.103" v="3385" actId="20577"/>
        <pc:sldMkLst>
          <pc:docMk/>
          <pc:sldMk cId="3253479535" sldId="318"/>
        </pc:sldMkLst>
        <pc:spChg chg="mod">
          <ac:chgData name="Sara Muneeb" userId="29b624b1-a719-43f5-9b52-388cd4043c04" providerId="ADAL" clId="{07B87C65-7BF0-4289-BFF5-6A43FACCF6DC}" dt="2022-12-06T04:41:46.186" v="3200" actId="313"/>
          <ac:spMkLst>
            <pc:docMk/>
            <pc:sldMk cId="3253479535" sldId="318"/>
            <ac:spMk id="2" creationId="{566F3255-E094-8C40-D68F-0EDAA9B7F434}"/>
          </ac:spMkLst>
        </pc:spChg>
        <pc:spChg chg="mod">
          <ac:chgData name="Sara Muneeb" userId="29b624b1-a719-43f5-9b52-388cd4043c04" providerId="ADAL" clId="{07B87C65-7BF0-4289-BFF5-6A43FACCF6DC}" dt="2022-12-06T04:44:34.103" v="3385" actId="20577"/>
          <ac:spMkLst>
            <pc:docMk/>
            <pc:sldMk cId="3253479535" sldId="318"/>
            <ac:spMk id="3" creationId="{B99DA845-C627-B6FB-CEEC-ADAA9AFA0385}"/>
          </ac:spMkLst>
        </pc:spChg>
      </pc:sldChg>
      <pc:sldChg chg="modSp new mod">
        <pc:chgData name="Sara Muneeb" userId="29b624b1-a719-43f5-9b52-388cd4043c04" providerId="ADAL" clId="{07B87C65-7BF0-4289-BFF5-6A43FACCF6DC}" dt="2022-12-06T04:47:21.753" v="3609" actId="313"/>
        <pc:sldMkLst>
          <pc:docMk/>
          <pc:sldMk cId="3258948435" sldId="319"/>
        </pc:sldMkLst>
        <pc:spChg chg="mod">
          <ac:chgData name="Sara Muneeb" userId="29b624b1-a719-43f5-9b52-388cd4043c04" providerId="ADAL" clId="{07B87C65-7BF0-4289-BFF5-6A43FACCF6DC}" dt="2022-12-06T04:47:21.753" v="3609" actId="313"/>
          <ac:spMkLst>
            <pc:docMk/>
            <pc:sldMk cId="3258948435" sldId="319"/>
            <ac:spMk id="2" creationId="{83495DE6-22E5-D63D-EEAD-AE7DF5EE3560}"/>
          </ac:spMkLst>
        </pc:spChg>
        <pc:spChg chg="mod">
          <ac:chgData name="Sara Muneeb" userId="29b624b1-a719-43f5-9b52-388cd4043c04" providerId="ADAL" clId="{07B87C65-7BF0-4289-BFF5-6A43FACCF6DC}" dt="2022-12-06T04:47:11.039" v="3607" actId="20577"/>
          <ac:spMkLst>
            <pc:docMk/>
            <pc:sldMk cId="3258948435" sldId="319"/>
            <ac:spMk id="3" creationId="{CB41A3DD-CFB2-EEC0-1AE9-C9556D65C8B4}"/>
          </ac:spMkLst>
        </pc:spChg>
      </pc:sldChg>
    </pc:docChg>
  </pc:docChgLst>
  <pc:docChgLst>
    <pc:chgData name="Sara Muneeb" userId="29b624b1-a719-43f5-9b52-388cd4043c04" providerId="ADAL" clId="{92141329-D183-4FBC-A4C5-439AF6D228C3}"/>
    <pc:docChg chg="undo custSel addSld delSld modSld sldOrd">
      <pc:chgData name="Sara Muneeb" userId="29b624b1-a719-43f5-9b52-388cd4043c04" providerId="ADAL" clId="{92141329-D183-4FBC-A4C5-439AF6D228C3}" dt="2022-09-20T10:59:21.747" v="3211" actId="20577"/>
      <pc:docMkLst>
        <pc:docMk/>
      </pc:docMkLst>
      <pc:sldChg chg="modSp mod">
        <pc:chgData name="Sara Muneeb" userId="29b624b1-a719-43f5-9b52-388cd4043c04" providerId="ADAL" clId="{92141329-D183-4FBC-A4C5-439AF6D228C3}" dt="2022-09-20T10:59:21.747" v="3211" actId="20577"/>
        <pc:sldMkLst>
          <pc:docMk/>
          <pc:sldMk cId="2984185032" sldId="256"/>
        </pc:sldMkLst>
        <pc:spChg chg="mod">
          <ac:chgData name="Sara Muneeb" userId="29b624b1-a719-43f5-9b52-388cd4043c04" providerId="ADAL" clId="{92141329-D183-4FBC-A4C5-439AF6D228C3}" dt="2022-09-20T10:59:21.747" v="3211" actId="20577"/>
          <ac:spMkLst>
            <pc:docMk/>
            <pc:sldMk cId="2984185032" sldId="256"/>
            <ac:spMk id="2" creationId="{00000000-0000-0000-0000-000000000000}"/>
          </ac:spMkLst>
        </pc:spChg>
        <pc:spChg chg="mod">
          <ac:chgData name="Sara Muneeb" userId="29b624b1-a719-43f5-9b52-388cd4043c04" providerId="ADAL" clId="{92141329-D183-4FBC-A4C5-439AF6D228C3}" dt="2022-09-20T10:59:12.753" v="3176" actId="1076"/>
          <ac:spMkLst>
            <pc:docMk/>
            <pc:sldMk cId="2984185032" sldId="256"/>
            <ac:spMk id="3" creationId="{00000000-0000-0000-0000-000000000000}"/>
          </ac:spMkLst>
        </pc:spChg>
      </pc:sldChg>
      <pc:sldChg chg="delSp modSp mod">
        <pc:chgData name="Sara Muneeb" userId="29b624b1-a719-43f5-9b52-388cd4043c04" providerId="ADAL" clId="{92141329-D183-4FBC-A4C5-439AF6D228C3}" dt="2022-09-16T06:21:28.264" v="12" actId="478"/>
        <pc:sldMkLst>
          <pc:docMk/>
          <pc:sldMk cId="2934318247" sldId="258"/>
        </pc:sldMkLst>
        <pc:spChg chg="mod">
          <ac:chgData name="Sara Muneeb" userId="29b624b1-a719-43f5-9b52-388cd4043c04" providerId="ADAL" clId="{92141329-D183-4FBC-A4C5-439AF6D228C3}" dt="2022-09-16T06:21:09.676" v="11" actId="20577"/>
          <ac:spMkLst>
            <pc:docMk/>
            <pc:sldMk cId="2934318247" sldId="258"/>
            <ac:spMk id="2" creationId="{00000000-0000-0000-0000-000000000000}"/>
          </ac:spMkLst>
        </pc:spChg>
        <pc:graphicFrameChg chg="del">
          <ac:chgData name="Sara Muneeb" userId="29b624b1-a719-43f5-9b52-388cd4043c04" providerId="ADAL" clId="{92141329-D183-4FBC-A4C5-439AF6D228C3}" dt="2022-09-16T06:21:28.264" v="12" actId="478"/>
          <ac:graphicFrameMkLst>
            <pc:docMk/>
            <pc:sldMk cId="2934318247" sldId="258"/>
            <ac:graphicFrameMk id="3" creationId="{E7D39C53-3CAF-6C3E-7990-1ACA39AAF07D}"/>
          </ac:graphicFrameMkLst>
        </pc:graphicFrameChg>
      </pc:sldChg>
      <pc:sldChg chg="del">
        <pc:chgData name="Sara Muneeb" userId="29b624b1-a719-43f5-9b52-388cd4043c04" providerId="ADAL" clId="{92141329-D183-4FBC-A4C5-439AF6D228C3}" dt="2022-09-20T10:53:14.842" v="3001" actId="47"/>
        <pc:sldMkLst>
          <pc:docMk/>
          <pc:sldMk cId="859110417" sldId="259"/>
        </pc:sldMkLst>
      </pc:sldChg>
      <pc:sldChg chg="del">
        <pc:chgData name="Sara Muneeb" userId="29b624b1-a719-43f5-9b52-388cd4043c04" providerId="ADAL" clId="{92141329-D183-4FBC-A4C5-439AF6D228C3}" dt="2022-09-20T10:53:14.842" v="3001" actId="47"/>
        <pc:sldMkLst>
          <pc:docMk/>
          <pc:sldMk cId="3365345110" sldId="260"/>
        </pc:sldMkLst>
      </pc:sldChg>
      <pc:sldChg chg="del">
        <pc:chgData name="Sara Muneeb" userId="29b624b1-a719-43f5-9b52-388cd4043c04" providerId="ADAL" clId="{92141329-D183-4FBC-A4C5-439AF6D228C3}" dt="2022-09-20T10:53:14.842" v="3001" actId="47"/>
        <pc:sldMkLst>
          <pc:docMk/>
          <pc:sldMk cId="1444182912" sldId="261"/>
        </pc:sldMkLst>
      </pc:sldChg>
      <pc:sldChg chg="del">
        <pc:chgData name="Sara Muneeb" userId="29b624b1-a719-43f5-9b52-388cd4043c04" providerId="ADAL" clId="{92141329-D183-4FBC-A4C5-439AF6D228C3}" dt="2022-09-20T10:53:14.842" v="3001" actId="47"/>
        <pc:sldMkLst>
          <pc:docMk/>
          <pc:sldMk cId="3478828154" sldId="263"/>
        </pc:sldMkLst>
      </pc:sldChg>
      <pc:sldChg chg="del">
        <pc:chgData name="Sara Muneeb" userId="29b624b1-a719-43f5-9b52-388cd4043c04" providerId="ADAL" clId="{92141329-D183-4FBC-A4C5-439AF6D228C3}" dt="2022-09-20T10:53:14.842" v="3001" actId="47"/>
        <pc:sldMkLst>
          <pc:docMk/>
          <pc:sldMk cId="1460710233" sldId="264"/>
        </pc:sldMkLst>
      </pc:sldChg>
      <pc:sldChg chg="del">
        <pc:chgData name="Sara Muneeb" userId="29b624b1-a719-43f5-9b52-388cd4043c04" providerId="ADAL" clId="{92141329-D183-4FBC-A4C5-439AF6D228C3}" dt="2022-09-20T10:53:14.842" v="3001" actId="47"/>
        <pc:sldMkLst>
          <pc:docMk/>
          <pc:sldMk cId="1228258708" sldId="265"/>
        </pc:sldMkLst>
      </pc:sldChg>
      <pc:sldChg chg="del">
        <pc:chgData name="Sara Muneeb" userId="29b624b1-a719-43f5-9b52-388cd4043c04" providerId="ADAL" clId="{92141329-D183-4FBC-A4C5-439AF6D228C3}" dt="2022-09-20T10:53:14.842" v="3001" actId="47"/>
        <pc:sldMkLst>
          <pc:docMk/>
          <pc:sldMk cId="3087496290" sldId="266"/>
        </pc:sldMkLst>
      </pc:sldChg>
      <pc:sldChg chg="del">
        <pc:chgData name="Sara Muneeb" userId="29b624b1-a719-43f5-9b52-388cd4043c04" providerId="ADAL" clId="{92141329-D183-4FBC-A4C5-439AF6D228C3}" dt="2022-09-20T10:53:14.842" v="3001" actId="47"/>
        <pc:sldMkLst>
          <pc:docMk/>
          <pc:sldMk cId="4026094092" sldId="267"/>
        </pc:sldMkLst>
      </pc:sldChg>
      <pc:sldChg chg="del">
        <pc:chgData name="Sara Muneeb" userId="29b624b1-a719-43f5-9b52-388cd4043c04" providerId="ADAL" clId="{92141329-D183-4FBC-A4C5-439AF6D228C3}" dt="2022-09-20T10:53:14.842" v="3001" actId="47"/>
        <pc:sldMkLst>
          <pc:docMk/>
          <pc:sldMk cId="682799263" sldId="268"/>
        </pc:sldMkLst>
      </pc:sldChg>
      <pc:sldChg chg="del">
        <pc:chgData name="Sara Muneeb" userId="29b624b1-a719-43f5-9b52-388cd4043c04" providerId="ADAL" clId="{92141329-D183-4FBC-A4C5-439AF6D228C3}" dt="2022-09-20T10:53:14.842" v="3001" actId="47"/>
        <pc:sldMkLst>
          <pc:docMk/>
          <pc:sldMk cId="2989175404" sldId="269"/>
        </pc:sldMkLst>
      </pc:sldChg>
      <pc:sldChg chg="del">
        <pc:chgData name="Sara Muneeb" userId="29b624b1-a719-43f5-9b52-388cd4043c04" providerId="ADAL" clId="{92141329-D183-4FBC-A4C5-439AF6D228C3}" dt="2022-09-20T10:53:14.842" v="3001" actId="47"/>
        <pc:sldMkLst>
          <pc:docMk/>
          <pc:sldMk cId="642507062" sldId="270"/>
        </pc:sldMkLst>
      </pc:sldChg>
      <pc:sldChg chg="del">
        <pc:chgData name="Sara Muneeb" userId="29b624b1-a719-43f5-9b52-388cd4043c04" providerId="ADAL" clId="{92141329-D183-4FBC-A4C5-439AF6D228C3}" dt="2022-09-20T10:53:14.842" v="3001" actId="47"/>
        <pc:sldMkLst>
          <pc:docMk/>
          <pc:sldMk cId="938039169" sldId="271"/>
        </pc:sldMkLst>
      </pc:sldChg>
      <pc:sldChg chg="del">
        <pc:chgData name="Sara Muneeb" userId="29b624b1-a719-43f5-9b52-388cd4043c04" providerId="ADAL" clId="{92141329-D183-4FBC-A4C5-439AF6D228C3}" dt="2022-09-20T10:53:14.842" v="3001" actId="47"/>
        <pc:sldMkLst>
          <pc:docMk/>
          <pc:sldMk cId="1064415316" sldId="272"/>
        </pc:sldMkLst>
      </pc:sldChg>
      <pc:sldChg chg="del">
        <pc:chgData name="Sara Muneeb" userId="29b624b1-a719-43f5-9b52-388cd4043c04" providerId="ADAL" clId="{92141329-D183-4FBC-A4C5-439AF6D228C3}" dt="2022-09-20T10:53:14.842" v="3001" actId="47"/>
        <pc:sldMkLst>
          <pc:docMk/>
          <pc:sldMk cId="2063745838" sldId="273"/>
        </pc:sldMkLst>
      </pc:sldChg>
      <pc:sldChg chg="del">
        <pc:chgData name="Sara Muneeb" userId="29b624b1-a719-43f5-9b52-388cd4043c04" providerId="ADAL" clId="{92141329-D183-4FBC-A4C5-439AF6D228C3}" dt="2022-09-20T10:53:14.842" v="3001" actId="47"/>
        <pc:sldMkLst>
          <pc:docMk/>
          <pc:sldMk cId="1044308845" sldId="274"/>
        </pc:sldMkLst>
      </pc:sldChg>
      <pc:sldChg chg="del">
        <pc:chgData name="Sara Muneeb" userId="29b624b1-a719-43f5-9b52-388cd4043c04" providerId="ADAL" clId="{92141329-D183-4FBC-A4C5-439AF6D228C3}" dt="2022-09-20T10:53:14.842" v="3001" actId="47"/>
        <pc:sldMkLst>
          <pc:docMk/>
          <pc:sldMk cId="3263305752" sldId="275"/>
        </pc:sldMkLst>
      </pc:sldChg>
      <pc:sldChg chg="del">
        <pc:chgData name="Sara Muneeb" userId="29b624b1-a719-43f5-9b52-388cd4043c04" providerId="ADAL" clId="{92141329-D183-4FBC-A4C5-439AF6D228C3}" dt="2022-09-20T10:53:14.842" v="3001" actId="47"/>
        <pc:sldMkLst>
          <pc:docMk/>
          <pc:sldMk cId="415582154" sldId="276"/>
        </pc:sldMkLst>
      </pc:sldChg>
      <pc:sldChg chg="del">
        <pc:chgData name="Sara Muneeb" userId="29b624b1-a719-43f5-9b52-388cd4043c04" providerId="ADAL" clId="{92141329-D183-4FBC-A4C5-439AF6D228C3}" dt="2022-09-20T10:53:14.842" v="3001" actId="47"/>
        <pc:sldMkLst>
          <pc:docMk/>
          <pc:sldMk cId="4129240445" sldId="277"/>
        </pc:sldMkLst>
      </pc:sldChg>
      <pc:sldChg chg="del">
        <pc:chgData name="Sara Muneeb" userId="29b624b1-a719-43f5-9b52-388cd4043c04" providerId="ADAL" clId="{92141329-D183-4FBC-A4C5-439AF6D228C3}" dt="2022-09-20T10:53:14.842" v="3001" actId="47"/>
        <pc:sldMkLst>
          <pc:docMk/>
          <pc:sldMk cId="538218730" sldId="278"/>
        </pc:sldMkLst>
      </pc:sldChg>
      <pc:sldChg chg="del">
        <pc:chgData name="Sara Muneeb" userId="29b624b1-a719-43f5-9b52-388cd4043c04" providerId="ADAL" clId="{92141329-D183-4FBC-A4C5-439AF6D228C3}" dt="2022-09-20T10:53:14.842" v="3001" actId="47"/>
        <pc:sldMkLst>
          <pc:docMk/>
          <pc:sldMk cId="2682898875" sldId="279"/>
        </pc:sldMkLst>
      </pc:sldChg>
      <pc:sldChg chg="del">
        <pc:chgData name="Sara Muneeb" userId="29b624b1-a719-43f5-9b52-388cd4043c04" providerId="ADAL" clId="{92141329-D183-4FBC-A4C5-439AF6D228C3}" dt="2022-09-20T10:53:14.842" v="3001" actId="47"/>
        <pc:sldMkLst>
          <pc:docMk/>
          <pc:sldMk cId="2822380657" sldId="280"/>
        </pc:sldMkLst>
      </pc:sldChg>
      <pc:sldChg chg="del">
        <pc:chgData name="Sara Muneeb" userId="29b624b1-a719-43f5-9b52-388cd4043c04" providerId="ADAL" clId="{92141329-D183-4FBC-A4C5-439AF6D228C3}" dt="2022-09-20T10:53:14.842" v="3001" actId="47"/>
        <pc:sldMkLst>
          <pc:docMk/>
          <pc:sldMk cId="1678163868" sldId="281"/>
        </pc:sldMkLst>
      </pc:sldChg>
      <pc:sldChg chg="del">
        <pc:chgData name="Sara Muneeb" userId="29b624b1-a719-43f5-9b52-388cd4043c04" providerId="ADAL" clId="{92141329-D183-4FBC-A4C5-439AF6D228C3}" dt="2022-09-20T10:53:14.842" v="3001" actId="47"/>
        <pc:sldMkLst>
          <pc:docMk/>
          <pc:sldMk cId="2342829795" sldId="282"/>
        </pc:sldMkLst>
      </pc:sldChg>
      <pc:sldChg chg="del">
        <pc:chgData name="Sara Muneeb" userId="29b624b1-a719-43f5-9b52-388cd4043c04" providerId="ADAL" clId="{92141329-D183-4FBC-A4C5-439AF6D228C3}" dt="2022-09-20T10:53:14.842" v="3001" actId="47"/>
        <pc:sldMkLst>
          <pc:docMk/>
          <pc:sldMk cId="84272025" sldId="283"/>
        </pc:sldMkLst>
      </pc:sldChg>
      <pc:sldChg chg="del">
        <pc:chgData name="Sara Muneeb" userId="29b624b1-a719-43f5-9b52-388cd4043c04" providerId="ADAL" clId="{92141329-D183-4FBC-A4C5-439AF6D228C3}" dt="2022-09-20T10:53:14.842" v="3001" actId="47"/>
        <pc:sldMkLst>
          <pc:docMk/>
          <pc:sldMk cId="3738275062" sldId="284"/>
        </pc:sldMkLst>
      </pc:sldChg>
      <pc:sldChg chg="del">
        <pc:chgData name="Sara Muneeb" userId="29b624b1-a719-43f5-9b52-388cd4043c04" providerId="ADAL" clId="{92141329-D183-4FBC-A4C5-439AF6D228C3}" dt="2022-09-20T10:53:14.842" v="3001" actId="47"/>
        <pc:sldMkLst>
          <pc:docMk/>
          <pc:sldMk cId="3306393579" sldId="286"/>
        </pc:sldMkLst>
      </pc:sldChg>
      <pc:sldChg chg="del">
        <pc:chgData name="Sara Muneeb" userId="29b624b1-a719-43f5-9b52-388cd4043c04" providerId="ADAL" clId="{92141329-D183-4FBC-A4C5-439AF6D228C3}" dt="2022-09-20T10:53:14.842" v="3001" actId="47"/>
        <pc:sldMkLst>
          <pc:docMk/>
          <pc:sldMk cId="8593176" sldId="287"/>
        </pc:sldMkLst>
      </pc:sldChg>
      <pc:sldChg chg="del">
        <pc:chgData name="Sara Muneeb" userId="29b624b1-a719-43f5-9b52-388cd4043c04" providerId="ADAL" clId="{92141329-D183-4FBC-A4C5-439AF6D228C3}" dt="2022-09-20T10:53:14.842" v="3001" actId="47"/>
        <pc:sldMkLst>
          <pc:docMk/>
          <pc:sldMk cId="879983306" sldId="288"/>
        </pc:sldMkLst>
      </pc:sldChg>
      <pc:sldChg chg="del">
        <pc:chgData name="Sara Muneeb" userId="29b624b1-a719-43f5-9b52-388cd4043c04" providerId="ADAL" clId="{92141329-D183-4FBC-A4C5-439AF6D228C3}" dt="2022-09-20T10:53:14.842" v="3001" actId="47"/>
        <pc:sldMkLst>
          <pc:docMk/>
          <pc:sldMk cId="1104968559" sldId="289"/>
        </pc:sldMkLst>
      </pc:sldChg>
      <pc:sldChg chg="del">
        <pc:chgData name="Sara Muneeb" userId="29b624b1-a719-43f5-9b52-388cd4043c04" providerId="ADAL" clId="{92141329-D183-4FBC-A4C5-439AF6D228C3}" dt="2022-09-20T10:53:14.842" v="3001" actId="47"/>
        <pc:sldMkLst>
          <pc:docMk/>
          <pc:sldMk cId="3630931535" sldId="290"/>
        </pc:sldMkLst>
      </pc:sldChg>
      <pc:sldChg chg="del">
        <pc:chgData name="Sara Muneeb" userId="29b624b1-a719-43f5-9b52-388cd4043c04" providerId="ADAL" clId="{92141329-D183-4FBC-A4C5-439AF6D228C3}" dt="2022-09-20T10:53:14.842" v="3001" actId="47"/>
        <pc:sldMkLst>
          <pc:docMk/>
          <pc:sldMk cId="666685467" sldId="291"/>
        </pc:sldMkLst>
      </pc:sldChg>
      <pc:sldChg chg="del">
        <pc:chgData name="Sara Muneeb" userId="29b624b1-a719-43f5-9b52-388cd4043c04" providerId="ADAL" clId="{92141329-D183-4FBC-A4C5-439AF6D228C3}" dt="2022-09-20T10:53:14.842" v="3001" actId="47"/>
        <pc:sldMkLst>
          <pc:docMk/>
          <pc:sldMk cId="2958514030" sldId="292"/>
        </pc:sldMkLst>
      </pc:sldChg>
      <pc:sldChg chg="del">
        <pc:chgData name="Sara Muneeb" userId="29b624b1-a719-43f5-9b52-388cd4043c04" providerId="ADAL" clId="{92141329-D183-4FBC-A4C5-439AF6D228C3}" dt="2022-09-20T10:53:14.842" v="3001" actId="47"/>
        <pc:sldMkLst>
          <pc:docMk/>
          <pc:sldMk cId="1356901708" sldId="293"/>
        </pc:sldMkLst>
      </pc:sldChg>
      <pc:sldChg chg="del">
        <pc:chgData name="Sara Muneeb" userId="29b624b1-a719-43f5-9b52-388cd4043c04" providerId="ADAL" clId="{92141329-D183-4FBC-A4C5-439AF6D228C3}" dt="2022-09-20T10:53:14.842" v="3001" actId="47"/>
        <pc:sldMkLst>
          <pc:docMk/>
          <pc:sldMk cId="633161056" sldId="294"/>
        </pc:sldMkLst>
      </pc:sldChg>
      <pc:sldChg chg="del">
        <pc:chgData name="Sara Muneeb" userId="29b624b1-a719-43f5-9b52-388cd4043c04" providerId="ADAL" clId="{92141329-D183-4FBC-A4C5-439AF6D228C3}" dt="2022-09-20T10:53:14.842" v="3001" actId="47"/>
        <pc:sldMkLst>
          <pc:docMk/>
          <pc:sldMk cId="441756152" sldId="312"/>
        </pc:sldMkLst>
      </pc:sldChg>
      <pc:sldChg chg="del">
        <pc:chgData name="Sara Muneeb" userId="29b624b1-a719-43f5-9b52-388cd4043c04" providerId="ADAL" clId="{92141329-D183-4FBC-A4C5-439AF6D228C3}" dt="2022-09-20T10:53:14.842" v="3001" actId="47"/>
        <pc:sldMkLst>
          <pc:docMk/>
          <pc:sldMk cId="3128309874" sldId="317"/>
        </pc:sldMkLst>
      </pc:sldChg>
      <pc:sldChg chg="del">
        <pc:chgData name="Sara Muneeb" userId="29b624b1-a719-43f5-9b52-388cd4043c04" providerId="ADAL" clId="{92141329-D183-4FBC-A4C5-439AF6D228C3}" dt="2022-09-20T10:53:14.842" v="3001" actId="47"/>
        <pc:sldMkLst>
          <pc:docMk/>
          <pc:sldMk cId="1127259162" sldId="318"/>
        </pc:sldMkLst>
      </pc:sldChg>
      <pc:sldChg chg="del">
        <pc:chgData name="Sara Muneeb" userId="29b624b1-a719-43f5-9b52-388cd4043c04" providerId="ADAL" clId="{92141329-D183-4FBC-A4C5-439AF6D228C3}" dt="2022-09-20T10:53:14.842" v="3001" actId="47"/>
        <pc:sldMkLst>
          <pc:docMk/>
          <pc:sldMk cId="705047211" sldId="321"/>
        </pc:sldMkLst>
      </pc:sldChg>
      <pc:sldChg chg="del">
        <pc:chgData name="Sara Muneeb" userId="29b624b1-a719-43f5-9b52-388cd4043c04" providerId="ADAL" clId="{92141329-D183-4FBC-A4C5-439AF6D228C3}" dt="2022-09-20T10:53:14.842" v="3001" actId="47"/>
        <pc:sldMkLst>
          <pc:docMk/>
          <pc:sldMk cId="1815740737" sldId="322"/>
        </pc:sldMkLst>
      </pc:sldChg>
      <pc:sldChg chg="del">
        <pc:chgData name="Sara Muneeb" userId="29b624b1-a719-43f5-9b52-388cd4043c04" providerId="ADAL" clId="{92141329-D183-4FBC-A4C5-439AF6D228C3}" dt="2022-09-20T10:53:14.842" v="3001" actId="47"/>
        <pc:sldMkLst>
          <pc:docMk/>
          <pc:sldMk cId="459519721" sldId="324"/>
        </pc:sldMkLst>
      </pc:sldChg>
      <pc:sldChg chg="del">
        <pc:chgData name="Sara Muneeb" userId="29b624b1-a719-43f5-9b52-388cd4043c04" providerId="ADAL" clId="{92141329-D183-4FBC-A4C5-439AF6D228C3}" dt="2022-09-20T10:53:14.842" v="3001" actId="47"/>
        <pc:sldMkLst>
          <pc:docMk/>
          <pc:sldMk cId="3240634402" sldId="325"/>
        </pc:sldMkLst>
      </pc:sldChg>
      <pc:sldChg chg="addSp delSp modSp add mod">
        <pc:chgData name="Sara Muneeb" userId="29b624b1-a719-43f5-9b52-388cd4043c04" providerId="ADAL" clId="{92141329-D183-4FBC-A4C5-439AF6D228C3}" dt="2022-09-16T06:31:14.045" v="221" actId="1076"/>
        <pc:sldMkLst>
          <pc:docMk/>
          <pc:sldMk cId="134933159" sldId="326"/>
        </pc:sldMkLst>
        <pc:spChg chg="mod">
          <ac:chgData name="Sara Muneeb" userId="29b624b1-a719-43f5-9b52-388cd4043c04" providerId="ADAL" clId="{92141329-D183-4FBC-A4C5-439AF6D228C3}" dt="2022-09-16T06:24:14.016" v="42" actId="20577"/>
          <ac:spMkLst>
            <pc:docMk/>
            <pc:sldMk cId="134933159" sldId="326"/>
            <ac:spMk id="2" creationId="{00000000-0000-0000-0000-000000000000}"/>
          </ac:spMkLst>
        </pc:spChg>
        <pc:spChg chg="add mod">
          <ac:chgData name="Sara Muneeb" userId="29b624b1-a719-43f5-9b52-388cd4043c04" providerId="ADAL" clId="{92141329-D183-4FBC-A4C5-439AF6D228C3}" dt="2022-09-16T06:31:04.640" v="217" actId="14100"/>
          <ac:spMkLst>
            <pc:docMk/>
            <pc:sldMk cId="134933159" sldId="326"/>
            <ac:spMk id="3" creationId="{084BFEE0-B461-EE3E-BBDB-4D32CA0A1D77}"/>
          </ac:spMkLst>
        </pc:spChg>
        <pc:picChg chg="del">
          <ac:chgData name="Sara Muneeb" userId="29b624b1-a719-43f5-9b52-388cd4043c04" providerId="ADAL" clId="{92141329-D183-4FBC-A4C5-439AF6D228C3}" dt="2022-09-16T06:24:40.388" v="46" actId="478"/>
          <ac:picMkLst>
            <pc:docMk/>
            <pc:sldMk cId="134933159" sldId="326"/>
            <ac:picMk id="4" creationId="{4064BD76-F788-4681-821C-DDA0C2688C4B}"/>
          </ac:picMkLst>
        </pc:picChg>
        <pc:picChg chg="add del">
          <ac:chgData name="Sara Muneeb" userId="29b624b1-a719-43f5-9b52-388cd4043c04" providerId="ADAL" clId="{92141329-D183-4FBC-A4C5-439AF6D228C3}" dt="2022-09-16T06:30:52.469" v="210"/>
          <ac:picMkLst>
            <pc:docMk/>
            <pc:sldMk cId="134933159" sldId="326"/>
            <ac:picMk id="5" creationId="{1ED7C4D6-D273-B2FF-0502-82613FB386A6}"/>
          </ac:picMkLst>
        </pc:picChg>
        <pc:picChg chg="del mod">
          <ac:chgData name="Sara Muneeb" userId="29b624b1-a719-43f5-9b52-388cd4043c04" providerId="ADAL" clId="{92141329-D183-4FBC-A4C5-439AF6D228C3}" dt="2022-09-16T06:24:17.374" v="44" actId="478"/>
          <ac:picMkLst>
            <pc:docMk/>
            <pc:sldMk cId="134933159" sldId="326"/>
            <ac:picMk id="1026" creationId="{00000000-0000-0000-0000-000000000000}"/>
          </ac:picMkLst>
        </pc:picChg>
        <pc:picChg chg="add del mod">
          <ac:chgData name="Sara Muneeb" userId="29b624b1-a719-43f5-9b52-388cd4043c04" providerId="ADAL" clId="{92141329-D183-4FBC-A4C5-439AF6D228C3}" dt="2022-09-16T06:31:06.129" v="218"/>
          <ac:picMkLst>
            <pc:docMk/>
            <pc:sldMk cId="134933159" sldId="326"/>
            <ac:picMk id="1028" creationId="{13222472-D4CA-C677-B1B0-3C7EA41037F3}"/>
          </ac:picMkLst>
        </pc:picChg>
        <pc:picChg chg="add mod">
          <ac:chgData name="Sara Muneeb" userId="29b624b1-a719-43f5-9b52-388cd4043c04" providerId="ADAL" clId="{92141329-D183-4FBC-A4C5-439AF6D228C3}" dt="2022-09-16T06:31:14.045" v="221" actId="1076"/>
          <ac:picMkLst>
            <pc:docMk/>
            <pc:sldMk cId="134933159" sldId="326"/>
            <ac:picMk id="1030" creationId="{8FBF1B44-2DEE-1EC2-AB18-934538231CEB}"/>
          </ac:picMkLst>
        </pc:picChg>
      </pc:sldChg>
      <pc:sldChg chg="modSp new mod">
        <pc:chgData name="Sara Muneeb" userId="29b624b1-a719-43f5-9b52-388cd4043c04" providerId="ADAL" clId="{92141329-D183-4FBC-A4C5-439AF6D228C3}" dt="2022-09-16T07:05:10.251" v="286" actId="20577"/>
        <pc:sldMkLst>
          <pc:docMk/>
          <pc:sldMk cId="1262520422" sldId="327"/>
        </pc:sldMkLst>
        <pc:spChg chg="mod">
          <ac:chgData name="Sara Muneeb" userId="29b624b1-a719-43f5-9b52-388cd4043c04" providerId="ADAL" clId="{92141329-D183-4FBC-A4C5-439AF6D228C3}" dt="2022-09-16T07:04:24.684" v="271" actId="20577"/>
          <ac:spMkLst>
            <pc:docMk/>
            <pc:sldMk cId="1262520422" sldId="327"/>
            <ac:spMk id="2" creationId="{F179785B-A176-DDCB-DB18-75CA37974EDD}"/>
          </ac:spMkLst>
        </pc:spChg>
        <pc:spChg chg="mod">
          <ac:chgData name="Sara Muneeb" userId="29b624b1-a719-43f5-9b52-388cd4043c04" providerId="ADAL" clId="{92141329-D183-4FBC-A4C5-439AF6D228C3}" dt="2022-09-16T07:05:10.251" v="286" actId="20577"/>
          <ac:spMkLst>
            <pc:docMk/>
            <pc:sldMk cId="1262520422" sldId="327"/>
            <ac:spMk id="3" creationId="{BA52B637-13B8-5EC2-15FD-45A3263D18A7}"/>
          </ac:spMkLst>
        </pc:spChg>
      </pc:sldChg>
      <pc:sldChg chg="addSp delSp modSp add mod">
        <pc:chgData name="Sara Muneeb" userId="29b624b1-a719-43f5-9b52-388cd4043c04" providerId="ADAL" clId="{92141329-D183-4FBC-A4C5-439AF6D228C3}" dt="2022-09-16T07:12:17.702" v="433" actId="1076"/>
        <pc:sldMkLst>
          <pc:docMk/>
          <pc:sldMk cId="3780350452" sldId="328"/>
        </pc:sldMkLst>
        <pc:spChg chg="mod">
          <ac:chgData name="Sara Muneeb" userId="29b624b1-a719-43f5-9b52-388cd4043c04" providerId="ADAL" clId="{92141329-D183-4FBC-A4C5-439AF6D228C3}" dt="2022-09-16T07:11:39.413" v="426" actId="20577"/>
          <ac:spMkLst>
            <pc:docMk/>
            <pc:sldMk cId="3780350452" sldId="328"/>
            <ac:spMk id="2" creationId="{F179785B-A176-DDCB-DB18-75CA37974EDD}"/>
          </ac:spMkLst>
        </pc:spChg>
        <pc:spChg chg="del">
          <ac:chgData name="Sara Muneeb" userId="29b624b1-a719-43f5-9b52-388cd4043c04" providerId="ADAL" clId="{92141329-D183-4FBC-A4C5-439AF6D228C3}" dt="2022-09-16T07:05:44.086" v="288" actId="478"/>
          <ac:spMkLst>
            <pc:docMk/>
            <pc:sldMk cId="3780350452" sldId="328"/>
            <ac:spMk id="3" creationId="{BA52B637-13B8-5EC2-15FD-45A3263D18A7}"/>
          </ac:spMkLst>
        </pc:spChg>
        <pc:spChg chg="add del mod">
          <ac:chgData name="Sara Muneeb" userId="29b624b1-a719-43f5-9b52-388cd4043c04" providerId="ADAL" clId="{92141329-D183-4FBC-A4C5-439AF6D228C3}" dt="2022-09-16T07:11:42.994" v="427" actId="478"/>
          <ac:spMkLst>
            <pc:docMk/>
            <pc:sldMk cId="3780350452" sldId="328"/>
            <ac:spMk id="5" creationId="{2878596E-D272-19F4-5A9B-149009A0A6FD}"/>
          </ac:spMkLst>
        </pc:spChg>
        <pc:spChg chg="add del mod">
          <ac:chgData name="Sara Muneeb" userId="29b624b1-a719-43f5-9b52-388cd4043c04" providerId="ADAL" clId="{92141329-D183-4FBC-A4C5-439AF6D228C3}" dt="2022-09-16T07:11:50.825" v="430" actId="478"/>
          <ac:spMkLst>
            <pc:docMk/>
            <pc:sldMk cId="3780350452" sldId="328"/>
            <ac:spMk id="9" creationId="{FC5F5973-7CAB-2FF5-FB79-00E6BA897C20}"/>
          </ac:spMkLst>
        </pc:spChg>
        <pc:picChg chg="add del mod">
          <ac:chgData name="Sara Muneeb" userId="29b624b1-a719-43f5-9b52-388cd4043c04" providerId="ADAL" clId="{92141329-D183-4FBC-A4C5-439AF6D228C3}" dt="2022-09-16T07:11:54.137" v="431" actId="1076"/>
          <ac:picMkLst>
            <pc:docMk/>
            <pc:sldMk cId="3780350452" sldId="328"/>
            <ac:picMk id="7" creationId="{DCE5FA98-5C2B-FFAD-79A5-D94C35222C1A}"/>
          </ac:picMkLst>
        </pc:picChg>
        <pc:picChg chg="add mod">
          <ac:chgData name="Sara Muneeb" userId="29b624b1-a719-43f5-9b52-388cd4043c04" providerId="ADAL" clId="{92141329-D183-4FBC-A4C5-439AF6D228C3}" dt="2022-09-16T07:12:17.702" v="433" actId="1076"/>
          <ac:picMkLst>
            <pc:docMk/>
            <pc:sldMk cId="3780350452" sldId="328"/>
            <ac:picMk id="11" creationId="{E2A0D119-D647-E176-4755-D21F67C11CBE}"/>
          </ac:picMkLst>
        </pc:picChg>
        <pc:picChg chg="add del">
          <ac:chgData name="Sara Muneeb" userId="29b624b1-a719-43f5-9b52-388cd4043c04" providerId="ADAL" clId="{92141329-D183-4FBC-A4C5-439AF6D228C3}" dt="2022-09-16T07:10:26.129" v="378"/>
          <ac:picMkLst>
            <pc:docMk/>
            <pc:sldMk cId="3780350452" sldId="328"/>
            <ac:picMk id="2050" creationId="{4483F1C6-FA10-B970-F3B4-9F8A4FC2455D}"/>
          </ac:picMkLst>
        </pc:picChg>
      </pc:sldChg>
      <pc:sldChg chg="modSp add mod">
        <pc:chgData name="Sara Muneeb" userId="29b624b1-a719-43f5-9b52-388cd4043c04" providerId="ADAL" clId="{92141329-D183-4FBC-A4C5-439AF6D228C3}" dt="2022-09-20T07:49:23.894" v="955" actId="20577"/>
        <pc:sldMkLst>
          <pc:docMk/>
          <pc:sldMk cId="1173176202" sldId="329"/>
        </pc:sldMkLst>
        <pc:spChg chg="mod">
          <ac:chgData name="Sara Muneeb" userId="29b624b1-a719-43f5-9b52-388cd4043c04" providerId="ADAL" clId="{92141329-D183-4FBC-A4C5-439AF6D228C3}" dt="2022-09-20T07:35:52.497" v="452" actId="20577"/>
          <ac:spMkLst>
            <pc:docMk/>
            <pc:sldMk cId="1173176202" sldId="329"/>
            <ac:spMk id="2" creationId="{F179785B-A176-DDCB-DB18-75CA37974EDD}"/>
          </ac:spMkLst>
        </pc:spChg>
        <pc:spChg chg="mod">
          <ac:chgData name="Sara Muneeb" userId="29b624b1-a719-43f5-9b52-388cd4043c04" providerId="ADAL" clId="{92141329-D183-4FBC-A4C5-439AF6D228C3}" dt="2022-09-20T07:49:23.894" v="955" actId="20577"/>
          <ac:spMkLst>
            <pc:docMk/>
            <pc:sldMk cId="1173176202" sldId="329"/>
            <ac:spMk id="3" creationId="{BA52B637-13B8-5EC2-15FD-45A3263D18A7}"/>
          </ac:spMkLst>
        </pc:spChg>
      </pc:sldChg>
      <pc:sldChg chg="addSp delSp modSp add del mod">
        <pc:chgData name="Sara Muneeb" userId="29b624b1-a719-43f5-9b52-388cd4043c04" providerId="ADAL" clId="{92141329-D183-4FBC-A4C5-439AF6D228C3}" dt="2022-09-16T07:10:00.060" v="355" actId="47"/>
        <pc:sldMkLst>
          <pc:docMk/>
          <pc:sldMk cId="1435586374" sldId="329"/>
        </pc:sldMkLst>
        <pc:spChg chg="mod">
          <ac:chgData name="Sara Muneeb" userId="29b624b1-a719-43f5-9b52-388cd4043c04" providerId="ADAL" clId="{92141329-D183-4FBC-A4C5-439AF6D228C3}" dt="2022-09-16T07:07:55.601" v="346" actId="20577"/>
          <ac:spMkLst>
            <pc:docMk/>
            <pc:sldMk cId="1435586374" sldId="329"/>
            <ac:spMk id="2" creationId="{F179785B-A176-DDCB-DB18-75CA37974EDD}"/>
          </ac:spMkLst>
        </pc:spChg>
        <pc:spChg chg="del mod">
          <ac:chgData name="Sara Muneeb" userId="29b624b1-a719-43f5-9b52-388cd4043c04" providerId="ADAL" clId="{92141329-D183-4FBC-A4C5-439AF6D228C3}" dt="2022-09-16T07:08:14.388" v="352" actId="478"/>
          <ac:spMkLst>
            <pc:docMk/>
            <pc:sldMk cId="1435586374" sldId="329"/>
            <ac:spMk id="5" creationId="{2878596E-D272-19F4-5A9B-149009A0A6FD}"/>
          </ac:spMkLst>
        </pc:spChg>
        <pc:spChg chg="add del mod">
          <ac:chgData name="Sara Muneeb" userId="29b624b1-a719-43f5-9b52-388cd4043c04" providerId="ADAL" clId="{92141329-D183-4FBC-A4C5-439AF6D228C3}" dt="2022-09-16T07:08:22.673" v="353" actId="478"/>
          <ac:spMkLst>
            <pc:docMk/>
            <pc:sldMk cId="1435586374" sldId="329"/>
            <ac:spMk id="8" creationId="{ABCBBA9C-0A6D-BFF7-E4AE-C1AFFF2E5CDC}"/>
          </ac:spMkLst>
        </pc:spChg>
        <pc:picChg chg="add mod modCrop">
          <ac:chgData name="Sara Muneeb" userId="29b624b1-a719-43f5-9b52-388cd4043c04" providerId="ADAL" clId="{92141329-D183-4FBC-A4C5-439AF6D228C3}" dt="2022-09-16T07:08:26.558" v="354" actId="1076"/>
          <ac:picMkLst>
            <pc:docMk/>
            <pc:sldMk cId="1435586374" sldId="329"/>
            <ac:picMk id="4" creationId="{79CF9ABD-D0E8-2405-6B19-34FF752677C0}"/>
          </ac:picMkLst>
        </pc:picChg>
        <pc:picChg chg="del">
          <ac:chgData name="Sara Muneeb" userId="29b624b1-a719-43f5-9b52-388cd4043c04" providerId="ADAL" clId="{92141329-D183-4FBC-A4C5-439AF6D228C3}" dt="2022-09-16T07:06:58.369" v="336" actId="478"/>
          <ac:picMkLst>
            <pc:docMk/>
            <pc:sldMk cId="1435586374" sldId="329"/>
            <ac:picMk id="7" creationId="{DCE5FA98-5C2B-FFAD-79A5-D94C35222C1A}"/>
          </ac:picMkLst>
        </pc:picChg>
      </pc:sldChg>
      <pc:sldChg chg="addSp delSp modSp new mod">
        <pc:chgData name="Sara Muneeb" userId="29b624b1-a719-43f5-9b52-388cd4043c04" providerId="ADAL" clId="{92141329-D183-4FBC-A4C5-439AF6D228C3}" dt="2022-09-20T07:46:24.550" v="624" actId="20577"/>
        <pc:sldMkLst>
          <pc:docMk/>
          <pc:sldMk cId="1433651122" sldId="330"/>
        </pc:sldMkLst>
        <pc:spChg chg="mod">
          <ac:chgData name="Sara Muneeb" userId="29b624b1-a719-43f5-9b52-388cd4043c04" providerId="ADAL" clId="{92141329-D183-4FBC-A4C5-439AF6D228C3}" dt="2022-09-20T07:44:20.241" v="472" actId="20577"/>
          <ac:spMkLst>
            <pc:docMk/>
            <pc:sldMk cId="1433651122" sldId="330"/>
            <ac:spMk id="2" creationId="{689A22EE-A11B-15A8-1D34-1BDA41314791}"/>
          </ac:spMkLst>
        </pc:spChg>
        <pc:spChg chg="mod">
          <ac:chgData name="Sara Muneeb" userId="29b624b1-a719-43f5-9b52-388cd4043c04" providerId="ADAL" clId="{92141329-D183-4FBC-A4C5-439AF6D228C3}" dt="2022-09-20T07:46:24.550" v="624" actId="20577"/>
          <ac:spMkLst>
            <pc:docMk/>
            <pc:sldMk cId="1433651122" sldId="330"/>
            <ac:spMk id="3" creationId="{CCB56200-F85F-9EF1-4E29-2E37615AE7B7}"/>
          </ac:spMkLst>
        </pc:spChg>
        <pc:spChg chg="add del">
          <ac:chgData name="Sara Muneeb" userId="29b624b1-a719-43f5-9b52-388cd4043c04" providerId="ADAL" clId="{92141329-D183-4FBC-A4C5-439AF6D228C3}" dt="2022-09-20T07:44:29.002" v="475"/>
          <ac:spMkLst>
            <pc:docMk/>
            <pc:sldMk cId="1433651122" sldId="330"/>
            <ac:spMk id="4" creationId="{AC6B89B9-3C10-A069-2100-4CCC62AA8C29}"/>
          </ac:spMkLst>
        </pc:spChg>
        <pc:spChg chg="add del">
          <ac:chgData name="Sara Muneeb" userId="29b624b1-a719-43f5-9b52-388cd4043c04" providerId="ADAL" clId="{92141329-D183-4FBC-A4C5-439AF6D228C3}" dt="2022-09-20T07:44:30.924" v="477"/>
          <ac:spMkLst>
            <pc:docMk/>
            <pc:sldMk cId="1433651122" sldId="330"/>
            <ac:spMk id="5" creationId="{297D3361-211F-914C-C149-4C6AED4F9457}"/>
          </ac:spMkLst>
        </pc:spChg>
        <pc:picChg chg="add mod">
          <ac:chgData name="Sara Muneeb" userId="29b624b1-a719-43f5-9b52-388cd4043c04" providerId="ADAL" clId="{92141329-D183-4FBC-A4C5-439AF6D228C3}" dt="2022-09-20T07:45:15.320" v="486" actId="1076"/>
          <ac:picMkLst>
            <pc:docMk/>
            <pc:sldMk cId="1433651122" sldId="330"/>
            <ac:picMk id="1030" creationId="{944CCECF-E549-1B1E-34A9-835FEA068939}"/>
          </ac:picMkLst>
        </pc:picChg>
      </pc:sldChg>
      <pc:sldChg chg="addSp delSp modSp new mod">
        <pc:chgData name="Sara Muneeb" userId="29b624b1-a719-43f5-9b52-388cd4043c04" providerId="ADAL" clId="{92141329-D183-4FBC-A4C5-439AF6D228C3}" dt="2022-09-20T07:49:56.187" v="966" actId="20577"/>
        <pc:sldMkLst>
          <pc:docMk/>
          <pc:sldMk cId="2587233225" sldId="331"/>
        </pc:sldMkLst>
        <pc:spChg chg="mod">
          <ac:chgData name="Sara Muneeb" userId="29b624b1-a719-43f5-9b52-388cd4043c04" providerId="ADAL" clId="{92141329-D183-4FBC-A4C5-439AF6D228C3}" dt="2022-09-20T07:49:56.187" v="966" actId="20577"/>
          <ac:spMkLst>
            <pc:docMk/>
            <pc:sldMk cId="2587233225" sldId="331"/>
            <ac:spMk id="2" creationId="{0F15E68A-4FFE-3FC7-7496-2519F17B4BB3}"/>
          </ac:spMkLst>
        </pc:spChg>
        <pc:spChg chg="del">
          <ac:chgData name="Sara Muneeb" userId="29b624b1-a719-43f5-9b52-388cd4043c04" providerId="ADAL" clId="{92141329-D183-4FBC-A4C5-439AF6D228C3}" dt="2022-09-20T07:49:52.156" v="957" actId="22"/>
          <ac:spMkLst>
            <pc:docMk/>
            <pc:sldMk cId="2587233225" sldId="331"/>
            <ac:spMk id="3" creationId="{D21FD7D0-AD2E-D5D6-56AE-D8D5F35111EE}"/>
          </ac:spMkLst>
        </pc:spChg>
        <pc:picChg chg="add mod ord">
          <ac:chgData name="Sara Muneeb" userId="29b624b1-a719-43f5-9b52-388cd4043c04" providerId="ADAL" clId="{92141329-D183-4FBC-A4C5-439AF6D228C3}" dt="2022-09-20T07:49:52.156" v="957" actId="22"/>
          <ac:picMkLst>
            <pc:docMk/>
            <pc:sldMk cId="2587233225" sldId="331"/>
            <ac:picMk id="5" creationId="{D0A2FAB4-5020-2534-4617-FAA48B2D747F}"/>
          </ac:picMkLst>
        </pc:picChg>
      </pc:sldChg>
      <pc:sldChg chg="addSp modSp new mod ord">
        <pc:chgData name="Sara Muneeb" userId="29b624b1-a719-43f5-9b52-388cd4043c04" providerId="ADAL" clId="{92141329-D183-4FBC-A4C5-439AF6D228C3}" dt="2022-09-20T09:27:26.277" v="1152"/>
        <pc:sldMkLst>
          <pc:docMk/>
          <pc:sldMk cId="3656189529" sldId="332"/>
        </pc:sldMkLst>
        <pc:spChg chg="mod">
          <ac:chgData name="Sara Muneeb" userId="29b624b1-a719-43f5-9b52-388cd4043c04" providerId="ADAL" clId="{92141329-D183-4FBC-A4C5-439AF6D228C3}" dt="2022-09-20T07:53:37.766" v="1015" actId="27636"/>
          <ac:spMkLst>
            <pc:docMk/>
            <pc:sldMk cId="3656189529" sldId="332"/>
            <ac:spMk id="2" creationId="{A7089CE4-83AB-4B6E-F6DB-0095F1F070FC}"/>
          </ac:spMkLst>
        </pc:spChg>
        <pc:spChg chg="mod">
          <ac:chgData name="Sara Muneeb" userId="29b624b1-a719-43f5-9b52-388cd4043c04" providerId="ADAL" clId="{92141329-D183-4FBC-A4C5-439AF6D228C3}" dt="2022-09-20T07:56:02.647" v="1142" actId="14100"/>
          <ac:spMkLst>
            <pc:docMk/>
            <pc:sldMk cId="3656189529" sldId="332"/>
            <ac:spMk id="3" creationId="{2354554A-AF46-74C4-F424-4EA44033ECE5}"/>
          </ac:spMkLst>
        </pc:spChg>
        <pc:picChg chg="add mod">
          <ac:chgData name="Sara Muneeb" userId="29b624b1-a719-43f5-9b52-388cd4043c04" providerId="ADAL" clId="{92141329-D183-4FBC-A4C5-439AF6D228C3}" dt="2022-09-20T07:56:10.398" v="1146" actId="1076"/>
          <ac:picMkLst>
            <pc:docMk/>
            <pc:sldMk cId="3656189529" sldId="332"/>
            <ac:picMk id="5" creationId="{3B33B934-6063-D471-CF48-18F5739110DD}"/>
          </ac:picMkLst>
        </pc:picChg>
        <pc:picChg chg="add mod">
          <ac:chgData name="Sara Muneeb" userId="29b624b1-a719-43f5-9b52-388cd4043c04" providerId="ADAL" clId="{92141329-D183-4FBC-A4C5-439AF6D228C3}" dt="2022-09-20T07:56:52.024" v="1150" actId="1076"/>
          <ac:picMkLst>
            <pc:docMk/>
            <pc:sldMk cId="3656189529" sldId="332"/>
            <ac:picMk id="7" creationId="{3E5E93D6-3197-BE03-C330-7391040045EC}"/>
          </ac:picMkLst>
        </pc:picChg>
      </pc:sldChg>
      <pc:sldChg chg="addSp delSp modSp new mod">
        <pc:chgData name="Sara Muneeb" userId="29b624b1-a719-43f5-9b52-388cd4043c04" providerId="ADAL" clId="{92141329-D183-4FBC-A4C5-439AF6D228C3}" dt="2022-09-20T09:42:06.904" v="1582" actId="1076"/>
        <pc:sldMkLst>
          <pc:docMk/>
          <pc:sldMk cId="1294312690" sldId="333"/>
        </pc:sldMkLst>
        <pc:spChg chg="mod">
          <ac:chgData name="Sara Muneeb" userId="29b624b1-a719-43f5-9b52-388cd4043c04" providerId="ADAL" clId="{92141329-D183-4FBC-A4C5-439AF6D228C3}" dt="2022-09-20T09:27:57.037" v="1207" actId="20577"/>
          <ac:spMkLst>
            <pc:docMk/>
            <pc:sldMk cId="1294312690" sldId="333"/>
            <ac:spMk id="2" creationId="{37EBA506-1115-E849-9140-6FC9CE316C27}"/>
          </ac:spMkLst>
        </pc:spChg>
        <pc:spChg chg="mod">
          <ac:chgData name="Sara Muneeb" userId="29b624b1-a719-43f5-9b52-388cd4043c04" providerId="ADAL" clId="{92141329-D183-4FBC-A4C5-439AF6D228C3}" dt="2022-09-20T09:41:23.462" v="1577" actId="14100"/>
          <ac:spMkLst>
            <pc:docMk/>
            <pc:sldMk cId="1294312690" sldId="333"/>
            <ac:spMk id="3" creationId="{18FCFAE7-9E9D-5303-F511-5B9984654030}"/>
          </ac:spMkLst>
        </pc:spChg>
        <pc:picChg chg="add del mod">
          <ac:chgData name="Sara Muneeb" userId="29b624b1-a719-43f5-9b52-388cd4043c04" providerId="ADAL" clId="{92141329-D183-4FBC-A4C5-439AF6D228C3}" dt="2022-09-20T09:40:51.473" v="1564" actId="478"/>
          <ac:picMkLst>
            <pc:docMk/>
            <pc:sldMk cId="1294312690" sldId="333"/>
            <ac:picMk id="2050" creationId="{33F660FB-7A11-6627-ACEE-256976DCAF1C}"/>
          </ac:picMkLst>
        </pc:picChg>
        <pc:picChg chg="add del mod">
          <ac:chgData name="Sara Muneeb" userId="29b624b1-a719-43f5-9b52-388cd4043c04" providerId="ADAL" clId="{92141329-D183-4FBC-A4C5-439AF6D228C3}" dt="2022-09-20T09:41:57.935" v="1579" actId="478"/>
          <ac:picMkLst>
            <pc:docMk/>
            <pc:sldMk cId="1294312690" sldId="333"/>
            <ac:picMk id="2052" creationId="{0BCE4C20-A7FC-8CD6-0F80-01B3EB59716E}"/>
          </ac:picMkLst>
        </pc:picChg>
        <pc:picChg chg="add mod">
          <ac:chgData name="Sara Muneeb" userId="29b624b1-a719-43f5-9b52-388cd4043c04" providerId="ADAL" clId="{92141329-D183-4FBC-A4C5-439AF6D228C3}" dt="2022-09-20T09:42:06.904" v="1582" actId="1076"/>
          <ac:picMkLst>
            <pc:docMk/>
            <pc:sldMk cId="1294312690" sldId="333"/>
            <ac:picMk id="2054" creationId="{A1267D3B-FA3D-45BD-1196-CA094C33125C}"/>
          </ac:picMkLst>
        </pc:picChg>
      </pc:sldChg>
      <pc:sldChg chg="modSp new mod">
        <pc:chgData name="Sara Muneeb" userId="29b624b1-a719-43f5-9b52-388cd4043c04" providerId="ADAL" clId="{92141329-D183-4FBC-A4C5-439AF6D228C3}" dt="2022-09-20T09:51:46.192" v="1759" actId="5793"/>
        <pc:sldMkLst>
          <pc:docMk/>
          <pc:sldMk cId="3683615567" sldId="334"/>
        </pc:sldMkLst>
        <pc:spChg chg="mod">
          <ac:chgData name="Sara Muneeb" userId="29b624b1-a719-43f5-9b52-388cd4043c04" providerId="ADAL" clId="{92141329-D183-4FBC-A4C5-439AF6D228C3}" dt="2022-09-20T09:47:50.960" v="1626" actId="5793"/>
          <ac:spMkLst>
            <pc:docMk/>
            <pc:sldMk cId="3683615567" sldId="334"/>
            <ac:spMk id="2" creationId="{B6C1EA50-2597-CC61-D702-5D450B3085E3}"/>
          </ac:spMkLst>
        </pc:spChg>
        <pc:spChg chg="mod">
          <ac:chgData name="Sara Muneeb" userId="29b624b1-a719-43f5-9b52-388cd4043c04" providerId="ADAL" clId="{92141329-D183-4FBC-A4C5-439AF6D228C3}" dt="2022-09-20T09:51:46.192" v="1759" actId="5793"/>
          <ac:spMkLst>
            <pc:docMk/>
            <pc:sldMk cId="3683615567" sldId="334"/>
            <ac:spMk id="3" creationId="{8566D90D-7F41-A7E9-0454-24D0EA3C32A5}"/>
          </ac:spMkLst>
        </pc:spChg>
      </pc:sldChg>
      <pc:sldChg chg="addSp delSp modSp new mod">
        <pc:chgData name="Sara Muneeb" userId="29b624b1-a719-43f5-9b52-388cd4043c04" providerId="ADAL" clId="{92141329-D183-4FBC-A4C5-439AF6D228C3}" dt="2022-09-20T10:58:47.447" v="3175" actId="1076"/>
        <pc:sldMkLst>
          <pc:docMk/>
          <pc:sldMk cId="1806673627" sldId="335"/>
        </pc:sldMkLst>
        <pc:spChg chg="mod">
          <ac:chgData name="Sara Muneeb" userId="29b624b1-a719-43f5-9b52-388cd4043c04" providerId="ADAL" clId="{92141329-D183-4FBC-A4C5-439AF6D228C3}" dt="2022-09-20T09:52:55.384" v="1783" actId="20577"/>
          <ac:spMkLst>
            <pc:docMk/>
            <pc:sldMk cId="1806673627" sldId="335"/>
            <ac:spMk id="2" creationId="{9709A2C2-01E4-E881-3D92-25B0226CD81E}"/>
          </ac:spMkLst>
        </pc:spChg>
        <pc:spChg chg="mod">
          <ac:chgData name="Sara Muneeb" userId="29b624b1-a719-43f5-9b52-388cd4043c04" providerId="ADAL" clId="{92141329-D183-4FBC-A4C5-439AF6D228C3}" dt="2022-09-20T10:02:09.120" v="1924" actId="404"/>
          <ac:spMkLst>
            <pc:docMk/>
            <pc:sldMk cId="1806673627" sldId="335"/>
            <ac:spMk id="3" creationId="{6B00B34D-70C3-8708-10C0-7169620B05B6}"/>
          </ac:spMkLst>
        </pc:spChg>
        <pc:picChg chg="add mod">
          <ac:chgData name="Sara Muneeb" userId="29b624b1-a719-43f5-9b52-388cd4043c04" providerId="ADAL" clId="{92141329-D183-4FBC-A4C5-439AF6D228C3}" dt="2022-09-20T10:58:47.447" v="3175" actId="1076"/>
          <ac:picMkLst>
            <pc:docMk/>
            <pc:sldMk cId="1806673627" sldId="335"/>
            <ac:picMk id="5" creationId="{0EABEC08-433A-B23D-EAA4-F2FD2942655B}"/>
          </ac:picMkLst>
        </pc:picChg>
        <pc:picChg chg="add del mod">
          <ac:chgData name="Sara Muneeb" userId="29b624b1-a719-43f5-9b52-388cd4043c04" providerId="ADAL" clId="{92141329-D183-4FBC-A4C5-439AF6D228C3}" dt="2022-09-20T10:03:16.466" v="1926" actId="21"/>
          <ac:picMkLst>
            <pc:docMk/>
            <pc:sldMk cId="1806673627" sldId="335"/>
            <ac:picMk id="3074" creationId="{CCD26A6B-A06D-43A2-0D4D-38FD5731543C}"/>
          </ac:picMkLst>
        </pc:picChg>
        <pc:picChg chg="add del">
          <ac:chgData name="Sara Muneeb" userId="29b624b1-a719-43f5-9b52-388cd4043c04" providerId="ADAL" clId="{92141329-D183-4FBC-A4C5-439AF6D228C3}" dt="2022-09-20T10:56:00.525" v="3172"/>
          <ac:picMkLst>
            <pc:docMk/>
            <pc:sldMk cId="1806673627" sldId="335"/>
            <ac:picMk id="3076" creationId="{60274E42-E4E6-D04B-DB03-23D5C02B7579}"/>
          </ac:picMkLst>
        </pc:picChg>
      </pc:sldChg>
      <pc:sldChg chg="addSp delSp modSp new mod">
        <pc:chgData name="Sara Muneeb" userId="29b624b1-a719-43f5-9b52-388cd4043c04" providerId="ADAL" clId="{92141329-D183-4FBC-A4C5-439AF6D228C3}" dt="2022-09-20T10:55:01.843" v="3170" actId="20577"/>
        <pc:sldMkLst>
          <pc:docMk/>
          <pc:sldMk cId="870626910" sldId="336"/>
        </pc:sldMkLst>
        <pc:spChg chg="mod">
          <ac:chgData name="Sara Muneeb" userId="29b624b1-a719-43f5-9b52-388cd4043c04" providerId="ADAL" clId="{92141329-D183-4FBC-A4C5-439AF6D228C3}" dt="2022-09-20T10:55:01.843" v="3170" actId="20577"/>
          <ac:spMkLst>
            <pc:docMk/>
            <pc:sldMk cId="870626910" sldId="336"/>
            <ac:spMk id="2" creationId="{D33AEF62-9209-F518-142E-11A7F925336F}"/>
          </ac:spMkLst>
        </pc:spChg>
        <pc:spChg chg="del">
          <ac:chgData name="Sara Muneeb" userId="29b624b1-a719-43f5-9b52-388cd4043c04" providerId="ADAL" clId="{92141329-D183-4FBC-A4C5-439AF6D228C3}" dt="2022-09-20T10:03:26.072" v="1946"/>
          <ac:spMkLst>
            <pc:docMk/>
            <pc:sldMk cId="870626910" sldId="336"/>
            <ac:spMk id="3" creationId="{EC2592A8-F1B1-0B67-E565-4508681A9F0F}"/>
          </ac:spMkLst>
        </pc:spChg>
        <pc:spChg chg="add mod">
          <ac:chgData name="Sara Muneeb" userId="29b624b1-a719-43f5-9b52-388cd4043c04" providerId="ADAL" clId="{92141329-D183-4FBC-A4C5-439AF6D228C3}" dt="2022-09-20T10:07:03.926" v="2036" actId="20577"/>
          <ac:spMkLst>
            <pc:docMk/>
            <pc:sldMk cId="870626910" sldId="336"/>
            <ac:spMk id="5" creationId="{368C4344-354F-3557-4EBE-28230A06687B}"/>
          </ac:spMkLst>
        </pc:spChg>
        <pc:picChg chg="add del mod">
          <ac:chgData name="Sara Muneeb" userId="29b624b1-a719-43f5-9b52-388cd4043c04" providerId="ADAL" clId="{92141329-D183-4FBC-A4C5-439AF6D228C3}" dt="2022-09-20T10:03:41.010" v="1949" actId="21"/>
          <ac:picMkLst>
            <pc:docMk/>
            <pc:sldMk cId="870626910" sldId="336"/>
            <ac:picMk id="4" creationId="{DE5A3614-1AA5-7ACF-9577-27B62E766911}"/>
          </ac:picMkLst>
        </pc:picChg>
        <pc:picChg chg="add mod">
          <ac:chgData name="Sara Muneeb" userId="29b624b1-a719-43f5-9b52-388cd4043c04" providerId="ADAL" clId="{92141329-D183-4FBC-A4C5-439AF6D228C3}" dt="2022-09-20T10:07:13.842" v="2039" actId="1076"/>
          <ac:picMkLst>
            <pc:docMk/>
            <pc:sldMk cId="870626910" sldId="336"/>
            <ac:picMk id="6" creationId="{0338BBE2-F83E-55D3-EECC-5C8C2FAA5333}"/>
          </ac:picMkLst>
        </pc:picChg>
      </pc:sldChg>
      <pc:sldChg chg="addSp delSp modSp new mod">
        <pc:chgData name="Sara Muneeb" userId="29b624b1-a719-43f5-9b52-388cd4043c04" providerId="ADAL" clId="{92141329-D183-4FBC-A4C5-439AF6D228C3}" dt="2022-09-20T10:19:39.193" v="2094" actId="22"/>
        <pc:sldMkLst>
          <pc:docMk/>
          <pc:sldMk cId="3996656312" sldId="337"/>
        </pc:sldMkLst>
        <pc:spChg chg="mod">
          <ac:chgData name="Sara Muneeb" userId="29b624b1-a719-43f5-9b52-388cd4043c04" providerId="ADAL" clId="{92141329-D183-4FBC-A4C5-439AF6D228C3}" dt="2022-09-20T10:19:23.088" v="2093" actId="20577"/>
          <ac:spMkLst>
            <pc:docMk/>
            <pc:sldMk cId="3996656312" sldId="337"/>
            <ac:spMk id="2" creationId="{15802917-C059-1CBE-C968-23FC25CBBC5D}"/>
          </ac:spMkLst>
        </pc:spChg>
        <pc:spChg chg="del">
          <ac:chgData name="Sara Muneeb" userId="29b624b1-a719-43f5-9b52-388cd4043c04" providerId="ADAL" clId="{92141329-D183-4FBC-A4C5-439AF6D228C3}" dt="2022-09-20T10:19:39.193" v="2094" actId="22"/>
          <ac:spMkLst>
            <pc:docMk/>
            <pc:sldMk cId="3996656312" sldId="337"/>
            <ac:spMk id="3" creationId="{DCC9BCED-759D-B9ED-6C4D-1BE99A741B1B}"/>
          </ac:spMkLst>
        </pc:spChg>
        <pc:picChg chg="add mod ord">
          <ac:chgData name="Sara Muneeb" userId="29b624b1-a719-43f5-9b52-388cd4043c04" providerId="ADAL" clId="{92141329-D183-4FBC-A4C5-439AF6D228C3}" dt="2022-09-20T10:19:39.193" v="2094" actId="22"/>
          <ac:picMkLst>
            <pc:docMk/>
            <pc:sldMk cId="3996656312" sldId="337"/>
            <ac:picMk id="5" creationId="{848AF5C7-73F4-A5DC-5686-B90D20B524D3}"/>
          </ac:picMkLst>
        </pc:picChg>
      </pc:sldChg>
      <pc:sldChg chg="addSp delSp modSp new mod">
        <pc:chgData name="Sara Muneeb" userId="29b624b1-a719-43f5-9b52-388cd4043c04" providerId="ADAL" clId="{92141329-D183-4FBC-A4C5-439AF6D228C3}" dt="2022-09-20T10:22:13.198" v="2120" actId="1076"/>
        <pc:sldMkLst>
          <pc:docMk/>
          <pc:sldMk cId="2893404186" sldId="338"/>
        </pc:sldMkLst>
        <pc:spChg chg="mod">
          <ac:chgData name="Sara Muneeb" userId="29b624b1-a719-43f5-9b52-388cd4043c04" providerId="ADAL" clId="{92141329-D183-4FBC-A4C5-439AF6D228C3}" dt="2022-09-20T10:21:31.656" v="2115" actId="20577"/>
          <ac:spMkLst>
            <pc:docMk/>
            <pc:sldMk cId="2893404186" sldId="338"/>
            <ac:spMk id="2" creationId="{25DC55D6-B891-8DA4-2F65-581F39D27C65}"/>
          </ac:spMkLst>
        </pc:spChg>
        <pc:spChg chg="del">
          <ac:chgData name="Sara Muneeb" userId="29b624b1-a719-43f5-9b52-388cd4043c04" providerId="ADAL" clId="{92141329-D183-4FBC-A4C5-439AF6D228C3}" dt="2022-09-20T10:21:33.029" v="2116" actId="22"/>
          <ac:spMkLst>
            <pc:docMk/>
            <pc:sldMk cId="2893404186" sldId="338"/>
            <ac:spMk id="3" creationId="{3D716459-D230-2F7B-BCE4-D2E4FA10FDBC}"/>
          </ac:spMkLst>
        </pc:spChg>
        <pc:picChg chg="add mod ord">
          <ac:chgData name="Sara Muneeb" userId="29b624b1-a719-43f5-9b52-388cd4043c04" providerId="ADAL" clId="{92141329-D183-4FBC-A4C5-439AF6D228C3}" dt="2022-09-20T10:22:02.091" v="2117" actId="1076"/>
          <ac:picMkLst>
            <pc:docMk/>
            <pc:sldMk cId="2893404186" sldId="338"/>
            <ac:picMk id="5" creationId="{34369BDA-B575-EBEA-205F-2FA8EA916507}"/>
          </ac:picMkLst>
        </pc:picChg>
        <pc:picChg chg="add mod">
          <ac:chgData name="Sara Muneeb" userId="29b624b1-a719-43f5-9b52-388cd4043c04" providerId="ADAL" clId="{92141329-D183-4FBC-A4C5-439AF6D228C3}" dt="2022-09-20T10:22:13.198" v="2120" actId="1076"/>
          <ac:picMkLst>
            <pc:docMk/>
            <pc:sldMk cId="2893404186" sldId="338"/>
            <ac:picMk id="4098" creationId="{BFB52048-2502-42EF-F2DE-B1F4D64E5610}"/>
          </ac:picMkLst>
        </pc:picChg>
      </pc:sldChg>
      <pc:sldChg chg="addSp modSp new mod">
        <pc:chgData name="Sara Muneeb" userId="29b624b1-a719-43f5-9b52-388cd4043c04" providerId="ADAL" clId="{92141329-D183-4FBC-A4C5-439AF6D228C3}" dt="2022-09-20T10:35:52.505" v="2592" actId="1076"/>
        <pc:sldMkLst>
          <pc:docMk/>
          <pc:sldMk cId="2809689417" sldId="339"/>
        </pc:sldMkLst>
        <pc:spChg chg="mod">
          <ac:chgData name="Sara Muneeb" userId="29b624b1-a719-43f5-9b52-388cd4043c04" providerId="ADAL" clId="{92141329-D183-4FBC-A4C5-439AF6D228C3}" dt="2022-09-20T10:24:17.653" v="2158" actId="313"/>
          <ac:spMkLst>
            <pc:docMk/>
            <pc:sldMk cId="2809689417" sldId="339"/>
            <ac:spMk id="2" creationId="{0DCB69A6-22CE-0B31-515F-05D1F2D4B790}"/>
          </ac:spMkLst>
        </pc:spChg>
        <pc:spChg chg="mod">
          <ac:chgData name="Sara Muneeb" userId="29b624b1-a719-43f5-9b52-388cd4043c04" providerId="ADAL" clId="{92141329-D183-4FBC-A4C5-439AF6D228C3}" dt="2022-09-20T10:34:05.824" v="2586" actId="20577"/>
          <ac:spMkLst>
            <pc:docMk/>
            <pc:sldMk cId="2809689417" sldId="339"/>
            <ac:spMk id="3" creationId="{1DC6DC6E-BF4F-757D-4F69-DCCC1D60AF27}"/>
          </ac:spMkLst>
        </pc:spChg>
        <pc:picChg chg="add mod">
          <ac:chgData name="Sara Muneeb" userId="29b624b1-a719-43f5-9b52-388cd4043c04" providerId="ADAL" clId="{92141329-D183-4FBC-A4C5-439AF6D228C3}" dt="2022-09-20T10:35:52.505" v="2592" actId="1076"/>
          <ac:picMkLst>
            <pc:docMk/>
            <pc:sldMk cId="2809689417" sldId="339"/>
            <ac:picMk id="4" creationId="{45565110-6733-684A-1196-53921C08A1DF}"/>
          </ac:picMkLst>
        </pc:picChg>
      </pc:sldChg>
      <pc:sldChg chg="addSp delSp modSp new mod">
        <pc:chgData name="Sara Muneeb" userId="29b624b1-a719-43f5-9b52-388cd4043c04" providerId="ADAL" clId="{92141329-D183-4FBC-A4C5-439AF6D228C3}" dt="2022-09-20T10:30:00.583" v="2351" actId="1076"/>
        <pc:sldMkLst>
          <pc:docMk/>
          <pc:sldMk cId="261300321" sldId="340"/>
        </pc:sldMkLst>
        <pc:spChg chg="mod">
          <ac:chgData name="Sara Muneeb" userId="29b624b1-a719-43f5-9b52-388cd4043c04" providerId="ADAL" clId="{92141329-D183-4FBC-A4C5-439AF6D228C3}" dt="2022-09-20T10:25:07.727" v="2177" actId="20577"/>
          <ac:spMkLst>
            <pc:docMk/>
            <pc:sldMk cId="261300321" sldId="340"/>
            <ac:spMk id="2" creationId="{B3018C1A-0EDB-1A28-DF44-A8867FE0F73E}"/>
          </ac:spMkLst>
        </pc:spChg>
        <pc:spChg chg="add del mod">
          <ac:chgData name="Sara Muneeb" userId="29b624b1-a719-43f5-9b52-388cd4043c04" providerId="ADAL" clId="{92141329-D183-4FBC-A4C5-439AF6D228C3}" dt="2022-09-20T10:28:15.791" v="2347" actId="478"/>
          <ac:spMkLst>
            <pc:docMk/>
            <pc:sldMk cId="261300321" sldId="340"/>
            <ac:spMk id="3" creationId="{121FC800-4093-A9B5-D735-B456BC09F43B}"/>
          </ac:spMkLst>
        </pc:spChg>
        <pc:spChg chg="add del">
          <ac:chgData name="Sara Muneeb" userId="29b624b1-a719-43f5-9b52-388cd4043c04" providerId="ADAL" clId="{92141329-D183-4FBC-A4C5-439AF6D228C3}" dt="2022-09-20T10:28:19.340" v="2348" actId="478"/>
          <ac:spMkLst>
            <pc:docMk/>
            <pc:sldMk cId="261300321" sldId="340"/>
            <ac:spMk id="4" creationId="{95889AB9-01A6-4216-EEC2-322BC461ABDC}"/>
          </ac:spMkLst>
        </pc:spChg>
        <pc:spChg chg="add del mod">
          <ac:chgData name="Sara Muneeb" userId="29b624b1-a719-43f5-9b52-388cd4043c04" providerId="ADAL" clId="{92141329-D183-4FBC-A4C5-439AF6D228C3}" dt="2022-09-20T10:28:15.791" v="2347" actId="478"/>
          <ac:spMkLst>
            <pc:docMk/>
            <pc:sldMk cId="261300321" sldId="340"/>
            <ac:spMk id="5" creationId="{4E30E5A0-8A21-4A2D-E3E1-44F682E9D8BB}"/>
          </ac:spMkLst>
        </pc:spChg>
        <pc:spChg chg="add del">
          <ac:chgData name="Sara Muneeb" userId="29b624b1-a719-43f5-9b52-388cd4043c04" providerId="ADAL" clId="{92141329-D183-4FBC-A4C5-439AF6D228C3}" dt="2022-09-20T10:28:12.635" v="2346"/>
          <ac:spMkLst>
            <pc:docMk/>
            <pc:sldMk cId="261300321" sldId="340"/>
            <ac:spMk id="6" creationId="{696CEE10-D7E0-F33C-142F-DC78B126998D}"/>
          </ac:spMkLst>
        </pc:spChg>
        <pc:picChg chg="add mod">
          <ac:chgData name="Sara Muneeb" userId="29b624b1-a719-43f5-9b52-388cd4043c04" providerId="ADAL" clId="{92141329-D183-4FBC-A4C5-439AF6D228C3}" dt="2022-09-20T10:30:00.583" v="2351" actId="1076"/>
          <ac:picMkLst>
            <pc:docMk/>
            <pc:sldMk cId="261300321" sldId="340"/>
            <ac:picMk id="8" creationId="{CD8DD77A-9226-0B6B-36E3-AD9CEAA9E99E}"/>
          </ac:picMkLst>
        </pc:picChg>
      </pc:sldChg>
      <pc:sldChg chg="addSp delSp modSp new mod">
        <pc:chgData name="Sara Muneeb" userId="29b624b1-a719-43f5-9b52-388cd4043c04" providerId="ADAL" clId="{92141329-D183-4FBC-A4C5-439AF6D228C3}" dt="2022-09-20T10:43:02.984" v="2854" actId="1076"/>
        <pc:sldMkLst>
          <pc:docMk/>
          <pc:sldMk cId="2581040809" sldId="341"/>
        </pc:sldMkLst>
        <pc:spChg chg="mod">
          <ac:chgData name="Sara Muneeb" userId="29b624b1-a719-43f5-9b52-388cd4043c04" providerId="ADAL" clId="{92141329-D183-4FBC-A4C5-439AF6D228C3}" dt="2022-09-20T10:36:13.813" v="2622" actId="20577"/>
          <ac:spMkLst>
            <pc:docMk/>
            <pc:sldMk cId="2581040809" sldId="341"/>
            <ac:spMk id="2" creationId="{2BD5DE3D-B1E9-3B54-0F32-02A3216B38B4}"/>
          </ac:spMkLst>
        </pc:spChg>
        <pc:spChg chg="add del mod">
          <ac:chgData name="Sara Muneeb" userId="29b624b1-a719-43f5-9b52-388cd4043c04" providerId="ADAL" clId="{92141329-D183-4FBC-A4C5-439AF6D228C3}" dt="2022-09-20T10:40:48.051" v="2815" actId="21"/>
          <ac:spMkLst>
            <pc:docMk/>
            <pc:sldMk cId="2581040809" sldId="341"/>
            <ac:spMk id="3" creationId="{7F4FF126-C435-AB22-FD5B-E474C9C7D677}"/>
          </ac:spMkLst>
        </pc:spChg>
        <pc:spChg chg="add del mod">
          <ac:chgData name="Sara Muneeb" userId="29b624b1-a719-43f5-9b52-388cd4043c04" providerId="ADAL" clId="{92141329-D183-4FBC-A4C5-439AF6D228C3}" dt="2022-09-20T10:40:48.051" v="2815" actId="21"/>
          <ac:spMkLst>
            <pc:docMk/>
            <pc:sldMk cId="2581040809" sldId="341"/>
            <ac:spMk id="6" creationId="{5B9B260E-0BC5-5957-1C7B-36FD95B9D008}"/>
          </ac:spMkLst>
        </pc:spChg>
        <pc:spChg chg="add del mod">
          <ac:chgData name="Sara Muneeb" userId="29b624b1-a719-43f5-9b52-388cd4043c04" providerId="ADAL" clId="{92141329-D183-4FBC-A4C5-439AF6D228C3}" dt="2022-09-20T10:40:55.145" v="2821"/>
          <ac:spMkLst>
            <pc:docMk/>
            <pc:sldMk cId="2581040809" sldId="341"/>
            <ac:spMk id="7" creationId="{B6A71F52-2370-BA1B-E7B1-34B603CEBFB2}"/>
          </ac:spMkLst>
        </pc:spChg>
        <pc:spChg chg="add mod">
          <ac:chgData name="Sara Muneeb" userId="29b624b1-a719-43f5-9b52-388cd4043c04" providerId="ADAL" clId="{92141329-D183-4FBC-A4C5-439AF6D228C3}" dt="2022-09-20T10:40:57.263" v="2822"/>
          <ac:spMkLst>
            <pc:docMk/>
            <pc:sldMk cId="2581040809" sldId="341"/>
            <ac:spMk id="9" creationId="{978A52FE-AAA0-45FD-107B-C7D71C61E607}"/>
          </ac:spMkLst>
        </pc:spChg>
        <pc:picChg chg="add del">
          <ac:chgData name="Sara Muneeb" userId="29b624b1-a719-43f5-9b52-388cd4043c04" providerId="ADAL" clId="{92141329-D183-4FBC-A4C5-439AF6D228C3}" dt="2022-09-20T10:35:44.243" v="2589" actId="21"/>
          <ac:picMkLst>
            <pc:docMk/>
            <pc:sldMk cId="2581040809" sldId="341"/>
            <ac:picMk id="5" creationId="{FC9E616A-244C-7EFD-2674-46B68F017A8A}"/>
          </ac:picMkLst>
        </pc:picChg>
        <pc:picChg chg="add del mod">
          <ac:chgData name="Sara Muneeb" userId="29b624b1-a719-43f5-9b52-388cd4043c04" providerId="ADAL" clId="{92141329-D183-4FBC-A4C5-439AF6D228C3}" dt="2022-09-20T10:40:55.145" v="2821"/>
          <ac:picMkLst>
            <pc:docMk/>
            <pc:sldMk cId="2581040809" sldId="341"/>
            <ac:picMk id="8" creationId="{1F482937-6B30-0703-7C0E-22390482D384}"/>
          </ac:picMkLst>
        </pc:picChg>
        <pc:picChg chg="add mod">
          <ac:chgData name="Sara Muneeb" userId="29b624b1-a719-43f5-9b52-388cd4043c04" providerId="ADAL" clId="{92141329-D183-4FBC-A4C5-439AF6D228C3}" dt="2022-09-20T10:42:48.313" v="2848" actId="1076"/>
          <ac:picMkLst>
            <pc:docMk/>
            <pc:sldMk cId="2581040809" sldId="341"/>
            <ac:picMk id="10" creationId="{E86B8B60-7FF3-9EC1-CF8C-9FB3CCAC8201}"/>
          </ac:picMkLst>
        </pc:picChg>
        <pc:picChg chg="add del mod">
          <ac:chgData name="Sara Muneeb" userId="29b624b1-a719-43f5-9b52-388cd4043c04" providerId="ADAL" clId="{92141329-D183-4FBC-A4C5-439AF6D228C3}" dt="2022-09-20T10:40:48.463" v="2816"/>
          <ac:picMkLst>
            <pc:docMk/>
            <pc:sldMk cId="2581040809" sldId="341"/>
            <ac:picMk id="7170" creationId="{42496330-70E0-E2ED-3F04-DFAB9B43E18F}"/>
          </ac:picMkLst>
        </pc:picChg>
        <pc:picChg chg="add mod">
          <ac:chgData name="Sara Muneeb" userId="29b624b1-a719-43f5-9b52-388cd4043c04" providerId="ADAL" clId="{92141329-D183-4FBC-A4C5-439AF6D228C3}" dt="2022-09-20T10:43:02.984" v="2854" actId="1076"/>
          <ac:picMkLst>
            <pc:docMk/>
            <pc:sldMk cId="2581040809" sldId="341"/>
            <ac:picMk id="7172" creationId="{C4D4E90F-22A2-2625-C88B-925EB8001657}"/>
          </ac:picMkLst>
        </pc:picChg>
      </pc:sldChg>
      <pc:sldChg chg="addSp delSp modSp new mod">
        <pc:chgData name="Sara Muneeb" userId="29b624b1-a719-43f5-9b52-388cd4043c04" providerId="ADAL" clId="{92141329-D183-4FBC-A4C5-439AF6D228C3}" dt="2022-09-20T10:49:37.469" v="2886" actId="404"/>
        <pc:sldMkLst>
          <pc:docMk/>
          <pc:sldMk cId="2671139842" sldId="342"/>
        </pc:sldMkLst>
        <pc:spChg chg="mod">
          <ac:chgData name="Sara Muneeb" userId="29b624b1-a719-43f5-9b52-388cd4043c04" providerId="ADAL" clId="{92141329-D183-4FBC-A4C5-439AF6D228C3}" dt="2022-09-20T10:45:45.701" v="2871" actId="27636"/>
          <ac:spMkLst>
            <pc:docMk/>
            <pc:sldMk cId="2671139842" sldId="342"/>
            <ac:spMk id="2" creationId="{BA180B9E-C388-6225-6835-1E59416B5C7F}"/>
          </ac:spMkLst>
        </pc:spChg>
        <pc:spChg chg="del">
          <ac:chgData name="Sara Muneeb" userId="29b624b1-a719-43f5-9b52-388cd4043c04" providerId="ADAL" clId="{92141329-D183-4FBC-A4C5-439AF6D228C3}" dt="2022-09-20T10:46:44.783" v="2872"/>
          <ac:spMkLst>
            <pc:docMk/>
            <pc:sldMk cId="2671139842" sldId="342"/>
            <ac:spMk id="3" creationId="{4B647F70-848F-0E62-FC6C-BB9134AED915}"/>
          </ac:spMkLst>
        </pc:spChg>
        <pc:spChg chg="add del mod">
          <ac:chgData name="Sara Muneeb" userId="29b624b1-a719-43f5-9b52-388cd4043c04" providerId="ADAL" clId="{92141329-D183-4FBC-A4C5-439AF6D228C3}" dt="2022-09-20T10:48:08.971" v="2874"/>
          <ac:spMkLst>
            <pc:docMk/>
            <pc:sldMk cId="2671139842" sldId="342"/>
            <ac:spMk id="4" creationId="{DE01DB80-5562-1853-0D35-2E660B33B3CA}"/>
          </ac:spMkLst>
        </pc:spChg>
        <pc:spChg chg="add del mod">
          <ac:chgData name="Sara Muneeb" userId="29b624b1-a719-43f5-9b52-388cd4043c04" providerId="ADAL" clId="{92141329-D183-4FBC-A4C5-439AF6D228C3}" dt="2022-09-20T10:49:03.510" v="2879" actId="478"/>
          <ac:spMkLst>
            <pc:docMk/>
            <pc:sldMk cId="2671139842" sldId="342"/>
            <ac:spMk id="5" creationId="{023E89DC-D282-8793-CE47-4CB68AD3D82B}"/>
          </ac:spMkLst>
        </pc:spChg>
        <pc:spChg chg="add del">
          <ac:chgData name="Sara Muneeb" userId="29b624b1-a719-43f5-9b52-388cd4043c04" providerId="ADAL" clId="{92141329-D183-4FBC-A4C5-439AF6D228C3}" dt="2022-09-20T10:49:03.117" v="2878" actId="22"/>
          <ac:spMkLst>
            <pc:docMk/>
            <pc:sldMk cId="2671139842" sldId="342"/>
            <ac:spMk id="7" creationId="{83416B2C-E0E4-BB4B-8076-08CFF0217B41}"/>
          </ac:spMkLst>
        </pc:spChg>
        <pc:spChg chg="add mod">
          <ac:chgData name="Sara Muneeb" userId="29b624b1-a719-43f5-9b52-388cd4043c04" providerId="ADAL" clId="{92141329-D183-4FBC-A4C5-439AF6D228C3}" dt="2022-09-20T10:49:37.469" v="2886" actId="404"/>
          <ac:spMkLst>
            <pc:docMk/>
            <pc:sldMk cId="2671139842" sldId="342"/>
            <ac:spMk id="9" creationId="{5EFB173D-CC78-5F33-52ED-B50F3D08118D}"/>
          </ac:spMkLst>
        </pc:spChg>
        <pc:picChg chg="add del mod">
          <ac:chgData name="Sara Muneeb" userId="29b624b1-a719-43f5-9b52-388cd4043c04" providerId="ADAL" clId="{92141329-D183-4FBC-A4C5-439AF6D228C3}" dt="2022-09-20T10:46:46.070" v="2873" actId="21"/>
          <ac:picMkLst>
            <pc:docMk/>
            <pc:sldMk cId="2671139842" sldId="342"/>
            <ac:picMk id="8194" creationId="{418BECA1-82A4-82A9-0763-5C55055698B8}"/>
          </ac:picMkLst>
        </pc:picChg>
        <pc:picChg chg="add del mod">
          <ac:chgData name="Sara Muneeb" userId="29b624b1-a719-43f5-9b52-388cd4043c04" providerId="ADAL" clId="{92141329-D183-4FBC-A4C5-439AF6D228C3}" dt="2022-09-20T10:49:11.578" v="2882" actId="1076"/>
          <ac:picMkLst>
            <pc:docMk/>
            <pc:sldMk cId="2671139842" sldId="342"/>
            <ac:picMk id="8196" creationId="{F093AB57-D074-932C-E318-8422878E71DA}"/>
          </ac:picMkLst>
        </pc:picChg>
      </pc:sldChg>
      <pc:sldChg chg="addSp delSp modSp new mod">
        <pc:chgData name="Sara Muneeb" userId="29b624b1-a719-43f5-9b52-388cd4043c04" providerId="ADAL" clId="{92141329-D183-4FBC-A4C5-439AF6D228C3}" dt="2022-09-20T10:53:06.948" v="3000" actId="1076"/>
        <pc:sldMkLst>
          <pc:docMk/>
          <pc:sldMk cId="3207177132" sldId="343"/>
        </pc:sldMkLst>
        <pc:spChg chg="mod">
          <ac:chgData name="Sara Muneeb" userId="29b624b1-a719-43f5-9b52-388cd4043c04" providerId="ADAL" clId="{92141329-D183-4FBC-A4C5-439AF6D228C3}" dt="2022-09-20T10:49:45.581" v="2898" actId="20577"/>
          <ac:spMkLst>
            <pc:docMk/>
            <pc:sldMk cId="3207177132" sldId="343"/>
            <ac:spMk id="2" creationId="{765FB04D-571F-5370-6EF5-2C6F4D4086F4}"/>
          </ac:spMkLst>
        </pc:spChg>
        <pc:spChg chg="del">
          <ac:chgData name="Sara Muneeb" userId="29b624b1-a719-43f5-9b52-388cd4043c04" providerId="ADAL" clId="{92141329-D183-4FBC-A4C5-439AF6D228C3}" dt="2022-09-20T10:50:27.797" v="2899"/>
          <ac:spMkLst>
            <pc:docMk/>
            <pc:sldMk cId="3207177132" sldId="343"/>
            <ac:spMk id="3" creationId="{D821E772-7D21-BDA7-A8BB-AE1B6E971CF2}"/>
          </ac:spMkLst>
        </pc:spChg>
        <pc:spChg chg="add mod">
          <ac:chgData name="Sara Muneeb" userId="29b624b1-a719-43f5-9b52-388cd4043c04" providerId="ADAL" clId="{92141329-D183-4FBC-A4C5-439AF6D228C3}" dt="2022-09-20T10:53:01.259" v="2999" actId="20577"/>
          <ac:spMkLst>
            <pc:docMk/>
            <pc:sldMk cId="3207177132" sldId="343"/>
            <ac:spMk id="4" creationId="{E635A779-07DF-18C8-5D5D-E424B3BA4CA0}"/>
          </ac:spMkLst>
        </pc:spChg>
        <pc:picChg chg="add mod">
          <ac:chgData name="Sara Muneeb" userId="29b624b1-a719-43f5-9b52-388cd4043c04" providerId="ADAL" clId="{92141329-D183-4FBC-A4C5-439AF6D228C3}" dt="2022-09-20T10:53:06.948" v="3000" actId="1076"/>
          <ac:picMkLst>
            <pc:docMk/>
            <pc:sldMk cId="3207177132" sldId="343"/>
            <ac:picMk id="9218" creationId="{F74EFAAB-B8B3-0725-60A1-9D1F625CF6FE}"/>
          </ac:picMkLst>
        </pc:picChg>
      </pc:sldChg>
      <pc:sldChg chg="modSp new mod">
        <pc:chgData name="Sara Muneeb" userId="29b624b1-a719-43f5-9b52-388cd4043c04" providerId="ADAL" clId="{92141329-D183-4FBC-A4C5-439AF6D228C3}" dt="2022-09-20T10:54:41.845" v="3159" actId="5793"/>
        <pc:sldMkLst>
          <pc:docMk/>
          <pc:sldMk cId="1403215134" sldId="344"/>
        </pc:sldMkLst>
        <pc:spChg chg="mod">
          <ac:chgData name="Sara Muneeb" userId="29b624b1-a719-43f5-9b52-388cd4043c04" providerId="ADAL" clId="{92141329-D183-4FBC-A4C5-439AF6D228C3}" dt="2022-09-20T10:53:26.462" v="3038" actId="20577"/>
          <ac:spMkLst>
            <pc:docMk/>
            <pc:sldMk cId="1403215134" sldId="344"/>
            <ac:spMk id="2" creationId="{28C3D7D2-EC1D-4F96-41EA-0BA3DCA3B1A3}"/>
          </ac:spMkLst>
        </pc:spChg>
        <pc:spChg chg="mod">
          <ac:chgData name="Sara Muneeb" userId="29b624b1-a719-43f5-9b52-388cd4043c04" providerId="ADAL" clId="{92141329-D183-4FBC-A4C5-439AF6D228C3}" dt="2022-09-20T10:54:41.845" v="3159" actId="5793"/>
          <ac:spMkLst>
            <pc:docMk/>
            <pc:sldMk cId="1403215134" sldId="344"/>
            <ac:spMk id="3" creationId="{DD4F4A8D-FBBB-33BC-4202-04AA8875C870}"/>
          </ac:spMkLst>
        </pc:spChg>
      </pc:sldChg>
    </pc:docChg>
  </pc:docChgLst>
  <pc:docChgLst>
    <pc:chgData name="Sara Muneeb" userId="29b624b1-a719-43f5-9b52-388cd4043c04" providerId="ADAL" clId="{4EBDB337-B053-451B-BE3B-98111AAF493B}"/>
    <pc:docChg chg="undo custSel addSld delSld modSld sldOrd">
      <pc:chgData name="Sara Muneeb" userId="29b624b1-a719-43f5-9b52-388cd4043c04" providerId="ADAL" clId="{4EBDB337-B053-451B-BE3B-98111AAF493B}" dt="2022-12-23T07:53:05.870" v="4061" actId="20577"/>
      <pc:docMkLst>
        <pc:docMk/>
      </pc:docMkLst>
      <pc:sldChg chg="modSp mod">
        <pc:chgData name="Sara Muneeb" userId="29b624b1-a719-43f5-9b52-388cd4043c04" providerId="ADAL" clId="{4EBDB337-B053-451B-BE3B-98111AAF493B}" dt="2022-12-21T07:11:32.199" v="2780" actId="20577"/>
        <pc:sldMkLst>
          <pc:docMk/>
          <pc:sldMk cId="2984185032" sldId="256"/>
        </pc:sldMkLst>
        <pc:spChg chg="mod">
          <ac:chgData name="Sara Muneeb" userId="29b624b1-a719-43f5-9b52-388cd4043c04" providerId="ADAL" clId="{4EBDB337-B053-451B-BE3B-98111AAF493B}" dt="2022-12-21T07:11:32.199" v="2780" actId="20577"/>
          <ac:spMkLst>
            <pc:docMk/>
            <pc:sldMk cId="2984185032" sldId="256"/>
            <ac:spMk id="2" creationId="{00000000-0000-0000-0000-000000000000}"/>
          </ac:spMkLst>
        </pc:spChg>
      </pc:sldChg>
      <pc:sldChg chg="del">
        <pc:chgData name="Sara Muneeb" userId="29b624b1-a719-43f5-9b52-388cd4043c04" providerId="ADAL" clId="{4EBDB337-B053-451B-BE3B-98111AAF493B}" dt="2022-12-21T07:11:22.783" v="2747" actId="47"/>
        <pc:sldMkLst>
          <pc:docMk/>
          <pc:sldMk cId="3235644761" sldId="257"/>
        </pc:sldMkLst>
      </pc:sldChg>
      <pc:sldChg chg="modSp new mod">
        <pc:chgData name="Sara Muneeb" userId="29b624b1-a719-43f5-9b52-388cd4043c04" providerId="ADAL" clId="{4EBDB337-B053-451B-BE3B-98111AAF493B}" dt="2022-12-21T07:46:51.529" v="2826" actId="123"/>
        <pc:sldMkLst>
          <pc:docMk/>
          <pc:sldMk cId="4117837525" sldId="257"/>
        </pc:sldMkLst>
        <pc:spChg chg="mod">
          <ac:chgData name="Sara Muneeb" userId="29b624b1-a719-43f5-9b52-388cd4043c04" providerId="ADAL" clId="{4EBDB337-B053-451B-BE3B-98111AAF493B}" dt="2022-12-21T07:13:32.149" v="2797" actId="20577"/>
          <ac:spMkLst>
            <pc:docMk/>
            <pc:sldMk cId="4117837525" sldId="257"/>
            <ac:spMk id="2" creationId="{700A506B-AB89-3933-EA81-029895B690D4}"/>
          </ac:spMkLst>
        </pc:spChg>
        <pc:spChg chg="mod">
          <ac:chgData name="Sara Muneeb" userId="29b624b1-a719-43f5-9b52-388cd4043c04" providerId="ADAL" clId="{4EBDB337-B053-451B-BE3B-98111AAF493B}" dt="2022-12-21T07:46:51.529" v="2826" actId="123"/>
          <ac:spMkLst>
            <pc:docMk/>
            <pc:sldMk cId="4117837525" sldId="257"/>
            <ac:spMk id="3" creationId="{207E5611-3AA9-9EA8-FFB5-2AB0E286FB56}"/>
          </ac:spMkLst>
        </pc:spChg>
      </pc:sldChg>
      <pc:sldChg chg="del">
        <pc:chgData name="Sara Muneeb" userId="29b624b1-a719-43f5-9b52-388cd4043c04" providerId="ADAL" clId="{4EBDB337-B053-451B-BE3B-98111AAF493B}" dt="2022-12-21T07:11:22.783" v="2747" actId="47"/>
        <pc:sldMkLst>
          <pc:docMk/>
          <pc:sldMk cId="2084073474" sldId="258"/>
        </pc:sldMkLst>
      </pc:sldChg>
      <pc:sldChg chg="addSp modSp new mod">
        <pc:chgData name="Sara Muneeb" userId="29b624b1-a719-43f5-9b52-388cd4043c04" providerId="ADAL" clId="{4EBDB337-B053-451B-BE3B-98111AAF493B}" dt="2022-12-21T08:32:28.175" v="2928" actId="1076"/>
        <pc:sldMkLst>
          <pc:docMk/>
          <pc:sldMk cId="2546161201" sldId="258"/>
        </pc:sldMkLst>
        <pc:spChg chg="mod">
          <ac:chgData name="Sara Muneeb" userId="29b624b1-a719-43f5-9b52-388cd4043c04" providerId="ADAL" clId="{4EBDB337-B053-451B-BE3B-98111AAF493B}" dt="2022-12-21T07:47:21.679" v="2841" actId="20577"/>
          <ac:spMkLst>
            <pc:docMk/>
            <pc:sldMk cId="2546161201" sldId="258"/>
            <ac:spMk id="2" creationId="{530D75FC-8757-1962-7F6A-98E7CCFBAA3E}"/>
          </ac:spMkLst>
        </pc:spChg>
        <pc:spChg chg="mod">
          <ac:chgData name="Sara Muneeb" userId="29b624b1-a719-43f5-9b52-388cd4043c04" providerId="ADAL" clId="{4EBDB337-B053-451B-BE3B-98111AAF493B}" dt="2022-12-21T08:28:26.018" v="2923" actId="20577"/>
          <ac:spMkLst>
            <pc:docMk/>
            <pc:sldMk cId="2546161201" sldId="258"/>
            <ac:spMk id="3" creationId="{EA236D40-96B1-C027-934D-6F7DBC4B48D4}"/>
          </ac:spMkLst>
        </pc:spChg>
        <pc:picChg chg="add mod">
          <ac:chgData name="Sara Muneeb" userId="29b624b1-a719-43f5-9b52-388cd4043c04" providerId="ADAL" clId="{4EBDB337-B053-451B-BE3B-98111AAF493B}" dt="2022-12-21T08:32:28.175" v="2928" actId="1076"/>
          <ac:picMkLst>
            <pc:docMk/>
            <pc:sldMk cId="2546161201" sldId="258"/>
            <ac:picMk id="3074" creationId="{3F12E323-BE2F-7A11-25A4-F4FB2A04D70B}"/>
          </ac:picMkLst>
        </pc:picChg>
      </pc:sldChg>
      <pc:sldChg chg="addSp delSp modSp new mod">
        <pc:chgData name="Sara Muneeb" userId="29b624b1-a719-43f5-9b52-388cd4043c04" providerId="ADAL" clId="{4EBDB337-B053-451B-BE3B-98111AAF493B}" dt="2022-12-21T08:19:12.071" v="2893" actId="1076"/>
        <pc:sldMkLst>
          <pc:docMk/>
          <pc:sldMk cId="1534187846" sldId="259"/>
        </pc:sldMkLst>
        <pc:spChg chg="mod">
          <ac:chgData name="Sara Muneeb" userId="29b624b1-a719-43f5-9b52-388cd4043c04" providerId="ADAL" clId="{4EBDB337-B053-451B-BE3B-98111AAF493B}" dt="2022-12-21T08:11:45.950" v="2877" actId="20577"/>
          <ac:spMkLst>
            <pc:docMk/>
            <pc:sldMk cId="1534187846" sldId="259"/>
            <ac:spMk id="2" creationId="{D30DB9D8-EA95-7E91-8D9B-53CCE7C30DCD}"/>
          </ac:spMkLst>
        </pc:spChg>
        <pc:spChg chg="mod">
          <ac:chgData name="Sara Muneeb" userId="29b624b1-a719-43f5-9b52-388cd4043c04" providerId="ADAL" clId="{4EBDB337-B053-451B-BE3B-98111AAF493B}" dt="2022-12-21T08:11:53.004" v="2880" actId="20577"/>
          <ac:spMkLst>
            <pc:docMk/>
            <pc:sldMk cId="1534187846" sldId="259"/>
            <ac:spMk id="3" creationId="{81360AF7-EF11-BDC1-09F8-1CEAA3F38C61}"/>
          </ac:spMkLst>
        </pc:spChg>
        <pc:picChg chg="add del">
          <ac:chgData name="Sara Muneeb" userId="29b624b1-a719-43f5-9b52-388cd4043c04" providerId="ADAL" clId="{4EBDB337-B053-451B-BE3B-98111AAF493B}" dt="2022-12-21T08:11:50.666" v="2879"/>
          <ac:picMkLst>
            <pc:docMk/>
            <pc:sldMk cId="1534187846" sldId="259"/>
            <ac:picMk id="1026" creationId="{DB8DA0DA-B6FD-809B-BC2B-063FCDAAF9E2}"/>
          </ac:picMkLst>
        </pc:picChg>
        <pc:picChg chg="add mod">
          <ac:chgData name="Sara Muneeb" userId="29b624b1-a719-43f5-9b52-388cd4043c04" providerId="ADAL" clId="{4EBDB337-B053-451B-BE3B-98111AAF493B}" dt="2022-12-21T08:19:12.071" v="2893" actId="1076"/>
          <ac:picMkLst>
            <pc:docMk/>
            <pc:sldMk cId="1534187846" sldId="259"/>
            <ac:picMk id="1028" creationId="{8436F01F-1AAF-1938-F0F1-AFCEC17C2F11}"/>
          </ac:picMkLst>
        </pc:picChg>
      </pc:sldChg>
      <pc:sldChg chg="del">
        <pc:chgData name="Sara Muneeb" userId="29b624b1-a719-43f5-9b52-388cd4043c04" providerId="ADAL" clId="{4EBDB337-B053-451B-BE3B-98111AAF493B}" dt="2022-12-21T07:11:22.783" v="2747" actId="47"/>
        <pc:sldMkLst>
          <pc:docMk/>
          <pc:sldMk cId="2350102548" sldId="259"/>
        </pc:sldMkLst>
      </pc:sldChg>
      <pc:sldChg chg="addSp delSp modSp new mod">
        <pc:chgData name="Sara Muneeb" userId="29b624b1-a719-43f5-9b52-388cd4043c04" providerId="ADAL" clId="{4EBDB337-B053-451B-BE3B-98111AAF493B}" dt="2022-12-21T08:19:05.146" v="2891" actId="1076"/>
        <pc:sldMkLst>
          <pc:docMk/>
          <pc:sldMk cId="1346130405" sldId="260"/>
        </pc:sldMkLst>
        <pc:spChg chg="mod">
          <ac:chgData name="Sara Muneeb" userId="29b624b1-a719-43f5-9b52-388cd4043c04" providerId="ADAL" clId="{4EBDB337-B053-451B-BE3B-98111AAF493B}" dt="2022-12-21T08:00:48.361" v="2866" actId="20577"/>
          <ac:spMkLst>
            <pc:docMk/>
            <pc:sldMk cId="1346130405" sldId="260"/>
            <ac:spMk id="2" creationId="{60AA47AE-4538-8317-6A27-40246A8D1C03}"/>
          </ac:spMkLst>
        </pc:spChg>
        <pc:spChg chg="mod">
          <ac:chgData name="Sara Muneeb" userId="29b624b1-a719-43f5-9b52-388cd4043c04" providerId="ADAL" clId="{4EBDB337-B053-451B-BE3B-98111AAF493B}" dt="2022-12-21T08:01:06.260" v="2870" actId="20577"/>
          <ac:spMkLst>
            <pc:docMk/>
            <pc:sldMk cId="1346130405" sldId="260"/>
            <ac:spMk id="3" creationId="{AD6F2788-D082-E1C6-FECF-77710B9C0100}"/>
          </ac:spMkLst>
        </pc:spChg>
        <pc:spChg chg="add del">
          <ac:chgData name="Sara Muneeb" userId="29b624b1-a719-43f5-9b52-388cd4043c04" providerId="ADAL" clId="{4EBDB337-B053-451B-BE3B-98111AAF493B}" dt="2022-12-21T08:17:22.056" v="2887"/>
          <ac:spMkLst>
            <pc:docMk/>
            <pc:sldMk cId="1346130405" sldId="260"/>
            <ac:spMk id="4" creationId="{CFB90516-2DFF-0D90-8FEE-04AD360AA518}"/>
          </ac:spMkLst>
        </pc:spChg>
        <pc:picChg chg="add mod">
          <ac:chgData name="Sara Muneeb" userId="29b624b1-a719-43f5-9b52-388cd4043c04" providerId="ADAL" clId="{4EBDB337-B053-451B-BE3B-98111AAF493B}" dt="2022-12-21T08:19:05.146" v="2891" actId="1076"/>
          <ac:picMkLst>
            <pc:docMk/>
            <pc:sldMk cId="1346130405" sldId="260"/>
            <ac:picMk id="2052" creationId="{CB45317E-3DF8-88BC-FEFC-19015E91B958}"/>
          </ac:picMkLst>
        </pc:picChg>
      </pc:sldChg>
      <pc:sldChg chg="del">
        <pc:chgData name="Sara Muneeb" userId="29b624b1-a719-43f5-9b52-388cd4043c04" providerId="ADAL" clId="{4EBDB337-B053-451B-BE3B-98111AAF493B}" dt="2022-12-21T07:11:22.783" v="2747" actId="47"/>
        <pc:sldMkLst>
          <pc:docMk/>
          <pc:sldMk cId="3580873466" sldId="260"/>
        </pc:sldMkLst>
      </pc:sldChg>
      <pc:sldChg chg="del">
        <pc:chgData name="Sara Muneeb" userId="29b624b1-a719-43f5-9b52-388cd4043c04" providerId="ADAL" clId="{4EBDB337-B053-451B-BE3B-98111AAF493B}" dt="2022-12-21T07:11:22.783" v="2747" actId="47"/>
        <pc:sldMkLst>
          <pc:docMk/>
          <pc:sldMk cId="1900678095" sldId="261"/>
        </pc:sldMkLst>
      </pc:sldChg>
      <pc:sldChg chg="addSp modSp new mod">
        <pc:chgData name="Sara Muneeb" userId="29b624b1-a719-43f5-9b52-388cd4043c04" providerId="ADAL" clId="{4EBDB337-B053-451B-BE3B-98111AAF493B}" dt="2022-12-23T06:05:59.373" v="3035" actId="1076"/>
        <pc:sldMkLst>
          <pc:docMk/>
          <pc:sldMk cId="2596020674" sldId="261"/>
        </pc:sldMkLst>
        <pc:spChg chg="mod">
          <ac:chgData name="Sara Muneeb" userId="29b624b1-a719-43f5-9b52-388cd4043c04" providerId="ADAL" clId="{4EBDB337-B053-451B-BE3B-98111AAF493B}" dt="2022-12-23T05:27:07.793" v="2958" actId="20577"/>
          <ac:spMkLst>
            <pc:docMk/>
            <pc:sldMk cId="2596020674" sldId="261"/>
            <ac:spMk id="2" creationId="{BBB1544A-EE30-86E7-3ADE-093757D97A2C}"/>
          </ac:spMkLst>
        </pc:spChg>
        <pc:spChg chg="mod">
          <ac:chgData name="Sara Muneeb" userId="29b624b1-a719-43f5-9b52-388cd4043c04" providerId="ADAL" clId="{4EBDB337-B053-451B-BE3B-98111AAF493B}" dt="2022-12-23T06:05:53.323" v="3034" actId="404"/>
          <ac:spMkLst>
            <pc:docMk/>
            <pc:sldMk cId="2596020674" sldId="261"/>
            <ac:spMk id="3" creationId="{D42FEFB0-53D6-BDFE-822B-BC2A2A5143C3}"/>
          </ac:spMkLst>
        </pc:spChg>
        <pc:picChg chg="add mod">
          <ac:chgData name="Sara Muneeb" userId="29b624b1-a719-43f5-9b52-388cd4043c04" providerId="ADAL" clId="{4EBDB337-B053-451B-BE3B-98111AAF493B}" dt="2022-12-23T06:05:59.373" v="3035" actId="1076"/>
          <ac:picMkLst>
            <pc:docMk/>
            <pc:sldMk cId="2596020674" sldId="261"/>
            <ac:picMk id="1026" creationId="{16EBEF01-FC4C-AE8D-BF03-6E86416CC072}"/>
          </ac:picMkLst>
        </pc:picChg>
      </pc:sldChg>
      <pc:sldChg chg="modSp del mod">
        <pc:chgData name="Sara Muneeb" userId="29b624b1-a719-43f5-9b52-388cd4043c04" providerId="ADAL" clId="{4EBDB337-B053-451B-BE3B-98111AAF493B}" dt="2022-12-21T07:11:22.783" v="2747" actId="47"/>
        <pc:sldMkLst>
          <pc:docMk/>
          <pc:sldMk cId="360711380" sldId="262"/>
        </pc:sldMkLst>
        <pc:spChg chg="mod">
          <ac:chgData name="Sara Muneeb" userId="29b624b1-a719-43f5-9b52-388cd4043c04" providerId="ADAL" clId="{4EBDB337-B053-451B-BE3B-98111AAF493B}" dt="2022-12-20T05:03:35.327" v="54" actId="20577"/>
          <ac:spMkLst>
            <pc:docMk/>
            <pc:sldMk cId="360711380" sldId="262"/>
            <ac:spMk id="2" creationId="{FF117918-4F8D-E6E6-87A3-5AD34649E46F}"/>
          </ac:spMkLst>
        </pc:spChg>
        <pc:spChg chg="mod">
          <ac:chgData name="Sara Muneeb" userId="29b624b1-a719-43f5-9b52-388cd4043c04" providerId="ADAL" clId="{4EBDB337-B053-451B-BE3B-98111AAF493B}" dt="2022-12-20T05:03:29.518" v="40" actId="12"/>
          <ac:spMkLst>
            <pc:docMk/>
            <pc:sldMk cId="360711380" sldId="262"/>
            <ac:spMk id="3" creationId="{36160AC7-8CE7-7578-5970-B0B62E8FEB78}"/>
          </ac:spMkLst>
        </pc:spChg>
      </pc:sldChg>
      <pc:sldChg chg="addSp delSp modSp new mod">
        <pc:chgData name="Sara Muneeb" userId="29b624b1-a719-43f5-9b52-388cd4043c04" providerId="ADAL" clId="{4EBDB337-B053-451B-BE3B-98111AAF493B}" dt="2022-12-23T06:09:58.341" v="3064" actId="1076"/>
        <pc:sldMkLst>
          <pc:docMk/>
          <pc:sldMk cId="3265831773" sldId="262"/>
        </pc:sldMkLst>
        <pc:spChg chg="mod">
          <ac:chgData name="Sara Muneeb" userId="29b624b1-a719-43f5-9b52-388cd4043c04" providerId="ADAL" clId="{4EBDB337-B053-451B-BE3B-98111AAF493B}" dt="2022-12-23T06:06:14.731" v="3054" actId="20577"/>
          <ac:spMkLst>
            <pc:docMk/>
            <pc:sldMk cId="3265831773" sldId="262"/>
            <ac:spMk id="2" creationId="{11161383-B8F1-1B00-713A-0CAD1A5F7707}"/>
          </ac:spMkLst>
        </pc:spChg>
        <pc:spChg chg="mod">
          <ac:chgData name="Sara Muneeb" userId="29b624b1-a719-43f5-9b52-388cd4043c04" providerId="ADAL" clId="{4EBDB337-B053-451B-BE3B-98111AAF493B}" dt="2022-12-23T06:09:50.670" v="3061" actId="404"/>
          <ac:spMkLst>
            <pc:docMk/>
            <pc:sldMk cId="3265831773" sldId="262"/>
            <ac:spMk id="3" creationId="{BEB1F647-17E5-2AB4-E753-EE85D12689D5}"/>
          </ac:spMkLst>
        </pc:spChg>
        <pc:picChg chg="add del mod">
          <ac:chgData name="Sara Muneeb" userId="29b624b1-a719-43f5-9b52-388cd4043c04" providerId="ADAL" clId="{4EBDB337-B053-451B-BE3B-98111AAF493B}" dt="2022-12-23T06:08:11.203" v="3058" actId="478"/>
          <ac:picMkLst>
            <pc:docMk/>
            <pc:sldMk cId="3265831773" sldId="262"/>
            <ac:picMk id="2050" creationId="{47FCAC1F-ADCB-B434-68F8-4D09F086550B}"/>
          </ac:picMkLst>
        </pc:picChg>
        <pc:picChg chg="add mod">
          <ac:chgData name="Sara Muneeb" userId="29b624b1-a719-43f5-9b52-388cd4043c04" providerId="ADAL" clId="{4EBDB337-B053-451B-BE3B-98111AAF493B}" dt="2022-12-23T06:09:58.341" v="3064" actId="1076"/>
          <ac:picMkLst>
            <pc:docMk/>
            <pc:sldMk cId="3265831773" sldId="262"/>
            <ac:picMk id="2052" creationId="{E4575888-03C7-1825-FB4B-51BD81B40C07}"/>
          </ac:picMkLst>
        </pc:picChg>
      </pc:sldChg>
      <pc:sldChg chg="modSp new mod">
        <pc:chgData name="Sara Muneeb" userId="29b624b1-a719-43f5-9b52-388cd4043c04" providerId="ADAL" clId="{4EBDB337-B053-451B-BE3B-98111AAF493B}" dt="2022-12-23T06:26:40.930" v="3116" actId="5793"/>
        <pc:sldMkLst>
          <pc:docMk/>
          <pc:sldMk cId="1990245756" sldId="263"/>
        </pc:sldMkLst>
        <pc:spChg chg="mod">
          <ac:chgData name="Sara Muneeb" userId="29b624b1-a719-43f5-9b52-388cd4043c04" providerId="ADAL" clId="{4EBDB337-B053-451B-BE3B-98111AAF493B}" dt="2022-12-23T06:12:00.662" v="3090" actId="20577"/>
          <ac:spMkLst>
            <pc:docMk/>
            <pc:sldMk cId="1990245756" sldId="263"/>
            <ac:spMk id="2" creationId="{D84F7BA1-F972-95C3-8EC0-5BF2A5B0BB4F}"/>
          </ac:spMkLst>
        </pc:spChg>
        <pc:spChg chg="mod">
          <ac:chgData name="Sara Muneeb" userId="29b624b1-a719-43f5-9b52-388cd4043c04" providerId="ADAL" clId="{4EBDB337-B053-451B-BE3B-98111AAF493B}" dt="2022-12-23T06:26:40.930" v="3116" actId="5793"/>
          <ac:spMkLst>
            <pc:docMk/>
            <pc:sldMk cId="1990245756" sldId="263"/>
            <ac:spMk id="3" creationId="{D2DC70E1-8FC9-FD05-5BA2-E58E3E8FF99A}"/>
          </ac:spMkLst>
        </pc:spChg>
      </pc:sldChg>
      <pc:sldChg chg="addSp delSp modSp new del mod ord">
        <pc:chgData name="Sara Muneeb" userId="29b624b1-a719-43f5-9b52-388cd4043c04" providerId="ADAL" clId="{4EBDB337-B053-451B-BE3B-98111AAF493B}" dt="2022-12-21T07:11:22.783" v="2747" actId="47"/>
        <pc:sldMkLst>
          <pc:docMk/>
          <pc:sldMk cId="2244143579" sldId="263"/>
        </pc:sldMkLst>
        <pc:spChg chg="mod">
          <ac:chgData name="Sara Muneeb" userId="29b624b1-a719-43f5-9b52-388cd4043c04" providerId="ADAL" clId="{4EBDB337-B053-451B-BE3B-98111AAF493B}" dt="2022-12-20T05:05:48.466" v="64" actId="20577"/>
          <ac:spMkLst>
            <pc:docMk/>
            <pc:sldMk cId="2244143579" sldId="263"/>
            <ac:spMk id="2" creationId="{939AF28A-DF03-FD43-11D7-923F941C37CD}"/>
          </ac:spMkLst>
        </pc:spChg>
        <pc:spChg chg="del">
          <ac:chgData name="Sara Muneeb" userId="29b624b1-a719-43f5-9b52-388cd4043c04" providerId="ADAL" clId="{4EBDB337-B053-451B-BE3B-98111AAF493B}" dt="2022-12-20T05:05:43.339" v="56" actId="22"/>
          <ac:spMkLst>
            <pc:docMk/>
            <pc:sldMk cId="2244143579" sldId="263"/>
            <ac:spMk id="3" creationId="{BD7E0EC4-BD4C-4A5C-1853-23F915E87199}"/>
          </ac:spMkLst>
        </pc:spChg>
        <pc:spChg chg="add mod">
          <ac:chgData name="Sara Muneeb" userId="29b624b1-a719-43f5-9b52-388cd4043c04" providerId="ADAL" clId="{4EBDB337-B053-451B-BE3B-98111AAF493B}" dt="2022-12-20T05:09:17.196" v="234" actId="1076"/>
          <ac:spMkLst>
            <pc:docMk/>
            <pc:sldMk cId="2244143579" sldId="263"/>
            <ac:spMk id="7" creationId="{352491FE-820A-8C14-9267-DC75384884A7}"/>
          </ac:spMkLst>
        </pc:spChg>
        <pc:picChg chg="add mod ord">
          <ac:chgData name="Sara Muneeb" userId="29b624b1-a719-43f5-9b52-388cd4043c04" providerId="ADAL" clId="{4EBDB337-B053-451B-BE3B-98111AAF493B}" dt="2022-12-20T05:09:12.224" v="233" actId="1076"/>
          <ac:picMkLst>
            <pc:docMk/>
            <pc:sldMk cId="2244143579" sldId="263"/>
            <ac:picMk id="5" creationId="{1E8DA82A-AB6E-3A24-C50D-E1FF867DDB68}"/>
          </ac:picMkLst>
        </pc:picChg>
      </pc:sldChg>
      <pc:sldChg chg="addSp delSp modSp new mod">
        <pc:chgData name="Sara Muneeb" userId="29b624b1-a719-43f5-9b52-388cd4043c04" providerId="ADAL" clId="{4EBDB337-B053-451B-BE3B-98111AAF493B}" dt="2022-12-23T06:39:05.200" v="3133" actId="1076"/>
        <pc:sldMkLst>
          <pc:docMk/>
          <pc:sldMk cId="2461780615" sldId="264"/>
        </pc:sldMkLst>
        <pc:spChg chg="mod">
          <ac:chgData name="Sara Muneeb" userId="29b624b1-a719-43f5-9b52-388cd4043c04" providerId="ADAL" clId="{4EBDB337-B053-451B-BE3B-98111AAF493B}" dt="2022-12-23T06:39:00.768" v="3132" actId="20577"/>
          <ac:spMkLst>
            <pc:docMk/>
            <pc:sldMk cId="2461780615" sldId="264"/>
            <ac:spMk id="2" creationId="{F8B72353-445F-9C99-115F-73C49952C3E8}"/>
          </ac:spMkLst>
        </pc:spChg>
        <pc:spChg chg="del">
          <ac:chgData name="Sara Muneeb" userId="29b624b1-a719-43f5-9b52-388cd4043c04" providerId="ADAL" clId="{4EBDB337-B053-451B-BE3B-98111AAF493B}" dt="2022-12-23T06:38:50.721" v="3125" actId="22"/>
          <ac:spMkLst>
            <pc:docMk/>
            <pc:sldMk cId="2461780615" sldId="264"/>
            <ac:spMk id="3" creationId="{5220095A-1877-C2FE-9205-DFCC0576CAC9}"/>
          </ac:spMkLst>
        </pc:spChg>
        <pc:picChg chg="add mod ord">
          <ac:chgData name="Sara Muneeb" userId="29b624b1-a719-43f5-9b52-388cd4043c04" providerId="ADAL" clId="{4EBDB337-B053-451B-BE3B-98111AAF493B}" dt="2022-12-23T06:39:05.200" v="3133" actId="1076"/>
          <ac:picMkLst>
            <pc:docMk/>
            <pc:sldMk cId="2461780615" sldId="264"/>
            <ac:picMk id="5" creationId="{0A4F4216-84A0-4EE5-7086-D3227E6BA977}"/>
          </ac:picMkLst>
        </pc:picChg>
      </pc:sldChg>
      <pc:sldChg chg="addSp delSp modSp new del mod ord">
        <pc:chgData name="Sara Muneeb" userId="29b624b1-a719-43f5-9b52-388cd4043c04" providerId="ADAL" clId="{4EBDB337-B053-451B-BE3B-98111AAF493B}" dt="2022-12-21T07:11:22.783" v="2747" actId="47"/>
        <pc:sldMkLst>
          <pc:docMk/>
          <pc:sldMk cId="3450210475" sldId="264"/>
        </pc:sldMkLst>
        <pc:spChg chg="mod">
          <ac:chgData name="Sara Muneeb" userId="29b624b1-a719-43f5-9b52-388cd4043c04" providerId="ADAL" clId="{4EBDB337-B053-451B-BE3B-98111AAF493B}" dt="2022-12-20T05:07:46.084" v="83" actId="20577"/>
          <ac:spMkLst>
            <pc:docMk/>
            <pc:sldMk cId="3450210475" sldId="264"/>
            <ac:spMk id="2" creationId="{936581B7-2166-5C0B-D773-CD257BAD2A0F}"/>
          </ac:spMkLst>
        </pc:spChg>
        <pc:spChg chg="del">
          <ac:chgData name="Sara Muneeb" userId="29b624b1-a719-43f5-9b52-388cd4043c04" providerId="ADAL" clId="{4EBDB337-B053-451B-BE3B-98111AAF493B}" dt="2022-12-20T05:07:40.698" v="73"/>
          <ac:spMkLst>
            <pc:docMk/>
            <pc:sldMk cId="3450210475" sldId="264"/>
            <ac:spMk id="3" creationId="{F7B1D288-7ACC-97DB-D886-5F28F65EFDA2}"/>
          </ac:spMkLst>
        </pc:spChg>
        <pc:spChg chg="add mod">
          <ac:chgData name="Sara Muneeb" userId="29b624b1-a719-43f5-9b52-388cd4043c04" providerId="ADAL" clId="{4EBDB337-B053-451B-BE3B-98111AAF493B}" dt="2022-12-20T05:08:47.792" v="199" actId="14100"/>
          <ac:spMkLst>
            <pc:docMk/>
            <pc:sldMk cId="3450210475" sldId="264"/>
            <ac:spMk id="6" creationId="{97439B78-D74E-3CBE-B202-4801569BE552}"/>
          </ac:spMkLst>
        </pc:spChg>
        <pc:picChg chg="add mod">
          <ac:chgData name="Sara Muneeb" userId="29b624b1-a719-43f5-9b52-388cd4043c04" providerId="ADAL" clId="{4EBDB337-B053-451B-BE3B-98111AAF493B}" dt="2022-12-20T05:07:48.392" v="84" actId="1076"/>
          <ac:picMkLst>
            <pc:docMk/>
            <pc:sldMk cId="3450210475" sldId="264"/>
            <ac:picMk id="5" creationId="{C918164A-F82A-8DBB-6225-F2B190F7D063}"/>
          </ac:picMkLst>
        </pc:picChg>
      </pc:sldChg>
      <pc:sldChg chg="addSp modSp new del mod ord">
        <pc:chgData name="Sara Muneeb" userId="29b624b1-a719-43f5-9b52-388cd4043c04" providerId="ADAL" clId="{4EBDB337-B053-451B-BE3B-98111AAF493B}" dt="2022-12-21T07:11:22.783" v="2747" actId="47"/>
        <pc:sldMkLst>
          <pc:docMk/>
          <pc:sldMk cId="1464725487" sldId="265"/>
        </pc:sldMkLst>
        <pc:spChg chg="mod">
          <ac:chgData name="Sara Muneeb" userId="29b624b1-a719-43f5-9b52-388cd4043c04" providerId="ADAL" clId="{4EBDB337-B053-451B-BE3B-98111AAF493B}" dt="2022-12-20T05:09:42.417" v="258" actId="12"/>
          <ac:spMkLst>
            <pc:docMk/>
            <pc:sldMk cId="1464725487" sldId="265"/>
            <ac:spMk id="2" creationId="{D026C8DD-B94E-5E10-6625-FD352AFD717D}"/>
          </ac:spMkLst>
        </pc:spChg>
        <pc:spChg chg="mod">
          <ac:chgData name="Sara Muneeb" userId="29b624b1-a719-43f5-9b52-388cd4043c04" providerId="ADAL" clId="{4EBDB337-B053-451B-BE3B-98111AAF493B}" dt="2022-12-20T05:10:09.405" v="321" actId="5793"/>
          <ac:spMkLst>
            <pc:docMk/>
            <pc:sldMk cId="1464725487" sldId="265"/>
            <ac:spMk id="3" creationId="{9FC21554-D148-0C8E-AD17-DDB23BB971A3}"/>
          </ac:spMkLst>
        </pc:spChg>
        <pc:spChg chg="add mod">
          <ac:chgData name="Sara Muneeb" userId="29b624b1-a719-43f5-9b52-388cd4043c04" providerId="ADAL" clId="{4EBDB337-B053-451B-BE3B-98111AAF493B}" dt="2022-12-20T05:14:53.652" v="404" actId="571"/>
          <ac:spMkLst>
            <pc:docMk/>
            <pc:sldMk cId="1464725487" sldId="265"/>
            <ac:spMk id="4" creationId="{726A528C-C8E8-E814-700C-8092FB5C909E}"/>
          </ac:spMkLst>
        </pc:spChg>
        <pc:picChg chg="add mod">
          <ac:chgData name="Sara Muneeb" userId="29b624b1-a719-43f5-9b52-388cd4043c04" providerId="ADAL" clId="{4EBDB337-B053-451B-BE3B-98111AAF493B}" dt="2022-12-20T05:15:05.762" v="407" actId="1076"/>
          <ac:picMkLst>
            <pc:docMk/>
            <pc:sldMk cId="1464725487" sldId="265"/>
            <ac:picMk id="1026" creationId="{C24B0DEB-5F4A-6E9B-594E-5A3ADB139859}"/>
          </ac:picMkLst>
        </pc:picChg>
      </pc:sldChg>
      <pc:sldChg chg="addSp modSp new mod">
        <pc:chgData name="Sara Muneeb" userId="29b624b1-a719-43f5-9b52-388cd4043c04" providerId="ADAL" clId="{4EBDB337-B053-451B-BE3B-98111AAF493B}" dt="2022-12-23T06:46:13.861" v="3202" actId="27636"/>
        <pc:sldMkLst>
          <pc:docMk/>
          <pc:sldMk cId="3647362776" sldId="265"/>
        </pc:sldMkLst>
        <pc:spChg chg="mod">
          <ac:chgData name="Sara Muneeb" userId="29b624b1-a719-43f5-9b52-388cd4043c04" providerId="ADAL" clId="{4EBDB337-B053-451B-BE3B-98111AAF493B}" dt="2022-12-23T06:42:23.331" v="3180" actId="20577"/>
          <ac:spMkLst>
            <pc:docMk/>
            <pc:sldMk cId="3647362776" sldId="265"/>
            <ac:spMk id="2" creationId="{A50E3D5D-91FC-5875-416B-EB317F28BC7A}"/>
          </ac:spMkLst>
        </pc:spChg>
        <pc:spChg chg="mod">
          <ac:chgData name="Sara Muneeb" userId="29b624b1-a719-43f5-9b52-388cd4043c04" providerId="ADAL" clId="{4EBDB337-B053-451B-BE3B-98111AAF493B}" dt="2022-12-23T06:46:13.861" v="3202" actId="27636"/>
          <ac:spMkLst>
            <pc:docMk/>
            <pc:sldMk cId="3647362776" sldId="265"/>
            <ac:spMk id="3" creationId="{D403923E-2FBD-DAB7-27DC-BD08820EDCB7}"/>
          </ac:spMkLst>
        </pc:spChg>
        <pc:picChg chg="add mod">
          <ac:chgData name="Sara Muneeb" userId="29b624b1-a719-43f5-9b52-388cd4043c04" providerId="ADAL" clId="{4EBDB337-B053-451B-BE3B-98111AAF493B}" dt="2022-12-23T06:46:02.781" v="3200" actId="1038"/>
          <ac:picMkLst>
            <pc:docMk/>
            <pc:sldMk cId="3647362776" sldId="265"/>
            <ac:picMk id="3074" creationId="{9FA430B1-4DE9-1829-09C0-20AB910EB71F}"/>
          </ac:picMkLst>
        </pc:picChg>
      </pc:sldChg>
      <pc:sldChg chg="modSp new del mod">
        <pc:chgData name="Sara Muneeb" userId="29b624b1-a719-43f5-9b52-388cd4043c04" providerId="ADAL" clId="{4EBDB337-B053-451B-BE3B-98111AAF493B}" dt="2022-12-21T07:11:22.783" v="2747" actId="47"/>
        <pc:sldMkLst>
          <pc:docMk/>
          <pc:sldMk cId="2855976803" sldId="266"/>
        </pc:sldMkLst>
        <pc:spChg chg="mod">
          <ac:chgData name="Sara Muneeb" userId="29b624b1-a719-43f5-9b52-388cd4043c04" providerId="ADAL" clId="{4EBDB337-B053-451B-BE3B-98111AAF493B}" dt="2022-12-20T05:10:36.749" v="348" actId="27636"/>
          <ac:spMkLst>
            <pc:docMk/>
            <pc:sldMk cId="2855976803" sldId="266"/>
            <ac:spMk id="2" creationId="{AEF77975-5E87-9EDE-70D1-12B66B9514A9}"/>
          </ac:spMkLst>
        </pc:spChg>
        <pc:spChg chg="mod">
          <ac:chgData name="Sara Muneeb" userId="29b624b1-a719-43f5-9b52-388cd4043c04" providerId="ADAL" clId="{4EBDB337-B053-451B-BE3B-98111AAF493B}" dt="2022-12-20T05:13:41.727" v="397" actId="27636"/>
          <ac:spMkLst>
            <pc:docMk/>
            <pc:sldMk cId="2855976803" sldId="266"/>
            <ac:spMk id="3" creationId="{C4B8D4DE-DA70-922C-872F-0026518D582D}"/>
          </ac:spMkLst>
        </pc:spChg>
      </pc:sldChg>
      <pc:sldChg chg="modSp new mod">
        <pc:chgData name="Sara Muneeb" userId="29b624b1-a719-43f5-9b52-388cd4043c04" providerId="ADAL" clId="{4EBDB337-B053-451B-BE3B-98111AAF493B}" dt="2022-12-23T06:47:37.690" v="3234" actId="20577"/>
        <pc:sldMkLst>
          <pc:docMk/>
          <pc:sldMk cId="3675741726" sldId="266"/>
        </pc:sldMkLst>
        <pc:spChg chg="mod">
          <ac:chgData name="Sara Muneeb" userId="29b624b1-a719-43f5-9b52-388cd4043c04" providerId="ADAL" clId="{4EBDB337-B053-451B-BE3B-98111AAF493B}" dt="2022-12-23T06:46:27.950" v="3219" actId="20577"/>
          <ac:spMkLst>
            <pc:docMk/>
            <pc:sldMk cId="3675741726" sldId="266"/>
            <ac:spMk id="2" creationId="{18215B58-2DD9-C8F4-B9F7-AB541489DB8D}"/>
          </ac:spMkLst>
        </pc:spChg>
        <pc:spChg chg="mod">
          <ac:chgData name="Sara Muneeb" userId="29b624b1-a719-43f5-9b52-388cd4043c04" providerId="ADAL" clId="{4EBDB337-B053-451B-BE3B-98111AAF493B}" dt="2022-12-23T06:47:37.690" v="3234" actId="20577"/>
          <ac:spMkLst>
            <pc:docMk/>
            <pc:sldMk cId="3675741726" sldId="266"/>
            <ac:spMk id="3" creationId="{EF295DCC-E316-7FBC-D079-8F18866B0030}"/>
          </ac:spMkLst>
        </pc:spChg>
      </pc:sldChg>
      <pc:sldChg chg="addSp modSp new del mod">
        <pc:chgData name="Sara Muneeb" userId="29b624b1-a719-43f5-9b52-388cd4043c04" providerId="ADAL" clId="{4EBDB337-B053-451B-BE3B-98111AAF493B}" dt="2022-12-21T07:11:22.783" v="2747" actId="47"/>
        <pc:sldMkLst>
          <pc:docMk/>
          <pc:sldMk cId="1134802349" sldId="267"/>
        </pc:sldMkLst>
        <pc:spChg chg="mod">
          <ac:chgData name="Sara Muneeb" userId="29b624b1-a719-43f5-9b52-388cd4043c04" providerId="ADAL" clId="{4EBDB337-B053-451B-BE3B-98111AAF493B}" dt="2022-12-20T05:15:46.333" v="442" actId="5793"/>
          <ac:spMkLst>
            <pc:docMk/>
            <pc:sldMk cId="1134802349" sldId="267"/>
            <ac:spMk id="2" creationId="{B36D37A9-E3D6-3F83-A20F-C3316D3F7F59}"/>
          </ac:spMkLst>
        </pc:spChg>
        <pc:spChg chg="mod">
          <ac:chgData name="Sara Muneeb" userId="29b624b1-a719-43f5-9b52-388cd4043c04" providerId="ADAL" clId="{4EBDB337-B053-451B-BE3B-98111AAF493B}" dt="2022-12-20T05:17:49.784" v="453" actId="404"/>
          <ac:spMkLst>
            <pc:docMk/>
            <pc:sldMk cId="1134802349" sldId="267"/>
            <ac:spMk id="3" creationId="{BC7B2EF0-B870-012B-5C81-8815000BDB63}"/>
          </ac:spMkLst>
        </pc:spChg>
        <pc:spChg chg="add mod">
          <ac:chgData name="Sara Muneeb" userId="29b624b1-a719-43f5-9b52-388cd4043c04" providerId="ADAL" clId="{4EBDB337-B053-451B-BE3B-98111AAF493B}" dt="2022-12-20T05:18:39.375" v="464" actId="1076"/>
          <ac:spMkLst>
            <pc:docMk/>
            <pc:sldMk cId="1134802349" sldId="267"/>
            <ac:spMk id="7" creationId="{69D84A1A-DB8B-2816-E918-D5CB79785CCD}"/>
          </ac:spMkLst>
        </pc:spChg>
        <pc:picChg chg="add mod">
          <ac:chgData name="Sara Muneeb" userId="29b624b1-a719-43f5-9b52-388cd4043c04" providerId="ADAL" clId="{4EBDB337-B053-451B-BE3B-98111AAF493B}" dt="2022-12-20T05:18:34.225" v="463" actId="1076"/>
          <ac:picMkLst>
            <pc:docMk/>
            <pc:sldMk cId="1134802349" sldId="267"/>
            <ac:picMk id="5" creationId="{04AAEC98-0BBB-D8F2-5624-A0C358AB39D2}"/>
          </ac:picMkLst>
        </pc:picChg>
      </pc:sldChg>
      <pc:sldChg chg="addSp modSp new mod">
        <pc:chgData name="Sara Muneeb" userId="29b624b1-a719-43f5-9b52-388cd4043c04" providerId="ADAL" clId="{4EBDB337-B053-451B-BE3B-98111AAF493B}" dt="2022-12-23T07:01:09.493" v="3402" actId="5793"/>
        <pc:sldMkLst>
          <pc:docMk/>
          <pc:sldMk cId="3641625327" sldId="267"/>
        </pc:sldMkLst>
        <pc:spChg chg="mod">
          <ac:chgData name="Sara Muneeb" userId="29b624b1-a719-43f5-9b52-388cd4043c04" providerId="ADAL" clId="{4EBDB337-B053-451B-BE3B-98111AAF493B}" dt="2022-12-23T06:49:11.763" v="3269" actId="20577"/>
          <ac:spMkLst>
            <pc:docMk/>
            <pc:sldMk cId="3641625327" sldId="267"/>
            <ac:spMk id="2" creationId="{D989848C-4BF1-04E5-007D-8A9FF96061AC}"/>
          </ac:spMkLst>
        </pc:spChg>
        <pc:spChg chg="mod">
          <ac:chgData name="Sara Muneeb" userId="29b624b1-a719-43f5-9b52-388cd4043c04" providerId="ADAL" clId="{4EBDB337-B053-451B-BE3B-98111AAF493B}" dt="2022-12-23T07:01:09.493" v="3402" actId="5793"/>
          <ac:spMkLst>
            <pc:docMk/>
            <pc:sldMk cId="3641625327" sldId="267"/>
            <ac:spMk id="3" creationId="{096E775B-FE56-AE46-5B45-D38006F24B89}"/>
          </ac:spMkLst>
        </pc:spChg>
        <pc:picChg chg="add mod">
          <ac:chgData name="Sara Muneeb" userId="29b624b1-a719-43f5-9b52-388cd4043c04" providerId="ADAL" clId="{4EBDB337-B053-451B-BE3B-98111AAF493B}" dt="2022-12-23T07:01:01.480" v="3400" actId="1076"/>
          <ac:picMkLst>
            <pc:docMk/>
            <pc:sldMk cId="3641625327" sldId="267"/>
            <ac:picMk id="4098" creationId="{11727D88-5DB3-A328-9F60-1F8B4C183C06}"/>
          </ac:picMkLst>
        </pc:picChg>
      </pc:sldChg>
      <pc:sldChg chg="addSp delSp modSp new del mod">
        <pc:chgData name="Sara Muneeb" userId="29b624b1-a719-43f5-9b52-388cd4043c04" providerId="ADAL" clId="{4EBDB337-B053-451B-BE3B-98111AAF493B}" dt="2022-12-21T07:11:22.783" v="2747" actId="47"/>
        <pc:sldMkLst>
          <pc:docMk/>
          <pc:sldMk cId="1989449337" sldId="268"/>
        </pc:sldMkLst>
        <pc:spChg chg="mod">
          <ac:chgData name="Sara Muneeb" userId="29b624b1-a719-43f5-9b52-388cd4043c04" providerId="ADAL" clId="{4EBDB337-B053-451B-BE3B-98111AAF493B}" dt="2022-12-20T05:18:55.627" v="484" actId="20577"/>
          <ac:spMkLst>
            <pc:docMk/>
            <pc:sldMk cId="1989449337" sldId="268"/>
            <ac:spMk id="2" creationId="{8BD8D90A-602F-6E90-C5C0-586EF4D1A481}"/>
          </ac:spMkLst>
        </pc:spChg>
        <pc:spChg chg="mod">
          <ac:chgData name="Sara Muneeb" userId="29b624b1-a719-43f5-9b52-388cd4043c04" providerId="ADAL" clId="{4EBDB337-B053-451B-BE3B-98111AAF493B}" dt="2022-12-20T05:43:33.739" v="597" actId="20577"/>
          <ac:spMkLst>
            <pc:docMk/>
            <pc:sldMk cId="1989449337" sldId="268"/>
            <ac:spMk id="3" creationId="{3C35ACB5-B0DA-A89D-ED32-D61DA47DD168}"/>
          </ac:spMkLst>
        </pc:spChg>
        <pc:graphicFrameChg chg="add del modGraphic">
          <ac:chgData name="Sara Muneeb" userId="29b624b1-a719-43f5-9b52-388cd4043c04" providerId="ADAL" clId="{4EBDB337-B053-451B-BE3B-98111AAF493B}" dt="2022-12-20T05:40:26.463" v="500" actId="478"/>
          <ac:graphicFrameMkLst>
            <pc:docMk/>
            <pc:sldMk cId="1989449337" sldId="268"/>
            <ac:graphicFrameMk id="5" creationId="{53931A7B-3A46-20EB-F698-1E2A7224FB8B}"/>
          </ac:graphicFrameMkLst>
        </pc:graphicFrameChg>
        <pc:picChg chg="add mod ord">
          <ac:chgData name="Sara Muneeb" userId="29b624b1-a719-43f5-9b52-388cd4043c04" providerId="ADAL" clId="{4EBDB337-B053-451B-BE3B-98111AAF493B}" dt="2022-12-20T05:43:14.280" v="595" actId="167"/>
          <ac:picMkLst>
            <pc:docMk/>
            <pc:sldMk cId="1989449337" sldId="268"/>
            <ac:picMk id="7" creationId="{86ACA3C2-56A0-DECF-6FA6-1BE22C95CB07}"/>
          </ac:picMkLst>
        </pc:picChg>
      </pc:sldChg>
      <pc:sldChg chg="addSp delSp modSp new mod">
        <pc:chgData name="Sara Muneeb" userId="29b624b1-a719-43f5-9b52-388cd4043c04" providerId="ADAL" clId="{4EBDB337-B053-451B-BE3B-98111AAF493B}" dt="2022-12-23T07:02:14.199" v="3424" actId="1076"/>
        <pc:sldMkLst>
          <pc:docMk/>
          <pc:sldMk cId="2083047972" sldId="268"/>
        </pc:sldMkLst>
        <pc:spChg chg="mod">
          <ac:chgData name="Sara Muneeb" userId="29b624b1-a719-43f5-9b52-388cd4043c04" providerId="ADAL" clId="{4EBDB337-B053-451B-BE3B-98111AAF493B}" dt="2022-12-23T07:00:30.332" v="3389" actId="20577"/>
          <ac:spMkLst>
            <pc:docMk/>
            <pc:sldMk cId="2083047972" sldId="268"/>
            <ac:spMk id="2" creationId="{6B6FE064-8B13-693B-AFA3-C7D894AE5183}"/>
          </ac:spMkLst>
        </pc:spChg>
        <pc:spChg chg="del">
          <ac:chgData name="Sara Muneeb" userId="29b624b1-a719-43f5-9b52-388cd4043c04" providerId="ADAL" clId="{4EBDB337-B053-451B-BE3B-98111AAF493B}" dt="2022-12-23T06:58:49.152" v="3343" actId="22"/>
          <ac:spMkLst>
            <pc:docMk/>
            <pc:sldMk cId="2083047972" sldId="268"/>
            <ac:spMk id="3" creationId="{44B67162-AAD8-DDC6-2FF2-1686D44C50C4}"/>
          </ac:spMkLst>
        </pc:spChg>
        <pc:spChg chg="add del mod">
          <ac:chgData name="Sara Muneeb" userId="29b624b1-a719-43f5-9b52-388cd4043c04" providerId="ADAL" clId="{4EBDB337-B053-451B-BE3B-98111AAF493B}" dt="2022-12-23T07:01:54.242" v="3414" actId="478"/>
          <ac:spMkLst>
            <pc:docMk/>
            <pc:sldMk cId="2083047972" sldId="268"/>
            <ac:spMk id="7" creationId="{DF1D48EE-B72F-2FE8-2B22-FC9E942F1568}"/>
          </ac:spMkLst>
        </pc:spChg>
        <pc:spChg chg="add mod">
          <ac:chgData name="Sara Muneeb" userId="29b624b1-a719-43f5-9b52-388cd4043c04" providerId="ADAL" clId="{4EBDB337-B053-451B-BE3B-98111AAF493B}" dt="2022-12-23T07:02:06.402" v="3423" actId="20577"/>
          <ac:spMkLst>
            <pc:docMk/>
            <pc:sldMk cId="2083047972" sldId="268"/>
            <ac:spMk id="9" creationId="{694D9B8A-18E5-DACB-AE9C-32086A6F711C}"/>
          </ac:spMkLst>
        </pc:spChg>
        <pc:picChg chg="add mod ord">
          <ac:chgData name="Sara Muneeb" userId="29b624b1-a719-43f5-9b52-388cd4043c04" providerId="ADAL" clId="{4EBDB337-B053-451B-BE3B-98111AAF493B}" dt="2022-12-23T07:02:14.199" v="3424" actId="1076"/>
          <ac:picMkLst>
            <pc:docMk/>
            <pc:sldMk cId="2083047972" sldId="268"/>
            <ac:picMk id="5" creationId="{40AB79B4-4405-100B-EF19-470CEDF16128}"/>
          </ac:picMkLst>
        </pc:picChg>
      </pc:sldChg>
      <pc:sldChg chg="modSp new mod">
        <pc:chgData name="Sara Muneeb" userId="29b624b1-a719-43f5-9b52-388cd4043c04" providerId="ADAL" clId="{4EBDB337-B053-451B-BE3B-98111AAF493B}" dt="2022-12-23T07:00:49.396" v="3396" actId="123"/>
        <pc:sldMkLst>
          <pc:docMk/>
          <pc:sldMk cId="1980505882" sldId="269"/>
        </pc:sldMkLst>
        <pc:spChg chg="mod">
          <ac:chgData name="Sara Muneeb" userId="29b624b1-a719-43f5-9b52-388cd4043c04" providerId="ADAL" clId="{4EBDB337-B053-451B-BE3B-98111AAF493B}" dt="2022-12-23T06:59:06.751" v="3362" actId="5793"/>
          <ac:spMkLst>
            <pc:docMk/>
            <pc:sldMk cId="1980505882" sldId="269"/>
            <ac:spMk id="2" creationId="{81C8DD77-45BF-05B4-B4D7-9A09D41BE972}"/>
          </ac:spMkLst>
        </pc:spChg>
        <pc:spChg chg="mod">
          <ac:chgData name="Sara Muneeb" userId="29b624b1-a719-43f5-9b52-388cd4043c04" providerId="ADAL" clId="{4EBDB337-B053-451B-BE3B-98111AAF493B}" dt="2022-12-23T07:00:49.396" v="3396" actId="123"/>
          <ac:spMkLst>
            <pc:docMk/>
            <pc:sldMk cId="1980505882" sldId="269"/>
            <ac:spMk id="3" creationId="{B78D404D-852D-28D0-3464-61728751680B}"/>
          </ac:spMkLst>
        </pc:spChg>
      </pc:sldChg>
      <pc:sldChg chg="addSp delSp modSp new del mod">
        <pc:chgData name="Sara Muneeb" userId="29b624b1-a719-43f5-9b52-388cd4043c04" providerId="ADAL" clId="{4EBDB337-B053-451B-BE3B-98111AAF493B}" dt="2022-12-21T07:11:22.783" v="2747" actId="47"/>
        <pc:sldMkLst>
          <pc:docMk/>
          <pc:sldMk cId="2514737879" sldId="269"/>
        </pc:sldMkLst>
        <pc:spChg chg="mod">
          <ac:chgData name="Sara Muneeb" userId="29b624b1-a719-43f5-9b52-388cd4043c04" providerId="ADAL" clId="{4EBDB337-B053-451B-BE3B-98111AAF493B}" dt="2022-12-20T05:43:46.844" v="617" actId="20577"/>
          <ac:spMkLst>
            <pc:docMk/>
            <pc:sldMk cId="2514737879" sldId="269"/>
            <ac:spMk id="2" creationId="{37ED3C3B-2E5D-37BE-3C90-9DC97AC995F1}"/>
          </ac:spMkLst>
        </pc:spChg>
        <pc:spChg chg="mod">
          <ac:chgData name="Sara Muneeb" userId="29b624b1-a719-43f5-9b52-388cd4043c04" providerId="ADAL" clId="{4EBDB337-B053-451B-BE3B-98111AAF493B}" dt="2022-12-20T05:45:10.966" v="662" actId="20577"/>
          <ac:spMkLst>
            <pc:docMk/>
            <pc:sldMk cId="2514737879" sldId="269"/>
            <ac:spMk id="3" creationId="{7D33DDCA-4D8A-1BB1-4286-0F5A2F3642C1}"/>
          </ac:spMkLst>
        </pc:spChg>
        <pc:spChg chg="add del">
          <ac:chgData name="Sara Muneeb" userId="29b624b1-a719-43f5-9b52-388cd4043c04" providerId="ADAL" clId="{4EBDB337-B053-451B-BE3B-98111AAF493B}" dt="2022-12-20T08:19:30.761" v="1059" actId="22"/>
          <ac:spMkLst>
            <pc:docMk/>
            <pc:sldMk cId="2514737879" sldId="269"/>
            <ac:spMk id="5" creationId="{D72A85DB-F037-410D-EC01-47E7BBF157C3}"/>
          </ac:spMkLst>
        </pc:spChg>
      </pc:sldChg>
      <pc:sldChg chg="addSp modSp new del mod">
        <pc:chgData name="Sara Muneeb" userId="29b624b1-a719-43f5-9b52-388cd4043c04" providerId="ADAL" clId="{4EBDB337-B053-451B-BE3B-98111AAF493B}" dt="2022-12-21T07:11:22.783" v="2747" actId="47"/>
        <pc:sldMkLst>
          <pc:docMk/>
          <pc:sldMk cId="1382550889" sldId="270"/>
        </pc:sldMkLst>
        <pc:spChg chg="mod">
          <ac:chgData name="Sara Muneeb" userId="29b624b1-a719-43f5-9b52-388cd4043c04" providerId="ADAL" clId="{4EBDB337-B053-451B-BE3B-98111AAF493B}" dt="2022-12-20T05:50:19.999" v="683" actId="20577"/>
          <ac:spMkLst>
            <pc:docMk/>
            <pc:sldMk cId="1382550889" sldId="270"/>
            <ac:spMk id="2" creationId="{6C54893D-B19F-213D-A3A7-95D34578BBBE}"/>
          </ac:spMkLst>
        </pc:spChg>
        <pc:spChg chg="mod">
          <ac:chgData name="Sara Muneeb" userId="29b624b1-a719-43f5-9b52-388cd4043c04" providerId="ADAL" clId="{4EBDB337-B053-451B-BE3B-98111AAF493B}" dt="2022-12-20T05:55:09.921" v="700" actId="12"/>
          <ac:spMkLst>
            <pc:docMk/>
            <pc:sldMk cId="1382550889" sldId="270"/>
            <ac:spMk id="3" creationId="{9D279828-16D0-75C6-A8A1-49D2FA5DD0FD}"/>
          </ac:spMkLst>
        </pc:spChg>
        <pc:picChg chg="add mod">
          <ac:chgData name="Sara Muneeb" userId="29b624b1-a719-43f5-9b52-388cd4043c04" providerId="ADAL" clId="{4EBDB337-B053-451B-BE3B-98111AAF493B}" dt="2022-12-20T05:55:21.778" v="705" actId="167"/>
          <ac:picMkLst>
            <pc:docMk/>
            <pc:sldMk cId="1382550889" sldId="270"/>
            <ac:picMk id="2050" creationId="{A1EF6AF5-1DF2-1335-6C9C-D9D6E642F584}"/>
          </ac:picMkLst>
        </pc:picChg>
      </pc:sldChg>
      <pc:sldChg chg="modSp new mod">
        <pc:chgData name="Sara Muneeb" userId="29b624b1-a719-43f5-9b52-388cd4043c04" providerId="ADAL" clId="{4EBDB337-B053-451B-BE3B-98111AAF493B}" dt="2022-12-23T07:10:01.072" v="3498" actId="20577"/>
        <pc:sldMkLst>
          <pc:docMk/>
          <pc:sldMk cId="3116690834" sldId="270"/>
        </pc:sldMkLst>
        <pc:spChg chg="mod">
          <ac:chgData name="Sara Muneeb" userId="29b624b1-a719-43f5-9b52-388cd4043c04" providerId="ADAL" clId="{4EBDB337-B053-451B-BE3B-98111AAF493B}" dt="2022-12-23T07:10:01.072" v="3498" actId="20577"/>
          <ac:spMkLst>
            <pc:docMk/>
            <pc:sldMk cId="3116690834" sldId="270"/>
            <ac:spMk id="2" creationId="{A08124BF-DA1D-DCA6-0F40-B0F5762A2FF2}"/>
          </ac:spMkLst>
        </pc:spChg>
        <pc:spChg chg="mod">
          <ac:chgData name="Sara Muneeb" userId="29b624b1-a719-43f5-9b52-388cd4043c04" providerId="ADAL" clId="{4EBDB337-B053-451B-BE3B-98111AAF493B}" dt="2022-12-23T07:06:40.216" v="3474" actId="123"/>
          <ac:spMkLst>
            <pc:docMk/>
            <pc:sldMk cId="3116690834" sldId="270"/>
            <ac:spMk id="3" creationId="{D00ED499-B3C5-03F5-4127-2E861E95262D}"/>
          </ac:spMkLst>
        </pc:spChg>
      </pc:sldChg>
      <pc:sldChg chg="modSp new del mod">
        <pc:chgData name="Sara Muneeb" userId="29b624b1-a719-43f5-9b52-388cd4043c04" providerId="ADAL" clId="{4EBDB337-B053-451B-BE3B-98111AAF493B}" dt="2022-12-21T07:11:22.783" v="2747" actId="47"/>
        <pc:sldMkLst>
          <pc:docMk/>
          <pc:sldMk cId="825288344" sldId="271"/>
        </pc:sldMkLst>
        <pc:spChg chg="mod">
          <ac:chgData name="Sara Muneeb" userId="29b624b1-a719-43f5-9b52-388cd4043c04" providerId="ADAL" clId="{4EBDB337-B053-451B-BE3B-98111AAF493B}" dt="2022-12-20T05:56:58.854" v="733" actId="20577"/>
          <ac:spMkLst>
            <pc:docMk/>
            <pc:sldMk cId="825288344" sldId="271"/>
            <ac:spMk id="2" creationId="{6B055714-8886-6355-B04A-01433F541725}"/>
          </ac:spMkLst>
        </pc:spChg>
        <pc:spChg chg="mod">
          <ac:chgData name="Sara Muneeb" userId="29b624b1-a719-43f5-9b52-388cd4043c04" providerId="ADAL" clId="{4EBDB337-B053-451B-BE3B-98111AAF493B}" dt="2022-12-20T07:37:29.166" v="793" actId="12"/>
          <ac:spMkLst>
            <pc:docMk/>
            <pc:sldMk cId="825288344" sldId="271"/>
            <ac:spMk id="3" creationId="{48111478-9A51-72C6-2423-96BB342C4721}"/>
          </ac:spMkLst>
        </pc:spChg>
      </pc:sldChg>
      <pc:sldChg chg="addSp modSp new mod">
        <pc:chgData name="Sara Muneeb" userId="29b624b1-a719-43f5-9b52-388cd4043c04" providerId="ADAL" clId="{4EBDB337-B053-451B-BE3B-98111AAF493B}" dt="2022-12-23T07:18:44.147" v="3525" actId="5793"/>
        <pc:sldMkLst>
          <pc:docMk/>
          <pc:sldMk cId="4065582504" sldId="271"/>
        </pc:sldMkLst>
        <pc:spChg chg="mod">
          <ac:chgData name="Sara Muneeb" userId="29b624b1-a719-43f5-9b52-388cd4043c04" providerId="ADAL" clId="{4EBDB337-B053-451B-BE3B-98111AAF493B}" dt="2022-12-23T07:10:28.487" v="3513" actId="20577"/>
          <ac:spMkLst>
            <pc:docMk/>
            <pc:sldMk cId="4065582504" sldId="271"/>
            <ac:spMk id="2" creationId="{304BC246-EC8E-8328-E296-DE0859B44F9A}"/>
          </ac:spMkLst>
        </pc:spChg>
        <pc:spChg chg="mod">
          <ac:chgData name="Sara Muneeb" userId="29b624b1-a719-43f5-9b52-388cd4043c04" providerId="ADAL" clId="{4EBDB337-B053-451B-BE3B-98111AAF493B}" dt="2022-12-23T07:18:44.147" v="3525" actId="5793"/>
          <ac:spMkLst>
            <pc:docMk/>
            <pc:sldMk cId="4065582504" sldId="271"/>
            <ac:spMk id="3" creationId="{11F465E3-9433-96AF-BD57-A8F494743145}"/>
          </ac:spMkLst>
        </pc:spChg>
        <pc:picChg chg="add mod">
          <ac:chgData name="Sara Muneeb" userId="29b624b1-a719-43f5-9b52-388cd4043c04" providerId="ADAL" clId="{4EBDB337-B053-451B-BE3B-98111AAF493B}" dt="2022-12-23T07:18:42.817" v="3524" actId="1076"/>
          <ac:picMkLst>
            <pc:docMk/>
            <pc:sldMk cId="4065582504" sldId="271"/>
            <ac:picMk id="5122" creationId="{E02E1B56-E4F5-0E06-4763-B7A9F6F7738C}"/>
          </ac:picMkLst>
        </pc:picChg>
      </pc:sldChg>
      <pc:sldChg chg="modSp new mod">
        <pc:chgData name="Sara Muneeb" userId="29b624b1-a719-43f5-9b52-388cd4043c04" providerId="ADAL" clId="{4EBDB337-B053-451B-BE3B-98111AAF493B}" dt="2022-12-23T07:21:44.658" v="3629" actId="120"/>
        <pc:sldMkLst>
          <pc:docMk/>
          <pc:sldMk cId="1750990324" sldId="272"/>
        </pc:sldMkLst>
        <pc:spChg chg="mod">
          <ac:chgData name="Sara Muneeb" userId="29b624b1-a719-43f5-9b52-388cd4043c04" providerId="ADAL" clId="{4EBDB337-B053-451B-BE3B-98111AAF493B}" dt="2022-12-23T07:21:20.635" v="3615" actId="20577"/>
          <ac:spMkLst>
            <pc:docMk/>
            <pc:sldMk cId="1750990324" sldId="272"/>
            <ac:spMk id="2" creationId="{2B989346-C699-01C1-CC4C-7E00875ABA4B}"/>
          </ac:spMkLst>
        </pc:spChg>
        <pc:spChg chg="mod">
          <ac:chgData name="Sara Muneeb" userId="29b624b1-a719-43f5-9b52-388cd4043c04" providerId="ADAL" clId="{4EBDB337-B053-451B-BE3B-98111AAF493B}" dt="2022-12-23T07:21:44.658" v="3629" actId="120"/>
          <ac:spMkLst>
            <pc:docMk/>
            <pc:sldMk cId="1750990324" sldId="272"/>
            <ac:spMk id="3" creationId="{B0676D00-DD44-5635-4C58-69F5FD25D79C}"/>
          </ac:spMkLst>
        </pc:spChg>
      </pc:sldChg>
      <pc:sldChg chg="addSp delSp modSp new del mod">
        <pc:chgData name="Sara Muneeb" userId="29b624b1-a719-43f5-9b52-388cd4043c04" providerId="ADAL" clId="{4EBDB337-B053-451B-BE3B-98111AAF493B}" dt="2022-12-21T07:11:22.783" v="2747" actId="47"/>
        <pc:sldMkLst>
          <pc:docMk/>
          <pc:sldMk cId="3108766776" sldId="272"/>
        </pc:sldMkLst>
        <pc:spChg chg="mod">
          <ac:chgData name="Sara Muneeb" userId="29b624b1-a719-43f5-9b52-388cd4043c04" providerId="ADAL" clId="{4EBDB337-B053-451B-BE3B-98111AAF493B}" dt="2022-12-20T07:37:49.155" v="796"/>
          <ac:spMkLst>
            <pc:docMk/>
            <pc:sldMk cId="3108766776" sldId="272"/>
            <ac:spMk id="2" creationId="{AFDEC328-3F35-5B79-4D98-636CAEBD7068}"/>
          </ac:spMkLst>
        </pc:spChg>
        <pc:spChg chg="del">
          <ac:chgData name="Sara Muneeb" userId="29b624b1-a719-43f5-9b52-388cd4043c04" providerId="ADAL" clId="{4EBDB337-B053-451B-BE3B-98111AAF493B}" dt="2022-12-20T08:03:38.272" v="803" actId="22"/>
          <ac:spMkLst>
            <pc:docMk/>
            <pc:sldMk cId="3108766776" sldId="272"/>
            <ac:spMk id="3" creationId="{3AFE6E9F-C036-FFAE-B260-FB9C51131757}"/>
          </ac:spMkLst>
        </pc:spChg>
        <pc:picChg chg="add mod ord">
          <ac:chgData name="Sara Muneeb" userId="29b624b1-a719-43f5-9b52-388cd4043c04" providerId="ADAL" clId="{4EBDB337-B053-451B-BE3B-98111AAF493B}" dt="2022-12-20T08:03:43.847" v="804" actId="1076"/>
          <ac:picMkLst>
            <pc:docMk/>
            <pc:sldMk cId="3108766776" sldId="272"/>
            <ac:picMk id="5" creationId="{F6016C94-E9C8-D957-5EB9-4EB3E8F19E9C}"/>
          </ac:picMkLst>
        </pc:picChg>
      </pc:sldChg>
      <pc:sldChg chg="addSp delSp modSp new del mod">
        <pc:chgData name="Sara Muneeb" userId="29b624b1-a719-43f5-9b52-388cd4043c04" providerId="ADAL" clId="{4EBDB337-B053-451B-BE3B-98111AAF493B}" dt="2022-12-21T07:11:22.783" v="2747" actId="47"/>
        <pc:sldMkLst>
          <pc:docMk/>
          <pc:sldMk cId="4059740127" sldId="273"/>
        </pc:sldMkLst>
        <pc:spChg chg="mod">
          <ac:chgData name="Sara Muneeb" userId="29b624b1-a719-43f5-9b52-388cd4043c04" providerId="ADAL" clId="{4EBDB337-B053-451B-BE3B-98111AAF493B}" dt="2022-12-20T08:05:26.238" v="855" actId="20577"/>
          <ac:spMkLst>
            <pc:docMk/>
            <pc:sldMk cId="4059740127" sldId="273"/>
            <ac:spMk id="2" creationId="{C64643F8-660A-24A5-9846-0F56E3B540C6}"/>
          </ac:spMkLst>
        </pc:spChg>
        <pc:spChg chg="del">
          <ac:chgData name="Sara Muneeb" userId="29b624b1-a719-43f5-9b52-388cd4043c04" providerId="ADAL" clId="{4EBDB337-B053-451B-BE3B-98111AAF493B}" dt="2022-12-20T08:04:24.725" v="838" actId="22"/>
          <ac:spMkLst>
            <pc:docMk/>
            <pc:sldMk cId="4059740127" sldId="273"/>
            <ac:spMk id="3" creationId="{310F685A-24F8-2AA6-A477-B1AAF97B43E1}"/>
          </ac:spMkLst>
        </pc:spChg>
        <pc:picChg chg="add mod ord">
          <ac:chgData name="Sara Muneeb" userId="29b624b1-a719-43f5-9b52-388cd4043c04" providerId="ADAL" clId="{4EBDB337-B053-451B-BE3B-98111AAF493B}" dt="2022-12-20T08:04:24.725" v="838" actId="22"/>
          <ac:picMkLst>
            <pc:docMk/>
            <pc:sldMk cId="4059740127" sldId="273"/>
            <ac:picMk id="5" creationId="{0DF592A2-E9FF-7341-D52A-97106F2C2425}"/>
          </ac:picMkLst>
        </pc:picChg>
      </pc:sldChg>
      <pc:sldChg chg="addSp delSp modSp new mod">
        <pc:chgData name="Sara Muneeb" userId="29b624b1-a719-43f5-9b52-388cd4043c04" providerId="ADAL" clId="{4EBDB337-B053-451B-BE3B-98111AAF493B}" dt="2022-12-23T07:24:03.096" v="3654" actId="20577"/>
        <pc:sldMkLst>
          <pc:docMk/>
          <pc:sldMk cId="4093893643" sldId="273"/>
        </pc:sldMkLst>
        <pc:spChg chg="mod">
          <ac:chgData name="Sara Muneeb" userId="29b624b1-a719-43f5-9b52-388cd4043c04" providerId="ADAL" clId="{4EBDB337-B053-451B-BE3B-98111AAF493B}" dt="2022-12-23T07:24:03.096" v="3654" actId="20577"/>
          <ac:spMkLst>
            <pc:docMk/>
            <pc:sldMk cId="4093893643" sldId="273"/>
            <ac:spMk id="2" creationId="{82806EF3-D815-43C6-F105-2C0D58A2CF7D}"/>
          </ac:spMkLst>
        </pc:spChg>
        <pc:spChg chg="del">
          <ac:chgData name="Sara Muneeb" userId="29b624b1-a719-43f5-9b52-388cd4043c04" providerId="ADAL" clId="{4EBDB337-B053-451B-BE3B-98111AAF493B}" dt="2022-12-23T07:23:40.486" v="3638" actId="22"/>
          <ac:spMkLst>
            <pc:docMk/>
            <pc:sldMk cId="4093893643" sldId="273"/>
            <ac:spMk id="3" creationId="{1A89BC0D-ACFE-872A-C31E-4EBED003D383}"/>
          </ac:spMkLst>
        </pc:spChg>
        <pc:picChg chg="add mod ord">
          <ac:chgData name="Sara Muneeb" userId="29b624b1-a719-43f5-9b52-388cd4043c04" providerId="ADAL" clId="{4EBDB337-B053-451B-BE3B-98111AAF493B}" dt="2022-12-23T07:23:40.486" v="3638" actId="22"/>
          <ac:picMkLst>
            <pc:docMk/>
            <pc:sldMk cId="4093893643" sldId="273"/>
            <ac:picMk id="5" creationId="{373F2A72-B303-2B4A-61BB-FFCA2E81E27A}"/>
          </ac:picMkLst>
        </pc:picChg>
      </pc:sldChg>
      <pc:sldChg chg="addSp delSp modSp new del mod">
        <pc:chgData name="Sara Muneeb" userId="29b624b1-a719-43f5-9b52-388cd4043c04" providerId="ADAL" clId="{4EBDB337-B053-451B-BE3B-98111AAF493B}" dt="2022-12-21T07:11:22.783" v="2747" actId="47"/>
        <pc:sldMkLst>
          <pc:docMk/>
          <pc:sldMk cId="1821744365" sldId="274"/>
        </pc:sldMkLst>
        <pc:spChg chg="mod">
          <ac:chgData name="Sara Muneeb" userId="29b624b1-a719-43f5-9b52-388cd4043c04" providerId="ADAL" clId="{4EBDB337-B053-451B-BE3B-98111AAF493B}" dt="2022-12-20T08:05:36.534" v="858" actId="27636"/>
          <ac:spMkLst>
            <pc:docMk/>
            <pc:sldMk cId="1821744365" sldId="274"/>
            <ac:spMk id="2" creationId="{03767201-C0DA-0524-BB00-70708BA8F5BA}"/>
          </ac:spMkLst>
        </pc:spChg>
        <pc:spChg chg="del">
          <ac:chgData name="Sara Muneeb" userId="29b624b1-a719-43f5-9b52-388cd4043c04" providerId="ADAL" clId="{4EBDB337-B053-451B-BE3B-98111AAF493B}" dt="2022-12-20T08:05:49.477" v="859" actId="22"/>
          <ac:spMkLst>
            <pc:docMk/>
            <pc:sldMk cId="1821744365" sldId="274"/>
            <ac:spMk id="3" creationId="{3FA562F5-745F-7E32-D023-887B990567E6}"/>
          </ac:spMkLst>
        </pc:spChg>
        <pc:picChg chg="add mod ord">
          <ac:chgData name="Sara Muneeb" userId="29b624b1-a719-43f5-9b52-388cd4043c04" providerId="ADAL" clId="{4EBDB337-B053-451B-BE3B-98111AAF493B}" dt="2022-12-20T08:05:51.184" v="862" actId="1036"/>
          <ac:picMkLst>
            <pc:docMk/>
            <pc:sldMk cId="1821744365" sldId="274"/>
            <ac:picMk id="5" creationId="{C7F1B2E0-DA83-C190-0C48-7826AA90A1E8}"/>
          </ac:picMkLst>
        </pc:picChg>
      </pc:sldChg>
      <pc:sldChg chg="addSp delSp modSp new mod">
        <pc:chgData name="Sara Muneeb" userId="29b624b1-a719-43f5-9b52-388cd4043c04" providerId="ADAL" clId="{4EBDB337-B053-451B-BE3B-98111AAF493B}" dt="2022-12-23T07:24:50.916" v="3659" actId="22"/>
        <pc:sldMkLst>
          <pc:docMk/>
          <pc:sldMk cId="2952381559" sldId="274"/>
        </pc:sldMkLst>
        <pc:spChg chg="mod">
          <ac:chgData name="Sara Muneeb" userId="29b624b1-a719-43f5-9b52-388cd4043c04" providerId="ADAL" clId="{4EBDB337-B053-451B-BE3B-98111AAF493B}" dt="2022-12-23T07:24:12.746" v="3658" actId="20577"/>
          <ac:spMkLst>
            <pc:docMk/>
            <pc:sldMk cId="2952381559" sldId="274"/>
            <ac:spMk id="2" creationId="{EB47AE3F-03AC-2DC0-ED7B-E506090C19C8}"/>
          </ac:spMkLst>
        </pc:spChg>
        <pc:spChg chg="del">
          <ac:chgData name="Sara Muneeb" userId="29b624b1-a719-43f5-9b52-388cd4043c04" providerId="ADAL" clId="{4EBDB337-B053-451B-BE3B-98111AAF493B}" dt="2022-12-23T07:24:50.916" v="3659" actId="22"/>
          <ac:spMkLst>
            <pc:docMk/>
            <pc:sldMk cId="2952381559" sldId="274"/>
            <ac:spMk id="3" creationId="{93279298-DC0D-6550-9E6E-BBEDBE4CAB9A}"/>
          </ac:spMkLst>
        </pc:spChg>
        <pc:picChg chg="add mod ord">
          <ac:chgData name="Sara Muneeb" userId="29b624b1-a719-43f5-9b52-388cd4043c04" providerId="ADAL" clId="{4EBDB337-B053-451B-BE3B-98111AAF493B}" dt="2022-12-23T07:24:50.916" v="3659" actId="22"/>
          <ac:picMkLst>
            <pc:docMk/>
            <pc:sldMk cId="2952381559" sldId="274"/>
            <ac:picMk id="5" creationId="{7FDC21EE-CF72-ACCD-3D63-4B196992419B}"/>
          </ac:picMkLst>
        </pc:picChg>
      </pc:sldChg>
      <pc:sldChg chg="modSp new mod">
        <pc:chgData name="Sara Muneeb" userId="29b624b1-a719-43f5-9b52-388cd4043c04" providerId="ADAL" clId="{4EBDB337-B053-451B-BE3B-98111AAF493B}" dt="2022-12-23T07:27:52.767" v="3690" actId="123"/>
        <pc:sldMkLst>
          <pc:docMk/>
          <pc:sldMk cId="191396906" sldId="275"/>
        </pc:sldMkLst>
        <pc:spChg chg="mod">
          <ac:chgData name="Sara Muneeb" userId="29b624b1-a719-43f5-9b52-388cd4043c04" providerId="ADAL" clId="{4EBDB337-B053-451B-BE3B-98111AAF493B}" dt="2022-12-23T07:25:10.016" v="3662"/>
          <ac:spMkLst>
            <pc:docMk/>
            <pc:sldMk cId="191396906" sldId="275"/>
            <ac:spMk id="2" creationId="{B51A233F-C325-95E8-C345-1A9DEB045EE4}"/>
          </ac:spMkLst>
        </pc:spChg>
        <pc:spChg chg="mod">
          <ac:chgData name="Sara Muneeb" userId="29b624b1-a719-43f5-9b52-388cd4043c04" providerId="ADAL" clId="{4EBDB337-B053-451B-BE3B-98111AAF493B}" dt="2022-12-23T07:27:52.767" v="3690" actId="123"/>
          <ac:spMkLst>
            <pc:docMk/>
            <pc:sldMk cId="191396906" sldId="275"/>
            <ac:spMk id="3" creationId="{F7C8BB8B-602D-0200-95AB-0787B91BA987}"/>
          </ac:spMkLst>
        </pc:spChg>
      </pc:sldChg>
      <pc:sldChg chg="addSp modSp new del mod">
        <pc:chgData name="Sara Muneeb" userId="29b624b1-a719-43f5-9b52-388cd4043c04" providerId="ADAL" clId="{4EBDB337-B053-451B-BE3B-98111AAF493B}" dt="2022-12-21T07:11:22.783" v="2747" actId="47"/>
        <pc:sldMkLst>
          <pc:docMk/>
          <pc:sldMk cId="1311646265" sldId="275"/>
        </pc:sldMkLst>
        <pc:spChg chg="mod">
          <ac:chgData name="Sara Muneeb" userId="29b624b1-a719-43f5-9b52-388cd4043c04" providerId="ADAL" clId="{4EBDB337-B053-451B-BE3B-98111AAF493B}" dt="2022-12-20T08:25:44.737" v="1131" actId="20577"/>
          <ac:spMkLst>
            <pc:docMk/>
            <pc:sldMk cId="1311646265" sldId="275"/>
            <ac:spMk id="2" creationId="{946917EE-FDF1-FDD1-A88D-D8E2C118A525}"/>
          </ac:spMkLst>
        </pc:spChg>
        <pc:spChg chg="mod">
          <ac:chgData name="Sara Muneeb" userId="29b624b1-a719-43f5-9b52-388cd4043c04" providerId="ADAL" clId="{4EBDB337-B053-451B-BE3B-98111AAF493B}" dt="2022-12-20T08:27:33.134" v="1148" actId="27636"/>
          <ac:spMkLst>
            <pc:docMk/>
            <pc:sldMk cId="1311646265" sldId="275"/>
            <ac:spMk id="3" creationId="{04B375F6-EF37-9A3B-3D56-7A29A9E9C3AF}"/>
          </ac:spMkLst>
        </pc:spChg>
        <pc:picChg chg="add mod">
          <ac:chgData name="Sara Muneeb" userId="29b624b1-a719-43f5-9b52-388cd4043c04" providerId="ADAL" clId="{4EBDB337-B053-451B-BE3B-98111AAF493B}" dt="2022-12-20T08:27:48.480" v="1152" actId="1037"/>
          <ac:picMkLst>
            <pc:docMk/>
            <pc:sldMk cId="1311646265" sldId="275"/>
            <ac:picMk id="4" creationId="{E9246B0E-222C-31E2-3FB8-DB4C31572AE5}"/>
          </ac:picMkLst>
        </pc:picChg>
      </pc:sldChg>
      <pc:sldChg chg="addSp delSp modSp new mod">
        <pc:chgData name="Sara Muneeb" userId="29b624b1-a719-43f5-9b52-388cd4043c04" providerId="ADAL" clId="{4EBDB337-B053-451B-BE3B-98111AAF493B}" dt="2022-12-23T07:44:26.382" v="3802" actId="1076"/>
        <pc:sldMkLst>
          <pc:docMk/>
          <pc:sldMk cId="1239007380" sldId="276"/>
        </pc:sldMkLst>
        <pc:spChg chg="mod">
          <ac:chgData name="Sara Muneeb" userId="29b624b1-a719-43f5-9b52-388cd4043c04" providerId="ADAL" clId="{4EBDB337-B053-451B-BE3B-98111AAF493B}" dt="2022-12-23T07:36:13.604" v="3731" actId="20577"/>
          <ac:spMkLst>
            <pc:docMk/>
            <pc:sldMk cId="1239007380" sldId="276"/>
            <ac:spMk id="2" creationId="{B988324C-6016-9D5F-94A1-3E02DAF1618C}"/>
          </ac:spMkLst>
        </pc:spChg>
        <pc:spChg chg="mod">
          <ac:chgData name="Sara Muneeb" userId="29b624b1-a719-43f5-9b52-388cd4043c04" providerId="ADAL" clId="{4EBDB337-B053-451B-BE3B-98111AAF493B}" dt="2022-12-23T07:44:18.723" v="3800" actId="20577"/>
          <ac:spMkLst>
            <pc:docMk/>
            <pc:sldMk cId="1239007380" sldId="276"/>
            <ac:spMk id="3" creationId="{25191D8A-8D04-DCF7-A720-5C9BC818E5D9}"/>
          </ac:spMkLst>
        </pc:spChg>
        <pc:spChg chg="add del">
          <ac:chgData name="Sara Muneeb" userId="29b624b1-a719-43f5-9b52-388cd4043c04" providerId="ADAL" clId="{4EBDB337-B053-451B-BE3B-98111AAF493B}" dt="2022-12-23T07:39:59.558" v="3778"/>
          <ac:spMkLst>
            <pc:docMk/>
            <pc:sldMk cId="1239007380" sldId="276"/>
            <ac:spMk id="6" creationId="{936BA448-4F69-C652-E53A-28079A6249E0}"/>
          </ac:spMkLst>
        </pc:spChg>
        <pc:picChg chg="add mod">
          <ac:chgData name="Sara Muneeb" userId="29b624b1-a719-43f5-9b52-388cd4043c04" providerId="ADAL" clId="{4EBDB337-B053-451B-BE3B-98111AAF493B}" dt="2022-12-23T07:44:21.619" v="3801" actId="1076"/>
          <ac:picMkLst>
            <pc:docMk/>
            <pc:sldMk cId="1239007380" sldId="276"/>
            <ac:picMk id="5" creationId="{B30320BC-1DE5-22E7-FD25-49B7F265E843}"/>
          </ac:picMkLst>
        </pc:picChg>
        <pc:picChg chg="add del mod ord">
          <ac:chgData name="Sara Muneeb" userId="29b624b1-a719-43f5-9b52-388cd4043c04" providerId="ADAL" clId="{4EBDB337-B053-451B-BE3B-98111AAF493B}" dt="2022-12-23T07:44:10.610" v="3796" actId="478"/>
          <ac:picMkLst>
            <pc:docMk/>
            <pc:sldMk cId="1239007380" sldId="276"/>
            <ac:picMk id="8" creationId="{436BBFD1-0646-6A36-E633-F21B19D2A7FA}"/>
          </ac:picMkLst>
        </pc:picChg>
        <pc:picChg chg="add mod">
          <ac:chgData name="Sara Muneeb" userId="29b624b1-a719-43f5-9b52-388cd4043c04" providerId="ADAL" clId="{4EBDB337-B053-451B-BE3B-98111AAF493B}" dt="2022-12-23T07:44:26.382" v="3802" actId="1076"/>
          <ac:picMkLst>
            <pc:docMk/>
            <pc:sldMk cId="1239007380" sldId="276"/>
            <ac:picMk id="6148" creationId="{261167D3-3B15-144F-E317-DF0DB7201D81}"/>
          </ac:picMkLst>
        </pc:picChg>
      </pc:sldChg>
      <pc:sldChg chg="modSp new del mod">
        <pc:chgData name="Sara Muneeb" userId="29b624b1-a719-43f5-9b52-388cd4043c04" providerId="ADAL" clId="{4EBDB337-B053-451B-BE3B-98111AAF493B}" dt="2022-12-21T07:11:22.783" v="2747" actId="47"/>
        <pc:sldMkLst>
          <pc:docMk/>
          <pc:sldMk cId="3418049262" sldId="276"/>
        </pc:sldMkLst>
        <pc:spChg chg="mod">
          <ac:chgData name="Sara Muneeb" userId="29b624b1-a719-43f5-9b52-388cd4043c04" providerId="ADAL" clId="{4EBDB337-B053-451B-BE3B-98111AAF493B}" dt="2022-12-20T08:28:11.317" v="1158" actId="20577"/>
          <ac:spMkLst>
            <pc:docMk/>
            <pc:sldMk cId="3418049262" sldId="276"/>
            <ac:spMk id="2" creationId="{B9511396-0A20-1003-A874-8A844823C66D}"/>
          </ac:spMkLst>
        </pc:spChg>
        <pc:spChg chg="mod">
          <ac:chgData name="Sara Muneeb" userId="29b624b1-a719-43f5-9b52-388cd4043c04" providerId="ADAL" clId="{4EBDB337-B053-451B-BE3B-98111AAF493B}" dt="2022-12-20T08:16:38.789" v="1057" actId="20577"/>
          <ac:spMkLst>
            <pc:docMk/>
            <pc:sldMk cId="3418049262" sldId="276"/>
            <ac:spMk id="3" creationId="{1BECF359-D9F8-E6CC-73FA-BB0A58E1A7E5}"/>
          </ac:spMkLst>
        </pc:spChg>
      </pc:sldChg>
      <pc:sldChg chg="addSp delSp modSp new del mod modAnim">
        <pc:chgData name="Sara Muneeb" userId="29b624b1-a719-43f5-9b52-388cd4043c04" providerId="ADAL" clId="{4EBDB337-B053-451B-BE3B-98111AAF493B}" dt="2022-12-21T07:11:22.783" v="2747" actId="47"/>
        <pc:sldMkLst>
          <pc:docMk/>
          <pc:sldMk cId="1741141936" sldId="277"/>
        </pc:sldMkLst>
        <pc:spChg chg="mod">
          <ac:chgData name="Sara Muneeb" userId="29b624b1-a719-43f5-9b52-388cd4043c04" providerId="ADAL" clId="{4EBDB337-B053-451B-BE3B-98111AAF493B}" dt="2022-12-20T08:19:42.676" v="1070" actId="20577"/>
          <ac:spMkLst>
            <pc:docMk/>
            <pc:sldMk cId="1741141936" sldId="277"/>
            <ac:spMk id="2" creationId="{978AF479-226E-0583-F883-2CAC9E3BE5AF}"/>
          </ac:spMkLst>
        </pc:spChg>
        <pc:spChg chg="del mod">
          <ac:chgData name="Sara Muneeb" userId="29b624b1-a719-43f5-9b52-388cd4043c04" providerId="ADAL" clId="{4EBDB337-B053-451B-BE3B-98111AAF493B}" dt="2022-12-20T08:19:39.392" v="1063"/>
          <ac:spMkLst>
            <pc:docMk/>
            <pc:sldMk cId="1741141936" sldId="277"/>
            <ac:spMk id="3" creationId="{DED71310-30AC-99CE-2D3C-37CC07B6FD0F}"/>
          </ac:spMkLst>
        </pc:spChg>
        <pc:picChg chg="add mod">
          <ac:chgData name="Sara Muneeb" userId="29b624b1-a719-43f5-9b52-388cd4043c04" providerId="ADAL" clId="{4EBDB337-B053-451B-BE3B-98111AAF493B}" dt="2022-12-20T08:19:39.392" v="1063"/>
          <ac:picMkLst>
            <pc:docMk/>
            <pc:sldMk cId="1741141936" sldId="277"/>
            <ac:picMk id="4" creationId="{DC41324C-F508-0428-6C43-BCB226368FEA}"/>
          </ac:picMkLst>
        </pc:picChg>
      </pc:sldChg>
      <pc:sldChg chg="modSp new mod">
        <pc:chgData name="Sara Muneeb" userId="29b624b1-a719-43f5-9b52-388cd4043c04" providerId="ADAL" clId="{4EBDB337-B053-451B-BE3B-98111AAF493B}" dt="2022-12-23T07:47:25.360" v="3858" actId="20577"/>
        <pc:sldMkLst>
          <pc:docMk/>
          <pc:sldMk cId="4238784123" sldId="277"/>
        </pc:sldMkLst>
        <pc:spChg chg="mod">
          <ac:chgData name="Sara Muneeb" userId="29b624b1-a719-43f5-9b52-388cd4043c04" providerId="ADAL" clId="{4EBDB337-B053-451B-BE3B-98111AAF493B}" dt="2022-12-23T07:45:41.452" v="3808" actId="20577"/>
          <ac:spMkLst>
            <pc:docMk/>
            <pc:sldMk cId="4238784123" sldId="277"/>
            <ac:spMk id="2" creationId="{740E6AB7-B830-BA37-782B-FFFB9DD6F3A6}"/>
          </ac:spMkLst>
        </pc:spChg>
        <pc:spChg chg="mod">
          <ac:chgData name="Sara Muneeb" userId="29b624b1-a719-43f5-9b52-388cd4043c04" providerId="ADAL" clId="{4EBDB337-B053-451B-BE3B-98111AAF493B}" dt="2022-12-23T07:47:25.360" v="3858" actId="20577"/>
          <ac:spMkLst>
            <pc:docMk/>
            <pc:sldMk cId="4238784123" sldId="277"/>
            <ac:spMk id="3" creationId="{9C3D8AA4-36A4-181D-D68C-FFC66ABB4739}"/>
          </ac:spMkLst>
        </pc:spChg>
      </pc:sldChg>
      <pc:sldChg chg="addSp delSp modSp new del mod">
        <pc:chgData name="Sara Muneeb" userId="29b624b1-a719-43f5-9b52-388cd4043c04" providerId="ADAL" clId="{4EBDB337-B053-451B-BE3B-98111AAF493B}" dt="2022-12-21T07:11:22.783" v="2747" actId="47"/>
        <pc:sldMkLst>
          <pc:docMk/>
          <pc:sldMk cId="23899939" sldId="278"/>
        </pc:sldMkLst>
        <pc:spChg chg="mod">
          <ac:chgData name="Sara Muneeb" userId="29b624b1-a719-43f5-9b52-388cd4043c04" providerId="ADAL" clId="{4EBDB337-B053-451B-BE3B-98111AAF493B}" dt="2022-12-20T08:21:43.228" v="1088" actId="20577"/>
          <ac:spMkLst>
            <pc:docMk/>
            <pc:sldMk cId="23899939" sldId="278"/>
            <ac:spMk id="2" creationId="{E18446C9-BB40-DF68-0681-2637FD374431}"/>
          </ac:spMkLst>
        </pc:spChg>
        <pc:spChg chg="del">
          <ac:chgData name="Sara Muneeb" userId="29b624b1-a719-43f5-9b52-388cd4043c04" providerId="ADAL" clId="{4EBDB337-B053-451B-BE3B-98111AAF493B}" dt="2022-12-20T08:21:46.384" v="1089"/>
          <ac:spMkLst>
            <pc:docMk/>
            <pc:sldMk cId="23899939" sldId="278"/>
            <ac:spMk id="3" creationId="{1BC1306B-D19C-C8B5-9893-F02654AB749B}"/>
          </ac:spMkLst>
        </pc:spChg>
        <pc:picChg chg="add mod">
          <ac:chgData name="Sara Muneeb" userId="29b624b1-a719-43f5-9b52-388cd4043c04" providerId="ADAL" clId="{4EBDB337-B053-451B-BE3B-98111AAF493B}" dt="2022-12-20T08:21:52.270" v="1092" actId="1036"/>
          <ac:picMkLst>
            <pc:docMk/>
            <pc:sldMk cId="23899939" sldId="278"/>
            <ac:picMk id="3074" creationId="{5EC70BA7-A445-C968-06B5-C23B6A93FFCE}"/>
          </ac:picMkLst>
        </pc:picChg>
      </pc:sldChg>
      <pc:sldChg chg="modSp new mod">
        <pc:chgData name="Sara Muneeb" userId="29b624b1-a719-43f5-9b52-388cd4043c04" providerId="ADAL" clId="{4EBDB337-B053-451B-BE3B-98111AAF493B}" dt="2022-12-23T07:52:10.387" v="3946" actId="20577"/>
        <pc:sldMkLst>
          <pc:docMk/>
          <pc:sldMk cId="2125336047" sldId="278"/>
        </pc:sldMkLst>
        <pc:spChg chg="mod">
          <ac:chgData name="Sara Muneeb" userId="29b624b1-a719-43f5-9b52-388cd4043c04" providerId="ADAL" clId="{4EBDB337-B053-451B-BE3B-98111AAF493B}" dt="2022-12-23T07:48:25.846" v="3913" actId="20577"/>
          <ac:spMkLst>
            <pc:docMk/>
            <pc:sldMk cId="2125336047" sldId="278"/>
            <ac:spMk id="2" creationId="{80416443-1F9A-05FB-E27C-E62D523B3B4B}"/>
          </ac:spMkLst>
        </pc:spChg>
        <pc:spChg chg="mod">
          <ac:chgData name="Sara Muneeb" userId="29b624b1-a719-43f5-9b52-388cd4043c04" providerId="ADAL" clId="{4EBDB337-B053-451B-BE3B-98111AAF493B}" dt="2022-12-23T07:52:10.387" v="3946" actId="20577"/>
          <ac:spMkLst>
            <pc:docMk/>
            <pc:sldMk cId="2125336047" sldId="278"/>
            <ac:spMk id="3" creationId="{40E8C594-BC44-D266-84EB-D52F8AF87B66}"/>
          </ac:spMkLst>
        </pc:spChg>
      </pc:sldChg>
      <pc:sldChg chg="modSp new mod">
        <pc:chgData name="Sara Muneeb" userId="29b624b1-a719-43f5-9b52-388cd4043c04" providerId="ADAL" clId="{4EBDB337-B053-451B-BE3B-98111AAF493B}" dt="2022-12-23T07:53:05.870" v="4061" actId="20577"/>
        <pc:sldMkLst>
          <pc:docMk/>
          <pc:sldMk cId="424997479" sldId="279"/>
        </pc:sldMkLst>
        <pc:spChg chg="mod">
          <ac:chgData name="Sara Muneeb" userId="29b624b1-a719-43f5-9b52-388cd4043c04" providerId="ADAL" clId="{4EBDB337-B053-451B-BE3B-98111AAF493B}" dt="2022-12-23T07:52:20.788" v="3970" actId="20577"/>
          <ac:spMkLst>
            <pc:docMk/>
            <pc:sldMk cId="424997479" sldId="279"/>
            <ac:spMk id="2" creationId="{8738E7CE-33FD-DA00-FECC-8CC120E48502}"/>
          </ac:spMkLst>
        </pc:spChg>
        <pc:spChg chg="mod">
          <ac:chgData name="Sara Muneeb" userId="29b624b1-a719-43f5-9b52-388cd4043c04" providerId="ADAL" clId="{4EBDB337-B053-451B-BE3B-98111AAF493B}" dt="2022-12-23T07:53:05.870" v="4061" actId="20577"/>
          <ac:spMkLst>
            <pc:docMk/>
            <pc:sldMk cId="424997479" sldId="279"/>
            <ac:spMk id="3" creationId="{12E2C29A-4EEB-9315-D974-50804BB5711D}"/>
          </ac:spMkLst>
        </pc:spChg>
      </pc:sldChg>
      <pc:sldChg chg="modSp new del mod ord">
        <pc:chgData name="Sara Muneeb" userId="29b624b1-a719-43f5-9b52-388cd4043c04" providerId="ADAL" clId="{4EBDB337-B053-451B-BE3B-98111AAF493B}" dt="2022-12-21T07:11:22.783" v="2747" actId="47"/>
        <pc:sldMkLst>
          <pc:docMk/>
          <pc:sldMk cId="3196103122" sldId="279"/>
        </pc:sldMkLst>
        <pc:spChg chg="mod">
          <ac:chgData name="Sara Muneeb" userId="29b624b1-a719-43f5-9b52-388cd4043c04" providerId="ADAL" clId="{4EBDB337-B053-451B-BE3B-98111AAF493B}" dt="2022-12-20T09:16:40.663" v="1194" actId="20577"/>
          <ac:spMkLst>
            <pc:docMk/>
            <pc:sldMk cId="3196103122" sldId="279"/>
            <ac:spMk id="2" creationId="{5B13A3C6-E1AD-408B-E5CC-34D2FBBCAAF7}"/>
          </ac:spMkLst>
        </pc:spChg>
        <pc:spChg chg="mod">
          <ac:chgData name="Sara Muneeb" userId="29b624b1-a719-43f5-9b52-388cd4043c04" providerId="ADAL" clId="{4EBDB337-B053-451B-BE3B-98111AAF493B}" dt="2022-12-20T09:17:51.698" v="1217" actId="207"/>
          <ac:spMkLst>
            <pc:docMk/>
            <pc:sldMk cId="3196103122" sldId="279"/>
            <ac:spMk id="3" creationId="{66172DC9-EA5E-AB91-8EBB-D2148BC658B6}"/>
          </ac:spMkLst>
        </pc:spChg>
      </pc:sldChg>
      <pc:sldChg chg="new del">
        <pc:chgData name="Sara Muneeb" userId="29b624b1-a719-43f5-9b52-388cd4043c04" providerId="ADAL" clId="{4EBDB337-B053-451B-BE3B-98111AAF493B}" dt="2022-12-20T08:28:20.862" v="1162" actId="680"/>
        <pc:sldMkLst>
          <pc:docMk/>
          <pc:sldMk cId="3507449443" sldId="279"/>
        </pc:sldMkLst>
      </pc:sldChg>
      <pc:sldChg chg="new del">
        <pc:chgData name="Sara Muneeb" userId="29b624b1-a719-43f5-9b52-388cd4043c04" providerId="ADAL" clId="{4EBDB337-B053-451B-BE3B-98111AAF493B}" dt="2022-12-20T08:28:18.190" v="1161" actId="680"/>
        <pc:sldMkLst>
          <pc:docMk/>
          <pc:sldMk cId="1347083083" sldId="280"/>
        </pc:sldMkLst>
      </pc:sldChg>
      <pc:sldChg chg="modSp new del mod ord">
        <pc:chgData name="Sara Muneeb" userId="29b624b1-a719-43f5-9b52-388cd4043c04" providerId="ADAL" clId="{4EBDB337-B053-451B-BE3B-98111AAF493B}" dt="2022-12-21T07:11:22.783" v="2747" actId="47"/>
        <pc:sldMkLst>
          <pc:docMk/>
          <pc:sldMk cId="2913298056" sldId="280"/>
        </pc:sldMkLst>
        <pc:spChg chg="mod">
          <ac:chgData name="Sara Muneeb" userId="29b624b1-a719-43f5-9b52-388cd4043c04" providerId="ADAL" clId="{4EBDB337-B053-451B-BE3B-98111AAF493B}" dt="2022-12-20T09:18:50.533" v="1224" actId="20577"/>
          <ac:spMkLst>
            <pc:docMk/>
            <pc:sldMk cId="2913298056" sldId="280"/>
            <ac:spMk id="2" creationId="{7C622C49-A025-8596-2067-58671FF4D751}"/>
          </ac:spMkLst>
        </pc:spChg>
        <pc:spChg chg="mod">
          <ac:chgData name="Sara Muneeb" userId="29b624b1-a719-43f5-9b52-388cd4043c04" providerId="ADAL" clId="{4EBDB337-B053-451B-BE3B-98111AAF493B}" dt="2022-12-20T09:37:24.420" v="1397" actId="123"/>
          <ac:spMkLst>
            <pc:docMk/>
            <pc:sldMk cId="2913298056" sldId="280"/>
            <ac:spMk id="3" creationId="{EBC58741-388B-55F5-A420-53347F77A474}"/>
          </ac:spMkLst>
        </pc:spChg>
      </pc:sldChg>
      <pc:sldChg chg="addSp delSp modSp new del mod ord">
        <pc:chgData name="Sara Muneeb" userId="29b624b1-a719-43f5-9b52-388cd4043c04" providerId="ADAL" clId="{4EBDB337-B053-451B-BE3B-98111AAF493B}" dt="2022-12-21T07:11:22.783" v="2747" actId="47"/>
        <pc:sldMkLst>
          <pc:docMk/>
          <pc:sldMk cId="1365006384" sldId="281"/>
        </pc:sldMkLst>
        <pc:spChg chg="mod">
          <ac:chgData name="Sara Muneeb" userId="29b624b1-a719-43f5-9b52-388cd4043c04" providerId="ADAL" clId="{4EBDB337-B053-451B-BE3B-98111AAF493B}" dt="2022-12-20T09:42:02.123" v="1472" actId="20577"/>
          <ac:spMkLst>
            <pc:docMk/>
            <pc:sldMk cId="1365006384" sldId="281"/>
            <ac:spMk id="2" creationId="{F17D8F1B-F3FF-AFEA-4362-BCD43F49153B}"/>
          </ac:spMkLst>
        </pc:spChg>
        <pc:spChg chg="mod">
          <ac:chgData name="Sara Muneeb" userId="29b624b1-a719-43f5-9b52-388cd4043c04" providerId="ADAL" clId="{4EBDB337-B053-451B-BE3B-98111AAF493B}" dt="2022-12-20T10:38:10.669" v="2148" actId="20577"/>
          <ac:spMkLst>
            <pc:docMk/>
            <pc:sldMk cId="1365006384" sldId="281"/>
            <ac:spMk id="3" creationId="{0DECC99B-5FF1-60C1-0BDE-39C64381AD1B}"/>
          </ac:spMkLst>
        </pc:spChg>
        <pc:picChg chg="add del mod">
          <ac:chgData name="Sara Muneeb" userId="29b624b1-a719-43f5-9b52-388cd4043c04" providerId="ADAL" clId="{4EBDB337-B053-451B-BE3B-98111AAF493B}" dt="2022-12-20T09:47:32.895" v="1549" actId="21"/>
          <ac:picMkLst>
            <pc:docMk/>
            <pc:sldMk cId="1365006384" sldId="281"/>
            <ac:picMk id="1026" creationId="{4C5AC117-D36B-1E56-D744-9D5D1ADC95E1}"/>
          </ac:picMkLst>
        </pc:picChg>
      </pc:sldChg>
      <pc:sldChg chg="addSp modSp new del mod ord">
        <pc:chgData name="Sara Muneeb" userId="29b624b1-a719-43f5-9b52-388cd4043c04" providerId="ADAL" clId="{4EBDB337-B053-451B-BE3B-98111AAF493B}" dt="2022-12-21T07:11:22.783" v="2747" actId="47"/>
        <pc:sldMkLst>
          <pc:docMk/>
          <pc:sldMk cId="3949002943" sldId="282"/>
        </pc:sldMkLst>
        <pc:spChg chg="mod">
          <ac:chgData name="Sara Muneeb" userId="29b624b1-a719-43f5-9b52-388cd4043c04" providerId="ADAL" clId="{4EBDB337-B053-451B-BE3B-98111AAF493B}" dt="2022-12-20T09:42:49.791" v="1476" actId="27636"/>
          <ac:spMkLst>
            <pc:docMk/>
            <pc:sldMk cId="3949002943" sldId="282"/>
            <ac:spMk id="2" creationId="{11F61F54-0364-7E3A-0BB6-AACE1B735CD3}"/>
          </ac:spMkLst>
        </pc:spChg>
        <pc:spChg chg="mod">
          <ac:chgData name="Sara Muneeb" userId="29b624b1-a719-43f5-9b52-388cd4043c04" providerId="ADAL" clId="{4EBDB337-B053-451B-BE3B-98111AAF493B}" dt="2022-12-20T09:47:49.046" v="1554" actId="6549"/>
          <ac:spMkLst>
            <pc:docMk/>
            <pc:sldMk cId="3949002943" sldId="282"/>
            <ac:spMk id="3" creationId="{3492E85D-35D4-44C1-E7E5-75B6FA7B2E02}"/>
          </ac:spMkLst>
        </pc:spChg>
        <pc:picChg chg="add mod">
          <ac:chgData name="Sara Muneeb" userId="29b624b1-a719-43f5-9b52-388cd4043c04" providerId="ADAL" clId="{4EBDB337-B053-451B-BE3B-98111AAF493B}" dt="2022-12-20T09:49:53.564" v="1559" actId="1076"/>
          <ac:picMkLst>
            <pc:docMk/>
            <pc:sldMk cId="3949002943" sldId="282"/>
            <ac:picMk id="4" creationId="{5955BFC2-42B3-F541-2BE2-D5B815A589E3}"/>
          </ac:picMkLst>
        </pc:picChg>
      </pc:sldChg>
      <pc:sldChg chg="addSp modSp new del mod ord">
        <pc:chgData name="Sara Muneeb" userId="29b624b1-a719-43f5-9b52-388cd4043c04" providerId="ADAL" clId="{4EBDB337-B053-451B-BE3B-98111AAF493B}" dt="2022-12-21T07:11:22.783" v="2747" actId="47"/>
        <pc:sldMkLst>
          <pc:docMk/>
          <pc:sldMk cId="1732995186" sldId="283"/>
        </pc:sldMkLst>
        <pc:spChg chg="mod">
          <ac:chgData name="Sara Muneeb" userId="29b624b1-a719-43f5-9b52-388cd4043c04" providerId="ADAL" clId="{4EBDB337-B053-451B-BE3B-98111AAF493B}" dt="2022-12-20T09:50:24.384" v="1608" actId="313"/>
          <ac:spMkLst>
            <pc:docMk/>
            <pc:sldMk cId="1732995186" sldId="283"/>
            <ac:spMk id="2" creationId="{652B9015-9D25-48C2-7211-98F1D0CE6D42}"/>
          </ac:spMkLst>
        </pc:spChg>
        <pc:spChg chg="mod">
          <ac:chgData name="Sara Muneeb" userId="29b624b1-a719-43f5-9b52-388cd4043c04" providerId="ADAL" clId="{4EBDB337-B053-451B-BE3B-98111AAF493B}" dt="2022-12-20T09:56:02.542" v="1722" actId="12"/>
          <ac:spMkLst>
            <pc:docMk/>
            <pc:sldMk cId="1732995186" sldId="283"/>
            <ac:spMk id="3" creationId="{CFC41144-B65F-2C3A-A737-AF2D202DC1A2}"/>
          </ac:spMkLst>
        </pc:spChg>
        <pc:picChg chg="add mod">
          <ac:chgData name="Sara Muneeb" userId="29b624b1-a719-43f5-9b52-388cd4043c04" providerId="ADAL" clId="{4EBDB337-B053-451B-BE3B-98111AAF493B}" dt="2022-12-20T09:56:06.641" v="1723" actId="1076"/>
          <ac:picMkLst>
            <pc:docMk/>
            <pc:sldMk cId="1732995186" sldId="283"/>
            <ac:picMk id="2050" creationId="{1B7F1CAF-2802-DAB5-29CB-1F23AF33DD33}"/>
          </ac:picMkLst>
        </pc:picChg>
      </pc:sldChg>
      <pc:sldChg chg="modSp new del mod ord">
        <pc:chgData name="Sara Muneeb" userId="29b624b1-a719-43f5-9b52-388cd4043c04" providerId="ADAL" clId="{4EBDB337-B053-451B-BE3B-98111AAF493B}" dt="2022-12-21T07:11:22.783" v="2747" actId="47"/>
        <pc:sldMkLst>
          <pc:docMk/>
          <pc:sldMk cId="2413934603" sldId="284"/>
        </pc:sldMkLst>
        <pc:spChg chg="mod">
          <ac:chgData name="Sara Muneeb" userId="29b624b1-a719-43f5-9b52-388cd4043c04" providerId="ADAL" clId="{4EBDB337-B053-451B-BE3B-98111AAF493B}" dt="2022-12-20T09:54:31.506" v="1666" actId="20577"/>
          <ac:spMkLst>
            <pc:docMk/>
            <pc:sldMk cId="2413934603" sldId="284"/>
            <ac:spMk id="2" creationId="{24FF225D-CD30-2674-FE1F-D7C158884AA3}"/>
          </ac:spMkLst>
        </pc:spChg>
        <pc:spChg chg="mod">
          <ac:chgData name="Sara Muneeb" userId="29b624b1-a719-43f5-9b52-388cd4043c04" providerId="ADAL" clId="{4EBDB337-B053-451B-BE3B-98111AAF493B}" dt="2022-12-20T09:57:46.850" v="1755" actId="404"/>
          <ac:spMkLst>
            <pc:docMk/>
            <pc:sldMk cId="2413934603" sldId="284"/>
            <ac:spMk id="3" creationId="{0AC1DDC4-2463-1990-B3DE-C88C54597CB6}"/>
          </ac:spMkLst>
        </pc:spChg>
      </pc:sldChg>
      <pc:sldChg chg="modSp new del mod ord">
        <pc:chgData name="Sara Muneeb" userId="29b624b1-a719-43f5-9b52-388cd4043c04" providerId="ADAL" clId="{4EBDB337-B053-451B-BE3B-98111AAF493B}" dt="2022-12-21T07:11:22.783" v="2747" actId="47"/>
        <pc:sldMkLst>
          <pc:docMk/>
          <pc:sldMk cId="3022304083" sldId="285"/>
        </pc:sldMkLst>
        <pc:spChg chg="mod">
          <ac:chgData name="Sara Muneeb" userId="29b624b1-a719-43f5-9b52-388cd4043c04" providerId="ADAL" clId="{4EBDB337-B053-451B-BE3B-98111AAF493B}" dt="2022-12-20T10:28:32.585" v="1936" actId="20577"/>
          <ac:spMkLst>
            <pc:docMk/>
            <pc:sldMk cId="3022304083" sldId="285"/>
            <ac:spMk id="2" creationId="{4DC2E1EB-D66B-08AA-8A8D-785305BF31CB}"/>
          </ac:spMkLst>
        </pc:spChg>
        <pc:spChg chg="mod">
          <ac:chgData name="Sara Muneeb" userId="29b624b1-a719-43f5-9b52-388cd4043c04" providerId="ADAL" clId="{4EBDB337-B053-451B-BE3B-98111AAF493B}" dt="2022-12-20T10:29:32.282" v="1973" actId="20577"/>
          <ac:spMkLst>
            <pc:docMk/>
            <pc:sldMk cId="3022304083" sldId="285"/>
            <ac:spMk id="3" creationId="{9FB7354E-2443-A88B-5D1F-1C5876D12CD3}"/>
          </ac:spMkLst>
        </pc:spChg>
      </pc:sldChg>
      <pc:sldChg chg="modSp new del mod ord">
        <pc:chgData name="Sara Muneeb" userId="29b624b1-a719-43f5-9b52-388cd4043c04" providerId="ADAL" clId="{4EBDB337-B053-451B-BE3B-98111AAF493B}" dt="2022-12-21T07:11:22.783" v="2747" actId="47"/>
        <pc:sldMkLst>
          <pc:docMk/>
          <pc:sldMk cId="546823906" sldId="286"/>
        </pc:sldMkLst>
        <pc:spChg chg="mod">
          <ac:chgData name="Sara Muneeb" userId="29b624b1-a719-43f5-9b52-388cd4043c04" providerId="ADAL" clId="{4EBDB337-B053-451B-BE3B-98111AAF493B}" dt="2022-12-20T09:58:10.006" v="1788" actId="20577"/>
          <ac:spMkLst>
            <pc:docMk/>
            <pc:sldMk cId="546823906" sldId="286"/>
            <ac:spMk id="2" creationId="{B5ED45B1-C00B-FC1A-2FFF-3458ED070D31}"/>
          </ac:spMkLst>
        </pc:spChg>
        <pc:spChg chg="mod">
          <ac:chgData name="Sara Muneeb" userId="29b624b1-a719-43f5-9b52-388cd4043c04" providerId="ADAL" clId="{4EBDB337-B053-451B-BE3B-98111AAF493B}" dt="2022-12-20T09:59:17.090" v="1824" actId="27636"/>
          <ac:spMkLst>
            <pc:docMk/>
            <pc:sldMk cId="546823906" sldId="286"/>
            <ac:spMk id="3" creationId="{FCD855CD-9A83-BF66-7CA6-D80C5C6ADD55}"/>
          </ac:spMkLst>
        </pc:spChg>
      </pc:sldChg>
      <pc:sldChg chg="modSp new del mod ord">
        <pc:chgData name="Sara Muneeb" userId="29b624b1-a719-43f5-9b52-388cd4043c04" providerId="ADAL" clId="{4EBDB337-B053-451B-BE3B-98111AAF493B}" dt="2022-12-21T07:11:22.783" v="2747" actId="47"/>
        <pc:sldMkLst>
          <pc:docMk/>
          <pc:sldMk cId="2712720102" sldId="287"/>
        </pc:sldMkLst>
        <pc:spChg chg="mod">
          <ac:chgData name="Sara Muneeb" userId="29b624b1-a719-43f5-9b52-388cd4043c04" providerId="ADAL" clId="{4EBDB337-B053-451B-BE3B-98111AAF493B}" dt="2022-12-20T10:05:37.918" v="1842" actId="20577"/>
          <ac:spMkLst>
            <pc:docMk/>
            <pc:sldMk cId="2712720102" sldId="287"/>
            <ac:spMk id="2" creationId="{0DC161FC-5041-0608-6500-ACF84FF478EA}"/>
          </ac:spMkLst>
        </pc:spChg>
        <pc:spChg chg="mod">
          <ac:chgData name="Sara Muneeb" userId="29b624b1-a719-43f5-9b52-388cd4043c04" providerId="ADAL" clId="{4EBDB337-B053-451B-BE3B-98111AAF493B}" dt="2022-12-20T10:07:33.859" v="1890" actId="123"/>
          <ac:spMkLst>
            <pc:docMk/>
            <pc:sldMk cId="2712720102" sldId="287"/>
            <ac:spMk id="3" creationId="{B45D6DBA-4E57-8E22-23E7-0F5D81351023}"/>
          </ac:spMkLst>
        </pc:spChg>
      </pc:sldChg>
      <pc:sldChg chg="modSp new del mod ord">
        <pc:chgData name="Sara Muneeb" userId="29b624b1-a719-43f5-9b52-388cd4043c04" providerId="ADAL" clId="{4EBDB337-B053-451B-BE3B-98111AAF493B}" dt="2022-12-21T07:11:22.783" v="2747" actId="47"/>
        <pc:sldMkLst>
          <pc:docMk/>
          <pc:sldMk cId="2937640188" sldId="288"/>
        </pc:sldMkLst>
        <pc:spChg chg="mod">
          <ac:chgData name="Sara Muneeb" userId="29b624b1-a719-43f5-9b52-388cd4043c04" providerId="ADAL" clId="{4EBDB337-B053-451B-BE3B-98111AAF493B}" dt="2022-12-20T10:09:39.456" v="1906" actId="20577"/>
          <ac:spMkLst>
            <pc:docMk/>
            <pc:sldMk cId="2937640188" sldId="288"/>
            <ac:spMk id="2" creationId="{652BAF1F-1EC8-C2CC-9BE4-D54F6DBD7061}"/>
          </ac:spMkLst>
        </pc:spChg>
        <pc:spChg chg="mod">
          <ac:chgData name="Sara Muneeb" userId="29b624b1-a719-43f5-9b52-388cd4043c04" providerId="ADAL" clId="{4EBDB337-B053-451B-BE3B-98111AAF493B}" dt="2022-12-20T10:24:31.508" v="1914" actId="20577"/>
          <ac:spMkLst>
            <pc:docMk/>
            <pc:sldMk cId="2937640188" sldId="288"/>
            <ac:spMk id="3" creationId="{3BC827E3-24AB-A76C-6BD0-44D405B18397}"/>
          </ac:spMkLst>
        </pc:spChg>
      </pc:sldChg>
      <pc:sldChg chg="modSp new del mod ord">
        <pc:chgData name="Sara Muneeb" userId="29b624b1-a719-43f5-9b52-388cd4043c04" providerId="ADAL" clId="{4EBDB337-B053-451B-BE3B-98111AAF493B}" dt="2022-12-21T07:11:22.783" v="2747" actId="47"/>
        <pc:sldMkLst>
          <pc:docMk/>
          <pc:sldMk cId="3827446331" sldId="289"/>
        </pc:sldMkLst>
        <pc:spChg chg="mod">
          <ac:chgData name="Sara Muneeb" userId="29b624b1-a719-43f5-9b52-388cd4043c04" providerId="ADAL" clId="{4EBDB337-B053-451B-BE3B-98111AAF493B}" dt="2022-12-20T10:29:53.445" v="1976" actId="27636"/>
          <ac:spMkLst>
            <pc:docMk/>
            <pc:sldMk cId="3827446331" sldId="289"/>
            <ac:spMk id="2" creationId="{4EA535E4-DE22-1B93-461C-4B142AB79B31}"/>
          </ac:spMkLst>
        </pc:spChg>
        <pc:spChg chg="mod">
          <ac:chgData name="Sara Muneeb" userId="29b624b1-a719-43f5-9b52-388cd4043c04" providerId="ADAL" clId="{4EBDB337-B053-451B-BE3B-98111AAF493B}" dt="2022-12-20T10:35:45.773" v="2136" actId="20577"/>
          <ac:spMkLst>
            <pc:docMk/>
            <pc:sldMk cId="3827446331" sldId="289"/>
            <ac:spMk id="3" creationId="{F40FBA88-73A2-86D3-FA22-4E2B14D0A32A}"/>
          </ac:spMkLst>
        </pc:spChg>
      </pc:sldChg>
      <pc:sldChg chg="modSp new del mod ord">
        <pc:chgData name="Sara Muneeb" userId="29b624b1-a719-43f5-9b52-388cd4043c04" providerId="ADAL" clId="{4EBDB337-B053-451B-BE3B-98111AAF493B}" dt="2022-12-21T07:11:22.783" v="2747" actId="47"/>
        <pc:sldMkLst>
          <pc:docMk/>
          <pc:sldMk cId="1264615049" sldId="290"/>
        </pc:sldMkLst>
        <pc:spChg chg="mod">
          <ac:chgData name="Sara Muneeb" userId="29b624b1-a719-43f5-9b52-388cd4043c04" providerId="ADAL" clId="{4EBDB337-B053-451B-BE3B-98111AAF493B}" dt="2022-12-20T10:38:32.498" v="2180" actId="20577"/>
          <ac:spMkLst>
            <pc:docMk/>
            <pc:sldMk cId="1264615049" sldId="290"/>
            <ac:spMk id="2" creationId="{1865A154-0566-6311-BDC5-B6B16392195D}"/>
          </ac:spMkLst>
        </pc:spChg>
        <pc:spChg chg="mod">
          <ac:chgData name="Sara Muneeb" userId="29b624b1-a719-43f5-9b52-388cd4043c04" providerId="ADAL" clId="{4EBDB337-B053-451B-BE3B-98111AAF493B}" dt="2022-12-20T10:55:55.958" v="2387" actId="20577"/>
          <ac:spMkLst>
            <pc:docMk/>
            <pc:sldMk cId="1264615049" sldId="290"/>
            <ac:spMk id="3" creationId="{C9E60575-29C0-BA12-EFD5-31920717B3DD}"/>
          </ac:spMkLst>
        </pc:spChg>
      </pc:sldChg>
      <pc:sldChg chg="addSp delSp modSp new del mod">
        <pc:chgData name="Sara Muneeb" userId="29b624b1-a719-43f5-9b52-388cd4043c04" providerId="ADAL" clId="{4EBDB337-B053-451B-BE3B-98111AAF493B}" dt="2022-12-20T11:01:55.292" v="2514" actId="47"/>
        <pc:sldMkLst>
          <pc:docMk/>
          <pc:sldMk cId="2589648109" sldId="291"/>
        </pc:sldMkLst>
        <pc:spChg chg="mod">
          <ac:chgData name="Sara Muneeb" userId="29b624b1-a719-43f5-9b52-388cd4043c04" providerId="ADAL" clId="{4EBDB337-B053-451B-BE3B-98111AAF493B}" dt="2022-12-20T10:58:47.207" v="2475" actId="20577"/>
          <ac:spMkLst>
            <pc:docMk/>
            <pc:sldMk cId="2589648109" sldId="291"/>
            <ac:spMk id="2" creationId="{3DF22A09-5551-4D02-0EA9-9DAB7582DC14}"/>
          </ac:spMkLst>
        </pc:spChg>
        <pc:spChg chg="del mod">
          <ac:chgData name="Sara Muneeb" userId="29b624b1-a719-43f5-9b52-388cd4043c04" providerId="ADAL" clId="{4EBDB337-B053-451B-BE3B-98111AAF493B}" dt="2022-12-20T10:59:44.895" v="2476" actId="22"/>
          <ac:spMkLst>
            <pc:docMk/>
            <pc:sldMk cId="2589648109" sldId="291"/>
            <ac:spMk id="3" creationId="{7EE0145F-CDB5-E06C-089C-0E21D6DB0FE8}"/>
          </ac:spMkLst>
        </pc:spChg>
        <pc:picChg chg="add mod ord">
          <ac:chgData name="Sara Muneeb" userId="29b624b1-a719-43f5-9b52-388cd4043c04" providerId="ADAL" clId="{4EBDB337-B053-451B-BE3B-98111AAF493B}" dt="2022-12-20T10:59:47.129" v="2477" actId="1076"/>
          <ac:picMkLst>
            <pc:docMk/>
            <pc:sldMk cId="2589648109" sldId="291"/>
            <ac:picMk id="5" creationId="{EBFA5FEA-0B86-31E2-1781-981592B1B2D8}"/>
          </ac:picMkLst>
        </pc:picChg>
      </pc:sldChg>
      <pc:sldChg chg="modSp new del mod">
        <pc:chgData name="Sara Muneeb" userId="29b624b1-a719-43f5-9b52-388cd4043c04" providerId="ADAL" clId="{4EBDB337-B053-451B-BE3B-98111AAF493B}" dt="2022-12-21T07:11:22.783" v="2747" actId="47"/>
        <pc:sldMkLst>
          <pc:docMk/>
          <pc:sldMk cId="2630501231" sldId="291"/>
        </pc:sldMkLst>
        <pc:spChg chg="mod">
          <ac:chgData name="Sara Muneeb" userId="29b624b1-a719-43f5-9b52-388cd4043c04" providerId="ADAL" clId="{4EBDB337-B053-451B-BE3B-98111AAF493B}" dt="2022-12-20T11:02:07.494" v="2530" actId="20577"/>
          <ac:spMkLst>
            <pc:docMk/>
            <pc:sldMk cId="2630501231" sldId="291"/>
            <ac:spMk id="2" creationId="{8873EA3D-14AA-16BB-6F5B-C385D24ADCBC}"/>
          </ac:spMkLst>
        </pc:spChg>
        <pc:spChg chg="mod">
          <ac:chgData name="Sara Muneeb" userId="29b624b1-a719-43f5-9b52-388cd4043c04" providerId="ADAL" clId="{4EBDB337-B053-451B-BE3B-98111AAF493B}" dt="2022-12-20T11:05:06.947" v="2614" actId="20577"/>
          <ac:spMkLst>
            <pc:docMk/>
            <pc:sldMk cId="2630501231" sldId="291"/>
            <ac:spMk id="3" creationId="{50271733-3B73-C2BC-A837-B4CC0B8AD003}"/>
          </ac:spMkLst>
        </pc:spChg>
      </pc:sldChg>
      <pc:sldChg chg="addSp modSp new del mod">
        <pc:chgData name="Sara Muneeb" userId="29b624b1-a719-43f5-9b52-388cd4043c04" providerId="ADAL" clId="{4EBDB337-B053-451B-BE3B-98111AAF493B}" dt="2022-12-21T07:11:22.783" v="2747" actId="47"/>
        <pc:sldMkLst>
          <pc:docMk/>
          <pc:sldMk cId="2906062812" sldId="292"/>
        </pc:sldMkLst>
        <pc:spChg chg="mod">
          <ac:chgData name="Sara Muneeb" userId="29b624b1-a719-43f5-9b52-388cd4043c04" providerId="ADAL" clId="{4EBDB337-B053-451B-BE3B-98111AAF493B}" dt="2022-12-20T11:05:23.559" v="2617" actId="20577"/>
          <ac:spMkLst>
            <pc:docMk/>
            <pc:sldMk cId="2906062812" sldId="292"/>
            <ac:spMk id="2" creationId="{BE5EE9F9-1250-CC1D-81BB-5ED49DBA3423}"/>
          </ac:spMkLst>
        </pc:spChg>
        <pc:spChg chg="mod">
          <ac:chgData name="Sara Muneeb" userId="29b624b1-a719-43f5-9b52-388cd4043c04" providerId="ADAL" clId="{4EBDB337-B053-451B-BE3B-98111AAF493B}" dt="2022-12-20T11:06:36.837" v="2621" actId="20577"/>
          <ac:spMkLst>
            <pc:docMk/>
            <pc:sldMk cId="2906062812" sldId="292"/>
            <ac:spMk id="3" creationId="{AA0A322D-F723-4CC0-7F2D-633B43563046}"/>
          </ac:spMkLst>
        </pc:spChg>
        <pc:spChg chg="add mod">
          <ac:chgData name="Sara Muneeb" userId="29b624b1-a719-43f5-9b52-388cd4043c04" providerId="ADAL" clId="{4EBDB337-B053-451B-BE3B-98111AAF493B}" dt="2022-12-20T11:07:37.677" v="2625" actId="1076"/>
          <ac:spMkLst>
            <pc:docMk/>
            <pc:sldMk cId="2906062812" sldId="292"/>
            <ac:spMk id="7" creationId="{14FC745D-1C0B-F4AB-8025-E93C9825BAE6}"/>
          </ac:spMkLst>
        </pc:spChg>
        <pc:picChg chg="add mod">
          <ac:chgData name="Sara Muneeb" userId="29b624b1-a719-43f5-9b52-388cd4043c04" providerId="ADAL" clId="{4EBDB337-B053-451B-BE3B-98111AAF493B}" dt="2022-12-20T11:07:29.794" v="2623" actId="1076"/>
          <ac:picMkLst>
            <pc:docMk/>
            <pc:sldMk cId="2906062812" sldId="292"/>
            <ac:picMk id="5" creationId="{EC617C84-91A4-90C6-93D3-9F59F3DF4805}"/>
          </ac:picMkLst>
        </pc:picChg>
      </pc:sldChg>
      <pc:sldChg chg="addSp delSp modSp new del mod">
        <pc:chgData name="Sara Muneeb" userId="29b624b1-a719-43f5-9b52-388cd4043c04" providerId="ADAL" clId="{4EBDB337-B053-451B-BE3B-98111AAF493B}" dt="2022-12-20T11:01:57.204" v="2515" actId="47"/>
        <pc:sldMkLst>
          <pc:docMk/>
          <pc:sldMk cId="3806315531" sldId="292"/>
        </pc:sldMkLst>
        <pc:spChg chg="mod">
          <ac:chgData name="Sara Muneeb" userId="29b624b1-a719-43f5-9b52-388cd4043c04" providerId="ADAL" clId="{4EBDB337-B053-451B-BE3B-98111AAF493B}" dt="2022-12-20T11:00:58.384" v="2511" actId="20577"/>
          <ac:spMkLst>
            <pc:docMk/>
            <pc:sldMk cId="3806315531" sldId="292"/>
            <ac:spMk id="2" creationId="{47D36692-2097-134D-F86C-8059FFE9B711}"/>
          </ac:spMkLst>
        </pc:spChg>
        <pc:spChg chg="del">
          <ac:chgData name="Sara Muneeb" userId="29b624b1-a719-43f5-9b52-388cd4043c04" providerId="ADAL" clId="{4EBDB337-B053-451B-BE3B-98111AAF493B}" dt="2022-12-20T11:01:20.598" v="2512" actId="22"/>
          <ac:spMkLst>
            <pc:docMk/>
            <pc:sldMk cId="3806315531" sldId="292"/>
            <ac:spMk id="3" creationId="{097A44D5-39E4-C1FF-FDC1-9B05BDC1FB05}"/>
          </ac:spMkLst>
        </pc:spChg>
        <pc:picChg chg="add mod ord">
          <ac:chgData name="Sara Muneeb" userId="29b624b1-a719-43f5-9b52-388cd4043c04" providerId="ADAL" clId="{4EBDB337-B053-451B-BE3B-98111AAF493B}" dt="2022-12-20T11:01:35.212" v="2513" actId="1036"/>
          <ac:picMkLst>
            <pc:docMk/>
            <pc:sldMk cId="3806315531" sldId="292"/>
            <ac:picMk id="5" creationId="{3760D344-8961-E856-1995-D374C83BBF1D}"/>
          </ac:picMkLst>
        </pc:picChg>
      </pc:sldChg>
      <pc:sldChg chg="addSp modSp new del mod">
        <pc:chgData name="Sara Muneeb" userId="29b624b1-a719-43f5-9b52-388cd4043c04" providerId="ADAL" clId="{4EBDB337-B053-451B-BE3B-98111AAF493B}" dt="2022-12-21T07:11:22.783" v="2747" actId="47"/>
        <pc:sldMkLst>
          <pc:docMk/>
          <pc:sldMk cId="3746666086" sldId="293"/>
        </pc:sldMkLst>
        <pc:spChg chg="mod">
          <ac:chgData name="Sara Muneeb" userId="29b624b1-a719-43f5-9b52-388cd4043c04" providerId="ADAL" clId="{4EBDB337-B053-451B-BE3B-98111AAF493B}" dt="2022-12-20T11:07:50.534" v="2628" actId="27636"/>
          <ac:spMkLst>
            <pc:docMk/>
            <pc:sldMk cId="3746666086" sldId="293"/>
            <ac:spMk id="2" creationId="{F6EA3455-4595-747B-FBA3-5516488EB79A}"/>
          </ac:spMkLst>
        </pc:spChg>
        <pc:spChg chg="mod">
          <ac:chgData name="Sara Muneeb" userId="29b624b1-a719-43f5-9b52-388cd4043c04" providerId="ADAL" clId="{4EBDB337-B053-451B-BE3B-98111AAF493B}" dt="2022-12-20T11:09:01.526" v="2638" actId="404"/>
          <ac:spMkLst>
            <pc:docMk/>
            <pc:sldMk cId="3746666086" sldId="293"/>
            <ac:spMk id="3" creationId="{A7471E93-89EE-7C8F-0764-282C39DF1C28}"/>
          </ac:spMkLst>
        </pc:spChg>
        <pc:picChg chg="add mod">
          <ac:chgData name="Sara Muneeb" userId="29b624b1-a719-43f5-9b52-388cd4043c04" providerId="ADAL" clId="{4EBDB337-B053-451B-BE3B-98111AAF493B}" dt="2022-12-20T11:09:05.467" v="2639" actId="1076"/>
          <ac:picMkLst>
            <pc:docMk/>
            <pc:sldMk cId="3746666086" sldId="293"/>
            <ac:picMk id="1026" creationId="{E0217359-0149-5CCA-5B0B-7B6C6204EFE7}"/>
          </ac:picMkLst>
        </pc:picChg>
      </pc:sldChg>
      <pc:sldChg chg="modSp new del mod">
        <pc:chgData name="Sara Muneeb" userId="29b624b1-a719-43f5-9b52-388cd4043c04" providerId="ADAL" clId="{4EBDB337-B053-451B-BE3B-98111AAF493B}" dt="2022-12-21T07:11:22.783" v="2747" actId="47"/>
        <pc:sldMkLst>
          <pc:docMk/>
          <pc:sldMk cId="3259767129" sldId="294"/>
        </pc:sldMkLst>
        <pc:spChg chg="mod">
          <ac:chgData name="Sara Muneeb" userId="29b624b1-a719-43f5-9b52-388cd4043c04" providerId="ADAL" clId="{4EBDB337-B053-451B-BE3B-98111AAF493B}" dt="2022-12-20T11:09:17.723" v="2651" actId="20577"/>
          <ac:spMkLst>
            <pc:docMk/>
            <pc:sldMk cId="3259767129" sldId="294"/>
            <ac:spMk id="2" creationId="{5B21AABB-4798-6EC4-450A-6D47A74C92BB}"/>
          </ac:spMkLst>
        </pc:spChg>
        <pc:spChg chg="mod">
          <ac:chgData name="Sara Muneeb" userId="29b624b1-a719-43f5-9b52-388cd4043c04" providerId="ADAL" clId="{4EBDB337-B053-451B-BE3B-98111AAF493B}" dt="2022-12-20T11:15:07.155" v="2746" actId="20578"/>
          <ac:spMkLst>
            <pc:docMk/>
            <pc:sldMk cId="3259767129" sldId="294"/>
            <ac:spMk id="3" creationId="{26072E86-5B34-8A22-429C-CFAF7E35266E}"/>
          </ac:spMkLst>
        </pc:spChg>
      </pc:sldChg>
      <pc:sldChg chg="addSp delSp modSp new del mod">
        <pc:chgData name="Sara Muneeb" userId="29b624b1-a719-43f5-9b52-388cd4043c04" providerId="ADAL" clId="{4EBDB337-B053-451B-BE3B-98111AAF493B}" dt="2022-12-21T07:11:22.783" v="2747" actId="47"/>
        <pc:sldMkLst>
          <pc:docMk/>
          <pc:sldMk cId="3782526207" sldId="295"/>
        </pc:sldMkLst>
        <pc:spChg chg="mod">
          <ac:chgData name="Sara Muneeb" userId="29b624b1-a719-43f5-9b52-388cd4043c04" providerId="ADAL" clId="{4EBDB337-B053-451B-BE3B-98111AAF493B}" dt="2022-12-20T11:10:26.957" v="2740" actId="20577"/>
          <ac:spMkLst>
            <pc:docMk/>
            <pc:sldMk cId="3782526207" sldId="295"/>
            <ac:spMk id="2" creationId="{5DC0170E-C9B8-6473-7693-F454F8CA7805}"/>
          </ac:spMkLst>
        </pc:spChg>
        <pc:spChg chg="del">
          <ac:chgData name="Sara Muneeb" userId="29b624b1-a719-43f5-9b52-388cd4043c04" providerId="ADAL" clId="{4EBDB337-B053-451B-BE3B-98111AAF493B}" dt="2022-12-20T11:11:59.009" v="2741"/>
          <ac:spMkLst>
            <pc:docMk/>
            <pc:sldMk cId="3782526207" sldId="295"/>
            <ac:spMk id="3" creationId="{3B109AE0-2AB9-6AEE-2ECC-F9D7EC0C33FD}"/>
          </ac:spMkLst>
        </pc:spChg>
        <pc:picChg chg="add mod">
          <ac:chgData name="Sara Muneeb" userId="29b624b1-a719-43f5-9b52-388cd4043c04" providerId="ADAL" clId="{4EBDB337-B053-451B-BE3B-98111AAF493B}" dt="2022-12-20T11:12:03.566" v="2743" actId="1036"/>
          <ac:picMkLst>
            <pc:docMk/>
            <pc:sldMk cId="3782526207" sldId="295"/>
            <ac:picMk id="2050" creationId="{A4112123-E8C3-2B5B-06C5-F15189C53620}"/>
          </ac:picMkLst>
        </pc:picChg>
      </pc:sldChg>
    </pc:docChg>
  </pc:docChgLst>
  <pc:docChgLst>
    <pc:chgData name="Sara Muneeb" userId="29b624b1-a719-43f5-9b52-388cd4043c04" providerId="ADAL" clId="{B18980C9-B69F-43F8-8AE4-152619B45C55}"/>
    <pc:docChg chg="undo custSel addSld delSld modSld">
      <pc:chgData name="Sara Muneeb" userId="29b624b1-a719-43f5-9b52-388cd4043c04" providerId="ADAL" clId="{B18980C9-B69F-43F8-8AE4-152619B45C55}" dt="2022-12-20T02:10:07.685" v="318" actId="680"/>
      <pc:docMkLst>
        <pc:docMk/>
      </pc:docMkLst>
      <pc:sldChg chg="modSp mod">
        <pc:chgData name="Sara Muneeb" userId="29b624b1-a719-43f5-9b52-388cd4043c04" providerId="ADAL" clId="{B18980C9-B69F-43F8-8AE4-152619B45C55}" dt="2022-12-20T01:48:07.563" v="58" actId="20577"/>
        <pc:sldMkLst>
          <pc:docMk/>
          <pc:sldMk cId="2984185032" sldId="256"/>
        </pc:sldMkLst>
        <pc:spChg chg="mod">
          <ac:chgData name="Sara Muneeb" userId="29b624b1-a719-43f5-9b52-388cd4043c04" providerId="ADAL" clId="{B18980C9-B69F-43F8-8AE4-152619B45C55}" dt="2022-12-20T01:48:07.563" v="58" actId="20577"/>
          <ac:spMkLst>
            <pc:docMk/>
            <pc:sldMk cId="2984185032" sldId="256"/>
            <ac:spMk id="2" creationId="{00000000-0000-0000-0000-000000000000}"/>
          </ac:spMkLst>
        </pc:spChg>
      </pc:sldChg>
      <pc:sldChg chg="del">
        <pc:chgData name="Sara Muneeb" userId="29b624b1-a719-43f5-9b52-388cd4043c04" providerId="ADAL" clId="{B18980C9-B69F-43F8-8AE4-152619B45C55}" dt="2022-12-20T01:46:30.881" v="0" actId="47"/>
        <pc:sldMkLst>
          <pc:docMk/>
          <pc:sldMk cId="2712128638" sldId="257"/>
        </pc:sldMkLst>
      </pc:sldChg>
      <pc:sldChg chg="modSp new mod">
        <pc:chgData name="Sara Muneeb" userId="29b624b1-a719-43f5-9b52-388cd4043c04" providerId="ADAL" clId="{B18980C9-B69F-43F8-8AE4-152619B45C55}" dt="2022-12-20T01:56:19.646" v="185" actId="20577"/>
        <pc:sldMkLst>
          <pc:docMk/>
          <pc:sldMk cId="3235644761" sldId="257"/>
        </pc:sldMkLst>
        <pc:spChg chg="mod">
          <ac:chgData name="Sara Muneeb" userId="29b624b1-a719-43f5-9b52-388cd4043c04" providerId="ADAL" clId="{B18980C9-B69F-43F8-8AE4-152619B45C55}" dt="2022-12-20T01:47:04.559" v="13" actId="20577"/>
          <ac:spMkLst>
            <pc:docMk/>
            <pc:sldMk cId="3235644761" sldId="257"/>
            <ac:spMk id="2" creationId="{10F8E93C-68F2-A040-872A-5835E3650425}"/>
          </ac:spMkLst>
        </pc:spChg>
        <pc:spChg chg="mod">
          <ac:chgData name="Sara Muneeb" userId="29b624b1-a719-43f5-9b52-388cd4043c04" providerId="ADAL" clId="{B18980C9-B69F-43F8-8AE4-152619B45C55}" dt="2022-12-20T01:56:19.646" v="185" actId="20577"/>
          <ac:spMkLst>
            <pc:docMk/>
            <pc:sldMk cId="3235644761" sldId="257"/>
            <ac:spMk id="3" creationId="{0DDC6434-BB2B-32C6-85F3-926B029CA508}"/>
          </ac:spMkLst>
        </pc:spChg>
      </pc:sldChg>
      <pc:sldChg chg="modSp new mod">
        <pc:chgData name="Sara Muneeb" userId="29b624b1-a719-43f5-9b52-388cd4043c04" providerId="ADAL" clId="{B18980C9-B69F-43F8-8AE4-152619B45C55}" dt="2022-12-20T02:00:19.878" v="226" actId="20577"/>
        <pc:sldMkLst>
          <pc:docMk/>
          <pc:sldMk cId="2084073474" sldId="258"/>
        </pc:sldMkLst>
        <pc:spChg chg="mod">
          <ac:chgData name="Sara Muneeb" userId="29b624b1-a719-43f5-9b52-388cd4043c04" providerId="ADAL" clId="{B18980C9-B69F-43F8-8AE4-152619B45C55}" dt="2022-12-20T01:56:31.870" v="199" actId="20577"/>
          <ac:spMkLst>
            <pc:docMk/>
            <pc:sldMk cId="2084073474" sldId="258"/>
            <ac:spMk id="2" creationId="{DC982AE2-C58E-967E-9EE4-55214FFC3A5F}"/>
          </ac:spMkLst>
        </pc:spChg>
        <pc:spChg chg="mod">
          <ac:chgData name="Sara Muneeb" userId="29b624b1-a719-43f5-9b52-388cd4043c04" providerId="ADAL" clId="{B18980C9-B69F-43F8-8AE4-152619B45C55}" dt="2022-12-20T02:00:19.878" v="226" actId="20577"/>
          <ac:spMkLst>
            <pc:docMk/>
            <pc:sldMk cId="2084073474" sldId="258"/>
            <ac:spMk id="3" creationId="{C6722DFC-B9DC-A9D8-0F62-4EE9DED40425}"/>
          </ac:spMkLst>
        </pc:spChg>
      </pc:sldChg>
      <pc:sldChg chg="del">
        <pc:chgData name="Sara Muneeb" userId="29b624b1-a719-43f5-9b52-388cd4043c04" providerId="ADAL" clId="{B18980C9-B69F-43F8-8AE4-152619B45C55}" dt="2022-12-20T01:46:30.881" v="0" actId="47"/>
        <pc:sldMkLst>
          <pc:docMk/>
          <pc:sldMk cId="3269686779" sldId="258"/>
        </pc:sldMkLst>
      </pc:sldChg>
      <pc:sldChg chg="del">
        <pc:chgData name="Sara Muneeb" userId="29b624b1-a719-43f5-9b52-388cd4043c04" providerId="ADAL" clId="{B18980C9-B69F-43F8-8AE4-152619B45C55}" dt="2022-12-20T01:46:30.881" v="0" actId="47"/>
        <pc:sldMkLst>
          <pc:docMk/>
          <pc:sldMk cId="1138474640" sldId="259"/>
        </pc:sldMkLst>
      </pc:sldChg>
      <pc:sldChg chg="addSp modSp new mod">
        <pc:chgData name="Sara Muneeb" userId="29b624b1-a719-43f5-9b52-388cd4043c04" providerId="ADAL" clId="{B18980C9-B69F-43F8-8AE4-152619B45C55}" dt="2022-12-20T02:08:26.149" v="264" actId="20577"/>
        <pc:sldMkLst>
          <pc:docMk/>
          <pc:sldMk cId="2350102548" sldId="259"/>
        </pc:sldMkLst>
        <pc:spChg chg="mod">
          <ac:chgData name="Sara Muneeb" userId="29b624b1-a719-43f5-9b52-388cd4043c04" providerId="ADAL" clId="{B18980C9-B69F-43F8-8AE4-152619B45C55}" dt="2022-12-20T02:08:26.149" v="264" actId="20577"/>
          <ac:spMkLst>
            <pc:docMk/>
            <pc:sldMk cId="2350102548" sldId="259"/>
            <ac:spMk id="2" creationId="{623BC528-D9D1-A299-E79F-8554DAD37627}"/>
          </ac:spMkLst>
        </pc:spChg>
        <pc:spChg chg="mod">
          <ac:chgData name="Sara Muneeb" userId="29b624b1-a719-43f5-9b52-388cd4043c04" providerId="ADAL" clId="{B18980C9-B69F-43F8-8AE4-152619B45C55}" dt="2022-12-20T02:04:25.687" v="246"/>
          <ac:spMkLst>
            <pc:docMk/>
            <pc:sldMk cId="2350102548" sldId="259"/>
            <ac:spMk id="3" creationId="{E6F2F8D3-823B-AEBA-E042-3824AAF6B2CA}"/>
          </ac:spMkLst>
        </pc:spChg>
        <pc:spChg chg="add mod">
          <ac:chgData name="Sara Muneeb" userId="29b624b1-a719-43f5-9b52-388cd4043c04" providerId="ADAL" clId="{B18980C9-B69F-43F8-8AE4-152619B45C55}" dt="2022-12-20T02:04:35.913" v="249" actId="207"/>
          <ac:spMkLst>
            <pc:docMk/>
            <pc:sldMk cId="2350102548" sldId="259"/>
            <ac:spMk id="7" creationId="{35888F44-3291-B4A0-6976-B3C0D77C9B55}"/>
          </ac:spMkLst>
        </pc:spChg>
        <pc:picChg chg="add mod ord">
          <ac:chgData name="Sara Muneeb" userId="29b624b1-a719-43f5-9b52-388cd4043c04" providerId="ADAL" clId="{B18980C9-B69F-43F8-8AE4-152619B45C55}" dt="2022-12-20T02:04:08.599" v="244" actId="167"/>
          <ac:picMkLst>
            <pc:docMk/>
            <pc:sldMk cId="2350102548" sldId="259"/>
            <ac:picMk id="5" creationId="{5482302C-2329-0A2B-6BCB-ACE3F6C17704}"/>
          </ac:picMkLst>
        </pc:picChg>
      </pc:sldChg>
      <pc:sldChg chg="del">
        <pc:chgData name="Sara Muneeb" userId="29b624b1-a719-43f5-9b52-388cd4043c04" providerId="ADAL" clId="{B18980C9-B69F-43F8-8AE4-152619B45C55}" dt="2022-12-20T01:46:30.881" v="0" actId="47"/>
        <pc:sldMkLst>
          <pc:docMk/>
          <pc:sldMk cId="1656695851" sldId="260"/>
        </pc:sldMkLst>
      </pc:sldChg>
      <pc:sldChg chg="addSp delSp modSp new mod">
        <pc:chgData name="Sara Muneeb" userId="29b624b1-a719-43f5-9b52-388cd4043c04" providerId="ADAL" clId="{B18980C9-B69F-43F8-8AE4-152619B45C55}" dt="2022-12-20T02:08:32.115" v="273" actId="20577"/>
        <pc:sldMkLst>
          <pc:docMk/>
          <pc:sldMk cId="3580873466" sldId="260"/>
        </pc:sldMkLst>
        <pc:spChg chg="mod">
          <ac:chgData name="Sara Muneeb" userId="29b624b1-a719-43f5-9b52-388cd4043c04" providerId="ADAL" clId="{B18980C9-B69F-43F8-8AE4-152619B45C55}" dt="2022-12-20T02:08:32.115" v="273" actId="20577"/>
          <ac:spMkLst>
            <pc:docMk/>
            <pc:sldMk cId="3580873466" sldId="260"/>
            <ac:spMk id="2" creationId="{55E3284B-A84D-8998-2841-95B3AA2C9366}"/>
          </ac:spMkLst>
        </pc:spChg>
        <pc:spChg chg="del">
          <ac:chgData name="Sara Muneeb" userId="29b624b1-a719-43f5-9b52-388cd4043c04" providerId="ADAL" clId="{B18980C9-B69F-43F8-8AE4-152619B45C55}" dt="2022-12-20T02:07:11.616" v="251" actId="22"/>
          <ac:spMkLst>
            <pc:docMk/>
            <pc:sldMk cId="3580873466" sldId="260"/>
            <ac:spMk id="3" creationId="{89659B3F-0804-D60F-9A2C-1BE0F6C6476A}"/>
          </ac:spMkLst>
        </pc:spChg>
        <pc:picChg chg="add mod ord">
          <ac:chgData name="Sara Muneeb" userId="29b624b1-a719-43f5-9b52-388cd4043c04" providerId="ADAL" clId="{B18980C9-B69F-43F8-8AE4-152619B45C55}" dt="2022-12-20T02:07:11.616" v="251" actId="22"/>
          <ac:picMkLst>
            <pc:docMk/>
            <pc:sldMk cId="3580873466" sldId="260"/>
            <ac:picMk id="5" creationId="{19EF8ED5-27EE-6901-7CD0-8162BF132D7E}"/>
          </ac:picMkLst>
        </pc:picChg>
      </pc:sldChg>
      <pc:sldChg chg="addSp modSp new mod">
        <pc:chgData name="Sara Muneeb" userId="29b624b1-a719-43f5-9b52-388cd4043c04" providerId="ADAL" clId="{B18980C9-B69F-43F8-8AE4-152619B45C55}" dt="2022-12-20T02:09:57.715" v="317" actId="14100"/>
        <pc:sldMkLst>
          <pc:docMk/>
          <pc:sldMk cId="1900678095" sldId="261"/>
        </pc:sldMkLst>
        <pc:spChg chg="mod">
          <ac:chgData name="Sara Muneeb" userId="29b624b1-a719-43f5-9b52-388cd4043c04" providerId="ADAL" clId="{B18980C9-B69F-43F8-8AE4-152619B45C55}" dt="2022-12-20T02:08:43.084" v="288" actId="20577"/>
          <ac:spMkLst>
            <pc:docMk/>
            <pc:sldMk cId="1900678095" sldId="261"/>
            <ac:spMk id="2" creationId="{C279185E-AA2A-A7E7-42F2-2F5292DC374D}"/>
          </ac:spMkLst>
        </pc:spChg>
        <pc:spChg chg="mod">
          <ac:chgData name="Sara Muneeb" userId="29b624b1-a719-43f5-9b52-388cd4043c04" providerId="ADAL" clId="{B18980C9-B69F-43F8-8AE4-152619B45C55}" dt="2022-12-20T02:09:03.441" v="307" actId="123"/>
          <ac:spMkLst>
            <pc:docMk/>
            <pc:sldMk cId="1900678095" sldId="261"/>
            <ac:spMk id="3" creationId="{6A600298-A2E6-DFA5-6B32-2A831769B313}"/>
          </ac:spMkLst>
        </pc:spChg>
        <pc:picChg chg="add mod ord">
          <ac:chgData name="Sara Muneeb" userId="29b624b1-a719-43f5-9b52-388cd4043c04" providerId="ADAL" clId="{B18980C9-B69F-43F8-8AE4-152619B45C55}" dt="2022-12-20T02:09:57.715" v="317" actId="14100"/>
          <ac:picMkLst>
            <pc:docMk/>
            <pc:sldMk cId="1900678095" sldId="261"/>
            <ac:picMk id="5" creationId="{88F96B5A-8D30-4908-69C5-612400335DBE}"/>
          </ac:picMkLst>
        </pc:picChg>
      </pc:sldChg>
      <pc:sldChg chg="del">
        <pc:chgData name="Sara Muneeb" userId="29b624b1-a719-43f5-9b52-388cd4043c04" providerId="ADAL" clId="{B18980C9-B69F-43F8-8AE4-152619B45C55}" dt="2022-12-20T01:46:30.881" v="0" actId="47"/>
        <pc:sldMkLst>
          <pc:docMk/>
          <pc:sldMk cId="3233058487" sldId="261"/>
        </pc:sldMkLst>
      </pc:sldChg>
      <pc:sldChg chg="new">
        <pc:chgData name="Sara Muneeb" userId="29b624b1-a719-43f5-9b52-388cd4043c04" providerId="ADAL" clId="{B18980C9-B69F-43F8-8AE4-152619B45C55}" dt="2022-12-20T02:10:07.685" v="318" actId="680"/>
        <pc:sldMkLst>
          <pc:docMk/>
          <pc:sldMk cId="360711380" sldId="262"/>
        </pc:sldMkLst>
      </pc:sldChg>
      <pc:sldChg chg="del">
        <pc:chgData name="Sara Muneeb" userId="29b624b1-a719-43f5-9b52-388cd4043c04" providerId="ADAL" clId="{B18980C9-B69F-43F8-8AE4-152619B45C55}" dt="2022-12-20T01:46:30.881" v="0" actId="47"/>
        <pc:sldMkLst>
          <pc:docMk/>
          <pc:sldMk cId="2521153610" sldId="262"/>
        </pc:sldMkLst>
      </pc:sldChg>
      <pc:sldChg chg="del">
        <pc:chgData name="Sara Muneeb" userId="29b624b1-a719-43f5-9b52-388cd4043c04" providerId="ADAL" clId="{B18980C9-B69F-43F8-8AE4-152619B45C55}" dt="2022-12-20T01:46:30.881" v="0" actId="47"/>
        <pc:sldMkLst>
          <pc:docMk/>
          <pc:sldMk cId="727680694" sldId="263"/>
        </pc:sldMkLst>
      </pc:sldChg>
      <pc:sldChg chg="del">
        <pc:chgData name="Sara Muneeb" userId="29b624b1-a719-43f5-9b52-388cd4043c04" providerId="ADAL" clId="{B18980C9-B69F-43F8-8AE4-152619B45C55}" dt="2022-12-20T01:46:30.881" v="0" actId="47"/>
        <pc:sldMkLst>
          <pc:docMk/>
          <pc:sldMk cId="786008801" sldId="264"/>
        </pc:sldMkLst>
      </pc:sldChg>
      <pc:sldChg chg="del">
        <pc:chgData name="Sara Muneeb" userId="29b624b1-a719-43f5-9b52-388cd4043c04" providerId="ADAL" clId="{B18980C9-B69F-43F8-8AE4-152619B45C55}" dt="2022-12-20T01:46:30.881" v="0" actId="47"/>
        <pc:sldMkLst>
          <pc:docMk/>
          <pc:sldMk cId="1786857512" sldId="265"/>
        </pc:sldMkLst>
      </pc:sldChg>
      <pc:sldChg chg="del">
        <pc:chgData name="Sara Muneeb" userId="29b624b1-a719-43f5-9b52-388cd4043c04" providerId="ADAL" clId="{B18980C9-B69F-43F8-8AE4-152619B45C55}" dt="2022-12-20T01:46:30.881" v="0" actId="47"/>
        <pc:sldMkLst>
          <pc:docMk/>
          <pc:sldMk cId="4139956580" sldId="266"/>
        </pc:sldMkLst>
      </pc:sldChg>
      <pc:sldChg chg="del">
        <pc:chgData name="Sara Muneeb" userId="29b624b1-a719-43f5-9b52-388cd4043c04" providerId="ADAL" clId="{B18980C9-B69F-43F8-8AE4-152619B45C55}" dt="2022-12-20T01:46:30.881" v="0" actId="47"/>
        <pc:sldMkLst>
          <pc:docMk/>
          <pc:sldMk cId="655993881" sldId="267"/>
        </pc:sldMkLst>
      </pc:sldChg>
      <pc:sldChg chg="del">
        <pc:chgData name="Sara Muneeb" userId="29b624b1-a719-43f5-9b52-388cd4043c04" providerId="ADAL" clId="{B18980C9-B69F-43F8-8AE4-152619B45C55}" dt="2022-12-20T01:46:30.881" v="0" actId="47"/>
        <pc:sldMkLst>
          <pc:docMk/>
          <pc:sldMk cId="187108510" sldId="268"/>
        </pc:sldMkLst>
      </pc:sldChg>
      <pc:sldChg chg="del">
        <pc:chgData name="Sara Muneeb" userId="29b624b1-a719-43f5-9b52-388cd4043c04" providerId="ADAL" clId="{B18980C9-B69F-43F8-8AE4-152619B45C55}" dt="2022-12-20T01:46:30.881" v="0" actId="47"/>
        <pc:sldMkLst>
          <pc:docMk/>
          <pc:sldMk cId="2685620422" sldId="269"/>
        </pc:sldMkLst>
      </pc:sldChg>
      <pc:sldChg chg="del">
        <pc:chgData name="Sara Muneeb" userId="29b624b1-a719-43f5-9b52-388cd4043c04" providerId="ADAL" clId="{B18980C9-B69F-43F8-8AE4-152619B45C55}" dt="2022-12-20T01:46:30.881" v="0" actId="47"/>
        <pc:sldMkLst>
          <pc:docMk/>
          <pc:sldMk cId="1592908027" sldId="270"/>
        </pc:sldMkLst>
      </pc:sldChg>
      <pc:sldChg chg="del">
        <pc:chgData name="Sara Muneeb" userId="29b624b1-a719-43f5-9b52-388cd4043c04" providerId="ADAL" clId="{B18980C9-B69F-43F8-8AE4-152619B45C55}" dt="2022-12-20T01:46:30.881" v="0" actId="47"/>
        <pc:sldMkLst>
          <pc:docMk/>
          <pc:sldMk cId="3111914320" sldId="271"/>
        </pc:sldMkLst>
      </pc:sldChg>
      <pc:sldChg chg="del">
        <pc:chgData name="Sara Muneeb" userId="29b624b1-a719-43f5-9b52-388cd4043c04" providerId="ADAL" clId="{B18980C9-B69F-43F8-8AE4-152619B45C55}" dt="2022-12-20T01:46:30.881" v="0" actId="47"/>
        <pc:sldMkLst>
          <pc:docMk/>
          <pc:sldMk cId="4241662000" sldId="272"/>
        </pc:sldMkLst>
      </pc:sldChg>
      <pc:sldChg chg="del">
        <pc:chgData name="Sara Muneeb" userId="29b624b1-a719-43f5-9b52-388cd4043c04" providerId="ADAL" clId="{B18980C9-B69F-43F8-8AE4-152619B45C55}" dt="2022-12-20T01:46:30.881" v="0" actId="47"/>
        <pc:sldMkLst>
          <pc:docMk/>
          <pc:sldMk cId="1104730889" sldId="273"/>
        </pc:sldMkLst>
      </pc:sldChg>
      <pc:sldChg chg="del">
        <pc:chgData name="Sara Muneeb" userId="29b624b1-a719-43f5-9b52-388cd4043c04" providerId="ADAL" clId="{B18980C9-B69F-43F8-8AE4-152619B45C55}" dt="2022-12-20T01:46:30.881" v="0" actId="47"/>
        <pc:sldMkLst>
          <pc:docMk/>
          <pc:sldMk cId="1145746347" sldId="274"/>
        </pc:sldMkLst>
      </pc:sldChg>
      <pc:sldChg chg="del">
        <pc:chgData name="Sara Muneeb" userId="29b624b1-a719-43f5-9b52-388cd4043c04" providerId="ADAL" clId="{B18980C9-B69F-43F8-8AE4-152619B45C55}" dt="2022-12-20T01:46:30.881" v="0" actId="47"/>
        <pc:sldMkLst>
          <pc:docMk/>
          <pc:sldMk cId="410102142" sldId="275"/>
        </pc:sldMkLst>
      </pc:sldChg>
      <pc:sldChg chg="del">
        <pc:chgData name="Sara Muneeb" userId="29b624b1-a719-43f5-9b52-388cd4043c04" providerId="ADAL" clId="{B18980C9-B69F-43F8-8AE4-152619B45C55}" dt="2022-12-20T01:46:30.881" v="0" actId="47"/>
        <pc:sldMkLst>
          <pc:docMk/>
          <pc:sldMk cId="3090277031" sldId="276"/>
        </pc:sldMkLst>
      </pc:sldChg>
      <pc:sldChg chg="del">
        <pc:chgData name="Sara Muneeb" userId="29b624b1-a719-43f5-9b52-388cd4043c04" providerId="ADAL" clId="{B18980C9-B69F-43F8-8AE4-152619B45C55}" dt="2022-12-20T01:46:30.881" v="0" actId="47"/>
        <pc:sldMkLst>
          <pc:docMk/>
          <pc:sldMk cId="4153406677" sldId="277"/>
        </pc:sldMkLst>
      </pc:sldChg>
      <pc:sldChg chg="del">
        <pc:chgData name="Sara Muneeb" userId="29b624b1-a719-43f5-9b52-388cd4043c04" providerId="ADAL" clId="{B18980C9-B69F-43F8-8AE4-152619B45C55}" dt="2022-12-20T01:46:30.881" v="0" actId="47"/>
        <pc:sldMkLst>
          <pc:docMk/>
          <pc:sldMk cId="2389945778" sldId="278"/>
        </pc:sldMkLst>
      </pc:sldChg>
      <pc:sldChg chg="del">
        <pc:chgData name="Sara Muneeb" userId="29b624b1-a719-43f5-9b52-388cd4043c04" providerId="ADAL" clId="{B18980C9-B69F-43F8-8AE4-152619B45C55}" dt="2022-12-20T01:46:30.881" v="0" actId="47"/>
        <pc:sldMkLst>
          <pc:docMk/>
          <pc:sldMk cId="3912674407" sldId="279"/>
        </pc:sldMkLst>
      </pc:sldChg>
      <pc:sldChg chg="del">
        <pc:chgData name="Sara Muneeb" userId="29b624b1-a719-43f5-9b52-388cd4043c04" providerId="ADAL" clId="{B18980C9-B69F-43F8-8AE4-152619B45C55}" dt="2022-12-20T01:46:30.881" v="0" actId="47"/>
        <pc:sldMkLst>
          <pc:docMk/>
          <pc:sldMk cId="3072065120" sldId="280"/>
        </pc:sldMkLst>
      </pc:sldChg>
      <pc:sldChg chg="del">
        <pc:chgData name="Sara Muneeb" userId="29b624b1-a719-43f5-9b52-388cd4043c04" providerId="ADAL" clId="{B18980C9-B69F-43F8-8AE4-152619B45C55}" dt="2022-12-20T01:46:30.881" v="0" actId="47"/>
        <pc:sldMkLst>
          <pc:docMk/>
          <pc:sldMk cId="564349661" sldId="281"/>
        </pc:sldMkLst>
      </pc:sldChg>
      <pc:sldChg chg="del">
        <pc:chgData name="Sara Muneeb" userId="29b624b1-a719-43f5-9b52-388cd4043c04" providerId="ADAL" clId="{B18980C9-B69F-43F8-8AE4-152619B45C55}" dt="2022-12-20T01:46:30.881" v="0" actId="47"/>
        <pc:sldMkLst>
          <pc:docMk/>
          <pc:sldMk cId="2632875915" sldId="282"/>
        </pc:sldMkLst>
      </pc:sldChg>
      <pc:sldChg chg="del">
        <pc:chgData name="Sara Muneeb" userId="29b624b1-a719-43f5-9b52-388cd4043c04" providerId="ADAL" clId="{B18980C9-B69F-43F8-8AE4-152619B45C55}" dt="2022-12-20T01:46:30.881" v="0" actId="47"/>
        <pc:sldMkLst>
          <pc:docMk/>
          <pc:sldMk cId="1994472083" sldId="283"/>
        </pc:sldMkLst>
      </pc:sldChg>
      <pc:sldChg chg="del">
        <pc:chgData name="Sara Muneeb" userId="29b624b1-a719-43f5-9b52-388cd4043c04" providerId="ADAL" clId="{B18980C9-B69F-43F8-8AE4-152619B45C55}" dt="2022-12-20T01:46:30.881" v="0" actId="47"/>
        <pc:sldMkLst>
          <pc:docMk/>
          <pc:sldMk cId="1935204131" sldId="284"/>
        </pc:sldMkLst>
      </pc:sldChg>
      <pc:sldChg chg="del">
        <pc:chgData name="Sara Muneeb" userId="29b624b1-a719-43f5-9b52-388cd4043c04" providerId="ADAL" clId="{B18980C9-B69F-43F8-8AE4-152619B45C55}" dt="2022-12-20T01:46:30.881" v="0" actId="47"/>
        <pc:sldMkLst>
          <pc:docMk/>
          <pc:sldMk cId="1483931368" sldId="285"/>
        </pc:sldMkLst>
      </pc:sldChg>
      <pc:sldChg chg="del">
        <pc:chgData name="Sara Muneeb" userId="29b624b1-a719-43f5-9b52-388cd4043c04" providerId="ADAL" clId="{B18980C9-B69F-43F8-8AE4-152619B45C55}" dt="2022-12-20T01:46:30.881" v="0" actId="47"/>
        <pc:sldMkLst>
          <pc:docMk/>
          <pc:sldMk cId="3581349427" sldId="286"/>
        </pc:sldMkLst>
      </pc:sldChg>
      <pc:sldChg chg="del">
        <pc:chgData name="Sara Muneeb" userId="29b624b1-a719-43f5-9b52-388cd4043c04" providerId="ADAL" clId="{B18980C9-B69F-43F8-8AE4-152619B45C55}" dt="2022-12-20T01:46:30.881" v="0" actId="47"/>
        <pc:sldMkLst>
          <pc:docMk/>
          <pc:sldMk cId="3618331922" sldId="287"/>
        </pc:sldMkLst>
      </pc:sldChg>
      <pc:sldChg chg="del">
        <pc:chgData name="Sara Muneeb" userId="29b624b1-a719-43f5-9b52-388cd4043c04" providerId="ADAL" clId="{B18980C9-B69F-43F8-8AE4-152619B45C55}" dt="2022-12-20T01:46:30.881" v="0" actId="47"/>
        <pc:sldMkLst>
          <pc:docMk/>
          <pc:sldMk cId="3779645661" sldId="288"/>
        </pc:sldMkLst>
      </pc:sldChg>
      <pc:sldChg chg="del">
        <pc:chgData name="Sara Muneeb" userId="29b624b1-a719-43f5-9b52-388cd4043c04" providerId="ADAL" clId="{B18980C9-B69F-43F8-8AE4-152619B45C55}" dt="2022-12-20T01:46:30.881" v="0" actId="47"/>
        <pc:sldMkLst>
          <pc:docMk/>
          <pc:sldMk cId="4132694980" sldId="289"/>
        </pc:sldMkLst>
      </pc:sldChg>
      <pc:sldChg chg="del">
        <pc:chgData name="Sara Muneeb" userId="29b624b1-a719-43f5-9b52-388cd4043c04" providerId="ADAL" clId="{B18980C9-B69F-43F8-8AE4-152619B45C55}" dt="2022-12-20T01:46:30.881" v="0" actId="47"/>
        <pc:sldMkLst>
          <pc:docMk/>
          <pc:sldMk cId="375111435" sldId="290"/>
        </pc:sldMkLst>
      </pc:sldChg>
      <pc:sldChg chg="del">
        <pc:chgData name="Sara Muneeb" userId="29b624b1-a719-43f5-9b52-388cd4043c04" providerId="ADAL" clId="{B18980C9-B69F-43F8-8AE4-152619B45C55}" dt="2022-12-20T01:46:30.881" v="0" actId="47"/>
        <pc:sldMkLst>
          <pc:docMk/>
          <pc:sldMk cId="2769951071" sldId="291"/>
        </pc:sldMkLst>
      </pc:sldChg>
      <pc:sldChg chg="del">
        <pc:chgData name="Sara Muneeb" userId="29b624b1-a719-43f5-9b52-388cd4043c04" providerId="ADAL" clId="{B18980C9-B69F-43F8-8AE4-152619B45C55}" dt="2022-12-20T01:46:30.881" v="0" actId="47"/>
        <pc:sldMkLst>
          <pc:docMk/>
          <pc:sldMk cId="3827881925" sldId="292"/>
        </pc:sldMkLst>
      </pc:sldChg>
      <pc:sldChg chg="del">
        <pc:chgData name="Sara Muneeb" userId="29b624b1-a719-43f5-9b52-388cd4043c04" providerId="ADAL" clId="{B18980C9-B69F-43F8-8AE4-152619B45C55}" dt="2022-12-20T01:46:30.881" v="0" actId="47"/>
        <pc:sldMkLst>
          <pc:docMk/>
          <pc:sldMk cId="2450266765" sldId="293"/>
        </pc:sldMkLst>
      </pc:sldChg>
      <pc:sldChg chg="del">
        <pc:chgData name="Sara Muneeb" userId="29b624b1-a719-43f5-9b52-388cd4043c04" providerId="ADAL" clId="{B18980C9-B69F-43F8-8AE4-152619B45C55}" dt="2022-12-20T01:46:30.881" v="0" actId="47"/>
        <pc:sldMkLst>
          <pc:docMk/>
          <pc:sldMk cId="84299038" sldId="294"/>
        </pc:sldMkLst>
      </pc:sldChg>
      <pc:sldChg chg="del">
        <pc:chgData name="Sara Muneeb" userId="29b624b1-a719-43f5-9b52-388cd4043c04" providerId="ADAL" clId="{B18980C9-B69F-43F8-8AE4-152619B45C55}" dt="2022-12-20T01:46:30.881" v="0" actId="47"/>
        <pc:sldMkLst>
          <pc:docMk/>
          <pc:sldMk cId="2039830784" sldId="295"/>
        </pc:sldMkLst>
      </pc:sldChg>
      <pc:sldChg chg="del">
        <pc:chgData name="Sara Muneeb" userId="29b624b1-a719-43f5-9b52-388cd4043c04" providerId="ADAL" clId="{B18980C9-B69F-43F8-8AE4-152619B45C55}" dt="2022-12-20T01:46:30.881" v="0" actId="47"/>
        <pc:sldMkLst>
          <pc:docMk/>
          <pc:sldMk cId="1097523679" sldId="296"/>
        </pc:sldMkLst>
      </pc:sldChg>
      <pc:sldChg chg="del">
        <pc:chgData name="Sara Muneeb" userId="29b624b1-a719-43f5-9b52-388cd4043c04" providerId="ADAL" clId="{B18980C9-B69F-43F8-8AE4-152619B45C55}" dt="2022-12-20T01:46:30.881" v="0" actId="47"/>
        <pc:sldMkLst>
          <pc:docMk/>
          <pc:sldMk cId="1441549388" sldId="297"/>
        </pc:sldMkLst>
      </pc:sldChg>
      <pc:sldChg chg="del">
        <pc:chgData name="Sara Muneeb" userId="29b624b1-a719-43f5-9b52-388cd4043c04" providerId="ADAL" clId="{B18980C9-B69F-43F8-8AE4-152619B45C55}" dt="2022-12-20T01:46:30.881" v="0" actId="47"/>
        <pc:sldMkLst>
          <pc:docMk/>
          <pc:sldMk cId="215729763" sldId="298"/>
        </pc:sldMkLst>
      </pc:sldChg>
      <pc:sldChg chg="del">
        <pc:chgData name="Sara Muneeb" userId="29b624b1-a719-43f5-9b52-388cd4043c04" providerId="ADAL" clId="{B18980C9-B69F-43F8-8AE4-152619B45C55}" dt="2022-12-20T01:46:30.881" v="0" actId="47"/>
        <pc:sldMkLst>
          <pc:docMk/>
          <pc:sldMk cId="3590945726" sldId="299"/>
        </pc:sldMkLst>
      </pc:sldChg>
      <pc:sldChg chg="del">
        <pc:chgData name="Sara Muneeb" userId="29b624b1-a719-43f5-9b52-388cd4043c04" providerId="ADAL" clId="{B18980C9-B69F-43F8-8AE4-152619B45C55}" dt="2022-12-20T01:46:30.881" v="0" actId="47"/>
        <pc:sldMkLst>
          <pc:docMk/>
          <pc:sldMk cId="3671499884" sldId="300"/>
        </pc:sldMkLst>
      </pc:sldChg>
      <pc:sldChg chg="del">
        <pc:chgData name="Sara Muneeb" userId="29b624b1-a719-43f5-9b52-388cd4043c04" providerId="ADAL" clId="{B18980C9-B69F-43F8-8AE4-152619B45C55}" dt="2022-12-20T01:46:30.881" v="0" actId="47"/>
        <pc:sldMkLst>
          <pc:docMk/>
          <pc:sldMk cId="3206440598" sldId="301"/>
        </pc:sldMkLst>
      </pc:sldChg>
      <pc:sldChg chg="del">
        <pc:chgData name="Sara Muneeb" userId="29b624b1-a719-43f5-9b52-388cd4043c04" providerId="ADAL" clId="{B18980C9-B69F-43F8-8AE4-152619B45C55}" dt="2022-12-20T01:46:30.881" v="0" actId="47"/>
        <pc:sldMkLst>
          <pc:docMk/>
          <pc:sldMk cId="2152240933" sldId="302"/>
        </pc:sldMkLst>
      </pc:sldChg>
      <pc:sldChg chg="del">
        <pc:chgData name="Sara Muneeb" userId="29b624b1-a719-43f5-9b52-388cd4043c04" providerId="ADAL" clId="{B18980C9-B69F-43F8-8AE4-152619B45C55}" dt="2022-12-20T01:46:30.881" v="0" actId="47"/>
        <pc:sldMkLst>
          <pc:docMk/>
          <pc:sldMk cId="702773951" sldId="303"/>
        </pc:sldMkLst>
      </pc:sldChg>
      <pc:sldChg chg="del">
        <pc:chgData name="Sara Muneeb" userId="29b624b1-a719-43f5-9b52-388cd4043c04" providerId="ADAL" clId="{B18980C9-B69F-43F8-8AE4-152619B45C55}" dt="2022-12-20T01:46:30.881" v="0" actId="47"/>
        <pc:sldMkLst>
          <pc:docMk/>
          <pc:sldMk cId="102010681" sldId="304"/>
        </pc:sldMkLst>
      </pc:sldChg>
      <pc:sldChg chg="del">
        <pc:chgData name="Sara Muneeb" userId="29b624b1-a719-43f5-9b52-388cd4043c04" providerId="ADAL" clId="{B18980C9-B69F-43F8-8AE4-152619B45C55}" dt="2022-12-20T01:46:30.881" v="0" actId="47"/>
        <pc:sldMkLst>
          <pc:docMk/>
          <pc:sldMk cId="3182401857" sldId="305"/>
        </pc:sldMkLst>
      </pc:sldChg>
      <pc:sldChg chg="del">
        <pc:chgData name="Sara Muneeb" userId="29b624b1-a719-43f5-9b52-388cd4043c04" providerId="ADAL" clId="{B18980C9-B69F-43F8-8AE4-152619B45C55}" dt="2022-12-20T01:46:30.881" v="0" actId="47"/>
        <pc:sldMkLst>
          <pc:docMk/>
          <pc:sldMk cId="971481682" sldId="306"/>
        </pc:sldMkLst>
      </pc:sldChg>
      <pc:sldChg chg="del">
        <pc:chgData name="Sara Muneeb" userId="29b624b1-a719-43f5-9b52-388cd4043c04" providerId="ADAL" clId="{B18980C9-B69F-43F8-8AE4-152619B45C55}" dt="2022-12-20T01:46:30.881" v="0" actId="47"/>
        <pc:sldMkLst>
          <pc:docMk/>
          <pc:sldMk cId="3928695709" sldId="307"/>
        </pc:sldMkLst>
      </pc:sldChg>
      <pc:sldChg chg="del">
        <pc:chgData name="Sara Muneeb" userId="29b624b1-a719-43f5-9b52-388cd4043c04" providerId="ADAL" clId="{B18980C9-B69F-43F8-8AE4-152619B45C55}" dt="2022-12-20T01:46:30.881" v="0" actId="47"/>
        <pc:sldMkLst>
          <pc:docMk/>
          <pc:sldMk cId="286496004" sldId="308"/>
        </pc:sldMkLst>
      </pc:sldChg>
      <pc:sldChg chg="del">
        <pc:chgData name="Sara Muneeb" userId="29b624b1-a719-43f5-9b52-388cd4043c04" providerId="ADAL" clId="{B18980C9-B69F-43F8-8AE4-152619B45C55}" dt="2022-12-20T01:46:30.881" v="0" actId="47"/>
        <pc:sldMkLst>
          <pc:docMk/>
          <pc:sldMk cId="4004105715" sldId="309"/>
        </pc:sldMkLst>
      </pc:sldChg>
      <pc:sldChg chg="del">
        <pc:chgData name="Sara Muneeb" userId="29b624b1-a719-43f5-9b52-388cd4043c04" providerId="ADAL" clId="{B18980C9-B69F-43F8-8AE4-152619B45C55}" dt="2022-12-20T01:46:30.881" v="0" actId="47"/>
        <pc:sldMkLst>
          <pc:docMk/>
          <pc:sldMk cId="402388985" sldId="310"/>
        </pc:sldMkLst>
      </pc:sldChg>
    </pc:docChg>
  </pc:docChgLst>
  <pc:docChgLst>
    <pc:chgData name="Sara Muneeb" userId="29b624b1-a719-43f5-9b52-388cd4043c04" providerId="ADAL" clId="{10D3A54C-D4DA-44D3-89CD-8D707469CA0C}"/>
    <pc:docChg chg="addSld delSld modSld">
      <pc:chgData name="Sara Muneeb" userId="29b624b1-a719-43f5-9b52-388cd4043c04" providerId="ADAL" clId="{10D3A54C-D4DA-44D3-89CD-8D707469CA0C}" dt="2022-11-01T03:53:42.478" v="17" actId="680"/>
      <pc:docMkLst>
        <pc:docMk/>
      </pc:docMkLst>
      <pc:sldChg chg="modSp mod">
        <pc:chgData name="Sara Muneeb" userId="29b624b1-a719-43f5-9b52-388cd4043c04" providerId="ADAL" clId="{10D3A54C-D4DA-44D3-89CD-8D707469CA0C}" dt="2022-11-01T03:52:58.767" v="16" actId="20577"/>
        <pc:sldMkLst>
          <pc:docMk/>
          <pc:sldMk cId="2984185032" sldId="256"/>
        </pc:sldMkLst>
        <pc:spChg chg="mod">
          <ac:chgData name="Sara Muneeb" userId="29b624b1-a719-43f5-9b52-388cd4043c04" providerId="ADAL" clId="{10D3A54C-D4DA-44D3-89CD-8D707469CA0C}" dt="2022-11-01T03:52:58.767" v="16" actId="20577"/>
          <ac:spMkLst>
            <pc:docMk/>
            <pc:sldMk cId="2984185032" sldId="256"/>
            <ac:spMk id="2" creationId="{00000000-0000-0000-0000-000000000000}"/>
          </ac:spMkLst>
        </pc:spChg>
      </pc:sldChg>
      <pc:sldChg chg="new">
        <pc:chgData name="Sara Muneeb" userId="29b624b1-a719-43f5-9b52-388cd4043c04" providerId="ADAL" clId="{10D3A54C-D4DA-44D3-89CD-8D707469CA0C}" dt="2022-11-01T03:53:42.478" v="17" actId="680"/>
        <pc:sldMkLst>
          <pc:docMk/>
          <pc:sldMk cId="2231384248" sldId="257"/>
        </pc:sldMkLst>
      </pc:sldChg>
      <pc:sldChg chg="del">
        <pc:chgData name="Sara Muneeb" userId="29b624b1-a719-43f5-9b52-388cd4043c04" providerId="ADAL" clId="{10D3A54C-D4DA-44D3-89CD-8D707469CA0C}" dt="2022-11-01T03:52:50.038" v="0" actId="47"/>
        <pc:sldMkLst>
          <pc:docMk/>
          <pc:sldMk cId="3551309204" sldId="257"/>
        </pc:sldMkLst>
      </pc:sldChg>
      <pc:sldChg chg="del">
        <pc:chgData name="Sara Muneeb" userId="29b624b1-a719-43f5-9b52-388cd4043c04" providerId="ADAL" clId="{10D3A54C-D4DA-44D3-89CD-8D707469CA0C}" dt="2022-11-01T03:52:50.038" v="0" actId="47"/>
        <pc:sldMkLst>
          <pc:docMk/>
          <pc:sldMk cId="2024920055" sldId="258"/>
        </pc:sldMkLst>
      </pc:sldChg>
      <pc:sldChg chg="del">
        <pc:chgData name="Sara Muneeb" userId="29b624b1-a719-43f5-9b52-388cd4043c04" providerId="ADAL" clId="{10D3A54C-D4DA-44D3-89CD-8D707469CA0C}" dt="2022-11-01T03:52:50.038" v="0" actId="47"/>
        <pc:sldMkLst>
          <pc:docMk/>
          <pc:sldMk cId="3918807433" sldId="259"/>
        </pc:sldMkLst>
      </pc:sldChg>
      <pc:sldChg chg="del">
        <pc:chgData name="Sara Muneeb" userId="29b624b1-a719-43f5-9b52-388cd4043c04" providerId="ADAL" clId="{10D3A54C-D4DA-44D3-89CD-8D707469CA0C}" dt="2022-11-01T03:52:50.038" v="0" actId="47"/>
        <pc:sldMkLst>
          <pc:docMk/>
          <pc:sldMk cId="4186466395" sldId="260"/>
        </pc:sldMkLst>
      </pc:sldChg>
      <pc:sldChg chg="del">
        <pc:chgData name="Sara Muneeb" userId="29b624b1-a719-43f5-9b52-388cd4043c04" providerId="ADAL" clId="{10D3A54C-D4DA-44D3-89CD-8D707469CA0C}" dt="2022-11-01T03:52:50.038" v="0" actId="47"/>
        <pc:sldMkLst>
          <pc:docMk/>
          <pc:sldMk cId="3337870780" sldId="261"/>
        </pc:sldMkLst>
      </pc:sldChg>
      <pc:sldChg chg="del">
        <pc:chgData name="Sara Muneeb" userId="29b624b1-a719-43f5-9b52-388cd4043c04" providerId="ADAL" clId="{10D3A54C-D4DA-44D3-89CD-8D707469CA0C}" dt="2022-11-01T03:52:50.038" v="0" actId="47"/>
        <pc:sldMkLst>
          <pc:docMk/>
          <pc:sldMk cId="1654318215" sldId="262"/>
        </pc:sldMkLst>
      </pc:sldChg>
      <pc:sldChg chg="del">
        <pc:chgData name="Sara Muneeb" userId="29b624b1-a719-43f5-9b52-388cd4043c04" providerId="ADAL" clId="{10D3A54C-D4DA-44D3-89CD-8D707469CA0C}" dt="2022-11-01T03:52:50.038" v="0" actId="47"/>
        <pc:sldMkLst>
          <pc:docMk/>
          <pc:sldMk cId="4294319554" sldId="263"/>
        </pc:sldMkLst>
      </pc:sldChg>
      <pc:sldChg chg="del">
        <pc:chgData name="Sara Muneeb" userId="29b624b1-a719-43f5-9b52-388cd4043c04" providerId="ADAL" clId="{10D3A54C-D4DA-44D3-89CD-8D707469CA0C}" dt="2022-11-01T03:52:50.038" v="0" actId="47"/>
        <pc:sldMkLst>
          <pc:docMk/>
          <pc:sldMk cId="3609823631" sldId="264"/>
        </pc:sldMkLst>
      </pc:sldChg>
      <pc:sldChg chg="del">
        <pc:chgData name="Sara Muneeb" userId="29b624b1-a719-43f5-9b52-388cd4043c04" providerId="ADAL" clId="{10D3A54C-D4DA-44D3-89CD-8D707469CA0C}" dt="2022-11-01T03:52:50.038" v="0" actId="47"/>
        <pc:sldMkLst>
          <pc:docMk/>
          <pc:sldMk cId="3671922232" sldId="265"/>
        </pc:sldMkLst>
      </pc:sldChg>
      <pc:sldChg chg="del">
        <pc:chgData name="Sara Muneeb" userId="29b624b1-a719-43f5-9b52-388cd4043c04" providerId="ADAL" clId="{10D3A54C-D4DA-44D3-89CD-8D707469CA0C}" dt="2022-11-01T03:52:50.038" v="0" actId="47"/>
        <pc:sldMkLst>
          <pc:docMk/>
          <pc:sldMk cId="1666915946" sldId="266"/>
        </pc:sldMkLst>
      </pc:sldChg>
      <pc:sldChg chg="del">
        <pc:chgData name="Sara Muneeb" userId="29b624b1-a719-43f5-9b52-388cd4043c04" providerId="ADAL" clId="{10D3A54C-D4DA-44D3-89CD-8D707469CA0C}" dt="2022-11-01T03:52:50.038" v="0" actId="47"/>
        <pc:sldMkLst>
          <pc:docMk/>
          <pc:sldMk cId="662440185" sldId="267"/>
        </pc:sldMkLst>
      </pc:sldChg>
      <pc:sldChg chg="del">
        <pc:chgData name="Sara Muneeb" userId="29b624b1-a719-43f5-9b52-388cd4043c04" providerId="ADAL" clId="{10D3A54C-D4DA-44D3-89CD-8D707469CA0C}" dt="2022-11-01T03:52:50.038" v="0" actId="47"/>
        <pc:sldMkLst>
          <pc:docMk/>
          <pc:sldMk cId="1251303979" sldId="268"/>
        </pc:sldMkLst>
      </pc:sldChg>
      <pc:sldChg chg="del">
        <pc:chgData name="Sara Muneeb" userId="29b624b1-a719-43f5-9b52-388cd4043c04" providerId="ADAL" clId="{10D3A54C-D4DA-44D3-89CD-8D707469CA0C}" dt="2022-11-01T03:52:50.038" v="0" actId="47"/>
        <pc:sldMkLst>
          <pc:docMk/>
          <pc:sldMk cId="625244237" sldId="269"/>
        </pc:sldMkLst>
      </pc:sldChg>
      <pc:sldChg chg="del">
        <pc:chgData name="Sara Muneeb" userId="29b624b1-a719-43f5-9b52-388cd4043c04" providerId="ADAL" clId="{10D3A54C-D4DA-44D3-89CD-8D707469CA0C}" dt="2022-11-01T03:52:50.038" v="0" actId="47"/>
        <pc:sldMkLst>
          <pc:docMk/>
          <pc:sldMk cId="3689388705" sldId="270"/>
        </pc:sldMkLst>
      </pc:sldChg>
      <pc:sldChg chg="del">
        <pc:chgData name="Sara Muneeb" userId="29b624b1-a719-43f5-9b52-388cd4043c04" providerId="ADAL" clId="{10D3A54C-D4DA-44D3-89CD-8D707469CA0C}" dt="2022-11-01T03:52:50.038" v="0" actId="47"/>
        <pc:sldMkLst>
          <pc:docMk/>
          <pc:sldMk cId="2632452845" sldId="271"/>
        </pc:sldMkLst>
      </pc:sldChg>
    </pc:docChg>
  </pc:docChgLst>
  <pc:docChgLst>
    <pc:chgData name="Sara Muneeb" userId="29b624b1-a719-43f5-9b52-388cd4043c04" providerId="ADAL" clId="{DB3F8C76-9E84-425C-958D-57243E72E246}"/>
    <pc:docChg chg="undo redo custSel addSld delSld modSld sldOrd">
      <pc:chgData name="Sara Muneeb" userId="29b624b1-a719-43f5-9b52-388cd4043c04" providerId="ADAL" clId="{DB3F8C76-9E84-425C-958D-57243E72E246}" dt="2022-10-05T09:43:51.069" v="4128" actId="20577"/>
      <pc:docMkLst>
        <pc:docMk/>
      </pc:docMkLst>
      <pc:sldChg chg="addSp delSp modSp mod">
        <pc:chgData name="Sara Muneeb" userId="29b624b1-a719-43f5-9b52-388cd4043c04" providerId="ADAL" clId="{DB3F8C76-9E84-425C-958D-57243E72E246}" dt="2022-10-03T07:54:17.662" v="2504" actId="22"/>
        <pc:sldMkLst>
          <pc:docMk/>
          <pc:sldMk cId="2984185032" sldId="256"/>
        </pc:sldMkLst>
        <pc:spChg chg="mod">
          <ac:chgData name="Sara Muneeb" userId="29b624b1-a719-43f5-9b52-388cd4043c04" providerId="ADAL" clId="{DB3F8C76-9E84-425C-958D-57243E72E246}" dt="2022-09-27T04:50:44.953" v="16" actId="20577"/>
          <ac:spMkLst>
            <pc:docMk/>
            <pc:sldMk cId="2984185032" sldId="256"/>
            <ac:spMk id="2" creationId="{00000000-0000-0000-0000-000000000000}"/>
          </ac:spMkLst>
        </pc:spChg>
        <pc:spChg chg="add del">
          <ac:chgData name="Sara Muneeb" userId="29b624b1-a719-43f5-9b52-388cd4043c04" providerId="ADAL" clId="{DB3F8C76-9E84-425C-958D-57243E72E246}" dt="2022-10-03T07:54:17.662" v="2504" actId="22"/>
          <ac:spMkLst>
            <pc:docMk/>
            <pc:sldMk cId="2984185032" sldId="256"/>
            <ac:spMk id="5" creationId="{10F0A209-F952-8584-66C1-21FD3C7CEEF5}"/>
          </ac:spMkLst>
        </pc:spChg>
      </pc:sldChg>
      <pc:sldChg chg="addSp delSp modSp add del mod">
        <pc:chgData name="Sara Muneeb" userId="29b624b1-a719-43f5-9b52-388cd4043c04" providerId="ADAL" clId="{DB3F8C76-9E84-425C-958D-57243E72E246}" dt="2022-09-27T05:08:40.580" v="221" actId="1076"/>
        <pc:sldMkLst>
          <pc:docMk/>
          <pc:sldMk cId="4179302358" sldId="257"/>
        </pc:sldMkLst>
        <pc:spChg chg="mod">
          <ac:chgData name="Sara Muneeb" userId="29b624b1-a719-43f5-9b52-388cd4043c04" providerId="ADAL" clId="{DB3F8C76-9E84-425C-958D-57243E72E246}" dt="2022-09-27T05:05:33.035" v="177" actId="20577"/>
          <ac:spMkLst>
            <pc:docMk/>
            <pc:sldMk cId="4179302358" sldId="257"/>
            <ac:spMk id="2" creationId="{00000000-0000-0000-0000-000000000000}"/>
          </ac:spMkLst>
        </pc:spChg>
        <pc:spChg chg="mod">
          <ac:chgData name="Sara Muneeb" userId="29b624b1-a719-43f5-9b52-388cd4043c04" providerId="ADAL" clId="{DB3F8C76-9E84-425C-958D-57243E72E246}" dt="2022-09-27T05:08:36.504" v="220" actId="404"/>
          <ac:spMkLst>
            <pc:docMk/>
            <pc:sldMk cId="4179302358" sldId="257"/>
            <ac:spMk id="3" creationId="{00000000-0000-0000-0000-000000000000}"/>
          </ac:spMkLst>
        </pc:spChg>
        <pc:picChg chg="add del">
          <ac:chgData name="Sara Muneeb" userId="29b624b1-a719-43f5-9b52-388cd4043c04" providerId="ADAL" clId="{DB3F8C76-9E84-425C-958D-57243E72E246}" dt="2022-09-27T04:56:10.669" v="44" actId="478"/>
          <ac:picMkLst>
            <pc:docMk/>
            <pc:sldMk cId="4179302358" sldId="257"/>
            <ac:picMk id="5" creationId="{76E6F1F1-BB99-4F6B-577E-A83D6140B971}"/>
          </ac:picMkLst>
        </pc:picChg>
        <pc:picChg chg="add mod">
          <ac:chgData name="Sara Muneeb" userId="29b624b1-a719-43f5-9b52-388cd4043c04" providerId="ADAL" clId="{DB3F8C76-9E84-425C-958D-57243E72E246}" dt="2022-09-27T05:08:40.580" v="221" actId="1076"/>
          <ac:picMkLst>
            <pc:docMk/>
            <pc:sldMk cId="4179302358" sldId="257"/>
            <ac:picMk id="2050" creationId="{420C70A2-883E-8127-592B-8623767EC83B}"/>
          </ac:picMkLst>
        </pc:picChg>
      </pc:sldChg>
      <pc:sldChg chg="addSp modSp new mod ord">
        <pc:chgData name="Sara Muneeb" userId="29b624b1-a719-43f5-9b52-388cd4043c04" providerId="ADAL" clId="{DB3F8C76-9E84-425C-958D-57243E72E246}" dt="2022-09-27T05:05:14.481" v="152" actId="1076"/>
        <pc:sldMkLst>
          <pc:docMk/>
          <pc:sldMk cId="896610511" sldId="258"/>
        </pc:sldMkLst>
        <pc:spChg chg="mod">
          <ac:chgData name="Sara Muneeb" userId="29b624b1-a719-43f5-9b52-388cd4043c04" providerId="ADAL" clId="{DB3F8C76-9E84-425C-958D-57243E72E246}" dt="2022-09-27T05:05:02.097" v="148" actId="14100"/>
          <ac:spMkLst>
            <pc:docMk/>
            <pc:sldMk cId="896610511" sldId="258"/>
            <ac:spMk id="2" creationId="{1DBFA201-1A1E-9114-BBB2-05D554A068FF}"/>
          </ac:spMkLst>
        </pc:spChg>
        <pc:spChg chg="mod">
          <ac:chgData name="Sara Muneeb" userId="29b624b1-a719-43f5-9b52-388cd4043c04" providerId="ADAL" clId="{DB3F8C76-9E84-425C-958D-57243E72E246}" dt="2022-09-27T05:01:49.531" v="143" actId="123"/>
          <ac:spMkLst>
            <pc:docMk/>
            <pc:sldMk cId="896610511" sldId="258"/>
            <ac:spMk id="3" creationId="{FF892FFF-E309-B2E1-8FE8-35A659DAF1C8}"/>
          </ac:spMkLst>
        </pc:spChg>
        <pc:picChg chg="add mod">
          <ac:chgData name="Sara Muneeb" userId="29b624b1-a719-43f5-9b52-388cd4043c04" providerId="ADAL" clId="{DB3F8C76-9E84-425C-958D-57243E72E246}" dt="2022-09-27T05:05:14.481" v="152" actId="1076"/>
          <ac:picMkLst>
            <pc:docMk/>
            <pc:sldMk cId="896610511" sldId="258"/>
            <ac:picMk id="1026" creationId="{53BBCE92-56C1-E352-EB0F-B361CC61E674}"/>
          </ac:picMkLst>
        </pc:picChg>
      </pc:sldChg>
      <pc:sldChg chg="add del">
        <pc:chgData name="Sara Muneeb" userId="29b624b1-a719-43f5-9b52-388cd4043c04" providerId="ADAL" clId="{DB3F8C76-9E84-425C-958D-57243E72E246}" dt="2022-09-27T04:55:26.398" v="39" actId="47"/>
        <pc:sldMkLst>
          <pc:docMk/>
          <pc:sldMk cId="2934318247" sldId="258"/>
        </pc:sldMkLst>
      </pc:sldChg>
      <pc:sldChg chg="addSp delSp modSp new mod">
        <pc:chgData name="Sara Muneeb" userId="29b624b1-a719-43f5-9b52-388cd4043c04" providerId="ADAL" clId="{DB3F8C76-9E84-425C-958D-57243E72E246}" dt="2022-09-27T05:13:16.589" v="338" actId="20577"/>
        <pc:sldMkLst>
          <pc:docMk/>
          <pc:sldMk cId="3149991155" sldId="259"/>
        </pc:sldMkLst>
        <pc:spChg chg="mod">
          <ac:chgData name="Sara Muneeb" userId="29b624b1-a719-43f5-9b52-388cd4043c04" providerId="ADAL" clId="{DB3F8C76-9E84-425C-958D-57243E72E246}" dt="2022-09-27T05:05:49.369" v="206" actId="20577"/>
          <ac:spMkLst>
            <pc:docMk/>
            <pc:sldMk cId="3149991155" sldId="259"/>
            <ac:spMk id="2" creationId="{61CE6047-419E-39AA-55EF-692F5E376582}"/>
          </ac:spMkLst>
        </pc:spChg>
        <pc:spChg chg="mod">
          <ac:chgData name="Sara Muneeb" userId="29b624b1-a719-43f5-9b52-388cd4043c04" providerId="ADAL" clId="{DB3F8C76-9E84-425C-958D-57243E72E246}" dt="2022-09-27T05:13:16.589" v="338" actId="20577"/>
          <ac:spMkLst>
            <pc:docMk/>
            <pc:sldMk cId="3149991155" sldId="259"/>
            <ac:spMk id="3" creationId="{6E0F0E07-801A-C245-17DD-3012FACAC0D9}"/>
          </ac:spMkLst>
        </pc:spChg>
        <pc:picChg chg="add del">
          <ac:chgData name="Sara Muneeb" userId="29b624b1-a719-43f5-9b52-388cd4043c04" providerId="ADAL" clId="{DB3F8C76-9E84-425C-958D-57243E72E246}" dt="2022-09-27T05:11:22.290" v="225"/>
          <ac:picMkLst>
            <pc:docMk/>
            <pc:sldMk cId="3149991155" sldId="259"/>
            <ac:picMk id="3074" creationId="{02BF35CC-AD3C-1256-5B57-D67232BEFAD9}"/>
          </ac:picMkLst>
        </pc:picChg>
        <pc:picChg chg="add mod">
          <ac:chgData name="Sara Muneeb" userId="29b624b1-a719-43f5-9b52-388cd4043c04" providerId="ADAL" clId="{DB3F8C76-9E84-425C-958D-57243E72E246}" dt="2022-09-27T05:11:59.152" v="234" actId="1076"/>
          <ac:picMkLst>
            <pc:docMk/>
            <pc:sldMk cId="3149991155" sldId="259"/>
            <ac:picMk id="3076" creationId="{ED6AFE94-507F-8C07-9BC9-F4716204DA89}"/>
          </ac:picMkLst>
        </pc:picChg>
      </pc:sldChg>
      <pc:sldChg chg="addSp modSp new mod">
        <pc:chgData name="Sara Muneeb" userId="29b624b1-a719-43f5-9b52-388cd4043c04" providerId="ADAL" clId="{DB3F8C76-9E84-425C-958D-57243E72E246}" dt="2022-09-30T07:00:46.762" v="800" actId="1036"/>
        <pc:sldMkLst>
          <pc:docMk/>
          <pc:sldMk cId="198138684" sldId="260"/>
        </pc:sldMkLst>
        <pc:spChg chg="mod">
          <ac:chgData name="Sara Muneeb" userId="29b624b1-a719-43f5-9b52-388cd4043c04" providerId="ADAL" clId="{DB3F8C76-9E84-425C-958D-57243E72E246}" dt="2022-09-27T05:31:37.928" v="350" actId="20577"/>
          <ac:spMkLst>
            <pc:docMk/>
            <pc:sldMk cId="198138684" sldId="260"/>
            <ac:spMk id="2" creationId="{4DC9DDD7-C0AD-BCDE-1421-51C2944C463C}"/>
          </ac:spMkLst>
        </pc:spChg>
        <pc:spChg chg="mod">
          <ac:chgData name="Sara Muneeb" userId="29b624b1-a719-43f5-9b52-388cd4043c04" providerId="ADAL" clId="{DB3F8C76-9E84-425C-958D-57243E72E246}" dt="2022-09-30T07:00:37.065" v="797" actId="404"/>
          <ac:spMkLst>
            <pc:docMk/>
            <pc:sldMk cId="198138684" sldId="260"/>
            <ac:spMk id="3" creationId="{7F79777F-629B-B5BE-B882-A5E5B278E310}"/>
          </ac:spMkLst>
        </pc:spChg>
        <pc:picChg chg="add mod">
          <ac:chgData name="Sara Muneeb" userId="29b624b1-a719-43f5-9b52-388cd4043c04" providerId="ADAL" clId="{DB3F8C76-9E84-425C-958D-57243E72E246}" dt="2022-09-30T07:00:46.762" v="800" actId="1036"/>
          <ac:picMkLst>
            <pc:docMk/>
            <pc:sldMk cId="198138684" sldId="260"/>
            <ac:picMk id="1026" creationId="{FE160BF8-3C9C-688C-D19C-9824379B84AE}"/>
          </ac:picMkLst>
        </pc:picChg>
      </pc:sldChg>
      <pc:sldChg chg="addSp modSp new mod">
        <pc:chgData name="Sara Muneeb" userId="29b624b1-a719-43f5-9b52-388cd4043c04" providerId="ADAL" clId="{DB3F8C76-9E84-425C-958D-57243E72E246}" dt="2022-09-27T08:22:01.392" v="600" actId="14100"/>
        <pc:sldMkLst>
          <pc:docMk/>
          <pc:sldMk cId="2876332182" sldId="261"/>
        </pc:sldMkLst>
        <pc:spChg chg="mod">
          <ac:chgData name="Sara Muneeb" userId="29b624b1-a719-43f5-9b52-388cd4043c04" providerId="ADAL" clId="{DB3F8C76-9E84-425C-958D-57243E72E246}" dt="2022-09-27T05:39:46.953" v="416" actId="20577"/>
          <ac:spMkLst>
            <pc:docMk/>
            <pc:sldMk cId="2876332182" sldId="261"/>
            <ac:spMk id="2" creationId="{57797916-F397-C22B-A362-0E6028C6D159}"/>
          </ac:spMkLst>
        </pc:spChg>
        <pc:spChg chg="mod">
          <ac:chgData name="Sara Muneeb" userId="29b624b1-a719-43f5-9b52-388cd4043c04" providerId="ADAL" clId="{DB3F8C76-9E84-425C-958D-57243E72E246}" dt="2022-09-27T08:21:09.746" v="593" actId="20577"/>
          <ac:spMkLst>
            <pc:docMk/>
            <pc:sldMk cId="2876332182" sldId="261"/>
            <ac:spMk id="3" creationId="{27FD187C-4912-4080-A30F-D4BD8842255C}"/>
          </ac:spMkLst>
        </pc:spChg>
        <pc:picChg chg="add mod">
          <ac:chgData name="Sara Muneeb" userId="29b624b1-a719-43f5-9b52-388cd4043c04" providerId="ADAL" clId="{DB3F8C76-9E84-425C-958D-57243E72E246}" dt="2022-09-27T08:21:38.961" v="596" actId="1076"/>
          <ac:picMkLst>
            <pc:docMk/>
            <pc:sldMk cId="2876332182" sldId="261"/>
            <ac:picMk id="5" creationId="{1EBB1349-66A7-7F5F-8409-109C28AA9EBC}"/>
          </ac:picMkLst>
        </pc:picChg>
        <pc:picChg chg="add mod">
          <ac:chgData name="Sara Muneeb" userId="29b624b1-a719-43f5-9b52-388cd4043c04" providerId="ADAL" clId="{DB3F8C76-9E84-425C-958D-57243E72E246}" dt="2022-09-27T08:22:01.392" v="600" actId="14100"/>
          <ac:picMkLst>
            <pc:docMk/>
            <pc:sldMk cId="2876332182" sldId="261"/>
            <ac:picMk id="7" creationId="{3C4D674C-C3F4-AE72-3928-C093036A5531}"/>
          </ac:picMkLst>
        </pc:picChg>
      </pc:sldChg>
      <pc:sldChg chg="modSp new mod">
        <pc:chgData name="Sara Muneeb" userId="29b624b1-a719-43f5-9b52-388cd4043c04" providerId="ADAL" clId="{DB3F8C76-9E84-425C-958D-57243E72E246}" dt="2022-09-30T07:02:28.707" v="860" actId="20577"/>
        <pc:sldMkLst>
          <pc:docMk/>
          <pc:sldMk cId="601268" sldId="262"/>
        </pc:sldMkLst>
        <pc:spChg chg="mod">
          <ac:chgData name="Sara Muneeb" userId="29b624b1-a719-43f5-9b52-388cd4043c04" providerId="ADAL" clId="{DB3F8C76-9E84-425C-958D-57243E72E246}" dt="2022-09-30T07:02:28.707" v="860" actId="20577"/>
          <ac:spMkLst>
            <pc:docMk/>
            <pc:sldMk cId="601268" sldId="262"/>
            <ac:spMk id="2" creationId="{38BBCE8A-7623-7EA9-69AF-AEC8A55B5435}"/>
          </ac:spMkLst>
        </pc:spChg>
        <pc:spChg chg="mod">
          <ac:chgData name="Sara Muneeb" userId="29b624b1-a719-43f5-9b52-388cd4043c04" providerId="ADAL" clId="{DB3F8C76-9E84-425C-958D-57243E72E246}" dt="2022-09-30T06:42:17.413" v="687" actId="5793"/>
          <ac:spMkLst>
            <pc:docMk/>
            <pc:sldMk cId="601268" sldId="262"/>
            <ac:spMk id="3" creationId="{6CF71A2C-0100-0403-9758-45331499B96C}"/>
          </ac:spMkLst>
        </pc:spChg>
      </pc:sldChg>
      <pc:sldChg chg="addSp delSp modSp new mod">
        <pc:chgData name="Sara Muneeb" userId="29b624b1-a719-43f5-9b52-388cd4043c04" providerId="ADAL" clId="{DB3F8C76-9E84-425C-958D-57243E72E246}" dt="2022-09-30T06:59:48.087" v="791" actId="123"/>
        <pc:sldMkLst>
          <pc:docMk/>
          <pc:sldMk cId="2598016477" sldId="263"/>
        </pc:sldMkLst>
        <pc:spChg chg="mod">
          <ac:chgData name="Sara Muneeb" userId="29b624b1-a719-43f5-9b52-388cd4043c04" providerId="ADAL" clId="{DB3F8C76-9E84-425C-958D-57243E72E246}" dt="2022-09-30T06:46:36.403" v="699" actId="20577"/>
          <ac:spMkLst>
            <pc:docMk/>
            <pc:sldMk cId="2598016477" sldId="263"/>
            <ac:spMk id="2" creationId="{77664EA5-FCAF-2175-E475-2C50EDC78F82}"/>
          </ac:spMkLst>
        </pc:spChg>
        <pc:spChg chg="mod">
          <ac:chgData name="Sara Muneeb" userId="29b624b1-a719-43f5-9b52-388cd4043c04" providerId="ADAL" clId="{DB3F8C76-9E84-425C-958D-57243E72E246}" dt="2022-09-30T06:59:48.087" v="791" actId="123"/>
          <ac:spMkLst>
            <pc:docMk/>
            <pc:sldMk cId="2598016477" sldId="263"/>
            <ac:spMk id="3" creationId="{3C09A3EE-E2AD-7B66-78D5-453FF8B9E9F8}"/>
          </ac:spMkLst>
        </pc:spChg>
        <pc:picChg chg="add del">
          <ac:chgData name="Sara Muneeb" userId="29b624b1-a719-43f5-9b52-388cd4043c04" providerId="ADAL" clId="{DB3F8C76-9E84-425C-958D-57243E72E246}" dt="2022-09-30T06:56:16.312" v="745"/>
          <ac:picMkLst>
            <pc:docMk/>
            <pc:sldMk cId="2598016477" sldId="263"/>
            <ac:picMk id="2050" creationId="{7E7CDB23-7AF6-1B93-A7F1-7CCF37E6FEB5}"/>
          </ac:picMkLst>
        </pc:picChg>
        <pc:picChg chg="add del mod">
          <ac:chgData name="Sara Muneeb" userId="29b624b1-a719-43f5-9b52-388cd4043c04" providerId="ADAL" clId="{DB3F8C76-9E84-425C-958D-57243E72E246}" dt="2022-09-30T06:58:06.623" v="756" actId="478"/>
          <ac:picMkLst>
            <pc:docMk/>
            <pc:sldMk cId="2598016477" sldId="263"/>
            <ac:picMk id="2052" creationId="{41E87BC8-2DE6-4F13-DA43-1E6401EA8200}"/>
          </ac:picMkLst>
        </pc:picChg>
        <pc:picChg chg="add del">
          <ac:chgData name="Sara Muneeb" userId="29b624b1-a719-43f5-9b52-388cd4043c04" providerId="ADAL" clId="{DB3F8C76-9E84-425C-958D-57243E72E246}" dt="2022-09-30T06:57:08.327" v="750" actId="21"/>
          <ac:picMkLst>
            <pc:docMk/>
            <pc:sldMk cId="2598016477" sldId="263"/>
            <ac:picMk id="2054" creationId="{29D84C0D-ADDD-93BA-E5C6-4AD79F993FB7}"/>
          </ac:picMkLst>
        </pc:picChg>
        <pc:picChg chg="add del mod">
          <ac:chgData name="Sara Muneeb" userId="29b624b1-a719-43f5-9b52-388cd4043c04" providerId="ADAL" clId="{DB3F8C76-9E84-425C-958D-57243E72E246}" dt="2022-09-30T06:58:07.724" v="757" actId="478"/>
          <ac:picMkLst>
            <pc:docMk/>
            <pc:sldMk cId="2598016477" sldId="263"/>
            <ac:picMk id="2056" creationId="{697152A2-E7FA-E5F3-6527-8C5EC045040E}"/>
          </ac:picMkLst>
        </pc:picChg>
        <pc:picChg chg="add mod">
          <ac:chgData name="Sara Muneeb" userId="29b624b1-a719-43f5-9b52-388cd4043c04" providerId="ADAL" clId="{DB3F8C76-9E84-425C-958D-57243E72E246}" dt="2022-09-30T06:59:35.266" v="789" actId="1076"/>
          <ac:picMkLst>
            <pc:docMk/>
            <pc:sldMk cId="2598016477" sldId="263"/>
            <ac:picMk id="2058" creationId="{0FF28B30-3A3E-B97A-A25A-439235F9FDCA}"/>
          </ac:picMkLst>
        </pc:picChg>
      </pc:sldChg>
      <pc:sldChg chg="modSp new mod">
        <pc:chgData name="Sara Muneeb" userId="29b624b1-a719-43f5-9b52-388cd4043c04" providerId="ADAL" clId="{DB3F8C76-9E84-425C-958D-57243E72E246}" dt="2022-09-30T07:13:07.541" v="909" actId="5793"/>
        <pc:sldMkLst>
          <pc:docMk/>
          <pc:sldMk cId="2320396932" sldId="264"/>
        </pc:sldMkLst>
        <pc:spChg chg="mod">
          <ac:chgData name="Sara Muneeb" userId="29b624b1-a719-43f5-9b52-388cd4043c04" providerId="ADAL" clId="{DB3F8C76-9E84-425C-958D-57243E72E246}" dt="2022-09-30T07:02:22.500" v="858" actId="20577"/>
          <ac:spMkLst>
            <pc:docMk/>
            <pc:sldMk cId="2320396932" sldId="264"/>
            <ac:spMk id="2" creationId="{2ABF492E-40DA-B1B1-3C9E-9479337B0616}"/>
          </ac:spMkLst>
        </pc:spChg>
        <pc:spChg chg="mod">
          <ac:chgData name="Sara Muneeb" userId="29b624b1-a719-43f5-9b52-388cd4043c04" providerId="ADAL" clId="{DB3F8C76-9E84-425C-958D-57243E72E246}" dt="2022-09-30T07:13:07.541" v="909" actId="5793"/>
          <ac:spMkLst>
            <pc:docMk/>
            <pc:sldMk cId="2320396932" sldId="264"/>
            <ac:spMk id="3" creationId="{83A42140-6142-E88C-6D9A-35934E0A5BB6}"/>
          </ac:spMkLst>
        </pc:spChg>
      </pc:sldChg>
      <pc:sldChg chg="addSp delSp modSp new mod">
        <pc:chgData name="Sara Muneeb" userId="29b624b1-a719-43f5-9b52-388cd4043c04" providerId="ADAL" clId="{DB3F8C76-9E84-425C-958D-57243E72E246}" dt="2022-09-30T07:13:35.026" v="919" actId="20577"/>
        <pc:sldMkLst>
          <pc:docMk/>
          <pc:sldMk cId="766487697" sldId="265"/>
        </pc:sldMkLst>
        <pc:spChg chg="mod">
          <ac:chgData name="Sara Muneeb" userId="29b624b1-a719-43f5-9b52-388cd4043c04" providerId="ADAL" clId="{DB3F8C76-9E84-425C-958D-57243E72E246}" dt="2022-09-30T07:13:35.026" v="919" actId="20577"/>
          <ac:spMkLst>
            <pc:docMk/>
            <pc:sldMk cId="766487697" sldId="265"/>
            <ac:spMk id="2" creationId="{424B193B-3459-5F7A-4994-427D27A26801}"/>
          </ac:spMkLst>
        </pc:spChg>
        <pc:spChg chg="del">
          <ac:chgData name="Sara Muneeb" userId="29b624b1-a719-43f5-9b52-388cd4043c04" providerId="ADAL" clId="{DB3F8C76-9E84-425C-958D-57243E72E246}" dt="2022-09-30T07:13:32.280" v="911" actId="22"/>
          <ac:spMkLst>
            <pc:docMk/>
            <pc:sldMk cId="766487697" sldId="265"/>
            <ac:spMk id="3" creationId="{DB0DDE00-A9B6-A4AB-CDCE-08DB2D7EC201}"/>
          </ac:spMkLst>
        </pc:spChg>
        <pc:picChg chg="add mod ord">
          <ac:chgData name="Sara Muneeb" userId="29b624b1-a719-43f5-9b52-388cd4043c04" providerId="ADAL" clId="{DB3F8C76-9E84-425C-958D-57243E72E246}" dt="2022-09-30T07:13:32.280" v="911" actId="22"/>
          <ac:picMkLst>
            <pc:docMk/>
            <pc:sldMk cId="766487697" sldId="265"/>
            <ac:picMk id="5" creationId="{C1C2AD13-B763-9D6B-1C84-69F99E4C79C7}"/>
          </ac:picMkLst>
        </pc:picChg>
      </pc:sldChg>
      <pc:sldChg chg="add del">
        <pc:chgData name="Sara Muneeb" userId="29b624b1-a719-43f5-9b52-388cd4043c04" providerId="ADAL" clId="{DB3F8C76-9E84-425C-958D-57243E72E246}" dt="2022-09-27T04:55:26.398" v="39" actId="47"/>
        <pc:sldMkLst>
          <pc:docMk/>
          <pc:sldMk cId="2349585444" sldId="265"/>
        </pc:sldMkLst>
      </pc:sldChg>
      <pc:sldChg chg="addSp delSp modSp new mod">
        <pc:chgData name="Sara Muneeb" userId="29b624b1-a719-43f5-9b52-388cd4043c04" providerId="ADAL" clId="{DB3F8C76-9E84-425C-958D-57243E72E246}" dt="2022-09-30T07:27:19.787" v="941" actId="1076"/>
        <pc:sldMkLst>
          <pc:docMk/>
          <pc:sldMk cId="1657546060" sldId="266"/>
        </pc:sldMkLst>
        <pc:spChg chg="mod">
          <ac:chgData name="Sara Muneeb" userId="29b624b1-a719-43f5-9b52-388cd4043c04" providerId="ADAL" clId="{DB3F8C76-9E84-425C-958D-57243E72E246}" dt="2022-09-30T07:20:44.655" v="933" actId="20577"/>
          <ac:spMkLst>
            <pc:docMk/>
            <pc:sldMk cId="1657546060" sldId="266"/>
            <ac:spMk id="2" creationId="{1C0024DA-3C67-09C7-61AB-B34D7A697E8E}"/>
          </ac:spMkLst>
        </pc:spChg>
        <pc:spChg chg="del">
          <ac:chgData name="Sara Muneeb" userId="29b624b1-a719-43f5-9b52-388cd4043c04" providerId="ADAL" clId="{DB3F8C76-9E84-425C-958D-57243E72E246}" dt="2022-09-30T07:18:23.318" v="921" actId="931"/>
          <ac:spMkLst>
            <pc:docMk/>
            <pc:sldMk cId="1657546060" sldId="266"/>
            <ac:spMk id="3" creationId="{837DC85E-FA94-BA5D-BEBE-60E33E720277}"/>
          </ac:spMkLst>
        </pc:spChg>
        <pc:picChg chg="add mod modCrop">
          <ac:chgData name="Sara Muneeb" userId="29b624b1-a719-43f5-9b52-388cd4043c04" providerId="ADAL" clId="{DB3F8C76-9E84-425C-958D-57243E72E246}" dt="2022-09-30T07:27:19.787" v="941" actId="1076"/>
          <ac:picMkLst>
            <pc:docMk/>
            <pc:sldMk cId="1657546060" sldId="266"/>
            <ac:picMk id="5" creationId="{9B03CEC9-3355-B4E5-6E3D-E9926D4EE756}"/>
          </ac:picMkLst>
        </pc:picChg>
      </pc:sldChg>
      <pc:sldChg chg="addSp delSp modSp new del mod ord">
        <pc:chgData name="Sara Muneeb" userId="29b624b1-a719-43f5-9b52-388cd4043c04" providerId="ADAL" clId="{DB3F8C76-9E84-425C-958D-57243E72E246}" dt="2022-09-30T07:49:01.927" v="1134" actId="47"/>
        <pc:sldMkLst>
          <pc:docMk/>
          <pc:sldMk cId="2755250312" sldId="267"/>
        </pc:sldMkLst>
        <pc:spChg chg="mod">
          <ac:chgData name="Sara Muneeb" userId="29b624b1-a719-43f5-9b52-388cd4043c04" providerId="ADAL" clId="{DB3F8C76-9E84-425C-958D-57243E72E246}" dt="2022-09-30T07:27:27.140" v="949" actId="20577"/>
          <ac:spMkLst>
            <pc:docMk/>
            <pc:sldMk cId="2755250312" sldId="267"/>
            <ac:spMk id="2" creationId="{2BEFEEFF-7CE8-9BDD-D812-20CA068540BB}"/>
          </ac:spMkLst>
        </pc:spChg>
        <pc:spChg chg="del">
          <ac:chgData name="Sara Muneeb" userId="29b624b1-a719-43f5-9b52-388cd4043c04" providerId="ADAL" clId="{DB3F8C76-9E84-425C-958D-57243E72E246}" dt="2022-09-30T07:27:38.395" v="950" actId="931"/>
          <ac:spMkLst>
            <pc:docMk/>
            <pc:sldMk cId="2755250312" sldId="267"/>
            <ac:spMk id="3" creationId="{473FF9DE-E171-F85F-1461-6413043EDB1A}"/>
          </ac:spMkLst>
        </pc:spChg>
        <pc:spChg chg="add del mod">
          <ac:chgData name="Sara Muneeb" userId="29b624b1-a719-43f5-9b52-388cd4043c04" providerId="ADAL" clId="{DB3F8C76-9E84-425C-958D-57243E72E246}" dt="2022-09-30T07:28:10.696" v="954" actId="931"/>
          <ac:spMkLst>
            <pc:docMk/>
            <pc:sldMk cId="2755250312" sldId="267"/>
            <ac:spMk id="7" creationId="{788ACAD7-EE8A-B71F-9648-D50711D23EEC}"/>
          </ac:spMkLst>
        </pc:spChg>
        <pc:spChg chg="add del mod">
          <ac:chgData name="Sara Muneeb" userId="29b624b1-a719-43f5-9b52-388cd4043c04" providerId="ADAL" clId="{DB3F8C76-9E84-425C-958D-57243E72E246}" dt="2022-09-30T07:28:18.034" v="956" actId="931"/>
          <ac:spMkLst>
            <pc:docMk/>
            <pc:sldMk cId="2755250312" sldId="267"/>
            <ac:spMk id="11" creationId="{4BFBFAD5-B24A-3125-0E64-1EF727421041}"/>
          </ac:spMkLst>
        </pc:spChg>
        <pc:picChg chg="add del mod">
          <ac:chgData name="Sara Muneeb" userId="29b624b1-a719-43f5-9b52-388cd4043c04" providerId="ADAL" clId="{DB3F8C76-9E84-425C-958D-57243E72E246}" dt="2022-09-30T07:28:00.535" v="953" actId="478"/>
          <ac:picMkLst>
            <pc:docMk/>
            <pc:sldMk cId="2755250312" sldId="267"/>
            <ac:picMk id="5" creationId="{81E7BB62-0A7E-B4DC-9427-974E9A174361}"/>
          </ac:picMkLst>
        </pc:picChg>
        <pc:picChg chg="add del mod">
          <ac:chgData name="Sara Muneeb" userId="29b624b1-a719-43f5-9b52-388cd4043c04" providerId="ADAL" clId="{DB3F8C76-9E84-425C-958D-57243E72E246}" dt="2022-09-30T07:28:12.224" v="955" actId="478"/>
          <ac:picMkLst>
            <pc:docMk/>
            <pc:sldMk cId="2755250312" sldId="267"/>
            <ac:picMk id="9" creationId="{1E037131-DC60-07ED-A02B-FA895CD42922}"/>
          </ac:picMkLst>
        </pc:picChg>
        <pc:picChg chg="add mod">
          <ac:chgData name="Sara Muneeb" userId="29b624b1-a719-43f5-9b52-388cd4043c04" providerId="ADAL" clId="{DB3F8C76-9E84-425C-958D-57243E72E246}" dt="2022-09-30T07:28:19.260" v="958" actId="962"/>
          <ac:picMkLst>
            <pc:docMk/>
            <pc:sldMk cId="2755250312" sldId="267"/>
            <ac:picMk id="13" creationId="{D0168AE9-BDA6-63F5-DA71-FE8943A74528}"/>
          </ac:picMkLst>
        </pc:picChg>
      </pc:sldChg>
      <pc:sldChg chg="add">
        <pc:chgData name="Sara Muneeb" userId="29b624b1-a719-43f5-9b52-388cd4043c04" providerId="ADAL" clId="{DB3F8C76-9E84-425C-958D-57243E72E246}" dt="2022-10-03T08:41:05.849" v="2745"/>
        <pc:sldMkLst>
          <pc:docMk/>
          <pc:sldMk cId="3390644009" sldId="267"/>
        </pc:sldMkLst>
      </pc:sldChg>
      <pc:sldChg chg="add del">
        <pc:chgData name="Sara Muneeb" userId="29b624b1-a719-43f5-9b52-388cd4043c04" providerId="ADAL" clId="{DB3F8C76-9E84-425C-958D-57243E72E246}" dt="2022-09-30T09:37:38.309" v="1748" actId="47"/>
        <pc:sldMkLst>
          <pc:docMk/>
          <pc:sldMk cId="4026094092" sldId="267"/>
        </pc:sldMkLst>
      </pc:sldChg>
      <pc:sldChg chg="addSp delSp modSp new mod">
        <pc:chgData name="Sara Muneeb" userId="29b624b1-a719-43f5-9b52-388cd4043c04" providerId="ADAL" clId="{DB3F8C76-9E84-425C-958D-57243E72E246}" dt="2022-09-30T07:29:12.984" v="980" actId="1076"/>
        <pc:sldMkLst>
          <pc:docMk/>
          <pc:sldMk cId="3167281788" sldId="268"/>
        </pc:sldMkLst>
        <pc:spChg chg="mod">
          <ac:chgData name="Sara Muneeb" userId="29b624b1-a719-43f5-9b52-388cd4043c04" providerId="ADAL" clId="{DB3F8C76-9E84-425C-958D-57243E72E246}" dt="2022-09-30T07:28:34.698" v="970" actId="20577"/>
          <ac:spMkLst>
            <pc:docMk/>
            <pc:sldMk cId="3167281788" sldId="268"/>
            <ac:spMk id="2" creationId="{DAC72BB2-A330-4380-0646-7B10DA2ABE61}"/>
          </ac:spMkLst>
        </pc:spChg>
        <pc:spChg chg="del">
          <ac:chgData name="Sara Muneeb" userId="29b624b1-a719-43f5-9b52-388cd4043c04" providerId="ADAL" clId="{DB3F8C76-9E84-425C-958D-57243E72E246}" dt="2022-09-30T07:28:45.705" v="971" actId="931"/>
          <ac:spMkLst>
            <pc:docMk/>
            <pc:sldMk cId="3167281788" sldId="268"/>
            <ac:spMk id="3" creationId="{6827322B-01D6-BD1D-1578-3D78D68C6E52}"/>
          </ac:spMkLst>
        </pc:spChg>
        <pc:picChg chg="add mod">
          <ac:chgData name="Sara Muneeb" userId="29b624b1-a719-43f5-9b52-388cd4043c04" providerId="ADAL" clId="{DB3F8C76-9E84-425C-958D-57243E72E246}" dt="2022-09-30T07:29:12.984" v="980" actId="1076"/>
          <ac:picMkLst>
            <pc:docMk/>
            <pc:sldMk cId="3167281788" sldId="268"/>
            <ac:picMk id="5" creationId="{8860F711-5D42-18EB-E55D-7389521AE9AE}"/>
          </ac:picMkLst>
        </pc:picChg>
        <pc:picChg chg="add mod">
          <ac:chgData name="Sara Muneeb" userId="29b624b1-a719-43f5-9b52-388cd4043c04" providerId="ADAL" clId="{DB3F8C76-9E84-425C-958D-57243E72E246}" dt="2022-09-30T07:29:10.395" v="979" actId="1076"/>
          <ac:picMkLst>
            <pc:docMk/>
            <pc:sldMk cId="3167281788" sldId="268"/>
            <ac:picMk id="7" creationId="{94309AF5-EA75-FA8A-B264-641632B8EAC9}"/>
          </ac:picMkLst>
        </pc:picChg>
      </pc:sldChg>
      <pc:sldChg chg="addSp delSp modSp new mod">
        <pc:chgData name="Sara Muneeb" userId="29b624b1-a719-43f5-9b52-388cd4043c04" providerId="ADAL" clId="{DB3F8C76-9E84-425C-958D-57243E72E246}" dt="2022-09-30T07:30:50.593" v="1011" actId="1076"/>
        <pc:sldMkLst>
          <pc:docMk/>
          <pc:sldMk cId="3448848701" sldId="269"/>
        </pc:sldMkLst>
        <pc:spChg chg="mod">
          <ac:chgData name="Sara Muneeb" userId="29b624b1-a719-43f5-9b52-388cd4043c04" providerId="ADAL" clId="{DB3F8C76-9E84-425C-958D-57243E72E246}" dt="2022-09-30T07:29:24.133" v="988" actId="20577"/>
          <ac:spMkLst>
            <pc:docMk/>
            <pc:sldMk cId="3448848701" sldId="269"/>
            <ac:spMk id="2" creationId="{DC9928DB-761C-C86A-6F55-2519438579FE}"/>
          </ac:spMkLst>
        </pc:spChg>
        <pc:spChg chg="del">
          <ac:chgData name="Sara Muneeb" userId="29b624b1-a719-43f5-9b52-388cd4043c04" providerId="ADAL" clId="{DB3F8C76-9E84-425C-958D-57243E72E246}" dt="2022-09-30T07:29:30.810" v="989" actId="931"/>
          <ac:spMkLst>
            <pc:docMk/>
            <pc:sldMk cId="3448848701" sldId="269"/>
            <ac:spMk id="3" creationId="{59165B4E-ABEB-3818-BD71-1BF1C9D3142D}"/>
          </ac:spMkLst>
        </pc:spChg>
        <pc:picChg chg="add mod modCrop">
          <ac:chgData name="Sara Muneeb" userId="29b624b1-a719-43f5-9b52-388cd4043c04" providerId="ADAL" clId="{DB3F8C76-9E84-425C-958D-57243E72E246}" dt="2022-09-30T07:30:50.593" v="1011" actId="1076"/>
          <ac:picMkLst>
            <pc:docMk/>
            <pc:sldMk cId="3448848701" sldId="269"/>
            <ac:picMk id="5" creationId="{5C22C30A-66AD-DAA1-0F07-764797943574}"/>
          </ac:picMkLst>
        </pc:picChg>
        <pc:picChg chg="add mod">
          <ac:chgData name="Sara Muneeb" userId="29b624b1-a719-43f5-9b52-388cd4043c04" providerId="ADAL" clId="{DB3F8C76-9E84-425C-958D-57243E72E246}" dt="2022-09-30T07:30:46.636" v="1010" actId="1076"/>
          <ac:picMkLst>
            <pc:docMk/>
            <pc:sldMk cId="3448848701" sldId="269"/>
            <ac:picMk id="6" creationId="{07B26EC4-FA25-BC71-3666-D2DEA2A89C24}"/>
          </ac:picMkLst>
        </pc:picChg>
      </pc:sldChg>
      <pc:sldChg chg="addSp delSp modSp new mod">
        <pc:chgData name="Sara Muneeb" userId="29b624b1-a719-43f5-9b52-388cd4043c04" providerId="ADAL" clId="{DB3F8C76-9E84-425C-958D-57243E72E246}" dt="2022-09-30T07:52:04.719" v="1167" actId="1076"/>
        <pc:sldMkLst>
          <pc:docMk/>
          <pc:sldMk cId="4245632414" sldId="270"/>
        </pc:sldMkLst>
        <pc:spChg chg="mod">
          <ac:chgData name="Sara Muneeb" userId="29b624b1-a719-43f5-9b52-388cd4043c04" providerId="ADAL" clId="{DB3F8C76-9E84-425C-958D-57243E72E246}" dt="2022-09-30T07:35:13.664" v="1022" actId="20577"/>
          <ac:spMkLst>
            <pc:docMk/>
            <pc:sldMk cId="4245632414" sldId="270"/>
            <ac:spMk id="2" creationId="{39BFB678-AAED-8080-783D-D871E3AAD5C8}"/>
          </ac:spMkLst>
        </pc:spChg>
        <pc:spChg chg="del">
          <ac:chgData name="Sara Muneeb" userId="29b624b1-a719-43f5-9b52-388cd4043c04" providerId="ADAL" clId="{DB3F8C76-9E84-425C-958D-57243E72E246}" dt="2022-09-30T07:30:08.323" v="995" actId="931"/>
          <ac:spMkLst>
            <pc:docMk/>
            <pc:sldMk cId="4245632414" sldId="270"/>
            <ac:spMk id="3" creationId="{EAE398E3-3FF9-EC30-0F19-D415569EF8D7}"/>
          </ac:spMkLst>
        </pc:spChg>
        <pc:spChg chg="add del mod">
          <ac:chgData name="Sara Muneeb" userId="29b624b1-a719-43f5-9b52-388cd4043c04" providerId="ADAL" clId="{DB3F8C76-9E84-425C-958D-57243E72E246}" dt="2022-09-30T07:31:08.510" v="1012" actId="931"/>
          <ac:spMkLst>
            <pc:docMk/>
            <pc:sldMk cId="4245632414" sldId="270"/>
            <ac:spMk id="7" creationId="{AED58527-A207-23F7-BE9D-C04219061144}"/>
          </ac:spMkLst>
        </pc:spChg>
        <pc:spChg chg="add mod">
          <ac:chgData name="Sara Muneeb" userId="29b624b1-a719-43f5-9b52-388cd4043c04" providerId="ADAL" clId="{DB3F8C76-9E84-425C-958D-57243E72E246}" dt="2022-09-30T07:52:04.719" v="1167" actId="1076"/>
          <ac:spMkLst>
            <pc:docMk/>
            <pc:sldMk cId="4245632414" sldId="270"/>
            <ac:spMk id="12" creationId="{E9CBC40E-595C-A5B8-809E-C916C99655A8}"/>
          </ac:spMkLst>
        </pc:spChg>
        <pc:spChg chg="add mod">
          <ac:chgData name="Sara Muneeb" userId="29b624b1-a719-43f5-9b52-388cd4043c04" providerId="ADAL" clId="{DB3F8C76-9E84-425C-958D-57243E72E246}" dt="2022-09-30T07:52:00.303" v="1166" actId="1076"/>
          <ac:spMkLst>
            <pc:docMk/>
            <pc:sldMk cId="4245632414" sldId="270"/>
            <ac:spMk id="13" creationId="{1D11ACA7-D9BD-0217-1C80-8E73E2BEDC20}"/>
          </ac:spMkLst>
        </pc:spChg>
        <pc:picChg chg="add del mod">
          <ac:chgData name="Sara Muneeb" userId="29b624b1-a719-43f5-9b52-388cd4043c04" providerId="ADAL" clId="{DB3F8C76-9E84-425C-958D-57243E72E246}" dt="2022-09-30T07:30:21.841" v="1001" actId="21"/>
          <ac:picMkLst>
            <pc:docMk/>
            <pc:sldMk cId="4245632414" sldId="270"/>
            <ac:picMk id="5" creationId="{D78B7DB6-BCE8-3B20-07A4-57D1693A7437}"/>
          </ac:picMkLst>
        </pc:picChg>
        <pc:picChg chg="add mod modCrop">
          <ac:chgData name="Sara Muneeb" userId="29b624b1-a719-43f5-9b52-388cd4043c04" providerId="ADAL" clId="{DB3F8C76-9E84-425C-958D-57243E72E246}" dt="2022-09-30T07:51:25.843" v="1143" actId="732"/>
          <ac:picMkLst>
            <pc:docMk/>
            <pc:sldMk cId="4245632414" sldId="270"/>
            <ac:picMk id="9" creationId="{1C327852-3661-F7BD-42A5-249DFC68948E}"/>
          </ac:picMkLst>
        </pc:picChg>
        <pc:picChg chg="add mod">
          <ac:chgData name="Sara Muneeb" userId="29b624b1-a719-43f5-9b52-388cd4043c04" providerId="ADAL" clId="{DB3F8C76-9E84-425C-958D-57243E72E246}" dt="2022-09-30T07:51:12.865" v="1141" actId="1076"/>
          <ac:picMkLst>
            <pc:docMk/>
            <pc:sldMk cId="4245632414" sldId="270"/>
            <ac:picMk id="11" creationId="{118B4784-1423-ECA2-F25B-0883652E7962}"/>
          </ac:picMkLst>
        </pc:picChg>
      </pc:sldChg>
      <pc:sldChg chg="addSp delSp modSp new mod modAnim">
        <pc:chgData name="Sara Muneeb" userId="29b624b1-a719-43f5-9b52-388cd4043c04" providerId="ADAL" clId="{DB3F8C76-9E84-425C-958D-57243E72E246}" dt="2022-09-30T07:45:06.046" v="1082"/>
        <pc:sldMkLst>
          <pc:docMk/>
          <pc:sldMk cId="4006803244" sldId="271"/>
        </pc:sldMkLst>
        <pc:spChg chg="mod">
          <ac:chgData name="Sara Muneeb" userId="29b624b1-a719-43f5-9b52-388cd4043c04" providerId="ADAL" clId="{DB3F8C76-9E84-425C-958D-57243E72E246}" dt="2022-09-30T07:43:40.653" v="1069" actId="20577"/>
          <ac:spMkLst>
            <pc:docMk/>
            <pc:sldMk cId="4006803244" sldId="271"/>
            <ac:spMk id="2" creationId="{9EB6A928-53BE-3E47-7722-9CAA1C5272DC}"/>
          </ac:spMkLst>
        </pc:spChg>
        <pc:spChg chg="del">
          <ac:chgData name="Sara Muneeb" userId="29b624b1-a719-43f5-9b52-388cd4043c04" providerId="ADAL" clId="{DB3F8C76-9E84-425C-958D-57243E72E246}" dt="2022-09-30T07:35:45.192" v="1024" actId="931"/>
          <ac:spMkLst>
            <pc:docMk/>
            <pc:sldMk cId="4006803244" sldId="271"/>
            <ac:spMk id="3" creationId="{6F21A77E-24ED-9AB4-8E9C-AADBFACF7579}"/>
          </ac:spMkLst>
        </pc:spChg>
        <pc:spChg chg="add del mod">
          <ac:chgData name="Sara Muneeb" userId="29b624b1-a719-43f5-9b52-388cd4043c04" providerId="ADAL" clId="{DB3F8C76-9E84-425C-958D-57243E72E246}" dt="2022-09-30T07:43:57.346" v="1071" actId="931"/>
          <ac:spMkLst>
            <pc:docMk/>
            <pc:sldMk cId="4006803244" sldId="271"/>
            <ac:spMk id="7" creationId="{A6DDAF87-E745-36B8-C36B-19C3694A682A}"/>
          </ac:spMkLst>
        </pc:spChg>
        <pc:spChg chg="add del mod">
          <ac:chgData name="Sara Muneeb" userId="29b624b1-a719-43f5-9b52-388cd4043c04" providerId="ADAL" clId="{DB3F8C76-9E84-425C-958D-57243E72E246}" dt="2022-09-30T07:44:10.680" v="1073" actId="931"/>
          <ac:spMkLst>
            <pc:docMk/>
            <pc:sldMk cId="4006803244" sldId="271"/>
            <ac:spMk id="11" creationId="{2A293B4C-C976-2A0D-6980-98E59C180DE1}"/>
          </ac:spMkLst>
        </pc:spChg>
        <pc:spChg chg="add mod">
          <ac:chgData name="Sara Muneeb" userId="29b624b1-a719-43f5-9b52-388cd4043c04" providerId="ADAL" clId="{DB3F8C76-9E84-425C-958D-57243E72E246}" dt="2022-09-30T07:44:47.067" v="1078" actId="208"/>
          <ac:spMkLst>
            <pc:docMk/>
            <pc:sldMk cId="4006803244" sldId="271"/>
            <ac:spMk id="14" creationId="{EE253486-8B85-A872-1C9F-A7B6C6E8F906}"/>
          </ac:spMkLst>
        </pc:spChg>
        <pc:picChg chg="add del mod modCrop">
          <ac:chgData name="Sara Muneeb" userId="29b624b1-a719-43f5-9b52-388cd4043c04" providerId="ADAL" clId="{DB3F8C76-9E84-425C-958D-57243E72E246}" dt="2022-09-30T07:43:36.746" v="1062" actId="478"/>
          <ac:picMkLst>
            <pc:docMk/>
            <pc:sldMk cId="4006803244" sldId="271"/>
            <ac:picMk id="5" creationId="{6D4DBFA4-4112-B1EA-D791-0E1D4E12CD10}"/>
          </ac:picMkLst>
        </pc:picChg>
        <pc:picChg chg="add del mod">
          <ac:chgData name="Sara Muneeb" userId="29b624b1-a719-43f5-9b52-388cd4043c04" providerId="ADAL" clId="{DB3F8C76-9E84-425C-958D-57243E72E246}" dt="2022-09-30T07:43:59.356" v="1072" actId="478"/>
          <ac:picMkLst>
            <pc:docMk/>
            <pc:sldMk cId="4006803244" sldId="271"/>
            <ac:picMk id="9" creationId="{A8174382-4BE4-9293-5825-20C41FE56DA7}"/>
          </ac:picMkLst>
        </pc:picChg>
        <pc:picChg chg="add mod">
          <ac:chgData name="Sara Muneeb" userId="29b624b1-a719-43f5-9b52-388cd4043c04" providerId="ADAL" clId="{DB3F8C76-9E84-425C-958D-57243E72E246}" dt="2022-09-30T07:45:02.381" v="1081" actId="1076"/>
          <ac:picMkLst>
            <pc:docMk/>
            <pc:sldMk cId="4006803244" sldId="271"/>
            <ac:picMk id="13" creationId="{595199DE-C673-B0A5-103B-FE9E7AAE3F9C}"/>
          </ac:picMkLst>
        </pc:picChg>
      </pc:sldChg>
      <pc:sldChg chg="addSp delSp modSp new mod modAnim">
        <pc:chgData name="Sara Muneeb" userId="29b624b1-a719-43f5-9b52-388cd4043c04" providerId="ADAL" clId="{DB3F8C76-9E84-425C-958D-57243E72E246}" dt="2022-09-30T07:47:21.780" v="1111"/>
        <pc:sldMkLst>
          <pc:docMk/>
          <pc:sldMk cId="1424118343" sldId="272"/>
        </pc:sldMkLst>
        <pc:spChg chg="mod">
          <ac:chgData name="Sara Muneeb" userId="29b624b1-a719-43f5-9b52-388cd4043c04" providerId="ADAL" clId="{DB3F8C76-9E84-425C-958D-57243E72E246}" dt="2022-09-30T07:45:19.373" v="1090" actId="20577"/>
          <ac:spMkLst>
            <pc:docMk/>
            <pc:sldMk cId="1424118343" sldId="272"/>
            <ac:spMk id="2" creationId="{11F82EBB-97B5-5317-D7D9-C3FF74AB159C}"/>
          </ac:spMkLst>
        </pc:spChg>
        <pc:spChg chg="del">
          <ac:chgData name="Sara Muneeb" userId="29b624b1-a719-43f5-9b52-388cd4043c04" providerId="ADAL" clId="{DB3F8C76-9E84-425C-958D-57243E72E246}" dt="2022-09-30T07:45:30.730" v="1091" actId="931"/>
          <ac:spMkLst>
            <pc:docMk/>
            <pc:sldMk cId="1424118343" sldId="272"/>
            <ac:spMk id="3" creationId="{DE600EFF-B9A6-C300-5101-EFAFF588EF67}"/>
          </ac:spMkLst>
        </pc:spChg>
        <pc:spChg chg="add mod">
          <ac:chgData name="Sara Muneeb" userId="29b624b1-a719-43f5-9b52-388cd4043c04" providerId="ADAL" clId="{DB3F8C76-9E84-425C-958D-57243E72E246}" dt="2022-09-30T07:47:01.264" v="1110" actId="1076"/>
          <ac:spMkLst>
            <pc:docMk/>
            <pc:sldMk cId="1424118343" sldId="272"/>
            <ac:spMk id="8" creationId="{22C7AC43-CE20-D134-3DF6-2B066D95DF0F}"/>
          </ac:spMkLst>
        </pc:spChg>
        <pc:picChg chg="add mod">
          <ac:chgData name="Sara Muneeb" userId="29b624b1-a719-43f5-9b52-388cd4043c04" providerId="ADAL" clId="{DB3F8C76-9E84-425C-958D-57243E72E246}" dt="2022-09-30T07:45:41.382" v="1094" actId="1076"/>
          <ac:picMkLst>
            <pc:docMk/>
            <pc:sldMk cId="1424118343" sldId="272"/>
            <ac:picMk id="5" creationId="{1D0A59BC-9F9A-387E-EE04-B7DDFEAB1290}"/>
          </ac:picMkLst>
        </pc:picChg>
        <pc:picChg chg="add mod">
          <ac:chgData name="Sara Muneeb" userId="29b624b1-a719-43f5-9b52-388cd4043c04" providerId="ADAL" clId="{DB3F8C76-9E84-425C-958D-57243E72E246}" dt="2022-09-30T07:46:53.889" v="1109" actId="1076"/>
          <ac:picMkLst>
            <pc:docMk/>
            <pc:sldMk cId="1424118343" sldId="272"/>
            <ac:picMk id="7" creationId="{D04346AB-343F-9E84-8293-706D714C95AA}"/>
          </ac:picMkLst>
        </pc:picChg>
      </pc:sldChg>
      <pc:sldChg chg="addSp delSp modSp new mod">
        <pc:chgData name="Sara Muneeb" userId="29b624b1-a719-43f5-9b52-388cd4043c04" providerId="ADAL" clId="{DB3F8C76-9E84-425C-958D-57243E72E246}" dt="2022-09-30T07:48:27.698" v="1122" actId="962"/>
        <pc:sldMkLst>
          <pc:docMk/>
          <pc:sldMk cId="999133735" sldId="273"/>
        </pc:sldMkLst>
        <pc:spChg chg="mod">
          <ac:chgData name="Sara Muneeb" userId="29b624b1-a719-43f5-9b52-388cd4043c04" providerId="ADAL" clId="{DB3F8C76-9E84-425C-958D-57243E72E246}" dt="2022-09-30T07:47:36.640" v="1118" actId="20577"/>
          <ac:spMkLst>
            <pc:docMk/>
            <pc:sldMk cId="999133735" sldId="273"/>
            <ac:spMk id="2" creationId="{3B1A46A0-76D4-1FAB-6D57-CEDDBAB9EFE5}"/>
          </ac:spMkLst>
        </pc:spChg>
        <pc:spChg chg="del">
          <ac:chgData name="Sara Muneeb" userId="29b624b1-a719-43f5-9b52-388cd4043c04" providerId="ADAL" clId="{DB3F8C76-9E84-425C-958D-57243E72E246}" dt="2022-09-30T07:48:21.221" v="1119" actId="931"/>
          <ac:spMkLst>
            <pc:docMk/>
            <pc:sldMk cId="999133735" sldId="273"/>
            <ac:spMk id="3" creationId="{40C80F07-923F-DAC0-E66A-4E761C1EFA9F}"/>
          </ac:spMkLst>
        </pc:spChg>
        <pc:picChg chg="add mod">
          <ac:chgData name="Sara Muneeb" userId="29b624b1-a719-43f5-9b52-388cd4043c04" providerId="ADAL" clId="{DB3F8C76-9E84-425C-958D-57243E72E246}" dt="2022-09-30T07:48:27.698" v="1122" actId="962"/>
          <ac:picMkLst>
            <pc:docMk/>
            <pc:sldMk cId="999133735" sldId="273"/>
            <ac:picMk id="5" creationId="{B6A8878A-4819-E5E1-E073-8D55060623ED}"/>
          </ac:picMkLst>
        </pc:picChg>
      </pc:sldChg>
      <pc:sldChg chg="addSp delSp modSp new mod">
        <pc:chgData name="Sara Muneeb" userId="29b624b1-a719-43f5-9b52-388cd4043c04" providerId="ADAL" clId="{DB3F8C76-9E84-425C-958D-57243E72E246}" dt="2022-09-30T07:48:46.183" v="1133" actId="962"/>
        <pc:sldMkLst>
          <pc:docMk/>
          <pc:sldMk cId="2742577211" sldId="274"/>
        </pc:sldMkLst>
        <pc:spChg chg="mod">
          <ac:chgData name="Sara Muneeb" userId="29b624b1-a719-43f5-9b52-388cd4043c04" providerId="ADAL" clId="{DB3F8C76-9E84-425C-958D-57243E72E246}" dt="2022-09-30T07:48:32.110" v="1130" actId="20577"/>
          <ac:spMkLst>
            <pc:docMk/>
            <pc:sldMk cId="2742577211" sldId="274"/>
            <ac:spMk id="2" creationId="{5B13115B-716B-37C0-785D-0C1C8079C1EA}"/>
          </ac:spMkLst>
        </pc:spChg>
        <pc:spChg chg="del">
          <ac:chgData name="Sara Muneeb" userId="29b624b1-a719-43f5-9b52-388cd4043c04" providerId="ADAL" clId="{DB3F8C76-9E84-425C-958D-57243E72E246}" dt="2022-09-30T07:48:44.983" v="1131" actId="931"/>
          <ac:spMkLst>
            <pc:docMk/>
            <pc:sldMk cId="2742577211" sldId="274"/>
            <ac:spMk id="3" creationId="{A68E1FED-515C-1666-4F62-D2D3D35AD6C7}"/>
          </ac:spMkLst>
        </pc:spChg>
        <pc:picChg chg="add mod">
          <ac:chgData name="Sara Muneeb" userId="29b624b1-a719-43f5-9b52-388cd4043c04" providerId="ADAL" clId="{DB3F8C76-9E84-425C-958D-57243E72E246}" dt="2022-09-30T07:48:46.183" v="1133" actId="962"/>
          <ac:picMkLst>
            <pc:docMk/>
            <pc:sldMk cId="2742577211" sldId="274"/>
            <ac:picMk id="5" creationId="{CCD98EC6-F883-A72F-C242-88AC3512E466}"/>
          </ac:picMkLst>
        </pc:picChg>
      </pc:sldChg>
      <pc:sldChg chg="addSp modSp new mod">
        <pc:chgData name="Sara Muneeb" userId="29b624b1-a719-43f5-9b52-388cd4043c04" providerId="ADAL" clId="{DB3F8C76-9E84-425C-958D-57243E72E246}" dt="2022-09-30T08:35:04.424" v="1259" actId="1076"/>
        <pc:sldMkLst>
          <pc:docMk/>
          <pc:sldMk cId="3394791061" sldId="275"/>
        </pc:sldMkLst>
        <pc:spChg chg="mod">
          <ac:chgData name="Sara Muneeb" userId="29b624b1-a719-43f5-9b52-388cd4043c04" providerId="ADAL" clId="{DB3F8C76-9E84-425C-958D-57243E72E246}" dt="2022-09-30T07:53:29.945" v="1174" actId="20577"/>
          <ac:spMkLst>
            <pc:docMk/>
            <pc:sldMk cId="3394791061" sldId="275"/>
            <ac:spMk id="2" creationId="{F44ABA31-794F-4BD6-8D92-B7D1C1B8A392}"/>
          </ac:spMkLst>
        </pc:spChg>
        <pc:spChg chg="mod">
          <ac:chgData name="Sara Muneeb" userId="29b624b1-a719-43f5-9b52-388cd4043c04" providerId="ADAL" clId="{DB3F8C76-9E84-425C-958D-57243E72E246}" dt="2022-09-30T08:34:57.396" v="1258" actId="207"/>
          <ac:spMkLst>
            <pc:docMk/>
            <pc:sldMk cId="3394791061" sldId="275"/>
            <ac:spMk id="3" creationId="{A778FDB5-F19B-32BF-004F-16E319FF8A7D}"/>
          </ac:spMkLst>
        </pc:spChg>
        <pc:picChg chg="add mod">
          <ac:chgData name="Sara Muneeb" userId="29b624b1-a719-43f5-9b52-388cd4043c04" providerId="ADAL" clId="{DB3F8C76-9E84-425C-958D-57243E72E246}" dt="2022-09-30T08:35:04.424" v="1259" actId="1076"/>
          <ac:picMkLst>
            <pc:docMk/>
            <pc:sldMk cId="3394791061" sldId="275"/>
            <ac:picMk id="3074" creationId="{AC5D098A-E968-A073-061D-C8F0E69180A6}"/>
          </ac:picMkLst>
        </pc:picChg>
      </pc:sldChg>
      <pc:sldChg chg="addSp modSp new mod">
        <pc:chgData name="Sara Muneeb" userId="29b624b1-a719-43f5-9b52-388cd4043c04" providerId="ADAL" clId="{DB3F8C76-9E84-425C-958D-57243E72E246}" dt="2022-09-30T09:29:17.784" v="1648" actId="1076"/>
        <pc:sldMkLst>
          <pc:docMk/>
          <pc:sldMk cId="2278341385" sldId="276"/>
        </pc:sldMkLst>
        <pc:spChg chg="mod">
          <ac:chgData name="Sara Muneeb" userId="29b624b1-a719-43f5-9b52-388cd4043c04" providerId="ADAL" clId="{DB3F8C76-9E84-425C-958D-57243E72E246}" dt="2022-09-30T08:37:24.953" v="1366" actId="27636"/>
          <ac:spMkLst>
            <pc:docMk/>
            <pc:sldMk cId="2278341385" sldId="276"/>
            <ac:spMk id="2" creationId="{53243FD3-1EBC-EF79-D98D-83E32758046E}"/>
          </ac:spMkLst>
        </pc:spChg>
        <pc:spChg chg="mod">
          <ac:chgData name="Sara Muneeb" userId="29b624b1-a719-43f5-9b52-388cd4043c04" providerId="ADAL" clId="{DB3F8C76-9E84-425C-958D-57243E72E246}" dt="2022-09-30T09:29:13.722" v="1647" actId="404"/>
          <ac:spMkLst>
            <pc:docMk/>
            <pc:sldMk cId="2278341385" sldId="276"/>
            <ac:spMk id="3" creationId="{A1F344B6-3358-9FD9-DD5A-21060195BD6A}"/>
          </ac:spMkLst>
        </pc:spChg>
        <pc:picChg chg="add mod">
          <ac:chgData name="Sara Muneeb" userId="29b624b1-a719-43f5-9b52-388cd4043c04" providerId="ADAL" clId="{DB3F8C76-9E84-425C-958D-57243E72E246}" dt="2022-09-30T09:29:17.784" v="1648" actId="1076"/>
          <ac:picMkLst>
            <pc:docMk/>
            <pc:sldMk cId="2278341385" sldId="276"/>
            <ac:picMk id="4098" creationId="{24D75010-A97B-5A1D-215C-07DC08DF8B98}"/>
          </ac:picMkLst>
        </pc:picChg>
      </pc:sldChg>
      <pc:sldChg chg="addSp delSp modSp new mod">
        <pc:chgData name="Sara Muneeb" userId="29b624b1-a719-43f5-9b52-388cd4043c04" providerId="ADAL" clId="{DB3F8C76-9E84-425C-958D-57243E72E246}" dt="2022-09-30T09:32:58.463" v="1663" actId="1076"/>
        <pc:sldMkLst>
          <pc:docMk/>
          <pc:sldMk cId="1238051902" sldId="277"/>
        </pc:sldMkLst>
        <pc:spChg chg="mod">
          <ac:chgData name="Sara Muneeb" userId="29b624b1-a719-43f5-9b52-388cd4043c04" providerId="ADAL" clId="{DB3F8C76-9E84-425C-958D-57243E72E246}" dt="2022-09-30T09:29:58" v="1656" actId="20577"/>
          <ac:spMkLst>
            <pc:docMk/>
            <pc:sldMk cId="1238051902" sldId="277"/>
            <ac:spMk id="2" creationId="{CEC39E0F-20CB-CB55-2ED6-EC37245A60EB}"/>
          </ac:spMkLst>
        </pc:spChg>
        <pc:spChg chg="del mod">
          <ac:chgData name="Sara Muneeb" userId="29b624b1-a719-43f5-9b52-388cd4043c04" providerId="ADAL" clId="{DB3F8C76-9E84-425C-958D-57243E72E246}" dt="2022-09-30T09:30:16.645" v="1658" actId="22"/>
          <ac:spMkLst>
            <pc:docMk/>
            <pc:sldMk cId="1238051902" sldId="277"/>
            <ac:spMk id="3" creationId="{26C0DABC-A2D0-EE9F-C513-7AD872F24FB6}"/>
          </ac:spMkLst>
        </pc:spChg>
        <pc:spChg chg="add del mod">
          <ac:chgData name="Sara Muneeb" userId="29b624b1-a719-43f5-9b52-388cd4043c04" providerId="ADAL" clId="{DB3F8C76-9E84-425C-958D-57243E72E246}" dt="2022-09-30T09:32:53.178" v="1662" actId="478"/>
          <ac:spMkLst>
            <pc:docMk/>
            <pc:sldMk cId="1238051902" sldId="277"/>
            <ac:spMk id="9" creationId="{1A250871-A4CF-46DA-3F3C-3CA171C432DE}"/>
          </ac:spMkLst>
        </pc:spChg>
        <pc:picChg chg="add del mod ord">
          <ac:chgData name="Sara Muneeb" userId="29b624b1-a719-43f5-9b52-388cd4043c04" providerId="ADAL" clId="{DB3F8C76-9E84-425C-958D-57243E72E246}" dt="2022-09-30T09:32:44.786" v="1661" actId="478"/>
          <ac:picMkLst>
            <pc:docMk/>
            <pc:sldMk cId="1238051902" sldId="277"/>
            <ac:picMk id="5" creationId="{0332B971-3DD9-384F-39B9-F4BB1EC93D03}"/>
          </ac:picMkLst>
        </pc:picChg>
        <pc:picChg chg="add mod">
          <ac:chgData name="Sara Muneeb" userId="29b624b1-a719-43f5-9b52-388cd4043c04" providerId="ADAL" clId="{DB3F8C76-9E84-425C-958D-57243E72E246}" dt="2022-09-30T09:32:58.463" v="1663" actId="1076"/>
          <ac:picMkLst>
            <pc:docMk/>
            <pc:sldMk cId="1238051902" sldId="277"/>
            <ac:picMk id="7" creationId="{EB768C8D-0F7A-BE74-050D-242454231168}"/>
          </ac:picMkLst>
        </pc:picChg>
      </pc:sldChg>
      <pc:sldChg chg="addSp delSp modSp new mod">
        <pc:chgData name="Sara Muneeb" userId="29b624b1-a719-43f5-9b52-388cd4043c04" providerId="ADAL" clId="{DB3F8C76-9E84-425C-958D-57243E72E246}" dt="2022-09-30T09:35:37.845" v="1687" actId="1076"/>
        <pc:sldMkLst>
          <pc:docMk/>
          <pc:sldMk cId="1237888567" sldId="278"/>
        </pc:sldMkLst>
        <pc:spChg chg="mod">
          <ac:chgData name="Sara Muneeb" userId="29b624b1-a719-43f5-9b52-388cd4043c04" providerId="ADAL" clId="{DB3F8C76-9E84-425C-958D-57243E72E246}" dt="2022-09-30T09:34:59.194" v="1671" actId="20577"/>
          <ac:spMkLst>
            <pc:docMk/>
            <pc:sldMk cId="1237888567" sldId="278"/>
            <ac:spMk id="2" creationId="{BC73BCD1-F9C1-E666-21CE-8BCCB8375639}"/>
          </ac:spMkLst>
        </pc:spChg>
        <pc:spChg chg="del">
          <ac:chgData name="Sara Muneeb" userId="29b624b1-a719-43f5-9b52-388cd4043c04" providerId="ADAL" clId="{DB3F8C76-9E84-425C-958D-57243E72E246}" dt="2022-09-30T09:35:08.534" v="1672" actId="931"/>
          <ac:spMkLst>
            <pc:docMk/>
            <pc:sldMk cId="1237888567" sldId="278"/>
            <ac:spMk id="3" creationId="{C12A84B6-068C-99EF-2C74-E2ABEAE1FAE9}"/>
          </ac:spMkLst>
        </pc:spChg>
        <pc:picChg chg="add mod">
          <ac:chgData name="Sara Muneeb" userId="29b624b1-a719-43f5-9b52-388cd4043c04" providerId="ADAL" clId="{DB3F8C76-9E84-425C-958D-57243E72E246}" dt="2022-09-30T09:35:37.845" v="1687" actId="1076"/>
          <ac:picMkLst>
            <pc:docMk/>
            <pc:sldMk cId="1237888567" sldId="278"/>
            <ac:picMk id="5" creationId="{7CD2090F-A4DF-7FED-6A50-FA104D16022B}"/>
          </ac:picMkLst>
        </pc:picChg>
        <pc:picChg chg="add mod">
          <ac:chgData name="Sara Muneeb" userId="29b624b1-a719-43f5-9b52-388cd4043c04" providerId="ADAL" clId="{DB3F8C76-9E84-425C-958D-57243E72E246}" dt="2022-09-30T09:35:34.744" v="1686" actId="1076"/>
          <ac:picMkLst>
            <pc:docMk/>
            <pc:sldMk cId="1237888567" sldId="278"/>
            <ac:picMk id="7" creationId="{32DDC936-90F8-3629-706F-43DAEA768688}"/>
          </ac:picMkLst>
        </pc:picChg>
      </pc:sldChg>
      <pc:sldChg chg="addSp delSp modSp new del mod">
        <pc:chgData name="Sara Muneeb" userId="29b624b1-a719-43f5-9b52-388cd4043c04" providerId="ADAL" clId="{DB3F8C76-9E84-425C-958D-57243E72E246}" dt="2022-09-30T09:37:00.477" v="1721" actId="47"/>
        <pc:sldMkLst>
          <pc:docMk/>
          <pc:sldMk cId="24293221" sldId="279"/>
        </pc:sldMkLst>
        <pc:spChg chg="mod">
          <ac:chgData name="Sara Muneeb" userId="29b624b1-a719-43f5-9b52-388cd4043c04" providerId="ADAL" clId="{DB3F8C76-9E84-425C-958D-57243E72E246}" dt="2022-09-30T09:35:57.088" v="1717" actId="20577"/>
          <ac:spMkLst>
            <pc:docMk/>
            <pc:sldMk cId="24293221" sldId="279"/>
            <ac:spMk id="2" creationId="{588ED398-42EE-233A-28EC-487A56D66029}"/>
          </ac:spMkLst>
        </pc:spChg>
        <pc:picChg chg="add del">
          <ac:chgData name="Sara Muneeb" userId="29b624b1-a719-43f5-9b52-388cd4043c04" providerId="ADAL" clId="{DB3F8C76-9E84-425C-958D-57243E72E246}" dt="2022-09-30T09:36:48.603" v="1719" actId="22"/>
          <ac:picMkLst>
            <pc:docMk/>
            <pc:sldMk cId="24293221" sldId="279"/>
            <ac:picMk id="5" creationId="{00BAAE01-767D-4091-6F4E-6EC0CE92A487}"/>
          </ac:picMkLst>
        </pc:picChg>
      </pc:sldChg>
      <pc:sldChg chg="addSp delSp modSp add mod ord">
        <pc:chgData name="Sara Muneeb" userId="29b624b1-a719-43f5-9b52-388cd4043c04" providerId="ADAL" clId="{DB3F8C76-9E84-425C-958D-57243E72E246}" dt="2022-09-30T10:35:34.372" v="1771" actId="207"/>
        <pc:sldMkLst>
          <pc:docMk/>
          <pc:sldMk cId="3087496290" sldId="280"/>
        </pc:sldMkLst>
        <pc:spChg chg="mod">
          <ac:chgData name="Sara Muneeb" userId="29b624b1-a719-43f5-9b52-388cd4043c04" providerId="ADAL" clId="{DB3F8C76-9E84-425C-958D-57243E72E246}" dt="2022-09-30T09:37:18.968" v="1745" actId="21"/>
          <ac:spMkLst>
            <pc:docMk/>
            <pc:sldMk cId="3087496290" sldId="280"/>
            <ac:spMk id="2" creationId="{00000000-0000-0000-0000-000000000000}"/>
          </ac:spMkLst>
        </pc:spChg>
        <pc:spChg chg="add del mod">
          <ac:chgData name="Sara Muneeb" userId="29b624b1-a719-43f5-9b52-388cd4043c04" providerId="ADAL" clId="{DB3F8C76-9E84-425C-958D-57243E72E246}" dt="2022-09-30T09:38:32.952" v="1752" actId="478"/>
          <ac:spMkLst>
            <pc:docMk/>
            <pc:sldMk cId="3087496290" sldId="280"/>
            <ac:spMk id="3" creationId="{71373625-5279-19D1-8D79-2976E9CEBC08}"/>
          </ac:spMkLst>
        </pc:spChg>
        <pc:spChg chg="add mod">
          <ac:chgData name="Sara Muneeb" userId="29b624b1-a719-43f5-9b52-388cd4043c04" providerId="ADAL" clId="{DB3F8C76-9E84-425C-958D-57243E72E246}" dt="2022-09-30T10:35:34.372" v="1771" actId="207"/>
          <ac:spMkLst>
            <pc:docMk/>
            <pc:sldMk cId="3087496290" sldId="280"/>
            <ac:spMk id="4" creationId="{EE0A407C-4F82-C6AA-4743-F08CA2DB49D7}"/>
          </ac:spMkLst>
        </pc:spChg>
        <pc:picChg chg="add mod">
          <ac:chgData name="Sara Muneeb" userId="29b624b1-a719-43f5-9b52-388cd4043c04" providerId="ADAL" clId="{DB3F8C76-9E84-425C-958D-57243E72E246}" dt="2022-09-30T10:35:04.850" v="1769" actId="1076"/>
          <ac:picMkLst>
            <pc:docMk/>
            <pc:sldMk cId="3087496290" sldId="280"/>
            <ac:picMk id="5" creationId="{08F8134F-F3AE-4493-CA39-43E5BF9FD8AD}"/>
          </ac:picMkLst>
        </pc:picChg>
        <pc:picChg chg="add del mod">
          <ac:chgData name="Sara Muneeb" userId="29b624b1-a719-43f5-9b52-388cd4043c04" providerId="ADAL" clId="{DB3F8C76-9E84-425C-958D-57243E72E246}" dt="2022-09-30T09:38:37.453" v="1753" actId="21"/>
          <ac:picMkLst>
            <pc:docMk/>
            <pc:sldMk cId="3087496290" sldId="280"/>
            <ac:picMk id="8195" creationId="{00000000-0000-0000-0000-000000000000}"/>
          </ac:picMkLst>
        </pc:picChg>
      </pc:sldChg>
      <pc:sldChg chg="addSp delSp modSp add del ord">
        <pc:chgData name="Sara Muneeb" userId="29b624b1-a719-43f5-9b52-388cd4043c04" providerId="ADAL" clId="{DB3F8C76-9E84-425C-958D-57243E72E246}" dt="2022-10-05T09:38:35.379" v="4006" actId="47"/>
        <pc:sldMkLst>
          <pc:docMk/>
          <pc:sldMk cId="682799263" sldId="281"/>
        </pc:sldMkLst>
        <pc:picChg chg="add del mod">
          <ac:chgData name="Sara Muneeb" userId="29b624b1-a719-43f5-9b52-388cd4043c04" providerId="ADAL" clId="{DB3F8C76-9E84-425C-958D-57243E72E246}" dt="2022-09-30T10:34:59.864" v="1767" actId="21"/>
          <ac:picMkLst>
            <pc:docMk/>
            <pc:sldMk cId="682799263" sldId="281"/>
            <ac:picMk id="3" creationId="{A25269C2-7BCD-5DFB-CC99-FF92629A15BB}"/>
          </ac:picMkLst>
        </pc:picChg>
      </pc:sldChg>
      <pc:sldChg chg="add del">
        <pc:chgData name="Sara Muneeb" userId="29b624b1-a719-43f5-9b52-388cd4043c04" providerId="ADAL" clId="{DB3F8C76-9E84-425C-958D-57243E72E246}" dt="2022-10-03T08:55:36.018" v="2985" actId="47"/>
        <pc:sldMkLst>
          <pc:docMk/>
          <pc:sldMk cId="2342829795" sldId="282"/>
        </pc:sldMkLst>
      </pc:sldChg>
      <pc:sldChg chg="add del">
        <pc:chgData name="Sara Muneeb" userId="29b624b1-a719-43f5-9b52-388cd4043c04" providerId="ADAL" clId="{DB3F8C76-9E84-425C-958D-57243E72E246}" dt="2022-09-30T10:36:19.593" v="1774" actId="47"/>
        <pc:sldMkLst>
          <pc:docMk/>
          <pc:sldMk cId="2989175404" sldId="282"/>
        </pc:sldMkLst>
      </pc:sldChg>
      <pc:sldChg chg="add del ord">
        <pc:chgData name="Sara Muneeb" userId="29b624b1-a719-43f5-9b52-388cd4043c04" providerId="ADAL" clId="{DB3F8C76-9E84-425C-958D-57243E72E246}" dt="2022-10-03T09:02:47.954" v="3023" actId="47"/>
        <pc:sldMkLst>
          <pc:docMk/>
          <pc:sldMk cId="84272025" sldId="283"/>
        </pc:sldMkLst>
      </pc:sldChg>
      <pc:sldChg chg="add del">
        <pc:chgData name="Sara Muneeb" userId="29b624b1-a719-43f5-9b52-388cd4043c04" providerId="ADAL" clId="{DB3F8C76-9E84-425C-958D-57243E72E246}" dt="2022-09-30T10:36:21.754" v="1775" actId="47"/>
        <pc:sldMkLst>
          <pc:docMk/>
          <pc:sldMk cId="642507062" sldId="283"/>
        </pc:sldMkLst>
      </pc:sldChg>
      <pc:sldChg chg="modSp add mod ord">
        <pc:chgData name="Sara Muneeb" userId="29b624b1-a719-43f5-9b52-388cd4043c04" providerId="ADAL" clId="{DB3F8C76-9E84-425C-958D-57243E72E246}" dt="2022-09-30T10:37:04.438" v="1780"/>
        <pc:sldMkLst>
          <pc:docMk/>
          <pc:sldMk cId="938039169" sldId="284"/>
        </pc:sldMkLst>
        <pc:spChg chg="mod">
          <ac:chgData name="Sara Muneeb" userId="29b624b1-a719-43f5-9b52-388cd4043c04" providerId="ADAL" clId="{DB3F8C76-9E84-425C-958D-57243E72E246}" dt="2022-09-30T10:36:28.335" v="1776" actId="20577"/>
          <ac:spMkLst>
            <pc:docMk/>
            <pc:sldMk cId="938039169" sldId="284"/>
            <ac:spMk id="2" creationId="{00000000-0000-0000-0000-000000000000}"/>
          </ac:spMkLst>
        </pc:spChg>
      </pc:sldChg>
      <pc:sldChg chg="addSp delSp modSp add del">
        <pc:chgData name="Sara Muneeb" userId="29b624b1-a719-43f5-9b52-388cd4043c04" providerId="ADAL" clId="{DB3F8C76-9E84-425C-958D-57243E72E246}" dt="2022-09-30T10:44:00.240" v="1919" actId="47"/>
        <pc:sldMkLst>
          <pc:docMk/>
          <pc:sldMk cId="1064415316" sldId="285"/>
        </pc:sldMkLst>
        <pc:spChg chg="add mod">
          <ac:chgData name="Sara Muneeb" userId="29b624b1-a719-43f5-9b52-388cd4043c04" providerId="ADAL" clId="{DB3F8C76-9E84-425C-958D-57243E72E246}" dt="2022-09-30T10:43:46.086" v="1915" actId="21"/>
          <ac:spMkLst>
            <pc:docMk/>
            <pc:sldMk cId="1064415316" sldId="285"/>
            <ac:spMk id="3" creationId="{79E5B953-B904-86A0-81B6-ECD65CA80F6F}"/>
          </ac:spMkLst>
        </pc:spChg>
        <pc:picChg chg="del">
          <ac:chgData name="Sara Muneeb" userId="29b624b1-a719-43f5-9b52-388cd4043c04" providerId="ADAL" clId="{DB3F8C76-9E84-425C-958D-57243E72E246}" dt="2022-09-30T10:43:46.086" v="1915" actId="21"/>
          <ac:picMkLst>
            <pc:docMk/>
            <pc:sldMk cId="1064415316" sldId="285"/>
            <ac:picMk id="14338" creationId="{00000000-0000-0000-0000-000000000000}"/>
          </ac:picMkLst>
        </pc:picChg>
      </pc:sldChg>
      <pc:sldChg chg="modSp add mod">
        <pc:chgData name="Sara Muneeb" userId="29b624b1-a719-43f5-9b52-388cd4043c04" providerId="ADAL" clId="{DB3F8C76-9E84-425C-958D-57243E72E246}" dt="2022-09-30T10:44:58.715" v="1952" actId="1076"/>
        <pc:sldMkLst>
          <pc:docMk/>
          <pc:sldMk cId="2063745838" sldId="286"/>
        </pc:sldMkLst>
        <pc:spChg chg="mod">
          <ac:chgData name="Sara Muneeb" userId="29b624b1-a719-43f5-9b52-388cd4043c04" providerId="ADAL" clId="{DB3F8C76-9E84-425C-958D-57243E72E246}" dt="2022-09-30T10:44:09.257" v="1928" actId="20577"/>
          <ac:spMkLst>
            <pc:docMk/>
            <pc:sldMk cId="2063745838" sldId="286"/>
            <ac:spMk id="2" creationId="{00000000-0000-0000-0000-000000000000}"/>
          </ac:spMkLst>
        </pc:spChg>
        <pc:picChg chg="mod">
          <ac:chgData name="Sara Muneeb" userId="29b624b1-a719-43f5-9b52-388cd4043c04" providerId="ADAL" clId="{DB3F8C76-9E84-425C-958D-57243E72E246}" dt="2022-09-30T10:44:58.715" v="1952" actId="1076"/>
          <ac:picMkLst>
            <pc:docMk/>
            <pc:sldMk cId="2063745838" sldId="286"/>
            <ac:picMk id="15362" creationId="{00000000-0000-0000-0000-000000000000}"/>
          </ac:picMkLst>
        </pc:picChg>
      </pc:sldChg>
      <pc:sldChg chg="modSp add mod">
        <pc:chgData name="Sara Muneeb" userId="29b624b1-a719-43f5-9b52-388cd4043c04" providerId="ADAL" clId="{DB3F8C76-9E84-425C-958D-57243E72E246}" dt="2022-09-30T10:44:14.885" v="1937" actId="20577"/>
        <pc:sldMkLst>
          <pc:docMk/>
          <pc:sldMk cId="1044308845" sldId="287"/>
        </pc:sldMkLst>
        <pc:spChg chg="mod">
          <ac:chgData name="Sara Muneeb" userId="29b624b1-a719-43f5-9b52-388cd4043c04" providerId="ADAL" clId="{DB3F8C76-9E84-425C-958D-57243E72E246}" dt="2022-09-30T10:44:14.885" v="1937" actId="20577"/>
          <ac:spMkLst>
            <pc:docMk/>
            <pc:sldMk cId="1044308845" sldId="287"/>
            <ac:spMk id="2" creationId="{00000000-0000-0000-0000-000000000000}"/>
          </ac:spMkLst>
        </pc:spChg>
      </pc:sldChg>
      <pc:sldChg chg="addSp delSp modSp add del mod ord">
        <pc:chgData name="Sara Muneeb" userId="29b624b1-a719-43f5-9b52-388cd4043c04" providerId="ADAL" clId="{DB3F8C76-9E84-425C-958D-57243E72E246}" dt="2022-10-03T08:59:50.467" v="3012" actId="47"/>
        <pc:sldMkLst>
          <pc:docMk/>
          <pc:sldMk cId="879983306" sldId="288"/>
        </pc:sldMkLst>
        <pc:picChg chg="add del mod">
          <ac:chgData name="Sara Muneeb" userId="29b624b1-a719-43f5-9b52-388cd4043c04" providerId="ADAL" clId="{DB3F8C76-9E84-425C-958D-57243E72E246}" dt="2022-10-03T08:55:17.380" v="2979" actId="21"/>
          <ac:picMkLst>
            <pc:docMk/>
            <pc:sldMk cId="879983306" sldId="288"/>
            <ac:picMk id="3" creationId="{1DC4E51A-7B2B-4B26-89F4-CC4280598BC8}"/>
          </ac:picMkLst>
        </pc:picChg>
        <pc:picChg chg="mod">
          <ac:chgData name="Sara Muneeb" userId="29b624b1-a719-43f5-9b52-388cd4043c04" providerId="ADAL" clId="{DB3F8C76-9E84-425C-958D-57243E72E246}" dt="2022-10-03T08:55:30.621" v="2983" actId="1076"/>
          <ac:picMkLst>
            <pc:docMk/>
            <pc:sldMk cId="879983306" sldId="288"/>
            <ac:picMk id="2050" creationId="{00000000-0000-0000-0000-000000000000}"/>
          </ac:picMkLst>
        </pc:picChg>
      </pc:sldChg>
      <pc:sldChg chg="addSp delSp modSp add del mod ord">
        <pc:chgData name="Sara Muneeb" userId="29b624b1-a719-43f5-9b52-388cd4043c04" providerId="ADAL" clId="{DB3F8C76-9E84-425C-958D-57243E72E246}" dt="2022-10-03T08:59:54.890" v="3014"/>
        <pc:sldMkLst>
          <pc:docMk/>
          <pc:sldMk cId="1104968559" sldId="289"/>
        </pc:sldMkLst>
        <pc:picChg chg="add del mod">
          <ac:chgData name="Sara Muneeb" userId="29b624b1-a719-43f5-9b52-388cd4043c04" providerId="ADAL" clId="{DB3F8C76-9E84-425C-958D-57243E72E246}" dt="2022-10-03T08:56:32.827" v="2990" actId="21"/>
          <ac:picMkLst>
            <pc:docMk/>
            <pc:sldMk cId="1104968559" sldId="289"/>
            <ac:picMk id="4" creationId="{1710497A-8DD6-7A9C-494C-0DE7430E6B1C}"/>
          </ac:picMkLst>
        </pc:picChg>
        <pc:picChg chg="mod">
          <ac:chgData name="Sara Muneeb" userId="29b624b1-a719-43f5-9b52-388cd4043c04" providerId="ADAL" clId="{DB3F8C76-9E84-425C-958D-57243E72E246}" dt="2022-10-03T08:54:51.622" v="2972" actId="1076"/>
          <ac:picMkLst>
            <pc:docMk/>
            <pc:sldMk cId="1104968559" sldId="289"/>
            <ac:picMk id="3074" creationId="{00000000-0000-0000-0000-000000000000}"/>
          </ac:picMkLst>
        </pc:picChg>
        <pc:picChg chg="mod">
          <ac:chgData name="Sara Muneeb" userId="29b624b1-a719-43f5-9b52-388cd4043c04" providerId="ADAL" clId="{DB3F8C76-9E84-425C-958D-57243E72E246}" dt="2022-10-03T08:54:40.915" v="2969" actId="14100"/>
          <ac:picMkLst>
            <pc:docMk/>
            <pc:sldMk cId="1104968559" sldId="289"/>
            <ac:picMk id="3075" creationId="{00000000-0000-0000-0000-000000000000}"/>
          </ac:picMkLst>
        </pc:picChg>
      </pc:sldChg>
      <pc:sldChg chg="add">
        <pc:chgData name="Sara Muneeb" userId="29b624b1-a719-43f5-9b52-388cd4043c04" providerId="ADAL" clId="{DB3F8C76-9E84-425C-958D-57243E72E246}" dt="2022-10-03T08:41:05.849" v="2745"/>
        <pc:sldMkLst>
          <pc:docMk/>
          <pc:sldMk cId="52606917" sldId="292"/>
        </pc:sldMkLst>
      </pc:sldChg>
      <pc:sldChg chg="modSp add mod">
        <pc:chgData name="Sara Muneeb" userId="29b624b1-a719-43f5-9b52-388cd4043c04" providerId="ADAL" clId="{DB3F8C76-9E84-425C-958D-57243E72E246}" dt="2022-09-30T10:44:23.212" v="1945" actId="20577"/>
        <pc:sldMkLst>
          <pc:docMk/>
          <pc:sldMk cId="1356901708" sldId="293"/>
        </pc:sldMkLst>
        <pc:spChg chg="mod">
          <ac:chgData name="Sara Muneeb" userId="29b624b1-a719-43f5-9b52-388cd4043c04" providerId="ADAL" clId="{DB3F8C76-9E84-425C-958D-57243E72E246}" dt="2022-09-30T10:44:23.212" v="1945" actId="20577"/>
          <ac:spMkLst>
            <pc:docMk/>
            <pc:sldMk cId="1356901708" sldId="293"/>
            <ac:spMk id="2" creationId="{00000000-0000-0000-0000-000000000000}"/>
          </ac:spMkLst>
        </pc:spChg>
      </pc:sldChg>
      <pc:sldChg chg="modSp add">
        <pc:chgData name="Sara Muneeb" userId="29b624b1-a719-43f5-9b52-388cd4043c04" providerId="ADAL" clId="{DB3F8C76-9E84-425C-958D-57243E72E246}" dt="2022-09-30T10:44:38.471" v="1947" actId="1076"/>
        <pc:sldMkLst>
          <pc:docMk/>
          <pc:sldMk cId="3263305752" sldId="294"/>
        </pc:sldMkLst>
        <pc:picChg chg="mod">
          <ac:chgData name="Sara Muneeb" userId="29b624b1-a719-43f5-9b52-388cd4043c04" providerId="ADAL" clId="{DB3F8C76-9E84-425C-958D-57243E72E246}" dt="2022-09-30T10:44:38.471" v="1947" actId="1076"/>
          <ac:picMkLst>
            <pc:docMk/>
            <pc:sldMk cId="3263305752" sldId="294"/>
            <ac:picMk id="17410" creationId="{00000000-0000-0000-0000-000000000000}"/>
          </ac:picMkLst>
        </pc:picChg>
      </pc:sldChg>
      <pc:sldChg chg="modSp add">
        <pc:chgData name="Sara Muneeb" userId="29b624b1-a719-43f5-9b52-388cd4043c04" providerId="ADAL" clId="{DB3F8C76-9E84-425C-958D-57243E72E246}" dt="2022-09-30T10:44:46.999" v="1949" actId="1076"/>
        <pc:sldMkLst>
          <pc:docMk/>
          <pc:sldMk cId="415582154" sldId="295"/>
        </pc:sldMkLst>
        <pc:picChg chg="mod">
          <ac:chgData name="Sara Muneeb" userId="29b624b1-a719-43f5-9b52-388cd4043c04" providerId="ADAL" clId="{DB3F8C76-9E84-425C-958D-57243E72E246}" dt="2022-09-30T10:44:46.999" v="1949" actId="1076"/>
          <ac:picMkLst>
            <pc:docMk/>
            <pc:sldMk cId="415582154" sldId="295"/>
            <ac:picMk id="18435" creationId="{00000000-0000-0000-0000-000000000000}"/>
          </ac:picMkLst>
        </pc:picChg>
      </pc:sldChg>
      <pc:sldChg chg="modSp add">
        <pc:chgData name="Sara Muneeb" userId="29b624b1-a719-43f5-9b52-388cd4043c04" providerId="ADAL" clId="{DB3F8C76-9E84-425C-958D-57243E72E246}" dt="2022-09-30T10:45:11.809" v="1954" actId="1076"/>
        <pc:sldMkLst>
          <pc:docMk/>
          <pc:sldMk cId="4129240445" sldId="296"/>
        </pc:sldMkLst>
        <pc:picChg chg="mod">
          <ac:chgData name="Sara Muneeb" userId="29b624b1-a719-43f5-9b52-388cd4043c04" providerId="ADAL" clId="{DB3F8C76-9E84-425C-958D-57243E72E246}" dt="2022-09-30T10:45:11.809" v="1954" actId="1076"/>
          <ac:picMkLst>
            <pc:docMk/>
            <pc:sldMk cId="4129240445" sldId="296"/>
            <ac:picMk id="19458" creationId="{00000000-0000-0000-0000-000000000000}"/>
          </ac:picMkLst>
        </pc:picChg>
      </pc:sldChg>
      <pc:sldChg chg="modSp add">
        <pc:chgData name="Sara Muneeb" userId="29b624b1-a719-43f5-9b52-388cd4043c04" providerId="ADAL" clId="{DB3F8C76-9E84-425C-958D-57243E72E246}" dt="2022-09-30T10:45:38.842" v="1959" actId="1076"/>
        <pc:sldMkLst>
          <pc:docMk/>
          <pc:sldMk cId="538218730" sldId="297"/>
        </pc:sldMkLst>
        <pc:picChg chg="mod">
          <ac:chgData name="Sara Muneeb" userId="29b624b1-a719-43f5-9b52-388cd4043c04" providerId="ADAL" clId="{DB3F8C76-9E84-425C-958D-57243E72E246}" dt="2022-09-30T10:45:38.842" v="1959" actId="1076"/>
          <ac:picMkLst>
            <pc:docMk/>
            <pc:sldMk cId="538218730" sldId="297"/>
            <ac:picMk id="20482" creationId="{00000000-0000-0000-0000-000000000000}"/>
          </ac:picMkLst>
        </pc:picChg>
        <pc:picChg chg="mod">
          <ac:chgData name="Sara Muneeb" userId="29b624b1-a719-43f5-9b52-388cd4043c04" providerId="ADAL" clId="{DB3F8C76-9E84-425C-958D-57243E72E246}" dt="2022-09-30T10:45:38.842" v="1959" actId="1076"/>
          <ac:picMkLst>
            <pc:docMk/>
            <pc:sldMk cId="538218730" sldId="297"/>
            <ac:picMk id="20483" creationId="{00000000-0000-0000-0000-000000000000}"/>
          </ac:picMkLst>
        </pc:picChg>
      </pc:sldChg>
      <pc:sldChg chg="modSp add">
        <pc:chgData name="Sara Muneeb" userId="29b624b1-a719-43f5-9b52-388cd4043c04" providerId="ADAL" clId="{DB3F8C76-9E84-425C-958D-57243E72E246}" dt="2022-09-30T10:45:19.795" v="1956" actId="1076"/>
        <pc:sldMkLst>
          <pc:docMk/>
          <pc:sldMk cId="2682898875" sldId="298"/>
        </pc:sldMkLst>
        <pc:picChg chg="mod">
          <ac:chgData name="Sara Muneeb" userId="29b624b1-a719-43f5-9b52-388cd4043c04" providerId="ADAL" clId="{DB3F8C76-9E84-425C-958D-57243E72E246}" dt="2022-09-30T10:45:19.795" v="1956" actId="1076"/>
          <ac:picMkLst>
            <pc:docMk/>
            <pc:sldMk cId="2682898875" sldId="298"/>
            <ac:picMk id="21506" creationId="{00000000-0000-0000-0000-000000000000}"/>
          </ac:picMkLst>
        </pc:picChg>
      </pc:sldChg>
      <pc:sldChg chg="add del">
        <pc:chgData name="Sara Muneeb" userId="29b624b1-a719-43f5-9b52-388cd4043c04" providerId="ADAL" clId="{DB3F8C76-9E84-425C-958D-57243E72E246}" dt="2022-09-30T10:45:46.637" v="1960" actId="47"/>
        <pc:sldMkLst>
          <pc:docMk/>
          <pc:sldMk cId="2822380657" sldId="299"/>
        </pc:sldMkLst>
      </pc:sldChg>
      <pc:sldChg chg="add del">
        <pc:chgData name="Sara Muneeb" userId="29b624b1-a719-43f5-9b52-388cd4043c04" providerId="ADAL" clId="{DB3F8C76-9E84-425C-958D-57243E72E246}" dt="2022-09-30T11:34:08.052" v="2446" actId="47"/>
        <pc:sldMkLst>
          <pc:docMk/>
          <pc:sldMk cId="8593176" sldId="300"/>
        </pc:sldMkLst>
      </pc:sldChg>
      <pc:sldChg chg="add del">
        <pc:chgData name="Sara Muneeb" userId="29b624b1-a719-43f5-9b52-388cd4043c04" providerId="ADAL" clId="{DB3F8C76-9E84-425C-958D-57243E72E246}" dt="2022-09-27T04:55:26.398" v="39" actId="47"/>
        <pc:sldMkLst>
          <pc:docMk/>
          <pc:sldMk cId="2970711622" sldId="301"/>
        </pc:sldMkLst>
      </pc:sldChg>
      <pc:sldChg chg="addSp modSp new mod">
        <pc:chgData name="Sara Muneeb" userId="29b624b1-a719-43f5-9b52-388cd4043c04" providerId="ADAL" clId="{DB3F8C76-9E84-425C-958D-57243E72E246}" dt="2022-09-30T10:43:53.044" v="1918" actId="1076"/>
        <pc:sldMkLst>
          <pc:docMk/>
          <pc:sldMk cId="3403539787" sldId="301"/>
        </pc:sldMkLst>
        <pc:spChg chg="mod">
          <ac:chgData name="Sara Muneeb" userId="29b624b1-a719-43f5-9b52-388cd4043c04" providerId="ADAL" clId="{DB3F8C76-9E84-425C-958D-57243E72E246}" dt="2022-09-30T10:37:59.709" v="1813" actId="20577"/>
          <ac:spMkLst>
            <pc:docMk/>
            <pc:sldMk cId="3403539787" sldId="301"/>
            <ac:spMk id="2" creationId="{69B42A3F-A1A1-7E52-759D-87A60C33A1B8}"/>
          </ac:spMkLst>
        </pc:spChg>
        <pc:spChg chg="mod">
          <ac:chgData name="Sara Muneeb" userId="29b624b1-a719-43f5-9b52-388cd4043c04" providerId="ADAL" clId="{DB3F8C76-9E84-425C-958D-57243E72E246}" dt="2022-09-30T10:43:35.586" v="1914" actId="20577"/>
          <ac:spMkLst>
            <pc:docMk/>
            <pc:sldMk cId="3403539787" sldId="301"/>
            <ac:spMk id="3" creationId="{833315EF-3EED-87A1-D4EF-5D7BFB1D91B0}"/>
          </ac:spMkLst>
        </pc:spChg>
        <pc:picChg chg="add mod">
          <ac:chgData name="Sara Muneeb" userId="29b624b1-a719-43f5-9b52-388cd4043c04" providerId="ADAL" clId="{DB3F8C76-9E84-425C-958D-57243E72E246}" dt="2022-09-30T10:43:53.044" v="1918" actId="1076"/>
          <ac:picMkLst>
            <pc:docMk/>
            <pc:sldMk cId="3403539787" sldId="301"/>
            <ac:picMk id="4" creationId="{9429FA95-63CD-B985-E60C-8B2DD9677452}"/>
          </ac:picMkLst>
        </pc:picChg>
      </pc:sldChg>
      <pc:sldChg chg="addSp modSp new mod">
        <pc:chgData name="Sara Muneeb" userId="29b624b1-a719-43f5-9b52-388cd4043c04" providerId="ADAL" clId="{DB3F8C76-9E84-425C-958D-57243E72E246}" dt="2022-09-30T10:50:27.256" v="2054" actId="167"/>
        <pc:sldMkLst>
          <pc:docMk/>
          <pc:sldMk cId="3637490053" sldId="302"/>
        </pc:sldMkLst>
        <pc:spChg chg="mod">
          <ac:chgData name="Sara Muneeb" userId="29b624b1-a719-43f5-9b52-388cd4043c04" providerId="ADAL" clId="{DB3F8C76-9E84-425C-958D-57243E72E246}" dt="2022-09-30T10:46:02.299" v="1970" actId="20577"/>
          <ac:spMkLst>
            <pc:docMk/>
            <pc:sldMk cId="3637490053" sldId="302"/>
            <ac:spMk id="2" creationId="{DE3C9C45-FDB6-3179-DA05-18F5649D1CB9}"/>
          </ac:spMkLst>
        </pc:spChg>
        <pc:spChg chg="mod">
          <ac:chgData name="Sara Muneeb" userId="29b624b1-a719-43f5-9b52-388cd4043c04" providerId="ADAL" clId="{DB3F8C76-9E84-425C-958D-57243E72E246}" dt="2022-09-30T10:50:12.630" v="2051" actId="27636"/>
          <ac:spMkLst>
            <pc:docMk/>
            <pc:sldMk cId="3637490053" sldId="302"/>
            <ac:spMk id="3" creationId="{AE3D4DF1-A508-47E4-6A15-83DC507267AA}"/>
          </ac:spMkLst>
        </pc:spChg>
        <pc:picChg chg="add mod">
          <ac:chgData name="Sara Muneeb" userId="29b624b1-a719-43f5-9b52-388cd4043c04" providerId="ADAL" clId="{DB3F8C76-9E84-425C-958D-57243E72E246}" dt="2022-09-30T10:50:27.256" v="2054" actId="167"/>
          <ac:picMkLst>
            <pc:docMk/>
            <pc:sldMk cId="3637490053" sldId="302"/>
            <ac:picMk id="5122" creationId="{A3BAECEE-5369-3576-702F-F5E233F8D173}"/>
          </ac:picMkLst>
        </pc:picChg>
      </pc:sldChg>
      <pc:sldChg chg="modSp new mod">
        <pc:chgData name="Sara Muneeb" userId="29b624b1-a719-43f5-9b52-388cd4043c04" providerId="ADAL" clId="{DB3F8C76-9E84-425C-958D-57243E72E246}" dt="2022-09-30T10:51:30.854" v="2105" actId="404"/>
        <pc:sldMkLst>
          <pc:docMk/>
          <pc:sldMk cId="2876852152" sldId="303"/>
        </pc:sldMkLst>
        <pc:spChg chg="mod">
          <ac:chgData name="Sara Muneeb" userId="29b624b1-a719-43f5-9b52-388cd4043c04" providerId="ADAL" clId="{DB3F8C76-9E84-425C-958D-57243E72E246}" dt="2022-09-30T10:50:51.050" v="2090" actId="20577"/>
          <ac:spMkLst>
            <pc:docMk/>
            <pc:sldMk cId="2876852152" sldId="303"/>
            <ac:spMk id="2" creationId="{6B54EF0F-763F-F365-28F4-006742E94F5C}"/>
          </ac:spMkLst>
        </pc:spChg>
        <pc:spChg chg="mod">
          <ac:chgData name="Sara Muneeb" userId="29b624b1-a719-43f5-9b52-388cd4043c04" providerId="ADAL" clId="{DB3F8C76-9E84-425C-958D-57243E72E246}" dt="2022-09-30T10:51:30.854" v="2105" actId="404"/>
          <ac:spMkLst>
            <pc:docMk/>
            <pc:sldMk cId="2876852152" sldId="303"/>
            <ac:spMk id="3" creationId="{0484DCC7-BFE4-6F59-0A8D-8408B3D0719C}"/>
          </ac:spMkLst>
        </pc:spChg>
      </pc:sldChg>
      <pc:sldChg chg="addSp delSp modSp new mod">
        <pc:chgData name="Sara Muneeb" userId="29b624b1-a719-43f5-9b52-388cd4043c04" providerId="ADAL" clId="{DB3F8C76-9E84-425C-958D-57243E72E246}" dt="2022-09-30T11:08:58.812" v="2137" actId="22"/>
        <pc:sldMkLst>
          <pc:docMk/>
          <pc:sldMk cId="86923313" sldId="304"/>
        </pc:sldMkLst>
        <pc:spChg chg="mod">
          <ac:chgData name="Sara Muneeb" userId="29b624b1-a719-43f5-9b52-388cd4043c04" providerId="ADAL" clId="{DB3F8C76-9E84-425C-958D-57243E72E246}" dt="2022-09-30T11:03:44.361" v="2115" actId="20577"/>
          <ac:spMkLst>
            <pc:docMk/>
            <pc:sldMk cId="86923313" sldId="304"/>
            <ac:spMk id="2" creationId="{EA4E158F-3768-5AE7-050B-B9E5A46DAB48}"/>
          </ac:spMkLst>
        </pc:spChg>
        <pc:spChg chg="del">
          <ac:chgData name="Sara Muneeb" userId="29b624b1-a719-43f5-9b52-388cd4043c04" providerId="ADAL" clId="{DB3F8C76-9E84-425C-958D-57243E72E246}" dt="2022-09-30T11:06:44.317" v="2116" actId="931"/>
          <ac:spMkLst>
            <pc:docMk/>
            <pc:sldMk cId="86923313" sldId="304"/>
            <ac:spMk id="3" creationId="{8208184B-C00A-9902-87D9-AEEA4EB12FA2}"/>
          </ac:spMkLst>
        </pc:spChg>
        <pc:spChg chg="add del mod">
          <ac:chgData name="Sara Muneeb" userId="29b624b1-a719-43f5-9b52-388cd4043c04" providerId="ADAL" clId="{DB3F8C76-9E84-425C-958D-57243E72E246}" dt="2022-09-30T11:08:58.812" v="2137" actId="22"/>
          <ac:spMkLst>
            <pc:docMk/>
            <pc:sldMk cId="86923313" sldId="304"/>
            <ac:spMk id="7" creationId="{ADCC6D01-518C-2808-B2EC-4367173A48D2}"/>
          </ac:spMkLst>
        </pc:spChg>
        <pc:spChg chg="add del">
          <ac:chgData name="Sara Muneeb" userId="29b624b1-a719-43f5-9b52-388cd4043c04" providerId="ADAL" clId="{DB3F8C76-9E84-425C-958D-57243E72E246}" dt="2022-09-30T11:08:41.295" v="2136"/>
          <ac:spMkLst>
            <pc:docMk/>
            <pc:sldMk cId="86923313" sldId="304"/>
            <ac:spMk id="8" creationId="{99A25F69-1293-3585-8D47-07B28F449A36}"/>
          </ac:spMkLst>
        </pc:spChg>
        <pc:picChg chg="add del mod">
          <ac:chgData name="Sara Muneeb" userId="29b624b1-a719-43f5-9b52-388cd4043c04" providerId="ADAL" clId="{DB3F8C76-9E84-425C-958D-57243E72E246}" dt="2022-09-30T11:08:38.101" v="2134" actId="478"/>
          <ac:picMkLst>
            <pc:docMk/>
            <pc:sldMk cId="86923313" sldId="304"/>
            <ac:picMk id="5" creationId="{26417066-F32B-8E7F-44D0-AF0D755CFC7A}"/>
          </ac:picMkLst>
        </pc:picChg>
        <pc:picChg chg="add mod ord">
          <ac:chgData name="Sara Muneeb" userId="29b624b1-a719-43f5-9b52-388cd4043c04" providerId="ADAL" clId="{DB3F8C76-9E84-425C-958D-57243E72E246}" dt="2022-09-30T11:08:58.812" v="2137" actId="22"/>
          <ac:picMkLst>
            <pc:docMk/>
            <pc:sldMk cId="86923313" sldId="304"/>
            <ac:picMk id="10" creationId="{D3E00E07-1CF9-8A9B-174E-B27FDC828001}"/>
          </ac:picMkLst>
        </pc:picChg>
      </pc:sldChg>
      <pc:sldChg chg="addSp delSp modSp new mod">
        <pc:chgData name="Sara Muneeb" userId="29b624b1-a719-43f5-9b52-388cd4043c04" providerId="ADAL" clId="{DB3F8C76-9E84-425C-958D-57243E72E246}" dt="2022-09-30T11:07:10.911" v="2133" actId="1076"/>
        <pc:sldMkLst>
          <pc:docMk/>
          <pc:sldMk cId="4106586161" sldId="305"/>
        </pc:sldMkLst>
        <pc:spChg chg="mod">
          <ac:chgData name="Sara Muneeb" userId="29b624b1-a719-43f5-9b52-388cd4043c04" providerId="ADAL" clId="{DB3F8C76-9E84-425C-958D-57243E72E246}" dt="2022-09-30T11:06:56.169" v="2128" actId="20577"/>
          <ac:spMkLst>
            <pc:docMk/>
            <pc:sldMk cId="4106586161" sldId="305"/>
            <ac:spMk id="2" creationId="{FC40C399-77D8-6A49-D969-CC3CFB207347}"/>
          </ac:spMkLst>
        </pc:spChg>
        <pc:spChg chg="del">
          <ac:chgData name="Sara Muneeb" userId="29b624b1-a719-43f5-9b52-388cd4043c04" providerId="ADAL" clId="{DB3F8C76-9E84-425C-958D-57243E72E246}" dt="2022-09-30T11:07:04.246" v="2129" actId="931"/>
          <ac:spMkLst>
            <pc:docMk/>
            <pc:sldMk cId="4106586161" sldId="305"/>
            <ac:spMk id="3" creationId="{049CBD86-5AD8-90FA-469E-6C5840FFE0D7}"/>
          </ac:spMkLst>
        </pc:spChg>
        <pc:picChg chg="add mod">
          <ac:chgData name="Sara Muneeb" userId="29b624b1-a719-43f5-9b52-388cd4043c04" providerId="ADAL" clId="{DB3F8C76-9E84-425C-958D-57243E72E246}" dt="2022-09-30T11:07:10.911" v="2133" actId="1076"/>
          <ac:picMkLst>
            <pc:docMk/>
            <pc:sldMk cId="4106586161" sldId="305"/>
            <ac:picMk id="5" creationId="{FD83C9B8-4477-54AE-C1D8-1C109B6C6F48}"/>
          </ac:picMkLst>
        </pc:picChg>
      </pc:sldChg>
      <pc:sldChg chg="addSp delSp modSp new add del mod">
        <pc:chgData name="Sara Muneeb" userId="29b624b1-a719-43f5-9b52-388cd4043c04" providerId="ADAL" clId="{DB3F8C76-9E84-425C-958D-57243E72E246}" dt="2022-09-30T11:21:15.256" v="2274" actId="1076"/>
        <pc:sldMkLst>
          <pc:docMk/>
          <pc:sldMk cId="4157403971" sldId="306"/>
        </pc:sldMkLst>
        <pc:spChg chg="mod">
          <ac:chgData name="Sara Muneeb" userId="29b624b1-a719-43f5-9b52-388cd4043c04" providerId="ADAL" clId="{DB3F8C76-9E84-425C-958D-57243E72E246}" dt="2022-09-30T11:14:04.043" v="2173" actId="20577"/>
          <ac:spMkLst>
            <pc:docMk/>
            <pc:sldMk cId="4157403971" sldId="306"/>
            <ac:spMk id="2" creationId="{9F152DDC-953C-3C40-E6F5-026440D6D3D2}"/>
          </ac:spMkLst>
        </pc:spChg>
        <pc:spChg chg="del">
          <ac:chgData name="Sara Muneeb" userId="29b624b1-a719-43f5-9b52-388cd4043c04" providerId="ADAL" clId="{DB3F8C76-9E84-425C-958D-57243E72E246}" dt="2022-09-30T11:14:07.162" v="2174"/>
          <ac:spMkLst>
            <pc:docMk/>
            <pc:sldMk cId="4157403971" sldId="306"/>
            <ac:spMk id="3" creationId="{F5B1166C-19CC-78B2-EBDE-81BF8E143A35}"/>
          </ac:spMkLst>
        </pc:spChg>
        <pc:spChg chg="add mod">
          <ac:chgData name="Sara Muneeb" userId="29b624b1-a719-43f5-9b52-388cd4043c04" providerId="ADAL" clId="{DB3F8C76-9E84-425C-958D-57243E72E246}" dt="2022-09-30T11:21:00.197" v="2271" actId="1076"/>
          <ac:spMkLst>
            <pc:docMk/>
            <pc:sldMk cId="4157403971" sldId="306"/>
            <ac:spMk id="4" creationId="{4A30ABF4-6B58-546A-40E6-5986C5B4E3D2}"/>
          </ac:spMkLst>
        </pc:spChg>
        <pc:picChg chg="add del mod">
          <ac:chgData name="Sara Muneeb" userId="29b624b1-a719-43f5-9b52-388cd4043c04" providerId="ADAL" clId="{DB3F8C76-9E84-425C-958D-57243E72E246}" dt="2022-09-30T11:17:25.682" v="2233" actId="21"/>
          <ac:picMkLst>
            <pc:docMk/>
            <pc:sldMk cId="4157403971" sldId="306"/>
            <ac:picMk id="7170" creationId="{D1BF4F38-EF8E-3491-0676-2A494375E3F1}"/>
          </ac:picMkLst>
        </pc:picChg>
        <pc:picChg chg="add mod">
          <ac:chgData name="Sara Muneeb" userId="29b624b1-a719-43f5-9b52-388cd4043c04" providerId="ADAL" clId="{DB3F8C76-9E84-425C-958D-57243E72E246}" dt="2022-09-30T11:21:15.256" v="2274" actId="1076"/>
          <ac:picMkLst>
            <pc:docMk/>
            <pc:sldMk cId="4157403971" sldId="306"/>
            <ac:picMk id="7172" creationId="{1A339B99-D608-CCFD-1CE0-0A159E50E7A2}"/>
          </ac:picMkLst>
        </pc:picChg>
      </pc:sldChg>
      <pc:sldChg chg="modSp new mod">
        <pc:chgData name="Sara Muneeb" userId="29b624b1-a719-43f5-9b52-388cd4043c04" providerId="ADAL" clId="{DB3F8C76-9E84-425C-958D-57243E72E246}" dt="2022-09-30T11:17:01.870" v="2232" actId="404"/>
        <pc:sldMkLst>
          <pc:docMk/>
          <pc:sldMk cId="3279694682" sldId="307"/>
        </pc:sldMkLst>
        <pc:spChg chg="mod">
          <ac:chgData name="Sara Muneeb" userId="29b624b1-a719-43f5-9b52-388cd4043c04" providerId="ADAL" clId="{DB3F8C76-9E84-425C-958D-57243E72E246}" dt="2022-09-30T11:15:01.962" v="2206" actId="20577"/>
          <ac:spMkLst>
            <pc:docMk/>
            <pc:sldMk cId="3279694682" sldId="307"/>
            <ac:spMk id="2" creationId="{6571EA19-7D82-98AC-9994-CA1EA231116D}"/>
          </ac:spMkLst>
        </pc:spChg>
        <pc:spChg chg="mod">
          <ac:chgData name="Sara Muneeb" userId="29b624b1-a719-43f5-9b52-388cd4043c04" providerId="ADAL" clId="{DB3F8C76-9E84-425C-958D-57243E72E246}" dt="2022-09-30T11:17:01.870" v="2232" actId="404"/>
          <ac:spMkLst>
            <pc:docMk/>
            <pc:sldMk cId="3279694682" sldId="307"/>
            <ac:spMk id="3" creationId="{6531A40D-554F-B707-E039-1016C6842DF2}"/>
          </ac:spMkLst>
        </pc:spChg>
      </pc:sldChg>
      <pc:sldChg chg="add del">
        <pc:chgData name="Sara Muneeb" userId="29b624b1-a719-43f5-9b52-388cd4043c04" providerId="ADAL" clId="{DB3F8C76-9E84-425C-958D-57243E72E246}" dt="2022-09-30T11:17:36.326" v="2237"/>
        <pc:sldMkLst>
          <pc:docMk/>
          <pc:sldMk cId="1996025691" sldId="308"/>
        </pc:sldMkLst>
      </pc:sldChg>
      <pc:sldChg chg="add del">
        <pc:chgData name="Sara Muneeb" userId="29b624b1-a719-43f5-9b52-388cd4043c04" providerId="ADAL" clId="{DB3F8C76-9E84-425C-958D-57243E72E246}" dt="2022-09-30T11:17:33.461" v="2235"/>
        <pc:sldMkLst>
          <pc:docMk/>
          <pc:sldMk cId="2640086440" sldId="308"/>
        </pc:sldMkLst>
      </pc:sldChg>
      <pc:sldChg chg="addSp modSp new mod">
        <pc:chgData name="Sara Muneeb" userId="29b624b1-a719-43f5-9b52-388cd4043c04" providerId="ADAL" clId="{DB3F8C76-9E84-425C-958D-57243E72E246}" dt="2022-09-30T11:33:53.186" v="2445" actId="1076"/>
        <pc:sldMkLst>
          <pc:docMk/>
          <pc:sldMk cId="3534911287" sldId="308"/>
        </pc:sldMkLst>
        <pc:spChg chg="mod">
          <ac:chgData name="Sara Muneeb" userId="29b624b1-a719-43f5-9b52-388cd4043c04" providerId="ADAL" clId="{DB3F8C76-9E84-425C-958D-57243E72E246}" dt="2022-09-30T11:21:48.259" v="2336" actId="20577"/>
          <ac:spMkLst>
            <pc:docMk/>
            <pc:sldMk cId="3534911287" sldId="308"/>
            <ac:spMk id="2" creationId="{9A73CB06-E6F4-D8EA-17A5-63DE0836A621}"/>
          </ac:spMkLst>
        </pc:spChg>
        <pc:spChg chg="mod">
          <ac:chgData name="Sara Muneeb" userId="29b624b1-a719-43f5-9b52-388cd4043c04" providerId="ADAL" clId="{DB3F8C76-9E84-425C-958D-57243E72E246}" dt="2022-09-30T11:32:31.405" v="2438" actId="20577"/>
          <ac:spMkLst>
            <pc:docMk/>
            <pc:sldMk cId="3534911287" sldId="308"/>
            <ac:spMk id="3" creationId="{EDDA6EF6-7DA3-EB82-E961-B767805C414A}"/>
          </ac:spMkLst>
        </pc:spChg>
        <pc:picChg chg="add mod">
          <ac:chgData name="Sara Muneeb" userId="29b624b1-a719-43f5-9b52-388cd4043c04" providerId="ADAL" clId="{DB3F8C76-9E84-425C-958D-57243E72E246}" dt="2022-09-30T11:33:53.186" v="2445" actId="1076"/>
          <ac:picMkLst>
            <pc:docMk/>
            <pc:sldMk cId="3534911287" sldId="308"/>
            <ac:picMk id="4" creationId="{8E831EFC-472A-BDB9-495F-AEB2BBF854C2}"/>
          </ac:picMkLst>
        </pc:picChg>
      </pc:sldChg>
      <pc:sldChg chg="addSp delSp modSp new mod">
        <pc:chgData name="Sara Muneeb" userId="29b624b1-a719-43f5-9b52-388cd4043c04" providerId="ADAL" clId="{DB3F8C76-9E84-425C-958D-57243E72E246}" dt="2022-09-30T11:37:59.240" v="2502" actId="20577"/>
        <pc:sldMkLst>
          <pc:docMk/>
          <pc:sldMk cId="342350972" sldId="309"/>
        </pc:sldMkLst>
        <pc:spChg chg="mod">
          <ac:chgData name="Sara Muneeb" userId="29b624b1-a719-43f5-9b52-388cd4043c04" providerId="ADAL" clId="{DB3F8C76-9E84-425C-958D-57243E72E246}" dt="2022-09-30T11:27:31.450" v="2381" actId="27636"/>
          <ac:spMkLst>
            <pc:docMk/>
            <pc:sldMk cId="342350972" sldId="309"/>
            <ac:spMk id="2" creationId="{1ACC1270-1223-76A0-0378-4886E6636DB9}"/>
          </ac:spMkLst>
        </pc:spChg>
        <pc:spChg chg="mod">
          <ac:chgData name="Sara Muneeb" userId="29b624b1-a719-43f5-9b52-388cd4043c04" providerId="ADAL" clId="{DB3F8C76-9E84-425C-958D-57243E72E246}" dt="2022-09-30T11:37:59.240" v="2502" actId="20577"/>
          <ac:spMkLst>
            <pc:docMk/>
            <pc:sldMk cId="342350972" sldId="309"/>
            <ac:spMk id="3" creationId="{E9198B8F-D562-A0C6-6310-7F86BD99DD98}"/>
          </ac:spMkLst>
        </pc:spChg>
        <pc:picChg chg="add del">
          <ac:chgData name="Sara Muneeb" userId="29b624b1-a719-43f5-9b52-388cd4043c04" providerId="ADAL" clId="{DB3F8C76-9E84-425C-958D-57243E72E246}" dt="2022-09-30T11:33:04.372" v="2439" actId="21"/>
          <ac:picMkLst>
            <pc:docMk/>
            <pc:sldMk cId="342350972" sldId="309"/>
            <ac:picMk id="8194" creationId="{C1C18E72-9234-4630-3D04-D5649666537A}"/>
          </ac:picMkLst>
        </pc:picChg>
      </pc:sldChg>
      <pc:sldChg chg="addSp delSp modSp new mod">
        <pc:chgData name="Sara Muneeb" userId="29b624b1-a719-43f5-9b52-388cd4043c04" providerId="ADAL" clId="{DB3F8C76-9E84-425C-958D-57243E72E246}" dt="2022-09-30T11:37:22.195" v="2463" actId="20577"/>
        <pc:sldMkLst>
          <pc:docMk/>
          <pc:sldMk cId="3045204456" sldId="310"/>
        </pc:sldMkLst>
        <pc:spChg chg="mod">
          <ac:chgData name="Sara Muneeb" userId="29b624b1-a719-43f5-9b52-388cd4043c04" providerId="ADAL" clId="{DB3F8C76-9E84-425C-958D-57243E72E246}" dt="2022-09-30T11:37:22.195" v="2463" actId="20577"/>
          <ac:spMkLst>
            <pc:docMk/>
            <pc:sldMk cId="3045204456" sldId="310"/>
            <ac:spMk id="2" creationId="{A4E60751-2FA0-5E9C-BA60-A61BAB26661B}"/>
          </ac:spMkLst>
        </pc:spChg>
        <pc:spChg chg="del">
          <ac:chgData name="Sara Muneeb" userId="29b624b1-a719-43f5-9b52-388cd4043c04" providerId="ADAL" clId="{DB3F8C76-9E84-425C-958D-57243E72E246}" dt="2022-09-30T11:35:14.468" v="2450" actId="931"/>
          <ac:spMkLst>
            <pc:docMk/>
            <pc:sldMk cId="3045204456" sldId="310"/>
            <ac:spMk id="3" creationId="{B6C47C78-D2B3-3B7C-5629-3272BC6A496F}"/>
          </ac:spMkLst>
        </pc:spChg>
        <pc:spChg chg="add del mod">
          <ac:chgData name="Sara Muneeb" userId="29b624b1-a719-43f5-9b52-388cd4043c04" providerId="ADAL" clId="{DB3F8C76-9E84-425C-958D-57243E72E246}" dt="2022-09-30T11:37:18.503" v="2454" actId="931"/>
          <ac:spMkLst>
            <pc:docMk/>
            <pc:sldMk cId="3045204456" sldId="310"/>
            <ac:spMk id="7" creationId="{6E73DA4B-4278-63F1-F6CE-94BAC8271ED9}"/>
          </ac:spMkLst>
        </pc:spChg>
        <pc:picChg chg="add del mod">
          <ac:chgData name="Sara Muneeb" userId="29b624b1-a719-43f5-9b52-388cd4043c04" providerId="ADAL" clId="{DB3F8C76-9E84-425C-958D-57243E72E246}" dt="2022-09-30T11:37:12.656" v="2453" actId="478"/>
          <ac:picMkLst>
            <pc:docMk/>
            <pc:sldMk cId="3045204456" sldId="310"/>
            <ac:picMk id="5" creationId="{CDDF55C9-C969-1DFE-35DB-7497D2958212}"/>
          </ac:picMkLst>
        </pc:picChg>
        <pc:picChg chg="add mod">
          <ac:chgData name="Sara Muneeb" userId="29b624b1-a719-43f5-9b52-388cd4043c04" providerId="ADAL" clId="{DB3F8C76-9E84-425C-958D-57243E72E246}" dt="2022-09-30T11:37:21.077" v="2455" actId="27614"/>
          <ac:picMkLst>
            <pc:docMk/>
            <pc:sldMk cId="3045204456" sldId="310"/>
            <ac:picMk id="9" creationId="{514700B3-88EC-4B5D-8EBB-6D9BE9652705}"/>
          </ac:picMkLst>
        </pc:picChg>
      </pc:sldChg>
      <pc:sldChg chg="addSp delSp modSp new mod">
        <pc:chgData name="Sara Muneeb" userId="29b624b1-a719-43f5-9b52-388cd4043c04" providerId="ADAL" clId="{DB3F8C76-9E84-425C-958D-57243E72E246}" dt="2022-10-03T07:54:26.741" v="2506" actId="22"/>
        <pc:sldMkLst>
          <pc:docMk/>
          <pc:sldMk cId="1345374263" sldId="311"/>
        </pc:sldMkLst>
        <pc:spChg chg="mod">
          <ac:chgData name="Sara Muneeb" userId="29b624b1-a719-43f5-9b52-388cd4043c04" providerId="ADAL" clId="{DB3F8C76-9E84-425C-958D-57243E72E246}" dt="2022-09-30T11:37:25.984" v="2471" actId="20577"/>
          <ac:spMkLst>
            <pc:docMk/>
            <pc:sldMk cId="1345374263" sldId="311"/>
            <ac:spMk id="2" creationId="{854B68EE-61FE-BD1C-76C3-A7C3DA5B852D}"/>
          </ac:spMkLst>
        </pc:spChg>
        <pc:spChg chg="del">
          <ac:chgData name="Sara Muneeb" userId="29b624b1-a719-43f5-9b52-388cd4043c04" providerId="ADAL" clId="{DB3F8C76-9E84-425C-958D-57243E72E246}" dt="2022-09-30T11:37:36.113" v="2472" actId="931"/>
          <ac:spMkLst>
            <pc:docMk/>
            <pc:sldMk cId="1345374263" sldId="311"/>
            <ac:spMk id="3" creationId="{0F8F4BC8-F2C9-720F-B07E-A5BA5D3054B4}"/>
          </ac:spMkLst>
        </pc:spChg>
        <pc:spChg chg="add del">
          <ac:chgData name="Sara Muneeb" userId="29b624b1-a719-43f5-9b52-388cd4043c04" providerId="ADAL" clId="{DB3F8C76-9E84-425C-958D-57243E72E246}" dt="2022-10-03T07:54:26.741" v="2506" actId="22"/>
          <ac:spMkLst>
            <pc:docMk/>
            <pc:sldMk cId="1345374263" sldId="311"/>
            <ac:spMk id="4" creationId="{38E5D484-3F1C-E555-F91E-1239AF7ADB0B}"/>
          </ac:spMkLst>
        </pc:spChg>
        <pc:picChg chg="add mod">
          <ac:chgData name="Sara Muneeb" userId="29b624b1-a719-43f5-9b52-388cd4043c04" providerId="ADAL" clId="{DB3F8C76-9E84-425C-958D-57243E72E246}" dt="2022-09-30T11:37:39.856" v="2474" actId="1076"/>
          <ac:picMkLst>
            <pc:docMk/>
            <pc:sldMk cId="1345374263" sldId="311"/>
            <ac:picMk id="5" creationId="{60B714FE-CC7B-6ECE-B3AF-9F3075E25455}"/>
          </ac:picMkLst>
        </pc:picChg>
      </pc:sldChg>
      <pc:sldChg chg="modSp new mod">
        <pc:chgData name="Sara Muneeb" userId="29b624b1-a719-43f5-9b52-388cd4043c04" providerId="ADAL" clId="{DB3F8C76-9E84-425C-958D-57243E72E246}" dt="2022-10-03T07:58:44.783" v="2726" actId="20577"/>
        <pc:sldMkLst>
          <pc:docMk/>
          <pc:sldMk cId="2694764269" sldId="312"/>
        </pc:sldMkLst>
        <pc:spChg chg="mod">
          <ac:chgData name="Sara Muneeb" userId="29b624b1-a719-43f5-9b52-388cd4043c04" providerId="ADAL" clId="{DB3F8C76-9E84-425C-958D-57243E72E246}" dt="2022-10-03T07:54:49.573" v="2548" actId="20577"/>
          <ac:spMkLst>
            <pc:docMk/>
            <pc:sldMk cId="2694764269" sldId="312"/>
            <ac:spMk id="2" creationId="{6BDAFC30-CA56-F1AB-B8AE-D3E4686B058A}"/>
          </ac:spMkLst>
        </pc:spChg>
        <pc:spChg chg="mod">
          <ac:chgData name="Sara Muneeb" userId="29b624b1-a719-43f5-9b52-388cd4043c04" providerId="ADAL" clId="{DB3F8C76-9E84-425C-958D-57243E72E246}" dt="2022-10-03T07:58:44.783" v="2726" actId="20577"/>
          <ac:spMkLst>
            <pc:docMk/>
            <pc:sldMk cId="2694764269" sldId="312"/>
            <ac:spMk id="3" creationId="{D4B97FC1-9C11-E0AB-25B7-85F36F67E73F}"/>
          </ac:spMkLst>
        </pc:spChg>
      </pc:sldChg>
      <pc:sldChg chg="modSp new del mod">
        <pc:chgData name="Sara Muneeb" userId="29b624b1-a719-43f5-9b52-388cd4043c04" providerId="ADAL" clId="{DB3F8C76-9E84-425C-958D-57243E72E246}" dt="2022-10-03T08:32:25.391" v="2742" actId="47"/>
        <pc:sldMkLst>
          <pc:docMk/>
          <pc:sldMk cId="4287223368" sldId="313"/>
        </pc:sldMkLst>
        <pc:spChg chg="mod">
          <ac:chgData name="Sara Muneeb" userId="29b624b1-a719-43f5-9b52-388cd4043c04" providerId="ADAL" clId="{DB3F8C76-9E84-425C-958D-57243E72E246}" dt="2022-10-03T07:58:50.647" v="2740" actId="20577"/>
          <ac:spMkLst>
            <pc:docMk/>
            <pc:sldMk cId="4287223368" sldId="313"/>
            <ac:spMk id="2" creationId="{AA182EEB-AAF5-ABCF-30EC-DB4D50BC5DE2}"/>
          </ac:spMkLst>
        </pc:spChg>
      </pc:sldChg>
      <pc:sldChg chg="add ord">
        <pc:chgData name="Sara Muneeb" userId="29b624b1-a719-43f5-9b52-388cd4043c04" providerId="ADAL" clId="{DB3F8C76-9E84-425C-958D-57243E72E246}" dt="2022-10-05T08:26:07.268" v="3469"/>
        <pc:sldMkLst>
          <pc:docMk/>
          <pc:sldMk cId="2773881193" sldId="314"/>
        </pc:sldMkLst>
      </pc:sldChg>
      <pc:sldChg chg="modSp add del mod">
        <pc:chgData name="Sara Muneeb" userId="29b624b1-a719-43f5-9b52-388cd4043c04" providerId="ADAL" clId="{DB3F8C76-9E84-425C-958D-57243E72E246}" dt="2022-10-05T09:43:19.577" v="4110" actId="47"/>
        <pc:sldMkLst>
          <pc:docMk/>
          <pc:sldMk cId="1482266729" sldId="315"/>
        </pc:sldMkLst>
        <pc:spChg chg="mod">
          <ac:chgData name="Sara Muneeb" userId="29b624b1-a719-43f5-9b52-388cd4043c04" providerId="ADAL" clId="{DB3F8C76-9E84-425C-958D-57243E72E246}" dt="2022-10-05T09:43:11.319" v="4108" actId="20577"/>
          <ac:spMkLst>
            <pc:docMk/>
            <pc:sldMk cId="1482266729" sldId="315"/>
            <ac:spMk id="3" creationId="{00000000-0000-0000-0000-000000000000}"/>
          </ac:spMkLst>
        </pc:spChg>
      </pc:sldChg>
      <pc:sldChg chg="add del">
        <pc:chgData name="Sara Muneeb" userId="29b624b1-a719-43f5-9b52-388cd4043c04" providerId="ADAL" clId="{DB3F8C76-9E84-425C-958D-57243E72E246}" dt="2022-09-27T04:55:26.398" v="39" actId="47"/>
        <pc:sldMkLst>
          <pc:docMk/>
          <pc:sldMk cId="3978508472" sldId="315"/>
        </pc:sldMkLst>
      </pc:sldChg>
      <pc:sldChg chg="modSp add del mod">
        <pc:chgData name="Sara Muneeb" userId="29b624b1-a719-43f5-9b52-388cd4043c04" providerId="ADAL" clId="{DB3F8C76-9E84-425C-958D-57243E72E246}" dt="2022-10-05T09:43:21.153" v="4111" actId="47"/>
        <pc:sldMkLst>
          <pc:docMk/>
          <pc:sldMk cId="2687923633" sldId="316"/>
        </pc:sldMkLst>
        <pc:spChg chg="mod">
          <ac:chgData name="Sara Muneeb" userId="29b624b1-a719-43f5-9b52-388cd4043c04" providerId="ADAL" clId="{DB3F8C76-9E84-425C-958D-57243E72E246}" dt="2022-10-05T09:41:50.756" v="4023" actId="21"/>
          <ac:spMkLst>
            <pc:docMk/>
            <pc:sldMk cId="2687923633" sldId="316"/>
            <ac:spMk id="3" creationId="{00000000-0000-0000-0000-000000000000}"/>
          </ac:spMkLst>
        </pc:spChg>
      </pc:sldChg>
      <pc:sldChg chg="modSp add del mod">
        <pc:chgData name="Sara Muneeb" userId="29b624b1-a719-43f5-9b52-388cd4043c04" providerId="ADAL" clId="{DB3F8C76-9E84-425C-958D-57243E72E246}" dt="2022-10-05T09:43:39.748" v="4114" actId="47"/>
        <pc:sldMkLst>
          <pc:docMk/>
          <pc:sldMk cId="2649403169" sldId="317"/>
        </pc:sldMkLst>
        <pc:spChg chg="mod">
          <ac:chgData name="Sara Muneeb" userId="29b624b1-a719-43f5-9b52-388cd4043c04" providerId="ADAL" clId="{DB3F8C76-9E84-425C-958D-57243E72E246}" dt="2022-10-05T09:43:34.523" v="4113" actId="6549"/>
          <ac:spMkLst>
            <pc:docMk/>
            <pc:sldMk cId="2649403169" sldId="317"/>
            <ac:spMk id="3" creationId="{00000000-0000-0000-0000-000000000000}"/>
          </ac:spMkLst>
        </pc:spChg>
      </pc:sldChg>
      <pc:sldChg chg="modSp add mod">
        <pc:chgData name="Sara Muneeb" userId="29b624b1-a719-43f5-9b52-388cd4043c04" providerId="ADAL" clId="{DB3F8C76-9E84-425C-958D-57243E72E246}" dt="2022-10-05T09:43:51.069" v="4128" actId="20577"/>
        <pc:sldMkLst>
          <pc:docMk/>
          <pc:sldMk cId="34162203" sldId="318"/>
        </pc:sldMkLst>
        <pc:spChg chg="mod">
          <ac:chgData name="Sara Muneeb" userId="29b624b1-a719-43f5-9b52-388cd4043c04" providerId="ADAL" clId="{DB3F8C76-9E84-425C-958D-57243E72E246}" dt="2022-10-05T09:43:51.069" v="4128" actId="20577"/>
          <ac:spMkLst>
            <pc:docMk/>
            <pc:sldMk cId="34162203" sldId="318"/>
            <ac:spMk id="2" creationId="{00000000-0000-0000-0000-000000000000}"/>
          </ac:spMkLst>
        </pc:spChg>
      </pc:sldChg>
      <pc:sldChg chg="add">
        <pc:chgData name="Sara Muneeb" userId="29b624b1-a719-43f5-9b52-388cd4043c04" providerId="ADAL" clId="{DB3F8C76-9E84-425C-958D-57243E72E246}" dt="2022-10-03T08:32:28.013" v="2743"/>
        <pc:sldMkLst>
          <pc:docMk/>
          <pc:sldMk cId="2945653139" sldId="319"/>
        </pc:sldMkLst>
      </pc:sldChg>
      <pc:sldChg chg="addSp delSp modSp add mod">
        <pc:chgData name="Sara Muneeb" userId="29b624b1-a719-43f5-9b52-388cd4043c04" providerId="ADAL" clId="{DB3F8C76-9E84-425C-958D-57243E72E246}" dt="2022-10-05T09:09:16.988" v="3735" actId="20577"/>
        <pc:sldMkLst>
          <pc:docMk/>
          <pc:sldMk cId="854609834" sldId="320"/>
        </pc:sldMkLst>
        <pc:spChg chg="mod">
          <ac:chgData name="Sara Muneeb" userId="29b624b1-a719-43f5-9b52-388cd4043c04" providerId="ADAL" clId="{DB3F8C76-9E84-425C-958D-57243E72E246}" dt="2022-10-05T09:09:16.988" v="3735" actId="20577"/>
          <ac:spMkLst>
            <pc:docMk/>
            <pc:sldMk cId="854609834" sldId="320"/>
            <ac:spMk id="2" creationId="{9503276D-DA16-4EA9-93A4-5F16D0DF3875}"/>
          </ac:spMkLst>
        </pc:spChg>
        <pc:spChg chg="add del">
          <ac:chgData name="Sara Muneeb" userId="29b624b1-a719-43f5-9b52-388cd4043c04" providerId="ADAL" clId="{DB3F8C76-9E84-425C-958D-57243E72E246}" dt="2022-10-05T09:02:58.030" v="3714" actId="21"/>
          <ac:spMkLst>
            <pc:docMk/>
            <pc:sldMk cId="854609834" sldId="320"/>
            <ac:spMk id="3" creationId="{09145D55-CB9C-3337-1014-5778751F7F87}"/>
          </ac:spMkLst>
        </pc:spChg>
        <pc:spChg chg="add del mod">
          <ac:chgData name="Sara Muneeb" userId="29b624b1-a719-43f5-9b52-388cd4043c04" providerId="ADAL" clId="{DB3F8C76-9E84-425C-958D-57243E72E246}" dt="2022-10-05T09:06:05.496" v="3718" actId="931"/>
          <ac:spMkLst>
            <pc:docMk/>
            <pc:sldMk cId="854609834" sldId="320"/>
            <ac:spMk id="7" creationId="{0900F1AB-36B2-40E4-BC73-6482A66CB19D}"/>
          </ac:spMkLst>
        </pc:spChg>
        <pc:spChg chg="add del mod">
          <ac:chgData name="Sara Muneeb" userId="29b624b1-a719-43f5-9b52-388cd4043c04" providerId="ADAL" clId="{DB3F8C76-9E84-425C-958D-57243E72E246}" dt="2022-10-05T09:06:19.436" v="3722" actId="931"/>
          <ac:spMkLst>
            <pc:docMk/>
            <pc:sldMk cId="854609834" sldId="320"/>
            <ac:spMk id="11" creationId="{16738BD0-A6C8-E59A-97F9-C29333D82FD5}"/>
          </ac:spMkLst>
        </pc:spChg>
        <pc:picChg chg="del mod">
          <ac:chgData name="Sara Muneeb" userId="29b624b1-a719-43f5-9b52-388cd4043c04" providerId="ADAL" clId="{DB3F8C76-9E84-425C-958D-57243E72E246}" dt="2022-10-05T09:05:59.288" v="3717" actId="478"/>
          <ac:picMkLst>
            <pc:docMk/>
            <pc:sldMk cId="854609834" sldId="320"/>
            <ac:picMk id="4" creationId="{0644885C-E19B-4847-B53A-61E094CD61C0}"/>
          </ac:picMkLst>
        </pc:picChg>
        <pc:picChg chg="del mod">
          <ac:chgData name="Sara Muneeb" userId="29b624b1-a719-43f5-9b52-388cd4043c04" providerId="ADAL" clId="{DB3F8C76-9E84-425C-958D-57243E72E246}" dt="2022-10-05T09:02:51.457" v="3712" actId="478"/>
          <ac:picMkLst>
            <pc:docMk/>
            <pc:sldMk cId="854609834" sldId="320"/>
            <ac:picMk id="5" creationId="{BA20838B-E9FE-481A-82C9-A4BD9A30908F}"/>
          </ac:picMkLst>
        </pc:picChg>
        <pc:picChg chg="add del mod">
          <ac:chgData name="Sara Muneeb" userId="29b624b1-a719-43f5-9b52-388cd4043c04" providerId="ADAL" clId="{DB3F8C76-9E84-425C-958D-57243E72E246}" dt="2022-10-05T09:06:09.745" v="3721" actId="478"/>
          <ac:picMkLst>
            <pc:docMk/>
            <pc:sldMk cId="854609834" sldId="320"/>
            <ac:picMk id="9" creationId="{F3BA7766-7801-9EF2-D279-604FF74DE4A3}"/>
          </ac:picMkLst>
        </pc:picChg>
        <pc:picChg chg="add mod">
          <ac:chgData name="Sara Muneeb" userId="29b624b1-a719-43f5-9b52-388cd4043c04" providerId="ADAL" clId="{DB3F8C76-9E84-425C-958D-57243E72E246}" dt="2022-10-05T09:08:59.492" v="3729" actId="1076"/>
          <ac:picMkLst>
            <pc:docMk/>
            <pc:sldMk cId="854609834" sldId="320"/>
            <ac:picMk id="13" creationId="{4EF693B5-9EF3-77E0-6A1A-72224F034E14}"/>
          </ac:picMkLst>
        </pc:picChg>
        <pc:picChg chg="add mod">
          <ac:chgData name="Sara Muneeb" userId="29b624b1-a719-43f5-9b52-388cd4043c04" providerId="ADAL" clId="{DB3F8C76-9E84-425C-958D-57243E72E246}" dt="2022-10-05T09:09:15.459" v="3734" actId="27614"/>
          <ac:picMkLst>
            <pc:docMk/>
            <pc:sldMk cId="854609834" sldId="320"/>
            <ac:picMk id="15" creationId="{3E6715EE-F7E5-5669-B7AE-AFA03A82E991}"/>
          </ac:picMkLst>
        </pc:picChg>
        <pc:picChg chg="add mod">
          <ac:chgData name="Sara Muneeb" userId="29b624b1-a719-43f5-9b52-388cd4043c04" providerId="ADAL" clId="{DB3F8C76-9E84-425C-958D-57243E72E246}" dt="2022-10-05T09:09:01.290" v="3730" actId="1076"/>
          <ac:picMkLst>
            <pc:docMk/>
            <pc:sldMk cId="854609834" sldId="320"/>
            <ac:picMk id="3076" creationId="{B67FE095-22E1-0CFB-02FF-B23B1C186ED1}"/>
          </ac:picMkLst>
        </pc:picChg>
      </pc:sldChg>
      <pc:sldChg chg="addSp modSp add mod">
        <pc:chgData name="Sara Muneeb" userId="29b624b1-a719-43f5-9b52-388cd4043c04" providerId="ADAL" clId="{DB3F8C76-9E84-425C-958D-57243E72E246}" dt="2022-10-05T08:32:22.853" v="3485" actId="1076"/>
        <pc:sldMkLst>
          <pc:docMk/>
          <pc:sldMk cId="406449667" sldId="321"/>
        </pc:sldMkLst>
        <pc:picChg chg="add mod">
          <ac:chgData name="Sara Muneeb" userId="29b624b1-a719-43f5-9b52-388cd4043c04" providerId="ADAL" clId="{DB3F8C76-9E84-425C-958D-57243E72E246}" dt="2022-10-05T08:32:20.466" v="3484" actId="1076"/>
          <ac:picMkLst>
            <pc:docMk/>
            <pc:sldMk cId="406449667" sldId="321"/>
            <ac:picMk id="3" creationId="{01D37097-8753-7955-2136-074CC135495C}"/>
          </ac:picMkLst>
        </pc:picChg>
        <pc:picChg chg="mod">
          <ac:chgData name="Sara Muneeb" userId="29b624b1-a719-43f5-9b52-388cd4043c04" providerId="ADAL" clId="{DB3F8C76-9E84-425C-958D-57243E72E246}" dt="2022-10-05T08:32:22.853" v="3485" actId="1076"/>
          <ac:picMkLst>
            <pc:docMk/>
            <pc:sldMk cId="406449667" sldId="321"/>
            <ac:picMk id="4" creationId="{96C8F24E-FC45-41B8-9879-78E68AFD11EF}"/>
          </ac:picMkLst>
        </pc:picChg>
      </pc:sldChg>
      <pc:sldChg chg="addSp delSp modSp add del mod">
        <pc:chgData name="Sara Muneeb" userId="29b624b1-a719-43f5-9b52-388cd4043c04" providerId="ADAL" clId="{DB3F8C76-9E84-425C-958D-57243E72E246}" dt="2022-10-05T08:34:12.640" v="3504" actId="47"/>
        <pc:sldMkLst>
          <pc:docMk/>
          <pc:sldMk cId="590313255" sldId="322"/>
        </pc:sldMkLst>
        <pc:spChg chg="add mod">
          <ac:chgData name="Sara Muneeb" userId="29b624b1-a719-43f5-9b52-388cd4043c04" providerId="ADAL" clId="{DB3F8C76-9E84-425C-958D-57243E72E246}" dt="2022-10-05T08:34:11.186" v="3503" actId="21"/>
          <ac:spMkLst>
            <pc:docMk/>
            <pc:sldMk cId="590313255" sldId="322"/>
            <ac:spMk id="5" creationId="{462A6DE5-8ABF-B063-93B4-9B6FFEAA2CCC}"/>
          </ac:spMkLst>
        </pc:spChg>
        <pc:picChg chg="del">
          <ac:chgData name="Sara Muneeb" userId="29b624b1-a719-43f5-9b52-388cd4043c04" providerId="ADAL" clId="{DB3F8C76-9E84-425C-958D-57243E72E246}" dt="2022-10-05T08:34:11.186" v="3503" actId="21"/>
          <ac:picMkLst>
            <pc:docMk/>
            <pc:sldMk cId="590313255" sldId="322"/>
            <ac:picMk id="4" creationId="{ED3ADA1F-DEB4-490E-A926-7E18F4EF8128}"/>
          </ac:picMkLst>
        </pc:picChg>
      </pc:sldChg>
      <pc:sldChg chg="add">
        <pc:chgData name="Sara Muneeb" userId="29b624b1-a719-43f5-9b52-388cd4043c04" providerId="ADAL" clId="{DB3F8C76-9E84-425C-958D-57243E72E246}" dt="2022-10-03T08:32:28.013" v="2743"/>
        <pc:sldMkLst>
          <pc:docMk/>
          <pc:sldMk cId="1151827555" sldId="323"/>
        </pc:sldMkLst>
      </pc:sldChg>
      <pc:sldChg chg="add del">
        <pc:chgData name="Sara Muneeb" userId="29b624b1-a719-43f5-9b52-388cd4043c04" providerId="ADAL" clId="{DB3F8C76-9E84-425C-958D-57243E72E246}" dt="2022-10-03T08:44:32.724" v="2815" actId="47"/>
        <pc:sldMkLst>
          <pc:docMk/>
          <pc:sldMk cId="1888767272" sldId="324"/>
        </pc:sldMkLst>
      </pc:sldChg>
      <pc:sldChg chg="modSp add mod">
        <pc:chgData name="Sara Muneeb" userId="29b624b1-a719-43f5-9b52-388cd4043c04" providerId="ADAL" clId="{DB3F8C76-9E84-425C-958D-57243E72E246}" dt="2022-10-03T08:44:42.174" v="2833" actId="20577"/>
        <pc:sldMkLst>
          <pc:docMk/>
          <pc:sldMk cId="566433223" sldId="325"/>
        </pc:sldMkLst>
        <pc:spChg chg="mod">
          <ac:chgData name="Sara Muneeb" userId="29b624b1-a719-43f5-9b52-388cd4043c04" providerId="ADAL" clId="{DB3F8C76-9E84-425C-958D-57243E72E246}" dt="2022-10-03T08:44:42.174" v="2833" actId="20577"/>
          <ac:spMkLst>
            <pc:docMk/>
            <pc:sldMk cId="566433223" sldId="325"/>
            <ac:spMk id="2" creationId="{00000000-0000-0000-0000-000000000000}"/>
          </ac:spMkLst>
        </pc:spChg>
      </pc:sldChg>
      <pc:sldChg chg="add del">
        <pc:chgData name="Sara Muneeb" userId="29b624b1-a719-43f5-9b52-388cd4043c04" providerId="ADAL" clId="{DB3F8C76-9E84-425C-958D-57243E72E246}" dt="2022-10-03T08:45:15.741" v="2838" actId="47"/>
        <pc:sldMkLst>
          <pc:docMk/>
          <pc:sldMk cId="1629450809" sldId="326"/>
        </pc:sldMkLst>
      </pc:sldChg>
      <pc:sldChg chg="add del">
        <pc:chgData name="Sara Muneeb" userId="29b624b1-a719-43f5-9b52-388cd4043c04" providerId="ADAL" clId="{DB3F8C76-9E84-425C-958D-57243E72E246}" dt="2022-10-03T08:45:13.399" v="2837" actId="47"/>
        <pc:sldMkLst>
          <pc:docMk/>
          <pc:sldMk cId="3425390869" sldId="327"/>
        </pc:sldMkLst>
      </pc:sldChg>
      <pc:sldChg chg="add">
        <pc:chgData name="Sara Muneeb" userId="29b624b1-a719-43f5-9b52-388cd4043c04" providerId="ADAL" clId="{DB3F8C76-9E84-425C-958D-57243E72E246}" dt="2022-10-03T08:41:05.849" v="2745"/>
        <pc:sldMkLst>
          <pc:docMk/>
          <pc:sldMk cId="3494110084" sldId="328"/>
        </pc:sldMkLst>
      </pc:sldChg>
      <pc:sldChg chg="add del">
        <pc:chgData name="Sara Muneeb" userId="29b624b1-a719-43f5-9b52-388cd4043c04" providerId="ADAL" clId="{DB3F8C76-9E84-425C-958D-57243E72E246}" dt="2022-10-03T08:45:21.951" v="2839" actId="47"/>
        <pc:sldMkLst>
          <pc:docMk/>
          <pc:sldMk cId="2152467212" sldId="329"/>
        </pc:sldMkLst>
      </pc:sldChg>
      <pc:sldChg chg="addSp delSp add mod">
        <pc:chgData name="Sara Muneeb" userId="29b624b1-a719-43f5-9b52-388cd4043c04" providerId="ADAL" clId="{DB3F8C76-9E84-425C-958D-57243E72E246}" dt="2022-10-03T08:45:53.262" v="2841" actId="22"/>
        <pc:sldMkLst>
          <pc:docMk/>
          <pc:sldMk cId="3427912561" sldId="330"/>
        </pc:sldMkLst>
        <pc:picChg chg="add del">
          <ac:chgData name="Sara Muneeb" userId="29b624b1-a719-43f5-9b52-388cd4043c04" providerId="ADAL" clId="{DB3F8C76-9E84-425C-958D-57243E72E246}" dt="2022-10-03T08:45:53.262" v="2841" actId="22"/>
          <ac:picMkLst>
            <pc:docMk/>
            <pc:sldMk cId="3427912561" sldId="330"/>
            <ac:picMk id="4" creationId="{B00AD290-54F1-A2B1-B01A-BF7759636E5F}"/>
          </ac:picMkLst>
        </pc:picChg>
      </pc:sldChg>
      <pc:sldChg chg="addSp modSp new mod">
        <pc:chgData name="Sara Muneeb" userId="29b624b1-a719-43f5-9b52-388cd4043c04" providerId="ADAL" clId="{DB3F8C76-9E84-425C-958D-57243E72E246}" dt="2022-10-03T08:44:26.049" v="2814" actId="1076"/>
        <pc:sldMkLst>
          <pc:docMk/>
          <pc:sldMk cId="3349574719" sldId="331"/>
        </pc:sldMkLst>
        <pc:spChg chg="mod">
          <ac:chgData name="Sara Muneeb" userId="29b624b1-a719-43f5-9b52-388cd4043c04" providerId="ADAL" clId="{DB3F8C76-9E84-425C-958D-57243E72E246}" dt="2022-10-03T08:42:44.114" v="2785" actId="20577"/>
          <ac:spMkLst>
            <pc:docMk/>
            <pc:sldMk cId="3349574719" sldId="331"/>
            <ac:spMk id="2" creationId="{BDF42397-FB23-DBDD-9EF6-9540B52654E4}"/>
          </ac:spMkLst>
        </pc:spChg>
        <pc:spChg chg="mod">
          <ac:chgData name="Sara Muneeb" userId="29b624b1-a719-43f5-9b52-388cd4043c04" providerId="ADAL" clId="{DB3F8C76-9E84-425C-958D-57243E72E246}" dt="2022-10-03T08:44:08.473" v="2811" actId="20577"/>
          <ac:spMkLst>
            <pc:docMk/>
            <pc:sldMk cId="3349574719" sldId="331"/>
            <ac:spMk id="3" creationId="{54B22514-635C-5D94-AF86-87E4697184DC}"/>
          </ac:spMkLst>
        </pc:spChg>
        <pc:picChg chg="add mod">
          <ac:chgData name="Sara Muneeb" userId="29b624b1-a719-43f5-9b52-388cd4043c04" providerId="ADAL" clId="{DB3F8C76-9E84-425C-958D-57243E72E246}" dt="2022-10-03T08:44:26.049" v="2814" actId="1076"/>
          <ac:picMkLst>
            <pc:docMk/>
            <pc:sldMk cId="3349574719" sldId="331"/>
            <ac:picMk id="5" creationId="{2AA5373B-0293-5863-52B4-C7F2BEFF8DAE}"/>
          </ac:picMkLst>
        </pc:picChg>
      </pc:sldChg>
      <pc:sldChg chg="addSp delSp modSp new mod">
        <pc:chgData name="Sara Muneeb" userId="29b624b1-a719-43f5-9b52-388cd4043c04" providerId="ADAL" clId="{DB3F8C76-9E84-425C-958D-57243E72E246}" dt="2022-10-03T08:47:58.138" v="2874" actId="1076"/>
        <pc:sldMkLst>
          <pc:docMk/>
          <pc:sldMk cId="3430477893" sldId="332"/>
        </pc:sldMkLst>
        <pc:spChg chg="mod">
          <ac:chgData name="Sara Muneeb" userId="29b624b1-a719-43f5-9b52-388cd4043c04" providerId="ADAL" clId="{DB3F8C76-9E84-425C-958D-57243E72E246}" dt="2022-10-03T08:46:02.443" v="2865" actId="20577"/>
          <ac:spMkLst>
            <pc:docMk/>
            <pc:sldMk cId="3430477893" sldId="332"/>
            <ac:spMk id="2" creationId="{1BA14503-2877-4ED8-B221-911B3A18F1B6}"/>
          </ac:spMkLst>
        </pc:spChg>
        <pc:spChg chg="del">
          <ac:chgData name="Sara Muneeb" userId="29b624b1-a719-43f5-9b52-388cd4043c04" providerId="ADAL" clId="{DB3F8C76-9E84-425C-958D-57243E72E246}" dt="2022-10-03T08:46:03.889" v="2866" actId="22"/>
          <ac:spMkLst>
            <pc:docMk/>
            <pc:sldMk cId="3430477893" sldId="332"/>
            <ac:spMk id="3" creationId="{E64851BA-2A65-5500-C2D2-4727D3CDAD72}"/>
          </ac:spMkLst>
        </pc:spChg>
        <pc:picChg chg="add mod ord">
          <ac:chgData name="Sara Muneeb" userId="29b624b1-a719-43f5-9b52-388cd4043c04" providerId="ADAL" clId="{DB3F8C76-9E84-425C-958D-57243E72E246}" dt="2022-10-03T08:47:24.621" v="2869" actId="1076"/>
          <ac:picMkLst>
            <pc:docMk/>
            <pc:sldMk cId="3430477893" sldId="332"/>
            <ac:picMk id="5" creationId="{23B13542-863B-4B1A-7EC6-424EDC135963}"/>
          </ac:picMkLst>
        </pc:picChg>
        <pc:picChg chg="add mod">
          <ac:chgData name="Sara Muneeb" userId="29b624b1-a719-43f5-9b52-388cd4043c04" providerId="ADAL" clId="{DB3F8C76-9E84-425C-958D-57243E72E246}" dt="2022-10-03T08:47:58.138" v="2874" actId="1076"/>
          <ac:picMkLst>
            <pc:docMk/>
            <pc:sldMk cId="3430477893" sldId="332"/>
            <ac:picMk id="7" creationId="{0CE85A44-E9E5-F249-5169-170745F91064}"/>
          </ac:picMkLst>
        </pc:picChg>
      </pc:sldChg>
      <pc:sldChg chg="addSp delSp modSp new mod">
        <pc:chgData name="Sara Muneeb" userId="29b624b1-a719-43f5-9b52-388cd4043c04" providerId="ADAL" clId="{DB3F8C76-9E84-425C-958D-57243E72E246}" dt="2022-10-03T08:53:53.093" v="2965"/>
        <pc:sldMkLst>
          <pc:docMk/>
          <pc:sldMk cId="3917894372" sldId="333"/>
        </pc:sldMkLst>
        <pc:spChg chg="mod">
          <ac:chgData name="Sara Muneeb" userId="29b624b1-a719-43f5-9b52-388cd4043c04" providerId="ADAL" clId="{DB3F8C76-9E84-425C-958D-57243E72E246}" dt="2022-10-03T08:48:31.717" v="2904" actId="20577"/>
          <ac:spMkLst>
            <pc:docMk/>
            <pc:sldMk cId="3917894372" sldId="333"/>
            <ac:spMk id="2" creationId="{8C9BF00C-DE08-05B4-94B7-21F99DF181F5}"/>
          </ac:spMkLst>
        </pc:spChg>
        <pc:spChg chg="mod">
          <ac:chgData name="Sara Muneeb" userId="29b624b1-a719-43f5-9b52-388cd4043c04" providerId="ADAL" clId="{DB3F8C76-9E84-425C-958D-57243E72E246}" dt="2022-10-03T08:51:54.874" v="2915" actId="1076"/>
          <ac:spMkLst>
            <pc:docMk/>
            <pc:sldMk cId="3917894372" sldId="333"/>
            <ac:spMk id="3" creationId="{1FCBA3A4-B640-FD0C-C7ED-C462A6F5F329}"/>
          </ac:spMkLst>
        </pc:spChg>
        <pc:picChg chg="add mod">
          <ac:chgData name="Sara Muneeb" userId="29b624b1-a719-43f5-9b52-388cd4043c04" providerId="ADAL" clId="{DB3F8C76-9E84-425C-958D-57243E72E246}" dt="2022-10-03T08:52:15.660" v="2920" actId="1076"/>
          <ac:picMkLst>
            <pc:docMk/>
            <pc:sldMk cId="3917894372" sldId="333"/>
            <ac:picMk id="1026" creationId="{482A12D2-8096-3518-B78C-3D4BBAAD0454}"/>
          </ac:picMkLst>
        </pc:picChg>
        <pc:picChg chg="add del">
          <ac:chgData name="Sara Muneeb" userId="29b624b1-a719-43f5-9b52-388cd4043c04" providerId="ADAL" clId="{DB3F8C76-9E84-425C-958D-57243E72E246}" dt="2022-10-03T08:53:53.093" v="2965"/>
          <ac:picMkLst>
            <pc:docMk/>
            <pc:sldMk cId="3917894372" sldId="333"/>
            <ac:picMk id="1028" creationId="{9E1F1E16-A9D5-C013-404E-CAF433CAF6D0}"/>
          </ac:picMkLst>
        </pc:picChg>
      </pc:sldChg>
      <pc:sldChg chg="modSp new del mod">
        <pc:chgData name="Sara Muneeb" userId="29b624b1-a719-43f5-9b52-388cd4043c04" providerId="ADAL" clId="{DB3F8C76-9E84-425C-958D-57243E72E246}" dt="2022-10-03T09:02:56.545" v="3026" actId="47"/>
        <pc:sldMkLst>
          <pc:docMk/>
          <pc:sldMk cId="1807911425" sldId="334"/>
        </pc:sldMkLst>
        <pc:spChg chg="mod">
          <ac:chgData name="Sara Muneeb" userId="29b624b1-a719-43f5-9b52-388cd4043c04" providerId="ADAL" clId="{DB3F8C76-9E84-425C-958D-57243E72E246}" dt="2022-10-03T08:52:40.895" v="2963" actId="20577"/>
          <ac:spMkLst>
            <pc:docMk/>
            <pc:sldMk cId="1807911425" sldId="334"/>
            <ac:spMk id="2" creationId="{DFD9F9C7-D4B2-0938-60E4-036D0673C0A4}"/>
          </ac:spMkLst>
        </pc:spChg>
      </pc:sldChg>
      <pc:sldChg chg="add ord">
        <pc:chgData name="Sara Muneeb" userId="29b624b1-a719-43f5-9b52-388cd4043c04" providerId="ADAL" clId="{DB3F8C76-9E84-425C-958D-57243E72E246}" dt="2022-10-03T08:59:54.890" v="3014"/>
        <pc:sldMkLst>
          <pc:docMk/>
          <pc:sldMk cId="8593176" sldId="335"/>
        </pc:sldMkLst>
      </pc:sldChg>
      <pc:sldChg chg="delSp add del mod">
        <pc:chgData name="Sara Muneeb" userId="29b624b1-a719-43f5-9b52-388cd4043c04" providerId="ADAL" clId="{DB3F8C76-9E84-425C-958D-57243E72E246}" dt="2022-10-03T08:55:34.364" v="2984" actId="47"/>
        <pc:sldMkLst>
          <pc:docMk/>
          <pc:sldMk cId="1678163868" sldId="336"/>
        </pc:sldMkLst>
        <pc:picChg chg="del">
          <ac:chgData name="Sara Muneeb" userId="29b624b1-a719-43f5-9b52-388cd4043c04" providerId="ADAL" clId="{DB3F8C76-9E84-425C-958D-57243E72E246}" dt="2022-10-03T08:55:04.476" v="2975" actId="21"/>
          <ac:picMkLst>
            <pc:docMk/>
            <pc:sldMk cId="1678163868" sldId="336"/>
            <ac:picMk id="6" creationId="{3E1EB4D4-5BED-49C0-A5AC-F1F095AC48B6}"/>
          </ac:picMkLst>
        </pc:picChg>
      </pc:sldChg>
      <pc:sldChg chg="addSp modSp add mod ord">
        <pc:chgData name="Sara Muneeb" userId="29b624b1-a719-43f5-9b52-388cd4043c04" providerId="ADAL" clId="{DB3F8C76-9E84-425C-958D-57243E72E246}" dt="2022-10-03T08:57:21.278" v="3006"/>
        <pc:sldMkLst>
          <pc:docMk/>
          <pc:sldMk cId="633161056" sldId="337"/>
        </pc:sldMkLst>
        <pc:picChg chg="add mod">
          <ac:chgData name="Sara Muneeb" userId="29b624b1-a719-43f5-9b52-388cd4043c04" providerId="ADAL" clId="{DB3F8C76-9E84-425C-958D-57243E72E246}" dt="2022-10-03T08:55:25.233" v="2982" actId="1076"/>
          <ac:picMkLst>
            <pc:docMk/>
            <pc:sldMk cId="633161056" sldId="337"/>
            <ac:picMk id="3" creationId="{7A700882-33BE-8D82-2022-A9F02B8D2171}"/>
          </ac:picMkLst>
        </pc:picChg>
      </pc:sldChg>
      <pc:sldChg chg="add del ord">
        <pc:chgData name="Sara Muneeb" userId="29b624b1-a719-43f5-9b52-388cd4043c04" providerId="ADAL" clId="{DB3F8C76-9E84-425C-958D-57243E72E246}" dt="2022-10-03T09:02:16.244" v="3019" actId="47"/>
        <pc:sldMkLst>
          <pc:docMk/>
          <pc:sldMk cId="1444182912" sldId="338"/>
        </pc:sldMkLst>
      </pc:sldChg>
      <pc:sldChg chg="add del">
        <pc:chgData name="Sara Muneeb" userId="29b624b1-a719-43f5-9b52-388cd4043c04" providerId="ADAL" clId="{DB3F8C76-9E84-425C-958D-57243E72E246}" dt="2022-10-03T09:02:52.252" v="3024" actId="47"/>
        <pc:sldMkLst>
          <pc:docMk/>
          <pc:sldMk cId="1127259162" sldId="339"/>
        </pc:sldMkLst>
      </pc:sldChg>
      <pc:sldChg chg="add del">
        <pc:chgData name="Sara Muneeb" userId="29b624b1-a719-43f5-9b52-388cd4043c04" providerId="ADAL" clId="{DB3F8C76-9E84-425C-958D-57243E72E246}" dt="2022-10-03T09:02:54.031" v="3025" actId="47"/>
        <pc:sldMkLst>
          <pc:docMk/>
          <pc:sldMk cId="3128309874" sldId="340"/>
        </pc:sldMkLst>
      </pc:sldChg>
      <pc:sldChg chg="addSp delSp modSp new mod">
        <pc:chgData name="Sara Muneeb" userId="29b624b1-a719-43f5-9b52-388cd4043c04" providerId="ADAL" clId="{DB3F8C76-9E84-425C-958D-57243E72E246}" dt="2022-10-03T08:56:42.446" v="3002" actId="20577"/>
        <pc:sldMkLst>
          <pc:docMk/>
          <pc:sldMk cId="3882494558" sldId="341"/>
        </pc:sldMkLst>
        <pc:spChg chg="mod">
          <ac:chgData name="Sara Muneeb" userId="29b624b1-a719-43f5-9b52-388cd4043c04" providerId="ADAL" clId="{DB3F8C76-9E84-425C-958D-57243E72E246}" dt="2022-10-03T08:56:42.446" v="3002" actId="20577"/>
          <ac:spMkLst>
            <pc:docMk/>
            <pc:sldMk cId="3882494558" sldId="341"/>
            <ac:spMk id="2" creationId="{900C8EA5-CB76-0D65-2A62-FAB0F51B6C6A}"/>
          </ac:spMkLst>
        </pc:spChg>
        <pc:spChg chg="del">
          <ac:chgData name="Sara Muneeb" userId="29b624b1-a719-43f5-9b52-388cd4043c04" providerId="ADAL" clId="{DB3F8C76-9E84-425C-958D-57243E72E246}" dt="2022-10-03T08:56:36.828" v="2992"/>
          <ac:spMkLst>
            <pc:docMk/>
            <pc:sldMk cId="3882494558" sldId="341"/>
            <ac:spMk id="3" creationId="{CE71EB3E-6D7C-64EE-DE6D-6BC420E101E5}"/>
          </ac:spMkLst>
        </pc:spChg>
        <pc:picChg chg="add mod">
          <ac:chgData name="Sara Muneeb" userId="29b624b1-a719-43f5-9b52-388cd4043c04" providerId="ADAL" clId="{DB3F8C76-9E84-425C-958D-57243E72E246}" dt="2022-10-03T08:56:38.990" v="2993" actId="1076"/>
          <ac:picMkLst>
            <pc:docMk/>
            <pc:sldMk cId="3882494558" sldId="341"/>
            <ac:picMk id="4" creationId="{7FE13403-25A8-499D-8D7A-4A0A17D56BFF}"/>
          </ac:picMkLst>
        </pc:picChg>
      </pc:sldChg>
      <pc:sldChg chg="modSp new mod">
        <pc:chgData name="Sara Muneeb" userId="29b624b1-a719-43f5-9b52-388cd4043c04" providerId="ADAL" clId="{DB3F8C76-9E84-425C-958D-57243E72E246}" dt="2022-10-03T09:05:02.703" v="3080" actId="20577"/>
        <pc:sldMkLst>
          <pc:docMk/>
          <pc:sldMk cId="2698458265" sldId="342"/>
        </pc:sldMkLst>
        <pc:spChg chg="mod">
          <ac:chgData name="Sara Muneeb" userId="29b624b1-a719-43f5-9b52-388cd4043c04" providerId="ADAL" clId="{DB3F8C76-9E84-425C-958D-57243E72E246}" dt="2022-10-03T09:03:02.764" v="3045" actId="20577"/>
          <ac:spMkLst>
            <pc:docMk/>
            <pc:sldMk cId="2698458265" sldId="342"/>
            <ac:spMk id="2" creationId="{01F3F972-9024-B371-9CA6-DA46689C9DB0}"/>
          </ac:spMkLst>
        </pc:spChg>
        <pc:spChg chg="mod">
          <ac:chgData name="Sara Muneeb" userId="29b624b1-a719-43f5-9b52-388cd4043c04" providerId="ADAL" clId="{DB3F8C76-9E84-425C-958D-57243E72E246}" dt="2022-10-03T09:05:02.703" v="3080" actId="20577"/>
          <ac:spMkLst>
            <pc:docMk/>
            <pc:sldMk cId="2698458265" sldId="342"/>
            <ac:spMk id="3" creationId="{47523A51-222B-D760-044E-31DAD03EC92D}"/>
          </ac:spMkLst>
        </pc:spChg>
      </pc:sldChg>
      <pc:sldChg chg="addSp modSp new mod">
        <pc:chgData name="Sara Muneeb" userId="29b624b1-a719-43f5-9b52-388cd4043c04" providerId="ADAL" clId="{DB3F8C76-9E84-425C-958D-57243E72E246}" dt="2022-10-05T09:36:14.644" v="4004" actId="1076"/>
        <pc:sldMkLst>
          <pc:docMk/>
          <pc:sldMk cId="2513089267" sldId="343"/>
        </pc:sldMkLst>
        <pc:spChg chg="mod">
          <ac:chgData name="Sara Muneeb" userId="29b624b1-a719-43f5-9b52-388cd4043c04" providerId="ADAL" clId="{DB3F8C76-9E84-425C-958D-57243E72E246}" dt="2022-10-03T09:06:51.350" v="3107" actId="20577"/>
          <ac:spMkLst>
            <pc:docMk/>
            <pc:sldMk cId="2513089267" sldId="343"/>
            <ac:spMk id="2" creationId="{B33EB936-0A5A-BB71-A154-09E6BF2CBFBA}"/>
          </ac:spMkLst>
        </pc:spChg>
        <pc:spChg chg="mod">
          <ac:chgData name="Sara Muneeb" userId="29b624b1-a719-43f5-9b52-388cd4043c04" providerId="ADAL" clId="{DB3F8C76-9E84-425C-958D-57243E72E246}" dt="2022-10-03T09:08:07.154" v="3145" actId="20577"/>
          <ac:spMkLst>
            <pc:docMk/>
            <pc:sldMk cId="2513089267" sldId="343"/>
            <ac:spMk id="3" creationId="{4378ECCD-6E32-28CC-F140-D8B52EBD59DB}"/>
          </ac:spMkLst>
        </pc:spChg>
        <pc:picChg chg="add mod">
          <ac:chgData name="Sara Muneeb" userId="29b624b1-a719-43f5-9b52-388cd4043c04" providerId="ADAL" clId="{DB3F8C76-9E84-425C-958D-57243E72E246}" dt="2022-10-05T09:36:14.644" v="4004" actId="1076"/>
          <ac:picMkLst>
            <pc:docMk/>
            <pc:sldMk cId="2513089267" sldId="343"/>
            <ac:picMk id="5" creationId="{80DDCA12-1AB6-3101-19FC-88F43DA66A57}"/>
          </ac:picMkLst>
        </pc:picChg>
        <pc:picChg chg="add mod">
          <ac:chgData name="Sara Muneeb" userId="29b624b1-a719-43f5-9b52-388cd4043c04" providerId="ADAL" clId="{DB3F8C76-9E84-425C-958D-57243E72E246}" dt="2022-10-05T09:36:13.025" v="4003" actId="1076"/>
          <ac:picMkLst>
            <pc:docMk/>
            <pc:sldMk cId="2513089267" sldId="343"/>
            <ac:picMk id="4098" creationId="{45A26E9E-0A75-188F-C0D0-195B94759800}"/>
          </ac:picMkLst>
        </pc:picChg>
      </pc:sldChg>
      <pc:sldChg chg="modSp new mod">
        <pc:chgData name="Sara Muneeb" userId="29b624b1-a719-43f5-9b52-388cd4043c04" providerId="ADAL" clId="{DB3F8C76-9E84-425C-958D-57243E72E246}" dt="2022-10-03T09:11:31.145" v="3238" actId="20577"/>
        <pc:sldMkLst>
          <pc:docMk/>
          <pc:sldMk cId="405946211" sldId="344"/>
        </pc:sldMkLst>
        <pc:spChg chg="mod">
          <ac:chgData name="Sara Muneeb" userId="29b624b1-a719-43f5-9b52-388cd4043c04" providerId="ADAL" clId="{DB3F8C76-9E84-425C-958D-57243E72E246}" dt="2022-10-03T09:10:56.438" v="3172" actId="20577"/>
          <ac:spMkLst>
            <pc:docMk/>
            <pc:sldMk cId="405946211" sldId="344"/>
            <ac:spMk id="2" creationId="{D7F4F228-B9C5-AB12-8C5D-37D043A48061}"/>
          </ac:spMkLst>
        </pc:spChg>
        <pc:spChg chg="mod">
          <ac:chgData name="Sara Muneeb" userId="29b624b1-a719-43f5-9b52-388cd4043c04" providerId="ADAL" clId="{DB3F8C76-9E84-425C-958D-57243E72E246}" dt="2022-10-03T09:11:31.145" v="3238" actId="20577"/>
          <ac:spMkLst>
            <pc:docMk/>
            <pc:sldMk cId="405946211" sldId="344"/>
            <ac:spMk id="3" creationId="{148D8B6E-F25B-9E23-0BB0-71561C53E27C}"/>
          </ac:spMkLst>
        </pc:spChg>
      </pc:sldChg>
      <pc:sldChg chg="addSp delSp modSp new mod">
        <pc:chgData name="Sara Muneeb" userId="29b624b1-a719-43f5-9b52-388cd4043c04" providerId="ADAL" clId="{DB3F8C76-9E84-425C-958D-57243E72E246}" dt="2022-10-05T08:12:39.420" v="3352" actId="1076"/>
        <pc:sldMkLst>
          <pc:docMk/>
          <pc:sldMk cId="2989140334" sldId="345"/>
        </pc:sldMkLst>
        <pc:spChg chg="mod">
          <ac:chgData name="Sara Muneeb" userId="29b624b1-a719-43f5-9b52-388cd4043c04" providerId="ADAL" clId="{DB3F8C76-9E84-425C-958D-57243E72E246}" dt="2022-10-05T08:05:37.194" v="3271" actId="20577"/>
          <ac:spMkLst>
            <pc:docMk/>
            <pc:sldMk cId="2989140334" sldId="345"/>
            <ac:spMk id="2" creationId="{392477F7-0B8B-8390-05A3-8CD5AB838E38}"/>
          </ac:spMkLst>
        </pc:spChg>
        <pc:spChg chg="del">
          <ac:chgData name="Sara Muneeb" userId="29b624b1-a719-43f5-9b52-388cd4043c04" providerId="ADAL" clId="{DB3F8C76-9E84-425C-958D-57243E72E246}" dt="2022-10-05T08:06:27.345" v="3272" actId="931"/>
          <ac:spMkLst>
            <pc:docMk/>
            <pc:sldMk cId="2989140334" sldId="345"/>
            <ac:spMk id="3" creationId="{D2F8713B-CCD3-197F-54BD-6B1BD231FA0C}"/>
          </ac:spMkLst>
        </pc:spChg>
        <pc:spChg chg="add del mod">
          <ac:chgData name="Sara Muneeb" userId="29b624b1-a719-43f5-9b52-388cd4043c04" providerId="ADAL" clId="{DB3F8C76-9E84-425C-958D-57243E72E246}" dt="2022-10-05T08:06:39.963" v="3274" actId="931"/>
          <ac:spMkLst>
            <pc:docMk/>
            <pc:sldMk cId="2989140334" sldId="345"/>
            <ac:spMk id="7" creationId="{18ACB324-814C-082D-194E-AD0A6AC47F8C}"/>
          </ac:spMkLst>
        </pc:spChg>
        <pc:spChg chg="add del mod">
          <ac:chgData name="Sara Muneeb" userId="29b624b1-a719-43f5-9b52-388cd4043c04" providerId="ADAL" clId="{DB3F8C76-9E84-425C-958D-57243E72E246}" dt="2022-10-05T08:09:54.284" v="3278"/>
          <ac:spMkLst>
            <pc:docMk/>
            <pc:sldMk cId="2989140334" sldId="345"/>
            <ac:spMk id="11" creationId="{1F0A3461-A205-B476-E693-5B6C0D2E2F77}"/>
          </ac:spMkLst>
        </pc:spChg>
        <pc:spChg chg="add mod">
          <ac:chgData name="Sara Muneeb" userId="29b624b1-a719-43f5-9b52-388cd4043c04" providerId="ADAL" clId="{DB3F8C76-9E84-425C-958D-57243E72E246}" dt="2022-10-05T08:12:39.420" v="3352" actId="1076"/>
          <ac:spMkLst>
            <pc:docMk/>
            <pc:sldMk cId="2989140334" sldId="345"/>
            <ac:spMk id="12" creationId="{BBDF8F95-6B91-434D-6850-8B1CFE1AE336}"/>
          </ac:spMkLst>
        </pc:spChg>
        <pc:spChg chg="add mod">
          <ac:chgData name="Sara Muneeb" userId="29b624b1-a719-43f5-9b52-388cd4043c04" providerId="ADAL" clId="{DB3F8C76-9E84-425C-958D-57243E72E246}" dt="2022-10-05T08:12:04.765" v="3329" actId="1076"/>
          <ac:spMkLst>
            <pc:docMk/>
            <pc:sldMk cId="2989140334" sldId="345"/>
            <ac:spMk id="13" creationId="{315B168A-801E-C457-2852-1F6087995B06}"/>
          </ac:spMkLst>
        </pc:spChg>
        <pc:spChg chg="add mod">
          <ac:chgData name="Sara Muneeb" userId="29b624b1-a719-43f5-9b52-388cd4043c04" providerId="ADAL" clId="{DB3F8C76-9E84-425C-958D-57243E72E246}" dt="2022-10-05T08:12:33.899" v="3351" actId="20577"/>
          <ac:spMkLst>
            <pc:docMk/>
            <pc:sldMk cId="2989140334" sldId="345"/>
            <ac:spMk id="14" creationId="{1816D2A7-A716-EB11-6CE4-1E61B5756780}"/>
          </ac:spMkLst>
        </pc:spChg>
        <pc:picChg chg="add del mod">
          <ac:chgData name="Sara Muneeb" userId="29b624b1-a719-43f5-9b52-388cd4043c04" providerId="ADAL" clId="{DB3F8C76-9E84-425C-958D-57243E72E246}" dt="2022-10-05T08:06:30.460" v="3273" actId="478"/>
          <ac:picMkLst>
            <pc:docMk/>
            <pc:sldMk cId="2989140334" sldId="345"/>
            <ac:picMk id="5" creationId="{5D0D8EBF-7C1E-00F6-D086-F6BADFAD1E8E}"/>
          </ac:picMkLst>
        </pc:picChg>
        <pc:picChg chg="add del mod">
          <ac:chgData name="Sara Muneeb" userId="29b624b1-a719-43f5-9b52-388cd4043c04" providerId="ADAL" clId="{DB3F8C76-9E84-425C-958D-57243E72E246}" dt="2022-10-05T08:07:04.184" v="3277" actId="478"/>
          <ac:picMkLst>
            <pc:docMk/>
            <pc:sldMk cId="2989140334" sldId="345"/>
            <ac:picMk id="9" creationId="{4CEABCE9-43D6-BD0F-51A3-62953CC46FA5}"/>
          </ac:picMkLst>
        </pc:picChg>
        <pc:picChg chg="add mod">
          <ac:chgData name="Sara Muneeb" userId="29b624b1-a719-43f5-9b52-388cd4043c04" providerId="ADAL" clId="{DB3F8C76-9E84-425C-958D-57243E72E246}" dt="2022-10-05T08:11:52.382" v="3325" actId="1076"/>
          <ac:picMkLst>
            <pc:docMk/>
            <pc:sldMk cId="2989140334" sldId="345"/>
            <ac:picMk id="1026" creationId="{AB0650A4-C377-36D3-6AF2-5B85234CEC4D}"/>
          </ac:picMkLst>
        </pc:picChg>
        <pc:picChg chg="add mod">
          <ac:chgData name="Sara Muneeb" userId="29b624b1-a719-43f5-9b52-388cd4043c04" providerId="ADAL" clId="{DB3F8C76-9E84-425C-958D-57243E72E246}" dt="2022-10-05T08:12:01.427" v="3328" actId="1076"/>
          <ac:picMkLst>
            <pc:docMk/>
            <pc:sldMk cId="2989140334" sldId="345"/>
            <ac:picMk id="1028" creationId="{EA91969B-9429-2313-63A6-C17810AB2D55}"/>
          </ac:picMkLst>
        </pc:picChg>
        <pc:picChg chg="add mod">
          <ac:chgData name="Sara Muneeb" userId="29b624b1-a719-43f5-9b52-388cd4043c04" providerId="ADAL" clId="{DB3F8C76-9E84-425C-958D-57243E72E246}" dt="2022-10-05T08:12:08.326" v="3330" actId="1076"/>
          <ac:picMkLst>
            <pc:docMk/>
            <pc:sldMk cId="2989140334" sldId="345"/>
            <ac:picMk id="1030" creationId="{85055336-535E-226B-96C6-AA479A5DE744}"/>
          </ac:picMkLst>
        </pc:picChg>
      </pc:sldChg>
      <pc:sldChg chg="add del">
        <pc:chgData name="Sara Muneeb" userId="29b624b1-a719-43f5-9b52-388cd4043c04" providerId="ADAL" clId="{DB3F8C76-9E84-425C-958D-57243E72E246}" dt="2022-09-27T04:55:26.398" v="39" actId="47"/>
        <pc:sldMkLst>
          <pc:docMk/>
          <pc:sldMk cId="4246156943" sldId="345"/>
        </pc:sldMkLst>
      </pc:sldChg>
      <pc:sldChg chg="add del">
        <pc:chgData name="Sara Muneeb" userId="29b624b1-a719-43f5-9b52-388cd4043c04" providerId="ADAL" clId="{DB3F8C76-9E84-425C-958D-57243E72E246}" dt="2022-09-27T04:55:26.398" v="39" actId="47"/>
        <pc:sldMkLst>
          <pc:docMk/>
          <pc:sldMk cId="2366367615" sldId="346"/>
        </pc:sldMkLst>
      </pc:sldChg>
      <pc:sldChg chg="addSp delSp modSp new mod ord">
        <pc:chgData name="Sara Muneeb" userId="29b624b1-a719-43f5-9b52-388cd4043c04" providerId="ADAL" clId="{DB3F8C76-9E84-425C-958D-57243E72E246}" dt="2022-10-05T09:00:16.582" v="3704" actId="20577"/>
        <pc:sldMkLst>
          <pc:docMk/>
          <pc:sldMk cId="3678470995" sldId="346"/>
        </pc:sldMkLst>
        <pc:spChg chg="mod">
          <ac:chgData name="Sara Muneeb" userId="29b624b1-a719-43f5-9b52-388cd4043c04" providerId="ADAL" clId="{DB3F8C76-9E84-425C-958D-57243E72E246}" dt="2022-10-05T09:00:16.582" v="3704" actId="20577"/>
          <ac:spMkLst>
            <pc:docMk/>
            <pc:sldMk cId="3678470995" sldId="346"/>
            <ac:spMk id="2" creationId="{68D8302F-F7F4-B54F-028C-7EADCB5C643C}"/>
          </ac:spMkLst>
        </pc:spChg>
        <pc:spChg chg="del">
          <ac:chgData name="Sara Muneeb" userId="29b624b1-a719-43f5-9b52-388cd4043c04" providerId="ADAL" clId="{DB3F8C76-9E84-425C-958D-57243E72E246}" dt="2022-10-05T08:13:02.231" v="3369" actId="931"/>
          <ac:spMkLst>
            <pc:docMk/>
            <pc:sldMk cId="3678470995" sldId="346"/>
            <ac:spMk id="3" creationId="{014FE765-D7F8-EDC7-D82C-6AC3B2392F36}"/>
          </ac:spMkLst>
        </pc:spChg>
        <pc:spChg chg="add del mod">
          <ac:chgData name="Sara Muneeb" userId="29b624b1-a719-43f5-9b52-388cd4043c04" providerId="ADAL" clId="{DB3F8C76-9E84-425C-958D-57243E72E246}" dt="2022-10-05T08:13:32.113" v="3371" actId="931"/>
          <ac:spMkLst>
            <pc:docMk/>
            <pc:sldMk cId="3678470995" sldId="346"/>
            <ac:spMk id="7" creationId="{1ABE854F-B00B-2E96-F692-8290588BC053}"/>
          </ac:spMkLst>
        </pc:spChg>
        <pc:picChg chg="add del mod">
          <ac:chgData name="Sara Muneeb" userId="29b624b1-a719-43f5-9b52-388cd4043c04" providerId="ADAL" clId="{DB3F8C76-9E84-425C-958D-57243E72E246}" dt="2022-10-05T08:13:04.090" v="3370" actId="478"/>
          <ac:picMkLst>
            <pc:docMk/>
            <pc:sldMk cId="3678470995" sldId="346"/>
            <ac:picMk id="5" creationId="{FA04A942-42BB-F07B-A6CD-A794D0021886}"/>
          </ac:picMkLst>
        </pc:picChg>
        <pc:picChg chg="add mod">
          <ac:chgData name="Sara Muneeb" userId="29b624b1-a719-43f5-9b52-388cd4043c04" providerId="ADAL" clId="{DB3F8C76-9E84-425C-958D-57243E72E246}" dt="2022-10-05T08:13:36.999" v="3372" actId="27614"/>
          <ac:picMkLst>
            <pc:docMk/>
            <pc:sldMk cId="3678470995" sldId="346"/>
            <ac:picMk id="9" creationId="{7A66B900-9D53-8F01-1D8D-E76C324F7C90}"/>
          </ac:picMkLst>
        </pc:picChg>
      </pc:sldChg>
      <pc:sldChg chg="add del">
        <pc:chgData name="Sara Muneeb" userId="29b624b1-a719-43f5-9b52-388cd4043c04" providerId="ADAL" clId="{DB3F8C76-9E84-425C-958D-57243E72E246}" dt="2022-09-27T04:55:26.398" v="39" actId="47"/>
        <pc:sldMkLst>
          <pc:docMk/>
          <pc:sldMk cId="1655376747" sldId="347"/>
        </pc:sldMkLst>
      </pc:sldChg>
      <pc:sldChg chg="addSp delSp modSp new mod">
        <pc:chgData name="Sara Muneeb" userId="29b624b1-a719-43f5-9b52-388cd4043c04" providerId="ADAL" clId="{DB3F8C76-9E84-425C-958D-57243E72E246}" dt="2022-10-05T08:13:58.122" v="3384" actId="27614"/>
        <pc:sldMkLst>
          <pc:docMk/>
          <pc:sldMk cId="2185956998" sldId="347"/>
        </pc:sldMkLst>
        <pc:spChg chg="mod">
          <ac:chgData name="Sara Muneeb" userId="29b624b1-a719-43f5-9b52-388cd4043c04" providerId="ADAL" clId="{DB3F8C76-9E84-425C-958D-57243E72E246}" dt="2022-10-05T08:13:39.916" v="3380" actId="20577"/>
          <ac:spMkLst>
            <pc:docMk/>
            <pc:sldMk cId="2185956998" sldId="347"/>
            <ac:spMk id="2" creationId="{9B55C5E3-057C-3F89-06B2-63F1035A144B}"/>
          </ac:spMkLst>
        </pc:spChg>
        <pc:spChg chg="del">
          <ac:chgData name="Sara Muneeb" userId="29b624b1-a719-43f5-9b52-388cd4043c04" providerId="ADAL" clId="{DB3F8C76-9E84-425C-958D-57243E72E246}" dt="2022-10-05T08:13:50.019" v="3381" actId="931"/>
          <ac:spMkLst>
            <pc:docMk/>
            <pc:sldMk cId="2185956998" sldId="347"/>
            <ac:spMk id="3" creationId="{7F92B9E8-17EF-1C38-5E25-D88653700F46}"/>
          </ac:spMkLst>
        </pc:spChg>
        <pc:picChg chg="add mod">
          <ac:chgData name="Sara Muneeb" userId="29b624b1-a719-43f5-9b52-388cd4043c04" providerId="ADAL" clId="{DB3F8C76-9E84-425C-958D-57243E72E246}" dt="2022-10-05T08:13:58.122" v="3384" actId="27614"/>
          <ac:picMkLst>
            <pc:docMk/>
            <pc:sldMk cId="2185956998" sldId="347"/>
            <ac:picMk id="5" creationId="{EA3945A9-91A4-C907-11BA-B9A7105E6533}"/>
          </ac:picMkLst>
        </pc:picChg>
      </pc:sldChg>
      <pc:sldChg chg="add del">
        <pc:chgData name="Sara Muneeb" userId="29b624b1-a719-43f5-9b52-388cd4043c04" providerId="ADAL" clId="{DB3F8C76-9E84-425C-958D-57243E72E246}" dt="2022-09-27T04:55:26.398" v="39" actId="47"/>
        <pc:sldMkLst>
          <pc:docMk/>
          <pc:sldMk cId="341212743" sldId="348"/>
        </pc:sldMkLst>
      </pc:sldChg>
      <pc:sldChg chg="addSp delSp modSp new mod">
        <pc:chgData name="Sara Muneeb" userId="29b624b1-a719-43f5-9b52-388cd4043c04" providerId="ADAL" clId="{DB3F8C76-9E84-425C-958D-57243E72E246}" dt="2022-10-05T09:09:32.442" v="3736" actId="1076"/>
        <pc:sldMkLst>
          <pc:docMk/>
          <pc:sldMk cId="1296041024" sldId="348"/>
        </pc:sldMkLst>
        <pc:spChg chg="mod">
          <ac:chgData name="Sara Muneeb" userId="29b624b1-a719-43f5-9b52-388cd4043c04" providerId="ADAL" clId="{DB3F8C76-9E84-425C-958D-57243E72E246}" dt="2022-10-05T08:15:37.323" v="3407" actId="20577"/>
          <ac:spMkLst>
            <pc:docMk/>
            <pc:sldMk cId="1296041024" sldId="348"/>
            <ac:spMk id="2" creationId="{70FC4C67-37FB-2EF9-4FC9-765CA2BB8509}"/>
          </ac:spMkLst>
        </pc:spChg>
        <pc:spChg chg="del">
          <ac:chgData name="Sara Muneeb" userId="29b624b1-a719-43f5-9b52-388cd4043c04" providerId="ADAL" clId="{DB3F8C76-9E84-425C-958D-57243E72E246}" dt="2022-10-05T08:15:48.920" v="3408" actId="931"/>
          <ac:spMkLst>
            <pc:docMk/>
            <pc:sldMk cId="1296041024" sldId="348"/>
            <ac:spMk id="3" creationId="{353AA707-FE47-465B-4E6B-B16A4FE87414}"/>
          </ac:spMkLst>
        </pc:spChg>
        <pc:picChg chg="add mod">
          <ac:chgData name="Sara Muneeb" userId="29b624b1-a719-43f5-9b52-388cd4043c04" providerId="ADAL" clId="{DB3F8C76-9E84-425C-958D-57243E72E246}" dt="2022-10-05T09:09:32.442" v="3736" actId="1076"/>
          <ac:picMkLst>
            <pc:docMk/>
            <pc:sldMk cId="1296041024" sldId="348"/>
            <ac:picMk id="5" creationId="{B8C364B4-C060-9CBD-F0F8-1D5750F2BC0E}"/>
          </ac:picMkLst>
        </pc:picChg>
      </pc:sldChg>
      <pc:sldChg chg="modSp new del mod">
        <pc:chgData name="Sara Muneeb" userId="29b624b1-a719-43f5-9b52-388cd4043c04" providerId="ADAL" clId="{DB3F8C76-9E84-425C-958D-57243E72E246}" dt="2022-10-05T08:15:23.587" v="3395" actId="47"/>
        <pc:sldMkLst>
          <pc:docMk/>
          <pc:sldMk cId="3916154426" sldId="348"/>
        </pc:sldMkLst>
        <pc:spChg chg="mod">
          <ac:chgData name="Sara Muneeb" userId="29b624b1-a719-43f5-9b52-388cd4043c04" providerId="ADAL" clId="{DB3F8C76-9E84-425C-958D-57243E72E246}" dt="2022-10-05T08:14:31.852" v="3392" actId="20577"/>
          <ac:spMkLst>
            <pc:docMk/>
            <pc:sldMk cId="3916154426" sldId="348"/>
            <ac:spMk id="2" creationId="{241FFD2B-47C6-6333-617E-9376399ECF80}"/>
          </ac:spMkLst>
        </pc:spChg>
      </pc:sldChg>
      <pc:sldChg chg="add del">
        <pc:chgData name="Sara Muneeb" userId="29b624b1-a719-43f5-9b52-388cd4043c04" providerId="ADAL" clId="{DB3F8C76-9E84-425C-958D-57243E72E246}" dt="2022-09-27T04:55:26.398" v="39" actId="47"/>
        <pc:sldMkLst>
          <pc:docMk/>
          <pc:sldMk cId="451696442" sldId="349"/>
        </pc:sldMkLst>
      </pc:sldChg>
      <pc:sldChg chg="addSp delSp modSp new del mod">
        <pc:chgData name="Sara Muneeb" userId="29b624b1-a719-43f5-9b52-388cd4043c04" providerId="ADAL" clId="{DB3F8C76-9E84-425C-958D-57243E72E246}" dt="2022-10-05T08:32:26.128" v="3486" actId="47"/>
        <pc:sldMkLst>
          <pc:docMk/>
          <pc:sldMk cId="4087087579" sldId="349"/>
        </pc:sldMkLst>
        <pc:spChg chg="mod">
          <ac:chgData name="Sara Muneeb" userId="29b624b1-a719-43f5-9b52-388cd4043c04" providerId="ADAL" clId="{DB3F8C76-9E84-425C-958D-57243E72E246}" dt="2022-10-05T08:16:54.019" v="3418" actId="20577"/>
          <ac:spMkLst>
            <pc:docMk/>
            <pc:sldMk cId="4087087579" sldId="349"/>
            <ac:spMk id="2" creationId="{3BA63BCA-1C5B-57C0-9E70-192178689C3C}"/>
          </ac:spMkLst>
        </pc:spChg>
        <pc:spChg chg="del">
          <ac:chgData name="Sara Muneeb" userId="29b624b1-a719-43f5-9b52-388cd4043c04" providerId="ADAL" clId="{DB3F8C76-9E84-425C-958D-57243E72E246}" dt="2022-10-05T08:16:58.866" v="3419" actId="931"/>
          <ac:spMkLst>
            <pc:docMk/>
            <pc:sldMk cId="4087087579" sldId="349"/>
            <ac:spMk id="3" creationId="{0274124B-4B5E-6E6D-4450-B8F3ACE9AD7D}"/>
          </ac:spMkLst>
        </pc:spChg>
        <pc:spChg chg="add mod">
          <ac:chgData name="Sara Muneeb" userId="29b624b1-a719-43f5-9b52-388cd4043c04" providerId="ADAL" clId="{DB3F8C76-9E84-425C-958D-57243E72E246}" dt="2022-10-05T08:32:14.576" v="3482" actId="21"/>
          <ac:spMkLst>
            <pc:docMk/>
            <pc:sldMk cId="4087087579" sldId="349"/>
            <ac:spMk id="4" creationId="{C7FC2E7A-09FA-0EAD-6AD1-F6271CC4F2FA}"/>
          </ac:spMkLst>
        </pc:spChg>
        <pc:spChg chg="add del mod">
          <ac:chgData name="Sara Muneeb" userId="29b624b1-a719-43f5-9b52-388cd4043c04" providerId="ADAL" clId="{DB3F8C76-9E84-425C-958D-57243E72E246}" dt="2022-10-05T08:18:34.094" v="3423" actId="931"/>
          <ac:spMkLst>
            <pc:docMk/>
            <pc:sldMk cId="4087087579" sldId="349"/>
            <ac:spMk id="7" creationId="{87E7195A-3A61-570A-84C4-60E9048E2B3A}"/>
          </ac:spMkLst>
        </pc:spChg>
        <pc:picChg chg="add del mod">
          <ac:chgData name="Sara Muneeb" userId="29b624b1-a719-43f5-9b52-388cd4043c04" providerId="ADAL" clId="{DB3F8C76-9E84-425C-958D-57243E72E246}" dt="2022-10-05T08:17:01.469" v="3422" actId="478"/>
          <ac:picMkLst>
            <pc:docMk/>
            <pc:sldMk cId="4087087579" sldId="349"/>
            <ac:picMk id="5" creationId="{F9503CC2-D7CF-05F4-6217-96FF51D2D268}"/>
          </ac:picMkLst>
        </pc:picChg>
        <pc:picChg chg="add del mod">
          <ac:chgData name="Sara Muneeb" userId="29b624b1-a719-43f5-9b52-388cd4043c04" providerId="ADAL" clId="{DB3F8C76-9E84-425C-958D-57243E72E246}" dt="2022-10-05T08:32:14.576" v="3482" actId="21"/>
          <ac:picMkLst>
            <pc:docMk/>
            <pc:sldMk cId="4087087579" sldId="349"/>
            <ac:picMk id="9" creationId="{16A6966E-4748-76B3-6ABD-102F7E9EC946}"/>
          </ac:picMkLst>
        </pc:picChg>
        <pc:picChg chg="add del mod">
          <ac:chgData name="Sara Muneeb" userId="29b624b1-a719-43f5-9b52-388cd4043c04" providerId="ADAL" clId="{DB3F8C76-9E84-425C-958D-57243E72E246}" dt="2022-10-05T08:18:45.870" v="3432" actId="21"/>
          <ac:picMkLst>
            <pc:docMk/>
            <pc:sldMk cId="4087087579" sldId="349"/>
            <ac:picMk id="11" creationId="{938D9DE5-9907-0EDA-586E-BA9D68B14140}"/>
          </ac:picMkLst>
        </pc:picChg>
        <pc:picChg chg="add del mod">
          <ac:chgData name="Sara Muneeb" userId="29b624b1-a719-43f5-9b52-388cd4043c04" providerId="ADAL" clId="{DB3F8C76-9E84-425C-958D-57243E72E246}" dt="2022-10-05T08:18:40.706" v="3429" actId="21"/>
          <ac:picMkLst>
            <pc:docMk/>
            <pc:sldMk cId="4087087579" sldId="349"/>
            <ac:picMk id="13" creationId="{16EB66D4-C9E2-6CF8-C847-A83BDB6B77F9}"/>
          </ac:picMkLst>
        </pc:picChg>
      </pc:sldChg>
      <pc:sldChg chg="addSp delSp modSp new mod">
        <pc:chgData name="Sara Muneeb" userId="29b624b1-a719-43f5-9b52-388cd4043c04" providerId="ADAL" clId="{DB3F8C76-9E84-425C-958D-57243E72E246}" dt="2022-10-05T09:09:41.088" v="3737" actId="20577"/>
        <pc:sldMkLst>
          <pc:docMk/>
          <pc:sldMk cId="1638390018" sldId="350"/>
        </pc:sldMkLst>
        <pc:spChg chg="mod">
          <ac:chgData name="Sara Muneeb" userId="29b624b1-a719-43f5-9b52-388cd4043c04" providerId="ADAL" clId="{DB3F8C76-9E84-425C-958D-57243E72E246}" dt="2022-10-05T09:09:41.088" v="3737" actId="20577"/>
          <ac:spMkLst>
            <pc:docMk/>
            <pc:sldMk cId="1638390018" sldId="350"/>
            <ac:spMk id="2" creationId="{4D7E9606-E9EE-6799-6237-91007AE2E29A}"/>
          </ac:spMkLst>
        </pc:spChg>
        <pc:spChg chg="add del">
          <ac:chgData name="Sara Muneeb" userId="29b624b1-a719-43f5-9b52-388cd4043c04" providerId="ADAL" clId="{DB3F8C76-9E84-425C-958D-57243E72E246}" dt="2022-10-05T08:32:53.001" v="3488"/>
          <ac:spMkLst>
            <pc:docMk/>
            <pc:sldMk cId="1638390018" sldId="350"/>
            <ac:spMk id="3" creationId="{03C3FFAF-C222-4E9A-FC1F-2900627190FF}"/>
          </ac:spMkLst>
        </pc:spChg>
        <pc:spChg chg="del">
          <ac:chgData name="Sara Muneeb" userId="29b624b1-a719-43f5-9b52-388cd4043c04" providerId="ADAL" clId="{DB3F8C76-9E84-425C-958D-57243E72E246}" dt="2022-10-05T08:20:11.315" v="3446" actId="478"/>
          <ac:spMkLst>
            <pc:docMk/>
            <pc:sldMk cId="1638390018" sldId="350"/>
            <ac:spMk id="3" creationId="{9A5A3CCA-D332-65F9-1F30-5831191CC051}"/>
          </ac:spMkLst>
        </pc:spChg>
        <pc:spChg chg="add del">
          <ac:chgData name="Sara Muneeb" userId="29b624b1-a719-43f5-9b52-388cd4043c04" providerId="ADAL" clId="{DB3F8C76-9E84-425C-958D-57243E72E246}" dt="2022-10-05T08:32:59.681" v="3490"/>
          <ac:spMkLst>
            <pc:docMk/>
            <pc:sldMk cId="1638390018" sldId="350"/>
            <ac:spMk id="6" creationId="{C0B68DCA-26EC-B57B-748B-AB6C1663F063}"/>
          </ac:spMkLst>
        </pc:spChg>
        <pc:picChg chg="add mod">
          <ac:chgData name="Sara Muneeb" userId="29b624b1-a719-43f5-9b52-388cd4043c04" providerId="ADAL" clId="{DB3F8C76-9E84-425C-958D-57243E72E246}" dt="2022-10-05T08:26:31.691" v="3474" actId="1076"/>
          <ac:picMkLst>
            <pc:docMk/>
            <pc:sldMk cId="1638390018" sldId="350"/>
            <ac:picMk id="4" creationId="{AED209C7-4476-8643-0EC8-5A67267801D2}"/>
          </ac:picMkLst>
        </pc:picChg>
        <pc:picChg chg="add mod modCrop">
          <ac:chgData name="Sara Muneeb" userId="29b624b1-a719-43f5-9b52-388cd4043c04" providerId="ADAL" clId="{DB3F8C76-9E84-425C-958D-57243E72E246}" dt="2022-10-05T08:21:56.861" v="3456" actId="1076"/>
          <ac:picMkLst>
            <pc:docMk/>
            <pc:sldMk cId="1638390018" sldId="350"/>
            <ac:picMk id="5" creationId="{C3DF1B4E-540E-21E7-9AE2-AFFDF6D3A713}"/>
          </ac:picMkLst>
        </pc:picChg>
        <pc:picChg chg="add mod">
          <ac:chgData name="Sara Muneeb" userId="29b624b1-a719-43f5-9b52-388cd4043c04" providerId="ADAL" clId="{DB3F8C76-9E84-425C-958D-57243E72E246}" dt="2022-10-05T08:34:29.982" v="3511" actId="1076"/>
          <ac:picMkLst>
            <pc:docMk/>
            <pc:sldMk cId="1638390018" sldId="350"/>
            <ac:picMk id="7" creationId="{D5E8B81C-5AA1-18C5-4FD9-64DD3E9F835A}"/>
          </ac:picMkLst>
        </pc:picChg>
        <pc:picChg chg="add mod">
          <ac:chgData name="Sara Muneeb" userId="29b624b1-a719-43f5-9b52-388cd4043c04" providerId="ADAL" clId="{DB3F8C76-9E84-425C-958D-57243E72E246}" dt="2022-10-05T08:34:25.537" v="3510" actId="1076"/>
          <ac:picMkLst>
            <pc:docMk/>
            <pc:sldMk cId="1638390018" sldId="350"/>
            <ac:picMk id="1030" creationId="{BAE3C677-C711-F0C1-DF2C-1E9FE6BD5FF3}"/>
          </ac:picMkLst>
        </pc:picChg>
        <pc:picChg chg="add mod">
          <ac:chgData name="Sara Muneeb" userId="29b624b1-a719-43f5-9b52-388cd4043c04" providerId="ADAL" clId="{DB3F8C76-9E84-425C-958D-57243E72E246}" dt="2022-10-05T08:26:43.447" v="3478" actId="1076"/>
          <ac:picMkLst>
            <pc:docMk/>
            <pc:sldMk cId="1638390018" sldId="350"/>
            <ac:picMk id="2050" creationId="{DB5A2F16-4EA8-DE04-DCB8-70ABF0B538CA}"/>
          </ac:picMkLst>
        </pc:picChg>
      </pc:sldChg>
      <pc:sldChg chg="add del">
        <pc:chgData name="Sara Muneeb" userId="29b624b1-a719-43f5-9b52-388cd4043c04" providerId="ADAL" clId="{DB3F8C76-9E84-425C-958D-57243E72E246}" dt="2022-09-27T04:55:26.398" v="39" actId="47"/>
        <pc:sldMkLst>
          <pc:docMk/>
          <pc:sldMk cId="3205214481" sldId="350"/>
        </pc:sldMkLst>
      </pc:sldChg>
      <pc:sldChg chg="new del">
        <pc:chgData name="Sara Muneeb" userId="29b624b1-a719-43f5-9b52-388cd4043c04" providerId="ADAL" clId="{DB3F8C76-9E84-425C-958D-57243E72E246}" dt="2022-10-05T08:25:36.639" v="3467" actId="680"/>
        <pc:sldMkLst>
          <pc:docMk/>
          <pc:sldMk cId="2005015887" sldId="351"/>
        </pc:sldMkLst>
      </pc:sldChg>
      <pc:sldChg chg="addSp delSp modSp new mod">
        <pc:chgData name="Sara Muneeb" userId="29b624b1-a719-43f5-9b52-388cd4043c04" providerId="ADAL" clId="{DB3F8C76-9E84-425C-958D-57243E72E246}" dt="2022-10-05T08:38:54.112" v="3541" actId="1076"/>
        <pc:sldMkLst>
          <pc:docMk/>
          <pc:sldMk cId="2210810185" sldId="351"/>
        </pc:sldMkLst>
        <pc:spChg chg="mod">
          <ac:chgData name="Sara Muneeb" userId="29b624b1-a719-43f5-9b52-388cd4043c04" providerId="ADAL" clId="{DB3F8C76-9E84-425C-958D-57243E72E246}" dt="2022-10-05T08:35:41.081" v="3524" actId="20577"/>
          <ac:spMkLst>
            <pc:docMk/>
            <pc:sldMk cId="2210810185" sldId="351"/>
            <ac:spMk id="2" creationId="{AA2C4E9D-8143-13E8-D0C4-360852E57E5C}"/>
          </ac:spMkLst>
        </pc:spChg>
        <pc:spChg chg="del">
          <ac:chgData name="Sara Muneeb" userId="29b624b1-a719-43f5-9b52-388cd4043c04" providerId="ADAL" clId="{DB3F8C76-9E84-425C-958D-57243E72E246}" dt="2022-10-05T08:35:45.045" v="3525"/>
          <ac:spMkLst>
            <pc:docMk/>
            <pc:sldMk cId="2210810185" sldId="351"/>
            <ac:spMk id="3" creationId="{678FF081-2628-EBA6-130E-E2E373590265}"/>
          </ac:spMkLst>
        </pc:spChg>
        <pc:picChg chg="add mod">
          <ac:chgData name="Sara Muneeb" userId="29b624b1-a719-43f5-9b52-388cd4043c04" providerId="ADAL" clId="{DB3F8C76-9E84-425C-958D-57243E72E246}" dt="2022-10-05T08:37:19.428" v="3528" actId="1076"/>
          <ac:picMkLst>
            <pc:docMk/>
            <pc:sldMk cId="2210810185" sldId="351"/>
            <ac:picMk id="2050" creationId="{B2DF8CFE-554D-25A2-37A7-8FA5A794B1C3}"/>
          </ac:picMkLst>
        </pc:picChg>
        <pc:picChg chg="add mod">
          <ac:chgData name="Sara Muneeb" userId="29b624b1-a719-43f5-9b52-388cd4043c04" providerId="ADAL" clId="{DB3F8C76-9E84-425C-958D-57243E72E246}" dt="2022-10-05T08:38:54.112" v="3541" actId="1076"/>
          <ac:picMkLst>
            <pc:docMk/>
            <pc:sldMk cId="2210810185" sldId="351"/>
            <ac:picMk id="2052" creationId="{32EA5284-EF3C-5656-EE69-FCA3D0346C04}"/>
          </ac:picMkLst>
        </pc:picChg>
        <pc:picChg chg="add mod">
          <ac:chgData name="Sara Muneeb" userId="29b624b1-a719-43f5-9b52-388cd4043c04" providerId="ADAL" clId="{DB3F8C76-9E84-425C-958D-57243E72E246}" dt="2022-10-05T08:38:51.954" v="3540" actId="1076"/>
          <ac:picMkLst>
            <pc:docMk/>
            <pc:sldMk cId="2210810185" sldId="351"/>
            <ac:picMk id="2054" creationId="{87C0F714-CA19-3990-A3F6-35F04D2A23F4}"/>
          </ac:picMkLst>
        </pc:picChg>
      </pc:sldChg>
      <pc:sldChg chg="addSp delSp modSp new del mod">
        <pc:chgData name="Sara Muneeb" userId="29b624b1-a719-43f5-9b52-388cd4043c04" providerId="ADAL" clId="{DB3F8C76-9E84-425C-958D-57243E72E246}" dt="2022-10-05T08:19:19.435" v="3440" actId="47"/>
        <pc:sldMkLst>
          <pc:docMk/>
          <pc:sldMk cId="2723552793" sldId="351"/>
        </pc:sldMkLst>
        <pc:picChg chg="add del mod">
          <ac:chgData name="Sara Muneeb" userId="29b624b1-a719-43f5-9b52-388cd4043c04" providerId="ADAL" clId="{DB3F8C76-9E84-425C-958D-57243E72E246}" dt="2022-10-05T08:19:16.478" v="3439" actId="21"/>
          <ac:picMkLst>
            <pc:docMk/>
            <pc:sldMk cId="2723552793" sldId="351"/>
            <ac:picMk id="4" creationId="{0647633E-44AB-295E-0E5C-0367B75E86B0}"/>
          </ac:picMkLst>
        </pc:picChg>
      </pc:sldChg>
      <pc:sldChg chg="add del">
        <pc:chgData name="Sara Muneeb" userId="29b624b1-a719-43f5-9b52-388cd4043c04" providerId="ADAL" clId="{DB3F8C76-9E84-425C-958D-57243E72E246}" dt="2022-09-27T04:55:26.398" v="39" actId="47"/>
        <pc:sldMkLst>
          <pc:docMk/>
          <pc:sldMk cId="3040880707" sldId="351"/>
        </pc:sldMkLst>
      </pc:sldChg>
      <pc:sldChg chg="addSp delSp modSp new mod">
        <pc:chgData name="Sara Muneeb" userId="29b624b1-a719-43f5-9b52-388cd4043c04" providerId="ADAL" clId="{DB3F8C76-9E84-425C-958D-57243E72E246}" dt="2022-10-05T08:39:44.476" v="3555" actId="732"/>
        <pc:sldMkLst>
          <pc:docMk/>
          <pc:sldMk cId="1182734953" sldId="352"/>
        </pc:sldMkLst>
        <pc:spChg chg="mod">
          <ac:chgData name="Sara Muneeb" userId="29b624b1-a719-43f5-9b52-388cd4043c04" providerId="ADAL" clId="{DB3F8C76-9E84-425C-958D-57243E72E246}" dt="2022-10-05T08:39:00.429" v="3550" actId="20577"/>
          <ac:spMkLst>
            <pc:docMk/>
            <pc:sldMk cId="1182734953" sldId="352"/>
            <ac:spMk id="2" creationId="{7CBED6BC-B230-BFA3-7D8B-7ABAE2342C9B}"/>
          </ac:spMkLst>
        </pc:spChg>
        <pc:spChg chg="del">
          <ac:chgData name="Sara Muneeb" userId="29b624b1-a719-43f5-9b52-388cd4043c04" providerId="ADAL" clId="{DB3F8C76-9E84-425C-958D-57243E72E246}" dt="2022-10-05T08:39:24.061" v="3551" actId="22"/>
          <ac:spMkLst>
            <pc:docMk/>
            <pc:sldMk cId="1182734953" sldId="352"/>
            <ac:spMk id="3" creationId="{4D9E7108-0734-7558-B4B9-E7A7FDBB3516}"/>
          </ac:spMkLst>
        </pc:spChg>
        <pc:picChg chg="add mod ord modCrop">
          <ac:chgData name="Sara Muneeb" userId="29b624b1-a719-43f5-9b52-388cd4043c04" providerId="ADAL" clId="{DB3F8C76-9E84-425C-958D-57243E72E246}" dt="2022-10-05T08:39:44.476" v="3555" actId="732"/>
          <ac:picMkLst>
            <pc:docMk/>
            <pc:sldMk cId="1182734953" sldId="352"/>
            <ac:picMk id="5" creationId="{31E2F4C5-E307-DA0D-5BFE-0A420CB4C886}"/>
          </ac:picMkLst>
        </pc:picChg>
      </pc:sldChg>
      <pc:sldChg chg="new del">
        <pc:chgData name="Sara Muneeb" userId="29b624b1-a719-43f5-9b52-388cd4043c04" providerId="ADAL" clId="{DB3F8C76-9E84-425C-958D-57243E72E246}" dt="2022-10-05T08:25:36.125" v="3466" actId="680"/>
        <pc:sldMkLst>
          <pc:docMk/>
          <pc:sldMk cId="1535556229" sldId="352"/>
        </pc:sldMkLst>
      </pc:sldChg>
      <pc:sldChg chg="add del">
        <pc:chgData name="Sara Muneeb" userId="29b624b1-a719-43f5-9b52-388cd4043c04" providerId="ADAL" clId="{DB3F8C76-9E84-425C-958D-57243E72E246}" dt="2022-09-27T04:55:26.398" v="39" actId="47"/>
        <pc:sldMkLst>
          <pc:docMk/>
          <pc:sldMk cId="2346777497" sldId="352"/>
        </pc:sldMkLst>
      </pc:sldChg>
      <pc:sldChg chg="add del">
        <pc:chgData name="Sara Muneeb" userId="29b624b1-a719-43f5-9b52-388cd4043c04" providerId="ADAL" clId="{DB3F8C76-9E84-425C-958D-57243E72E246}" dt="2022-09-27T04:55:26.398" v="39" actId="47"/>
        <pc:sldMkLst>
          <pc:docMk/>
          <pc:sldMk cId="647525035" sldId="353"/>
        </pc:sldMkLst>
      </pc:sldChg>
      <pc:sldChg chg="addSp delSp modSp new mod ord">
        <pc:chgData name="Sara Muneeb" userId="29b624b1-a719-43f5-9b52-388cd4043c04" providerId="ADAL" clId="{DB3F8C76-9E84-425C-958D-57243E72E246}" dt="2022-10-05T08:47:05.665" v="3608"/>
        <pc:sldMkLst>
          <pc:docMk/>
          <pc:sldMk cId="3733716193" sldId="353"/>
        </pc:sldMkLst>
        <pc:spChg chg="mod">
          <ac:chgData name="Sara Muneeb" userId="29b624b1-a719-43f5-9b52-388cd4043c04" providerId="ADAL" clId="{DB3F8C76-9E84-425C-958D-57243E72E246}" dt="2022-10-05T08:40:16.820" v="3563" actId="20577"/>
          <ac:spMkLst>
            <pc:docMk/>
            <pc:sldMk cId="3733716193" sldId="353"/>
            <ac:spMk id="2" creationId="{E02CB801-AD5C-04DF-E04A-13DDB4247471}"/>
          </ac:spMkLst>
        </pc:spChg>
        <pc:spChg chg="del">
          <ac:chgData name="Sara Muneeb" userId="29b624b1-a719-43f5-9b52-388cd4043c04" providerId="ADAL" clId="{DB3F8C76-9E84-425C-958D-57243E72E246}" dt="2022-10-05T08:42:40.923" v="3564" actId="931"/>
          <ac:spMkLst>
            <pc:docMk/>
            <pc:sldMk cId="3733716193" sldId="353"/>
            <ac:spMk id="3" creationId="{0B32DBA1-C626-901F-F5AD-A928C3BDB02F}"/>
          </ac:spMkLst>
        </pc:spChg>
        <pc:spChg chg="add del mod">
          <ac:chgData name="Sara Muneeb" userId="29b624b1-a719-43f5-9b52-388cd4043c04" providerId="ADAL" clId="{DB3F8C76-9E84-425C-958D-57243E72E246}" dt="2022-10-05T08:43:52.763" v="3579" actId="931"/>
          <ac:spMkLst>
            <pc:docMk/>
            <pc:sldMk cId="3733716193" sldId="353"/>
            <ac:spMk id="7" creationId="{0E24E576-2A83-0871-570B-093BFECF2ABF}"/>
          </ac:spMkLst>
        </pc:spChg>
        <pc:picChg chg="add del mod">
          <ac:chgData name="Sara Muneeb" userId="29b624b1-a719-43f5-9b52-388cd4043c04" providerId="ADAL" clId="{DB3F8C76-9E84-425C-958D-57243E72E246}" dt="2022-10-05T08:43:17.583" v="3578" actId="478"/>
          <ac:picMkLst>
            <pc:docMk/>
            <pc:sldMk cId="3733716193" sldId="353"/>
            <ac:picMk id="5" creationId="{68EE8DDF-A8CF-A829-B0F6-81780F9679AF}"/>
          </ac:picMkLst>
        </pc:picChg>
        <pc:picChg chg="add mod">
          <ac:chgData name="Sara Muneeb" userId="29b624b1-a719-43f5-9b52-388cd4043c04" providerId="ADAL" clId="{DB3F8C76-9E84-425C-958D-57243E72E246}" dt="2022-10-05T08:43:55.076" v="3580" actId="27614"/>
          <ac:picMkLst>
            <pc:docMk/>
            <pc:sldMk cId="3733716193" sldId="353"/>
            <ac:picMk id="9" creationId="{1B8DCBA6-73D2-330A-1A68-5C4EF66E6E6E}"/>
          </ac:picMkLst>
        </pc:picChg>
      </pc:sldChg>
      <pc:sldChg chg="add del">
        <pc:chgData name="Sara Muneeb" userId="29b624b1-a719-43f5-9b52-388cd4043c04" providerId="ADAL" clId="{DB3F8C76-9E84-425C-958D-57243E72E246}" dt="2022-09-27T04:55:26.398" v="39" actId="47"/>
        <pc:sldMkLst>
          <pc:docMk/>
          <pc:sldMk cId="1129123376" sldId="354"/>
        </pc:sldMkLst>
      </pc:sldChg>
      <pc:sldChg chg="addSp delSp modSp new mod ord">
        <pc:chgData name="Sara Muneeb" userId="29b624b1-a719-43f5-9b52-388cd4043c04" providerId="ADAL" clId="{DB3F8C76-9E84-425C-958D-57243E72E246}" dt="2022-10-05T08:44:03.216" v="3584" actId="27614"/>
        <pc:sldMkLst>
          <pc:docMk/>
          <pc:sldMk cId="2260623248" sldId="354"/>
        </pc:sldMkLst>
        <pc:spChg chg="mod">
          <ac:chgData name="Sara Muneeb" userId="29b624b1-a719-43f5-9b52-388cd4043c04" providerId="ADAL" clId="{DB3F8C76-9E84-425C-958D-57243E72E246}" dt="2022-10-05T08:42:57.286" v="3574" actId="20577"/>
          <ac:spMkLst>
            <pc:docMk/>
            <pc:sldMk cId="2260623248" sldId="354"/>
            <ac:spMk id="2" creationId="{D5EAA592-14DA-213E-1C69-FE0AFD9C09C8}"/>
          </ac:spMkLst>
        </pc:spChg>
        <pc:spChg chg="del">
          <ac:chgData name="Sara Muneeb" userId="29b624b1-a719-43f5-9b52-388cd4043c04" providerId="ADAL" clId="{DB3F8C76-9E84-425C-958D-57243E72E246}" dt="2022-10-05T08:43:06.180" v="3575" actId="931"/>
          <ac:spMkLst>
            <pc:docMk/>
            <pc:sldMk cId="2260623248" sldId="354"/>
            <ac:spMk id="3" creationId="{A26264FB-D63C-6CD1-C1CB-03DCC4F701B7}"/>
          </ac:spMkLst>
        </pc:spChg>
        <pc:spChg chg="add del mod">
          <ac:chgData name="Sara Muneeb" userId="29b624b1-a719-43f5-9b52-388cd4043c04" providerId="ADAL" clId="{DB3F8C76-9E84-425C-958D-57243E72E246}" dt="2022-10-05T08:44:00.625" v="3581" actId="931"/>
          <ac:spMkLst>
            <pc:docMk/>
            <pc:sldMk cId="2260623248" sldId="354"/>
            <ac:spMk id="7" creationId="{39A444B3-9A75-D0BE-9224-4525E06B0DD4}"/>
          </ac:spMkLst>
        </pc:spChg>
        <pc:picChg chg="add del mod">
          <ac:chgData name="Sara Muneeb" userId="29b624b1-a719-43f5-9b52-388cd4043c04" providerId="ADAL" clId="{DB3F8C76-9E84-425C-958D-57243E72E246}" dt="2022-10-05T08:43:11.942" v="3577" actId="478"/>
          <ac:picMkLst>
            <pc:docMk/>
            <pc:sldMk cId="2260623248" sldId="354"/>
            <ac:picMk id="5" creationId="{51B10D65-923D-772A-DC46-FE4F2A9B0915}"/>
          </ac:picMkLst>
        </pc:picChg>
        <pc:picChg chg="add mod">
          <ac:chgData name="Sara Muneeb" userId="29b624b1-a719-43f5-9b52-388cd4043c04" providerId="ADAL" clId="{DB3F8C76-9E84-425C-958D-57243E72E246}" dt="2022-10-05T08:44:03.216" v="3584" actId="27614"/>
          <ac:picMkLst>
            <pc:docMk/>
            <pc:sldMk cId="2260623248" sldId="354"/>
            <ac:picMk id="9" creationId="{D845F769-1406-28A8-D92B-3C35C9761213}"/>
          </ac:picMkLst>
        </pc:picChg>
      </pc:sldChg>
      <pc:sldChg chg="addSp delSp modSp new mod">
        <pc:chgData name="Sara Muneeb" userId="29b624b1-a719-43f5-9b52-388cd4043c04" providerId="ADAL" clId="{DB3F8C76-9E84-425C-958D-57243E72E246}" dt="2022-10-05T08:46:46.637" v="3606" actId="1076"/>
        <pc:sldMkLst>
          <pc:docMk/>
          <pc:sldMk cId="2264247476" sldId="355"/>
        </pc:sldMkLst>
        <pc:spChg chg="mod">
          <ac:chgData name="Sara Muneeb" userId="29b624b1-a719-43f5-9b52-388cd4043c04" providerId="ADAL" clId="{DB3F8C76-9E84-425C-958D-57243E72E246}" dt="2022-10-05T08:46:16.010" v="3593" actId="20577"/>
          <ac:spMkLst>
            <pc:docMk/>
            <pc:sldMk cId="2264247476" sldId="355"/>
            <ac:spMk id="2" creationId="{0E224BE2-6360-B710-AB6B-6FAF4303DAC9}"/>
          </ac:spMkLst>
        </pc:spChg>
        <pc:spChg chg="del">
          <ac:chgData name="Sara Muneeb" userId="29b624b1-a719-43f5-9b52-388cd4043c04" providerId="ADAL" clId="{DB3F8C76-9E84-425C-958D-57243E72E246}" dt="2022-10-05T08:46:25.185" v="3594" actId="931"/>
          <ac:spMkLst>
            <pc:docMk/>
            <pc:sldMk cId="2264247476" sldId="355"/>
            <ac:spMk id="3" creationId="{E636F91D-55FA-5B45-2D40-A086AD946210}"/>
          </ac:spMkLst>
        </pc:spChg>
        <pc:picChg chg="add mod">
          <ac:chgData name="Sara Muneeb" userId="29b624b1-a719-43f5-9b52-388cd4043c04" providerId="ADAL" clId="{DB3F8C76-9E84-425C-958D-57243E72E246}" dt="2022-10-05T08:46:30.784" v="3600" actId="1076"/>
          <ac:picMkLst>
            <pc:docMk/>
            <pc:sldMk cId="2264247476" sldId="355"/>
            <ac:picMk id="5" creationId="{2B4878D2-A806-6621-C2DA-666DA587F6E6}"/>
          </ac:picMkLst>
        </pc:picChg>
        <pc:picChg chg="add mod">
          <ac:chgData name="Sara Muneeb" userId="29b624b1-a719-43f5-9b52-388cd4043c04" providerId="ADAL" clId="{DB3F8C76-9E84-425C-958D-57243E72E246}" dt="2022-10-05T08:46:46.637" v="3606" actId="1076"/>
          <ac:picMkLst>
            <pc:docMk/>
            <pc:sldMk cId="2264247476" sldId="355"/>
            <ac:picMk id="7" creationId="{F1AD0568-C2F1-82AD-712F-5D22BB521430}"/>
          </ac:picMkLst>
        </pc:picChg>
      </pc:sldChg>
      <pc:sldChg chg="add del">
        <pc:chgData name="Sara Muneeb" userId="29b624b1-a719-43f5-9b52-388cd4043c04" providerId="ADAL" clId="{DB3F8C76-9E84-425C-958D-57243E72E246}" dt="2022-09-27T04:55:26.398" v="39" actId="47"/>
        <pc:sldMkLst>
          <pc:docMk/>
          <pc:sldMk cId="2529333528" sldId="355"/>
        </pc:sldMkLst>
      </pc:sldChg>
      <pc:sldChg chg="addSp delSp modSp new mod ord">
        <pc:chgData name="Sara Muneeb" userId="29b624b1-a719-43f5-9b52-388cd4043c04" providerId="ADAL" clId="{DB3F8C76-9E84-425C-958D-57243E72E246}" dt="2022-10-05T09:09:57.729" v="3738" actId="20577"/>
        <pc:sldMkLst>
          <pc:docMk/>
          <pc:sldMk cId="1908950209" sldId="356"/>
        </pc:sldMkLst>
        <pc:spChg chg="mod">
          <ac:chgData name="Sara Muneeb" userId="29b624b1-a719-43f5-9b52-388cd4043c04" providerId="ADAL" clId="{DB3F8C76-9E84-425C-958D-57243E72E246}" dt="2022-10-05T09:09:57.729" v="3738" actId="20577"/>
          <ac:spMkLst>
            <pc:docMk/>
            <pc:sldMk cId="1908950209" sldId="356"/>
            <ac:spMk id="2" creationId="{451498CD-AD19-AF19-3E36-370F0336BE41}"/>
          </ac:spMkLst>
        </pc:spChg>
        <pc:spChg chg="del">
          <ac:chgData name="Sara Muneeb" userId="29b624b1-a719-43f5-9b52-388cd4043c04" providerId="ADAL" clId="{DB3F8C76-9E84-425C-958D-57243E72E246}" dt="2022-10-05T08:53:14.523" v="3618" actId="931"/>
          <ac:spMkLst>
            <pc:docMk/>
            <pc:sldMk cId="1908950209" sldId="356"/>
            <ac:spMk id="3" creationId="{080D58E1-51C0-A38B-D708-51A834CA7F2D}"/>
          </ac:spMkLst>
        </pc:spChg>
        <pc:picChg chg="add mod">
          <ac:chgData name="Sara Muneeb" userId="29b624b1-a719-43f5-9b52-388cd4043c04" providerId="ADAL" clId="{DB3F8C76-9E84-425C-958D-57243E72E246}" dt="2022-10-05T08:53:19.921" v="3621" actId="1076"/>
          <ac:picMkLst>
            <pc:docMk/>
            <pc:sldMk cId="1908950209" sldId="356"/>
            <ac:picMk id="5" creationId="{880A3F85-C41D-69F2-592A-1F3A0E74B566}"/>
          </ac:picMkLst>
        </pc:picChg>
      </pc:sldChg>
      <pc:sldChg chg="add del">
        <pc:chgData name="Sara Muneeb" userId="29b624b1-a719-43f5-9b52-388cd4043c04" providerId="ADAL" clId="{DB3F8C76-9E84-425C-958D-57243E72E246}" dt="2022-09-27T04:55:26.398" v="39" actId="47"/>
        <pc:sldMkLst>
          <pc:docMk/>
          <pc:sldMk cId="4291740093" sldId="356"/>
        </pc:sldMkLst>
      </pc:sldChg>
      <pc:sldChg chg="add del">
        <pc:chgData name="Sara Muneeb" userId="29b624b1-a719-43f5-9b52-388cd4043c04" providerId="ADAL" clId="{DB3F8C76-9E84-425C-958D-57243E72E246}" dt="2022-09-27T04:55:26.398" v="39" actId="47"/>
        <pc:sldMkLst>
          <pc:docMk/>
          <pc:sldMk cId="54550552" sldId="357"/>
        </pc:sldMkLst>
      </pc:sldChg>
      <pc:sldChg chg="new del">
        <pc:chgData name="Sara Muneeb" userId="29b624b1-a719-43f5-9b52-388cd4043c04" providerId="ADAL" clId="{DB3F8C76-9E84-425C-958D-57243E72E246}" dt="2022-10-05T08:57:02.104" v="3625" actId="47"/>
        <pc:sldMkLst>
          <pc:docMk/>
          <pc:sldMk cId="1842136554" sldId="357"/>
        </pc:sldMkLst>
      </pc:sldChg>
      <pc:sldChg chg="addSp delSp modSp new mod">
        <pc:chgData name="Sara Muneeb" userId="29b624b1-a719-43f5-9b52-388cd4043c04" providerId="ADAL" clId="{DB3F8C76-9E84-425C-958D-57243E72E246}" dt="2022-10-05T08:57:26.121" v="3636" actId="962"/>
        <pc:sldMkLst>
          <pc:docMk/>
          <pc:sldMk cId="2628421753" sldId="357"/>
        </pc:sldMkLst>
        <pc:spChg chg="mod">
          <ac:chgData name="Sara Muneeb" userId="29b624b1-a719-43f5-9b52-388cd4043c04" providerId="ADAL" clId="{DB3F8C76-9E84-425C-958D-57243E72E246}" dt="2022-10-05T08:57:14.136" v="3633" actId="20577"/>
          <ac:spMkLst>
            <pc:docMk/>
            <pc:sldMk cId="2628421753" sldId="357"/>
            <ac:spMk id="2" creationId="{59975951-43FE-3E14-D50D-7CBD5DD15A38}"/>
          </ac:spMkLst>
        </pc:spChg>
        <pc:spChg chg="del">
          <ac:chgData name="Sara Muneeb" userId="29b624b1-a719-43f5-9b52-388cd4043c04" providerId="ADAL" clId="{DB3F8C76-9E84-425C-958D-57243E72E246}" dt="2022-10-05T08:57:24.127" v="3634" actId="931"/>
          <ac:spMkLst>
            <pc:docMk/>
            <pc:sldMk cId="2628421753" sldId="357"/>
            <ac:spMk id="3" creationId="{941DDE59-0D80-7386-5577-E2B873705948}"/>
          </ac:spMkLst>
        </pc:spChg>
        <pc:picChg chg="add mod">
          <ac:chgData name="Sara Muneeb" userId="29b624b1-a719-43f5-9b52-388cd4043c04" providerId="ADAL" clId="{DB3F8C76-9E84-425C-958D-57243E72E246}" dt="2022-10-05T08:57:26.121" v="3636" actId="962"/>
          <ac:picMkLst>
            <pc:docMk/>
            <pc:sldMk cId="2628421753" sldId="357"/>
            <ac:picMk id="5" creationId="{84BA6D1D-4189-B694-F57C-B8CC88A3C017}"/>
          </ac:picMkLst>
        </pc:picChg>
      </pc:sldChg>
      <pc:sldChg chg="addSp delSp modSp add mod">
        <pc:chgData name="Sara Muneeb" userId="29b624b1-a719-43f5-9b52-388cd4043c04" providerId="ADAL" clId="{DB3F8C76-9E84-425C-958D-57243E72E246}" dt="2022-10-05T08:57:40.089" v="3641" actId="962"/>
        <pc:sldMkLst>
          <pc:docMk/>
          <pc:sldMk cId="4206157969" sldId="358"/>
        </pc:sldMkLst>
        <pc:spChg chg="add del mod">
          <ac:chgData name="Sara Muneeb" userId="29b624b1-a719-43f5-9b52-388cd4043c04" providerId="ADAL" clId="{DB3F8C76-9E84-425C-958D-57243E72E246}" dt="2022-10-05T08:57:39.119" v="3639" actId="931"/>
          <ac:spMkLst>
            <pc:docMk/>
            <pc:sldMk cId="4206157969" sldId="358"/>
            <ac:spMk id="4" creationId="{DFEA2EF9-7FB2-70F3-EF29-2102B1758C97}"/>
          </ac:spMkLst>
        </pc:spChg>
        <pc:picChg chg="del">
          <ac:chgData name="Sara Muneeb" userId="29b624b1-a719-43f5-9b52-388cd4043c04" providerId="ADAL" clId="{DB3F8C76-9E84-425C-958D-57243E72E246}" dt="2022-10-05T08:57:32.786" v="3638" actId="478"/>
          <ac:picMkLst>
            <pc:docMk/>
            <pc:sldMk cId="4206157969" sldId="358"/>
            <ac:picMk id="5" creationId="{84BA6D1D-4189-B694-F57C-B8CC88A3C017}"/>
          </ac:picMkLst>
        </pc:picChg>
        <pc:picChg chg="add mod">
          <ac:chgData name="Sara Muneeb" userId="29b624b1-a719-43f5-9b52-388cd4043c04" providerId="ADAL" clId="{DB3F8C76-9E84-425C-958D-57243E72E246}" dt="2022-10-05T08:57:40.089" v="3641" actId="962"/>
          <ac:picMkLst>
            <pc:docMk/>
            <pc:sldMk cId="4206157969" sldId="358"/>
            <ac:picMk id="7" creationId="{64BF2EF3-025E-53E6-0DCE-F78306FB0B44}"/>
          </ac:picMkLst>
        </pc:picChg>
      </pc:sldChg>
      <pc:sldChg chg="add del">
        <pc:chgData name="Sara Muneeb" userId="29b624b1-a719-43f5-9b52-388cd4043c04" providerId="ADAL" clId="{DB3F8C76-9E84-425C-958D-57243E72E246}" dt="2022-09-27T04:55:26.398" v="39" actId="47"/>
        <pc:sldMkLst>
          <pc:docMk/>
          <pc:sldMk cId="4289276877" sldId="358"/>
        </pc:sldMkLst>
      </pc:sldChg>
      <pc:sldChg chg="add del">
        <pc:chgData name="Sara Muneeb" userId="29b624b1-a719-43f5-9b52-388cd4043c04" providerId="ADAL" clId="{DB3F8C76-9E84-425C-958D-57243E72E246}" dt="2022-09-27T04:55:26.398" v="39" actId="47"/>
        <pc:sldMkLst>
          <pc:docMk/>
          <pc:sldMk cId="229001700" sldId="359"/>
        </pc:sldMkLst>
      </pc:sldChg>
      <pc:sldChg chg="addSp delSp modSp new mod ord">
        <pc:chgData name="Sara Muneeb" userId="29b624b1-a719-43f5-9b52-388cd4043c04" providerId="ADAL" clId="{DB3F8C76-9E84-425C-958D-57243E72E246}" dt="2022-10-05T08:59:59.221" v="3695"/>
        <pc:sldMkLst>
          <pc:docMk/>
          <pc:sldMk cId="487906918" sldId="359"/>
        </pc:sldMkLst>
        <pc:spChg chg="mod">
          <ac:chgData name="Sara Muneeb" userId="29b624b1-a719-43f5-9b52-388cd4043c04" providerId="ADAL" clId="{DB3F8C76-9E84-425C-958D-57243E72E246}" dt="2022-10-05T08:57:47.959" v="3649" actId="20577"/>
          <ac:spMkLst>
            <pc:docMk/>
            <pc:sldMk cId="487906918" sldId="359"/>
            <ac:spMk id="2" creationId="{40A56E50-813F-259B-DC9E-BA1E6F66F752}"/>
          </ac:spMkLst>
        </pc:spChg>
        <pc:spChg chg="del">
          <ac:chgData name="Sara Muneeb" userId="29b624b1-a719-43f5-9b52-388cd4043c04" providerId="ADAL" clId="{DB3F8C76-9E84-425C-958D-57243E72E246}" dt="2022-10-05T08:57:54.907" v="3650" actId="931"/>
          <ac:spMkLst>
            <pc:docMk/>
            <pc:sldMk cId="487906918" sldId="359"/>
            <ac:spMk id="3" creationId="{E7CFBCAF-2F56-9405-576E-3EB5A17BCD27}"/>
          </ac:spMkLst>
        </pc:spChg>
        <pc:picChg chg="add mod">
          <ac:chgData name="Sara Muneeb" userId="29b624b1-a719-43f5-9b52-388cd4043c04" providerId="ADAL" clId="{DB3F8C76-9E84-425C-958D-57243E72E246}" dt="2022-10-05T08:58:23.184" v="3659" actId="1076"/>
          <ac:picMkLst>
            <pc:docMk/>
            <pc:sldMk cId="487906918" sldId="359"/>
            <ac:picMk id="5" creationId="{072BAF82-032E-D81F-934B-E383164F422F}"/>
          </ac:picMkLst>
        </pc:picChg>
        <pc:picChg chg="add mod">
          <ac:chgData name="Sara Muneeb" userId="29b624b1-a719-43f5-9b52-388cd4043c04" providerId="ADAL" clId="{DB3F8C76-9E84-425C-958D-57243E72E246}" dt="2022-10-05T08:58:19.901" v="3658" actId="1076"/>
          <ac:picMkLst>
            <pc:docMk/>
            <pc:sldMk cId="487906918" sldId="359"/>
            <ac:picMk id="7" creationId="{AC77478D-DAFC-9407-E941-0AB853384088}"/>
          </ac:picMkLst>
        </pc:picChg>
      </pc:sldChg>
      <pc:sldChg chg="addSp delSp modSp new mod ord">
        <pc:chgData name="Sara Muneeb" userId="29b624b1-a719-43f5-9b52-388cd4043c04" providerId="ADAL" clId="{DB3F8C76-9E84-425C-958D-57243E72E246}" dt="2022-10-05T08:59:59.221" v="3695"/>
        <pc:sldMkLst>
          <pc:docMk/>
          <pc:sldMk cId="518102146" sldId="360"/>
        </pc:sldMkLst>
        <pc:spChg chg="mod">
          <ac:chgData name="Sara Muneeb" userId="29b624b1-a719-43f5-9b52-388cd4043c04" providerId="ADAL" clId="{DB3F8C76-9E84-425C-958D-57243E72E246}" dt="2022-10-05T08:59:00.455" v="3681" actId="20577"/>
          <ac:spMkLst>
            <pc:docMk/>
            <pc:sldMk cId="518102146" sldId="360"/>
            <ac:spMk id="2" creationId="{8394E069-3B28-8755-008F-80C92601701D}"/>
          </ac:spMkLst>
        </pc:spChg>
        <pc:spChg chg="del">
          <ac:chgData name="Sara Muneeb" userId="29b624b1-a719-43f5-9b52-388cd4043c04" providerId="ADAL" clId="{DB3F8C76-9E84-425C-958D-57243E72E246}" dt="2022-10-05T08:58:37.503" v="3661" actId="931"/>
          <ac:spMkLst>
            <pc:docMk/>
            <pc:sldMk cId="518102146" sldId="360"/>
            <ac:spMk id="3" creationId="{843ED3C4-DDBC-6F3E-E86B-3D6E4CA1C17E}"/>
          </ac:spMkLst>
        </pc:spChg>
        <pc:picChg chg="add mod">
          <ac:chgData name="Sara Muneeb" userId="29b624b1-a719-43f5-9b52-388cd4043c04" providerId="ADAL" clId="{DB3F8C76-9E84-425C-958D-57243E72E246}" dt="2022-10-05T08:59:27.759" v="3692" actId="1076"/>
          <ac:picMkLst>
            <pc:docMk/>
            <pc:sldMk cId="518102146" sldId="360"/>
            <ac:picMk id="5" creationId="{DE21127B-77D5-4421-04AF-524C36D3CCD4}"/>
          </ac:picMkLst>
        </pc:picChg>
        <pc:picChg chg="add mod">
          <ac:chgData name="Sara Muneeb" userId="29b624b1-a719-43f5-9b52-388cd4043c04" providerId="ADAL" clId="{DB3F8C76-9E84-425C-958D-57243E72E246}" dt="2022-10-05T08:59:30.972" v="3693" actId="1076"/>
          <ac:picMkLst>
            <pc:docMk/>
            <pc:sldMk cId="518102146" sldId="360"/>
            <ac:picMk id="6" creationId="{24442947-2DD7-B9C2-B992-691B0D5984E1}"/>
          </ac:picMkLst>
        </pc:picChg>
      </pc:sldChg>
      <pc:sldChg chg="add del">
        <pc:chgData name="Sara Muneeb" userId="29b624b1-a719-43f5-9b52-388cd4043c04" providerId="ADAL" clId="{DB3F8C76-9E84-425C-958D-57243E72E246}" dt="2022-09-27T04:55:26.398" v="39" actId="47"/>
        <pc:sldMkLst>
          <pc:docMk/>
          <pc:sldMk cId="1469553589" sldId="360"/>
        </pc:sldMkLst>
      </pc:sldChg>
      <pc:sldChg chg="add del">
        <pc:chgData name="Sara Muneeb" userId="29b624b1-a719-43f5-9b52-388cd4043c04" providerId="ADAL" clId="{DB3F8C76-9E84-425C-958D-57243E72E246}" dt="2022-09-27T04:55:26.398" v="39" actId="47"/>
        <pc:sldMkLst>
          <pc:docMk/>
          <pc:sldMk cId="2619516327" sldId="361"/>
        </pc:sldMkLst>
      </pc:sldChg>
      <pc:sldChg chg="addSp delSp modSp new del mod">
        <pc:chgData name="Sara Muneeb" userId="29b624b1-a719-43f5-9b52-388cd4043c04" providerId="ADAL" clId="{DB3F8C76-9E84-425C-958D-57243E72E246}" dt="2022-10-05T08:59:04.973" v="3683" actId="47"/>
        <pc:sldMkLst>
          <pc:docMk/>
          <pc:sldMk cId="3626622085" sldId="361"/>
        </pc:sldMkLst>
        <pc:spChg chg="del">
          <ac:chgData name="Sara Muneeb" userId="29b624b1-a719-43f5-9b52-388cd4043c04" providerId="ADAL" clId="{DB3F8C76-9E84-425C-958D-57243E72E246}" dt="2022-10-05T08:58:48.638" v="3665" actId="931"/>
          <ac:spMkLst>
            <pc:docMk/>
            <pc:sldMk cId="3626622085" sldId="361"/>
            <ac:spMk id="3" creationId="{59E2344C-4D51-16EA-5482-2F38B7F1356E}"/>
          </ac:spMkLst>
        </pc:spChg>
        <pc:spChg chg="add mod">
          <ac:chgData name="Sara Muneeb" userId="29b624b1-a719-43f5-9b52-388cd4043c04" providerId="ADAL" clId="{DB3F8C76-9E84-425C-958D-57243E72E246}" dt="2022-10-05T08:59:03.596" v="3682" actId="21"/>
          <ac:spMkLst>
            <pc:docMk/>
            <pc:sldMk cId="3626622085" sldId="361"/>
            <ac:spMk id="7" creationId="{9BC12655-CD42-12FA-4B2B-D32FC719CE06}"/>
          </ac:spMkLst>
        </pc:spChg>
        <pc:picChg chg="add del mod">
          <ac:chgData name="Sara Muneeb" userId="29b624b1-a719-43f5-9b52-388cd4043c04" providerId="ADAL" clId="{DB3F8C76-9E84-425C-958D-57243E72E246}" dt="2022-10-05T08:59:03.596" v="3682" actId="21"/>
          <ac:picMkLst>
            <pc:docMk/>
            <pc:sldMk cId="3626622085" sldId="361"/>
            <ac:picMk id="5" creationId="{55BD7B81-0DE1-0B97-2167-D6B79D9B2C68}"/>
          </ac:picMkLst>
        </pc:picChg>
      </pc:sldChg>
      <pc:sldChg chg="addSp delSp modSp new mod">
        <pc:chgData name="Sara Muneeb" userId="29b624b1-a719-43f5-9b52-388cd4043c04" providerId="ADAL" clId="{DB3F8C76-9E84-425C-958D-57243E72E246}" dt="2022-10-05T09:26:20.447" v="3795" actId="20577"/>
        <pc:sldMkLst>
          <pc:docMk/>
          <pc:sldMk cId="3846287848" sldId="361"/>
        </pc:sldMkLst>
        <pc:spChg chg="mod">
          <ac:chgData name="Sara Muneeb" userId="29b624b1-a719-43f5-9b52-388cd4043c04" providerId="ADAL" clId="{DB3F8C76-9E84-425C-958D-57243E72E246}" dt="2022-10-05T09:26:20.447" v="3795" actId="20577"/>
          <ac:spMkLst>
            <pc:docMk/>
            <pc:sldMk cId="3846287848" sldId="361"/>
            <ac:spMk id="2" creationId="{CFFD1403-AFFE-E94F-B956-3A9BE1FCB08E}"/>
          </ac:spMkLst>
        </pc:spChg>
        <pc:spChg chg="del">
          <ac:chgData name="Sara Muneeb" userId="29b624b1-a719-43f5-9b52-388cd4043c04" providerId="ADAL" clId="{DB3F8C76-9E84-425C-958D-57243E72E246}" dt="2022-10-05T09:25:00.498" v="3740" actId="931"/>
          <ac:spMkLst>
            <pc:docMk/>
            <pc:sldMk cId="3846287848" sldId="361"/>
            <ac:spMk id="3" creationId="{3A08123D-9F03-4DD8-AB56-FF70B49AC66C}"/>
          </ac:spMkLst>
        </pc:spChg>
        <pc:picChg chg="add mod">
          <ac:chgData name="Sara Muneeb" userId="29b624b1-a719-43f5-9b52-388cd4043c04" providerId="ADAL" clId="{DB3F8C76-9E84-425C-958D-57243E72E246}" dt="2022-10-05T09:25:04.708" v="3742" actId="962"/>
          <ac:picMkLst>
            <pc:docMk/>
            <pc:sldMk cId="3846287848" sldId="361"/>
            <ac:picMk id="5" creationId="{5F74DDB1-49D2-5940-4F36-3AA5A67A3505}"/>
          </ac:picMkLst>
        </pc:picChg>
      </pc:sldChg>
      <pc:sldChg chg="addSp delSp modSp new mod">
        <pc:chgData name="Sara Muneeb" userId="29b624b1-a719-43f5-9b52-388cd4043c04" providerId="ADAL" clId="{DB3F8C76-9E84-425C-958D-57243E72E246}" dt="2022-10-05T09:27:25.280" v="3815" actId="20577"/>
        <pc:sldMkLst>
          <pc:docMk/>
          <pc:sldMk cId="3058882324" sldId="362"/>
        </pc:sldMkLst>
        <pc:spChg chg="mod">
          <ac:chgData name="Sara Muneeb" userId="29b624b1-a719-43f5-9b52-388cd4043c04" providerId="ADAL" clId="{DB3F8C76-9E84-425C-958D-57243E72E246}" dt="2022-10-05T09:27:25.280" v="3815" actId="20577"/>
          <ac:spMkLst>
            <pc:docMk/>
            <pc:sldMk cId="3058882324" sldId="362"/>
            <ac:spMk id="2" creationId="{8EAFBB0C-9809-A554-F1C7-A4819906DFB8}"/>
          </ac:spMkLst>
        </pc:spChg>
        <pc:spChg chg="del">
          <ac:chgData name="Sara Muneeb" userId="29b624b1-a719-43f5-9b52-388cd4043c04" providerId="ADAL" clId="{DB3F8C76-9E84-425C-958D-57243E72E246}" dt="2022-10-05T09:26:32.543" v="3796" actId="931"/>
          <ac:spMkLst>
            <pc:docMk/>
            <pc:sldMk cId="3058882324" sldId="362"/>
            <ac:spMk id="3" creationId="{D602A315-B245-08C5-0F8D-D7A28961E41D}"/>
          </ac:spMkLst>
        </pc:spChg>
        <pc:spChg chg="add del mod">
          <ac:chgData name="Sara Muneeb" userId="29b624b1-a719-43f5-9b52-388cd4043c04" providerId="ADAL" clId="{DB3F8C76-9E84-425C-958D-57243E72E246}" dt="2022-10-05T09:26:49.882" v="3800" actId="931"/>
          <ac:spMkLst>
            <pc:docMk/>
            <pc:sldMk cId="3058882324" sldId="362"/>
            <ac:spMk id="7" creationId="{299E2DED-DA2A-76D7-AC9B-1811DA39E6DA}"/>
          </ac:spMkLst>
        </pc:spChg>
        <pc:spChg chg="add del mod">
          <ac:chgData name="Sara Muneeb" userId="29b624b1-a719-43f5-9b52-388cd4043c04" providerId="ADAL" clId="{DB3F8C76-9E84-425C-958D-57243E72E246}" dt="2022-10-05T09:27:05.437" v="3802" actId="931"/>
          <ac:spMkLst>
            <pc:docMk/>
            <pc:sldMk cId="3058882324" sldId="362"/>
            <ac:spMk id="11" creationId="{661611A2-5633-BDC1-4786-DB404361B949}"/>
          </ac:spMkLst>
        </pc:spChg>
        <pc:spChg chg="add del mod">
          <ac:chgData name="Sara Muneeb" userId="29b624b1-a719-43f5-9b52-388cd4043c04" providerId="ADAL" clId="{DB3F8C76-9E84-425C-958D-57243E72E246}" dt="2022-10-05T09:27:14.608" v="3804" actId="931"/>
          <ac:spMkLst>
            <pc:docMk/>
            <pc:sldMk cId="3058882324" sldId="362"/>
            <ac:spMk id="15" creationId="{12B9D517-5449-EF02-FA8E-94930B0CC378}"/>
          </ac:spMkLst>
        </pc:spChg>
        <pc:picChg chg="add del mod">
          <ac:chgData name="Sara Muneeb" userId="29b624b1-a719-43f5-9b52-388cd4043c04" providerId="ADAL" clId="{DB3F8C76-9E84-425C-958D-57243E72E246}" dt="2022-10-05T09:26:39.905" v="3799" actId="478"/>
          <ac:picMkLst>
            <pc:docMk/>
            <pc:sldMk cId="3058882324" sldId="362"/>
            <ac:picMk id="5" creationId="{E0EBB546-28A9-8D1A-F253-4CE99492F7CB}"/>
          </ac:picMkLst>
        </pc:picChg>
        <pc:picChg chg="add del mod">
          <ac:chgData name="Sara Muneeb" userId="29b624b1-a719-43f5-9b52-388cd4043c04" providerId="ADAL" clId="{DB3F8C76-9E84-425C-958D-57243E72E246}" dt="2022-10-05T09:26:51.482" v="3801" actId="478"/>
          <ac:picMkLst>
            <pc:docMk/>
            <pc:sldMk cId="3058882324" sldId="362"/>
            <ac:picMk id="9" creationId="{30026DBB-25B3-E95E-2E33-171BAAFD6C7C}"/>
          </ac:picMkLst>
        </pc:picChg>
        <pc:picChg chg="add del mod">
          <ac:chgData name="Sara Muneeb" userId="29b624b1-a719-43f5-9b52-388cd4043c04" providerId="ADAL" clId="{DB3F8C76-9E84-425C-958D-57243E72E246}" dt="2022-10-05T09:27:06.630" v="3803" actId="478"/>
          <ac:picMkLst>
            <pc:docMk/>
            <pc:sldMk cId="3058882324" sldId="362"/>
            <ac:picMk id="13" creationId="{8D65634F-DBD1-9F4D-E426-A20DD34B7AB7}"/>
          </ac:picMkLst>
        </pc:picChg>
        <pc:picChg chg="add mod">
          <ac:chgData name="Sara Muneeb" userId="29b624b1-a719-43f5-9b52-388cd4043c04" providerId="ADAL" clId="{DB3F8C76-9E84-425C-958D-57243E72E246}" dt="2022-10-05T09:27:19.317" v="3808" actId="1076"/>
          <ac:picMkLst>
            <pc:docMk/>
            <pc:sldMk cId="3058882324" sldId="362"/>
            <ac:picMk id="17" creationId="{64DC2503-DE68-656B-8071-9E98817C2F6B}"/>
          </ac:picMkLst>
        </pc:picChg>
      </pc:sldChg>
      <pc:sldChg chg="add del">
        <pc:chgData name="Sara Muneeb" userId="29b624b1-a719-43f5-9b52-388cd4043c04" providerId="ADAL" clId="{DB3F8C76-9E84-425C-958D-57243E72E246}" dt="2022-09-27T04:55:26.398" v="39" actId="47"/>
        <pc:sldMkLst>
          <pc:docMk/>
          <pc:sldMk cId="4180375240" sldId="362"/>
        </pc:sldMkLst>
      </pc:sldChg>
      <pc:sldChg chg="addSp delSp modSp new mod">
        <pc:chgData name="Sara Muneeb" userId="29b624b1-a719-43f5-9b52-388cd4043c04" providerId="ADAL" clId="{DB3F8C76-9E84-425C-958D-57243E72E246}" dt="2022-10-05T09:28:22.786" v="3841" actId="20577"/>
        <pc:sldMkLst>
          <pc:docMk/>
          <pc:sldMk cId="2788614881" sldId="363"/>
        </pc:sldMkLst>
        <pc:spChg chg="mod">
          <ac:chgData name="Sara Muneeb" userId="29b624b1-a719-43f5-9b52-388cd4043c04" providerId="ADAL" clId="{DB3F8C76-9E84-425C-958D-57243E72E246}" dt="2022-10-05T09:28:22.786" v="3841" actId="20577"/>
          <ac:spMkLst>
            <pc:docMk/>
            <pc:sldMk cId="2788614881" sldId="363"/>
            <ac:spMk id="2" creationId="{F64805DF-5DC1-80F8-7445-BD26312E9B4A}"/>
          </ac:spMkLst>
        </pc:spChg>
        <pc:spChg chg="del">
          <ac:chgData name="Sara Muneeb" userId="29b624b1-a719-43f5-9b52-388cd4043c04" providerId="ADAL" clId="{DB3F8C76-9E84-425C-958D-57243E72E246}" dt="2022-10-05T09:27:35.461" v="3817" actId="931"/>
          <ac:spMkLst>
            <pc:docMk/>
            <pc:sldMk cId="2788614881" sldId="363"/>
            <ac:spMk id="3" creationId="{00983DD5-69C5-51EF-E0FE-550AF81671D2}"/>
          </ac:spMkLst>
        </pc:spChg>
        <pc:spChg chg="add del mod">
          <ac:chgData name="Sara Muneeb" userId="29b624b1-a719-43f5-9b52-388cd4043c04" providerId="ADAL" clId="{DB3F8C76-9E84-425C-958D-57243E72E246}" dt="2022-10-05T09:27:47.489" v="3821" actId="931"/>
          <ac:spMkLst>
            <pc:docMk/>
            <pc:sldMk cId="2788614881" sldId="363"/>
            <ac:spMk id="7" creationId="{289AFB15-B55F-3CA3-5CC9-5EBDA8225467}"/>
          </ac:spMkLst>
        </pc:spChg>
        <pc:picChg chg="add del mod">
          <ac:chgData name="Sara Muneeb" userId="29b624b1-a719-43f5-9b52-388cd4043c04" providerId="ADAL" clId="{DB3F8C76-9E84-425C-958D-57243E72E246}" dt="2022-10-05T09:27:38.243" v="3820" actId="478"/>
          <ac:picMkLst>
            <pc:docMk/>
            <pc:sldMk cId="2788614881" sldId="363"/>
            <ac:picMk id="5" creationId="{1A1DF8F5-2310-B013-9426-889C6700A977}"/>
          </ac:picMkLst>
        </pc:picChg>
        <pc:picChg chg="add mod">
          <ac:chgData name="Sara Muneeb" userId="29b624b1-a719-43f5-9b52-388cd4043c04" providerId="ADAL" clId="{DB3F8C76-9E84-425C-958D-57243E72E246}" dt="2022-10-05T09:27:50.859" v="3824" actId="1076"/>
          <ac:picMkLst>
            <pc:docMk/>
            <pc:sldMk cId="2788614881" sldId="363"/>
            <ac:picMk id="9" creationId="{E1F6C502-7BD4-686D-0ACD-FB4E959A3CA6}"/>
          </ac:picMkLst>
        </pc:picChg>
        <pc:picChg chg="add mod">
          <ac:chgData name="Sara Muneeb" userId="29b624b1-a719-43f5-9b52-388cd4043c04" providerId="ADAL" clId="{DB3F8C76-9E84-425C-958D-57243E72E246}" dt="2022-10-05T09:28:16.121" v="3831" actId="1076"/>
          <ac:picMkLst>
            <pc:docMk/>
            <pc:sldMk cId="2788614881" sldId="363"/>
            <ac:picMk id="11" creationId="{56607D9F-A84D-D090-A231-9447AABCF4E5}"/>
          </ac:picMkLst>
        </pc:picChg>
      </pc:sldChg>
      <pc:sldChg chg="addSp delSp modSp new mod">
        <pc:chgData name="Sara Muneeb" userId="29b624b1-a719-43f5-9b52-388cd4043c04" providerId="ADAL" clId="{DB3F8C76-9E84-425C-958D-57243E72E246}" dt="2022-10-05T09:32:36.111" v="3879" actId="1076"/>
        <pc:sldMkLst>
          <pc:docMk/>
          <pc:sldMk cId="3550203735" sldId="364"/>
        </pc:sldMkLst>
        <pc:spChg chg="mod">
          <ac:chgData name="Sara Muneeb" userId="29b624b1-a719-43f5-9b52-388cd4043c04" providerId="ADAL" clId="{DB3F8C76-9E84-425C-958D-57243E72E246}" dt="2022-10-05T09:31:48.483" v="3861" actId="20577"/>
          <ac:spMkLst>
            <pc:docMk/>
            <pc:sldMk cId="3550203735" sldId="364"/>
            <ac:spMk id="2" creationId="{0190D6B3-1C43-583E-9F05-A831028D0E3E}"/>
          </ac:spMkLst>
        </pc:spChg>
        <pc:spChg chg="del">
          <ac:chgData name="Sara Muneeb" userId="29b624b1-a719-43f5-9b52-388cd4043c04" providerId="ADAL" clId="{DB3F8C76-9E84-425C-958D-57243E72E246}" dt="2022-10-05T09:31:28.022" v="3850" actId="931"/>
          <ac:spMkLst>
            <pc:docMk/>
            <pc:sldMk cId="3550203735" sldId="364"/>
            <ac:spMk id="3" creationId="{0511C0BF-C7A4-0633-D53C-4AFF887DE333}"/>
          </ac:spMkLst>
        </pc:spChg>
        <pc:picChg chg="add mod">
          <ac:chgData name="Sara Muneeb" userId="29b624b1-a719-43f5-9b52-388cd4043c04" providerId="ADAL" clId="{DB3F8C76-9E84-425C-958D-57243E72E246}" dt="2022-10-05T09:32:36.111" v="3879" actId="1076"/>
          <ac:picMkLst>
            <pc:docMk/>
            <pc:sldMk cId="3550203735" sldId="364"/>
            <ac:picMk id="5" creationId="{1CAC9FB9-1730-8D22-8D64-D6A5A23384D2}"/>
          </ac:picMkLst>
        </pc:picChg>
        <pc:picChg chg="add del mod">
          <ac:chgData name="Sara Muneeb" userId="29b624b1-a719-43f5-9b52-388cd4043c04" providerId="ADAL" clId="{DB3F8C76-9E84-425C-958D-57243E72E246}" dt="2022-10-05T09:32:26.216" v="3874" actId="21"/>
          <ac:picMkLst>
            <pc:docMk/>
            <pc:sldMk cId="3550203735" sldId="364"/>
            <ac:picMk id="7" creationId="{CBB87536-6F65-C640-8C84-58EF488C378A}"/>
          </ac:picMkLst>
        </pc:picChg>
        <pc:picChg chg="add mod">
          <ac:chgData name="Sara Muneeb" userId="29b624b1-a719-43f5-9b52-388cd4043c04" providerId="ADAL" clId="{DB3F8C76-9E84-425C-958D-57243E72E246}" dt="2022-10-05T09:32:34.135" v="3878" actId="1076"/>
          <ac:picMkLst>
            <pc:docMk/>
            <pc:sldMk cId="3550203735" sldId="364"/>
            <ac:picMk id="8" creationId="{EAA6703B-75F8-2EE9-5163-07BB03D0683D}"/>
          </ac:picMkLst>
        </pc:picChg>
      </pc:sldChg>
      <pc:sldChg chg="new del">
        <pc:chgData name="Sara Muneeb" userId="29b624b1-a719-43f5-9b52-388cd4043c04" providerId="ADAL" clId="{DB3F8C76-9E84-425C-958D-57243E72E246}" dt="2022-10-05T09:27:57.827" v="3826" actId="680"/>
        <pc:sldMkLst>
          <pc:docMk/>
          <pc:sldMk cId="4183661900" sldId="364"/>
        </pc:sldMkLst>
      </pc:sldChg>
      <pc:sldChg chg="addSp delSp modSp new mod">
        <pc:chgData name="Sara Muneeb" userId="29b624b1-a719-43f5-9b52-388cd4043c04" providerId="ADAL" clId="{DB3F8C76-9E84-425C-958D-57243E72E246}" dt="2022-10-05T09:32:50.313" v="3889" actId="20577"/>
        <pc:sldMkLst>
          <pc:docMk/>
          <pc:sldMk cId="3084047886" sldId="365"/>
        </pc:sldMkLst>
        <pc:spChg chg="mod">
          <ac:chgData name="Sara Muneeb" userId="29b624b1-a719-43f5-9b52-388cd4043c04" providerId="ADAL" clId="{DB3F8C76-9E84-425C-958D-57243E72E246}" dt="2022-10-05T09:32:50.313" v="3889" actId="20577"/>
          <ac:spMkLst>
            <pc:docMk/>
            <pc:sldMk cId="3084047886" sldId="365"/>
            <ac:spMk id="2" creationId="{C4B46D87-04DF-8B43-65CC-05C898183A89}"/>
          </ac:spMkLst>
        </pc:spChg>
        <pc:spChg chg="del">
          <ac:chgData name="Sara Muneeb" userId="29b624b1-a719-43f5-9b52-388cd4043c04" providerId="ADAL" clId="{DB3F8C76-9E84-425C-958D-57243E72E246}" dt="2022-10-05T09:31:56.362" v="3863" actId="931"/>
          <ac:spMkLst>
            <pc:docMk/>
            <pc:sldMk cId="3084047886" sldId="365"/>
            <ac:spMk id="3" creationId="{69331456-7F7A-FE29-2FD4-85C092ADBDBC}"/>
          </ac:spMkLst>
        </pc:spChg>
        <pc:spChg chg="add del mod">
          <ac:chgData name="Sara Muneeb" userId="29b624b1-a719-43f5-9b52-388cd4043c04" providerId="ADAL" clId="{DB3F8C76-9E84-425C-958D-57243E72E246}" dt="2022-10-05T09:32:09.294" v="3868" actId="931"/>
          <ac:spMkLst>
            <pc:docMk/>
            <pc:sldMk cId="3084047886" sldId="365"/>
            <ac:spMk id="7" creationId="{9DE90F27-93E5-41E1-218F-E347A14B96D1}"/>
          </ac:spMkLst>
        </pc:spChg>
        <pc:spChg chg="add del mod">
          <ac:chgData name="Sara Muneeb" userId="29b624b1-a719-43f5-9b52-388cd4043c04" providerId="ADAL" clId="{DB3F8C76-9E84-425C-958D-57243E72E246}" dt="2022-10-05T09:32:18.537" v="3870" actId="931"/>
          <ac:spMkLst>
            <pc:docMk/>
            <pc:sldMk cId="3084047886" sldId="365"/>
            <ac:spMk id="11" creationId="{66605A14-819B-3AAC-E1C9-306774147BDB}"/>
          </ac:spMkLst>
        </pc:spChg>
        <pc:spChg chg="add mod">
          <ac:chgData name="Sara Muneeb" userId="29b624b1-a719-43f5-9b52-388cd4043c04" providerId="ADAL" clId="{DB3F8C76-9E84-425C-958D-57243E72E246}" dt="2022-10-05T09:32:20.727" v="3872" actId="21"/>
          <ac:spMkLst>
            <pc:docMk/>
            <pc:sldMk cId="3084047886" sldId="365"/>
            <ac:spMk id="15" creationId="{44313A75-AEF0-1202-1D12-3E9851C18903}"/>
          </ac:spMkLst>
        </pc:spChg>
        <pc:picChg chg="add del mod">
          <ac:chgData name="Sara Muneeb" userId="29b624b1-a719-43f5-9b52-388cd4043c04" providerId="ADAL" clId="{DB3F8C76-9E84-425C-958D-57243E72E246}" dt="2022-10-05T09:32:02.097" v="3867" actId="478"/>
          <ac:picMkLst>
            <pc:docMk/>
            <pc:sldMk cId="3084047886" sldId="365"/>
            <ac:picMk id="5" creationId="{93C785B4-E07E-4487-BD35-045BA58744FB}"/>
          </ac:picMkLst>
        </pc:picChg>
        <pc:picChg chg="add del mod">
          <ac:chgData name="Sara Muneeb" userId="29b624b1-a719-43f5-9b52-388cd4043c04" providerId="ADAL" clId="{DB3F8C76-9E84-425C-958D-57243E72E246}" dt="2022-10-05T09:32:10.953" v="3869" actId="478"/>
          <ac:picMkLst>
            <pc:docMk/>
            <pc:sldMk cId="3084047886" sldId="365"/>
            <ac:picMk id="9" creationId="{1A413442-A3BF-6CF3-686E-EC5F1AAC94C7}"/>
          </ac:picMkLst>
        </pc:picChg>
        <pc:picChg chg="add del mod">
          <ac:chgData name="Sara Muneeb" userId="29b624b1-a719-43f5-9b52-388cd4043c04" providerId="ADAL" clId="{DB3F8C76-9E84-425C-958D-57243E72E246}" dt="2022-10-05T09:32:20.727" v="3872" actId="21"/>
          <ac:picMkLst>
            <pc:docMk/>
            <pc:sldMk cId="3084047886" sldId="365"/>
            <ac:picMk id="13" creationId="{E5C4053C-7BCB-E1E2-665E-A3CFCF8DEFD6}"/>
          </ac:picMkLst>
        </pc:picChg>
        <pc:picChg chg="add mod">
          <ac:chgData name="Sara Muneeb" userId="29b624b1-a719-43f5-9b52-388cd4043c04" providerId="ADAL" clId="{DB3F8C76-9E84-425C-958D-57243E72E246}" dt="2022-10-05T09:32:48.354" v="3882" actId="14100"/>
          <ac:picMkLst>
            <pc:docMk/>
            <pc:sldMk cId="3084047886" sldId="365"/>
            <ac:picMk id="16" creationId="{32A4DE7D-91A6-9AA9-70E3-3BA72430AF37}"/>
          </ac:picMkLst>
        </pc:picChg>
      </pc:sldChg>
      <pc:sldChg chg="addSp delSp modSp new mod">
        <pc:chgData name="Sara Muneeb" userId="29b624b1-a719-43f5-9b52-388cd4043c04" providerId="ADAL" clId="{DB3F8C76-9E84-425C-958D-57243E72E246}" dt="2022-10-05T09:33:36.397" v="3912" actId="20577"/>
        <pc:sldMkLst>
          <pc:docMk/>
          <pc:sldMk cId="704692413" sldId="366"/>
        </pc:sldMkLst>
        <pc:spChg chg="mod">
          <ac:chgData name="Sara Muneeb" userId="29b624b1-a719-43f5-9b52-388cd4043c04" providerId="ADAL" clId="{DB3F8C76-9E84-425C-958D-57243E72E246}" dt="2022-10-05T09:33:36.397" v="3912" actId="20577"/>
          <ac:spMkLst>
            <pc:docMk/>
            <pc:sldMk cId="704692413" sldId="366"/>
            <ac:spMk id="2" creationId="{273589F9-6F20-B2B7-B956-F8DDC272EFD7}"/>
          </ac:spMkLst>
        </pc:spChg>
        <pc:spChg chg="del">
          <ac:chgData name="Sara Muneeb" userId="29b624b1-a719-43f5-9b52-388cd4043c04" providerId="ADAL" clId="{DB3F8C76-9E84-425C-958D-57243E72E246}" dt="2022-10-05T09:33:02.625" v="3891" actId="931"/>
          <ac:spMkLst>
            <pc:docMk/>
            <pc:sldMk cId="704692413" sldId="366"/>
            <ac:spMk id="3" creationId="{FB23FCF5-C026-B6B1-288F-4DBCD25F8E7A}"/>
          </ac:spMkLst>
        </pc:spChg>
        <pc:spChg chg="add del mod">
          <ac:chgData name="Sara Muneeb" userId="29b624b1-a719-43f5-9b52-388cd4043c04" providerId="ADAL" clId="{DB3F8C76-9E84-425C-958D-57243E72E246}" dt="2022-10-05T09:33:09.120" v="3893" actId="931"/>
          <ac:spMkLst>
            <pc:docMk/>
            <pc:sldMk cId="704692413" sldId="366"/>
            <ac:spMk id="7" creationId="{FE01A818-045D-693F-55BB-AD3553963AA9}"/>
          </ac:spMkLst>
        </pc:spChg>
        <pc:picChg chg="add del mod">
          <ac:chgData name="Sara Muneeb" userId="29b624b1-a719-43f5-9b52-388cd4043c04" providerId="ADAL" clId="{DB3F8C76-9E84-425C-958D-57243E72E246}" dt="2022-10-05T09:33:03.649" v="3892" actId="478"/>
          <ac:picMkLst>
            <pc:docMk/>
            <pc:sldMk cId="704692413" sldId="366"/>
            <ac:picMk id="5" creationId="{90654D1E-CED6-B4AC-A1BC-48CF2D38760B}"/>
          </ac:picMkLst>
        </pc:picChg>
        <pc:picChg chg="add mod">
          <ac:chgData name="Sara Muneeb" userId="29b624b1-a719-43f5-9b52-388cd4043c04" providerId="ADAL" clId="{DB3F8C76-9E84-425C-958D-57243E72E246}" dt="2022-10-05T09:33:31.292" v="3903" actId="1076"/>
          <ac:picMkLst>
            <pc:docMk/>
            <pc:sldMk cId="704692413" sldId="366"/>
            <ac:picMk id="9" creationId="{4F157825-7E34-6DA6-EAB3-E5AA89317094}"/>
          </ac:picMkLst>
        </pc:picChg>
        <pc:picChg chg="add mod">
          <ac:chgData name="Sara Muneeb" userId="29b624b1-a719-43f5-9b52-388cd4043c04" providerId="ADAL" clId="{DB3F8C76-9E84-425C-958D-57243E72E246}" dt="2022-10-05T09:33:33.450" v="3904" actId="1076"/>
          <ac:picMkLst>
            <pc:docMk/>
            <pc:sldMk cId="704692413" sldId="366"/>
            <ac:picMk id="11" creationId="{B17FDA99-87F0-EF4C-8F12-B7A5B03597DB}"/>
          </ac:picMkLst>
        </pc:picChg>
      </pc:sldChg>
      <pc:sldChg chg="addSp delSp modSp new mod ord">
        <pc:chgData name="Sara Muneeb" userId="29b624b1-a719-43f5-9b52-388cd4043c04" providerId="ADAL" clId="{DB3F8C76-9E84-425C-958D-57243E72E246}" dt="2022-10-05T09:35:18.798" v="3995" actId="20577"/>
        <pc:sldMkLst>
          <pc:docMk/>
          <pc:sldMk cId="1996185751" sldId="367"/>
        </pc:sldMkLst>
        <pc:spChg chg="mod">
          <ac:chgData name="Sara Muneeb" userId="29b624b1-a719-43f5-9b52-388cd4043c04" providerId="ADAL" clId="{DB3F8C76-9E84-425C-958D-57243E72E246}" dt="2022-10-05T09:35:18.798" v="3995" actId="20577"/>
          <ac:spMkLst>
            <pc:docMk/>
            <pc:sldMk cId="1996185751" sldId="367"/>
            <ac:spMk id="2" creationId="{DCF7D0F4-AA09-2F3C-BE50-8A00B8B88546}"/>
          </ac:spMkLst>
        </pc:spChg>
        <pc:spChg chg="del">
          <ac:chgData name="Sara Muneeb" userId="29b624b1-a719-43f5-9b52-388cd4043c04" providerId="ADAL" clId="{DB3F8C76-9E84-425C-958D-57243E72E246}" dt="2022-10-05T09:33:44.910" v="3914" actId="931"/>
          <ac:spMkLst>
            <pc:docMk/>
            <pc:sldMk cId="1996185751" sldId="367"/>
            <ac:spMk id="3" creationId="{A05F306B-CB0E-1164-FB90-C31F58F9E692}"/>
          </ac:spMkLst>
        </pc:spChg>
        <pc:picChg chg="add mod">
          <ac:chgData name="Sara Muneeb" userId="29b624b1-a719-43f5-9b52-388cd4043c04" providerId="ADAL" clId="{DB3F8C76-9E84-425C-958D-57243E72E246}" dt="2022-10-05T09:33:46.974" v="3917" actId="27614"/>
          <ac:picMkLst>
            <pc:docMk/>
            <pc:sldMk cId="1996185751" sldId="367"/>
            <ac:picMk id="5" creationId="{9A8C5E21-5192-6289-B70F-EAA70883445E}"/>
          </ac:picMkLst>
        </pc:picChg>
      </pc:sldChg>
      <pc:sldChg chg="addSp delSp modSp new mod">
        <pc:chgData name="Sara Muneeb" userId="29b624b1-a719-43f5-9b52-388cd4043c04" providerId="ADAL" clId="{DB3F8C76-9E84-425C-958D-57243E72E246}" dt="2022-10-05T09:35:02.729" v="3965" actId="20577"/>
        <pc:sldMkLst>
          <pc:docMk/>
          <pc:sldMk cId="613638807" sldId="368"/>
        </pc:sldMkLst>
        <pc:spChg chg="mod">
          <ac:chgData name="Sara Muneeb" userId="29b624b1-a719-43f5-9b52-388cd4043c04" providerId="ADAL" clId="{DB3F8C76-9E84-425C-958D-57243E72E246}" dt="2022-10-05T09:35:02.729" v="3965" actId="20577"/>
          <ac:spMkLst>
            <pc:docMk/>
            <pc:sldMk cId="613638807" sldId="368"/>
            <ac:spMk id="2" creationId="{D28A094C-9DFA-F6BF-EE18-74893E660247}"/>
          </ac:spMkLst>
        </pc:spChg>
        <pc:spChg chg="del">
          <ac:chgData name="Sara Muneeb" userId="29b624b1-a719-43f5-9b52-388cd4043c04" providerId="ADAL" clId="{DB3F8C76-9E84-425C-958D-57243E72E246}" dt="2022-10-05T09:34:44.661" v="3943" actId="931"/>
          <ac:spMkLst>
            <pc:docMk/>
            <pc:sldMk cId="613638807" sldId="368"/>
            <ac:spMk id="3" creationId="{0F149CE9-1C9F-684D-D97F-8AA2E16BE83A}"/>
          </ac:spMkLst>
        </pc:spChg>
        <pc:picChg chg="add mod">
          <ac:chgData name="Sara Muneeb" userId="29b624b1-a719-43f5-9b52-388cd4043c04" providerId="ADAL" clId="{DB3F8C76-9E84-425C-958D-57243E72E246}" dt="2022-10-05T09:34:45.656" v="3945" actId="962"/>
          <ac:picMkLst>
            <pc:docMk/>
            <pc:sldMk cId="613638807" sldId="368"/>
            <ac:picMk id="5" creationId="{C74C5D94-8971-0D68-6030-A89C84E0BE7D}"/>
          </ac:picMkLst>
        </pc:picChg>
      </pc:sldChg>
      <pc:sldChg chg="addSp delSp modSp new del mod">
        <pc:chgData name="Sara Muneeb" userId="29b624b1-a719-43f5-9b52-388cd4043c04" providerId="ADAL" clId="{DB3F8C76-9E84-425C-958D-57243E72E246}" dt="2022-10-05T09:34:02.188" v="3932" actId="47"/>
        <pc:sldMkLst>
          <pc:docMk/>
          <pc:sldMk cId="1432052115" sldId="368"/>
        </pc:sldMkLst>
        <pc:spChg chg="del">
          <ac:chgData name="Sara Muneeb" userId="29b624b1-a719-43f5-9b52-388cd4043c04" providerId="ADAL" clId="{DB3F8C76-9E84-425C-958D-57243E72E246}" dt="2022-10-05T09:33:56.862" v="3927" actId="931"/>
          <ac:spMkLst>
            <pc:docMk/>
            <pc:sldMk cId="1432052115" sldId="368"/>
            <ac:spMk id="3" creationId="{F6E3E0FF-2C0F-ABF8-E963-A74692084E63}"/>
          </ac:spMkLst>
        </pc:spChg>
        <pc:spChg chg="add mod">
          <ac:chgData name="Sara Muneeb" userId="29b624b1-a719-43f5-9b52-388cd4043c04" providerId="ADAL" clId="{DB3F8C76-9E84-425C-958D-57243E72E246}" dt="2022-10-05T09:34:00.846" v="3931" actId="478"/>
          <ac:spMkLst>
            <pc:docMk/>
            <pc:sldMk cId="1432052115" sldId="368"/>
            <ac:spMk id="7" creationId="{E9BD5AA2-A850-3E66-D2CB-D1110DCB1978}"/>
          </ac:spMkLst>
        </pc:spChg>
        <pc:picChg chg="add del mod">
          <ac:chgData name="Sara Muneeb" userId="29b624b1-a719-43f5-9b52-388cd4043c04" providerId="ADAL" clId="{DB3F8C76-9E84-425C-958D-57243E72E246}" dt="2022-10-05T09:34:00.846" v="3931" actId="478"/>
          <ac:picMkLst>
            <pc:docMk/>
            <pc:sldMk cId="1432052115" sldId="368"/>
            <ac:picMk id="5" creationId="{3DAF53BD-9E97-6935-4EC7-3BD998FEF633}"/>
          </ac:picMkLst>
        </pc:picChg>
      </pc:sldChg>
      <pc:sldChg chg="addSp delSp modSp new mod">
        <pc:chgData name="Sara Muneeb" userId="29b624b1-a719-43f5-9b52-388cd4043c04" providerId="ADAL" clId="{DB3F8C76-9E84-425C-958D-57243E72E246}" dt="2022-10-05T09:40:11.969" v="4018" actId="27614"/>
        <pc:sldMkLst>
          <pc:docMk/>
          <pc:sldMk cId="2692040407" sldId="369"/>
        </pc:sldMkLst>
        <pc:spChg chg="mod">
          <ac:chgData name="Sara Muneeb" userId="29b624b1-a719-43f5-9b52-388cd4043c04" providerId="ADAL" clId="{DB3F8C76-9E84-425C-958D-57243E72E246}" dt="2022-10-05T09:39:53.583" v="4014" actId="20577"/>
          <ac:spMkLst>
            <pc:docMk/>
            <pc:sldMk cId="2692040407" sldId="369"/>
            <ac:spMk id="2" creationId="{6F024EAC-7478-4DD1-03AD-755D29F543A8}"/>
          </ac:spMkLst>
        </pc:spChg>
        <pc:spChg chg="del">
          <ac:chgData name="Sara Muneeb" userId="29b624b1-a719-43f5-9b52-388cd4043c04" providerId="ADAL" clId="{DB3F8C76-9E84-425C-958D-57243E72E246}" dt="2022-10-05T09:40:00.893" v="4015" actId="931"/>
          <ac:spMkLst>
            <pc:docMk/>
            <pc:sldMk cId="2692040407" sldId="369"/>
            <ac:spMk id="3" creationId="{FCBFAB61-690C-25C3-BFFA-4AB6717B097B}"/>
          </ac:spMkLst>
        </pc:spChg>
        <pc:spChg chg="add del mod">
          <ac:chgData name="Sara Muneeb" userId="29b624b1-a719-43f5-9b52-388cd4043c04" providerId="ADAL" clId="{DB3F8C76-9E84-425C-958D-57243E72E246}" dt="2022-10-05T09:40:10.917" v="4017" actId="931"/>
          <ac:spMkLst>
            <pc:docMk/>
            <pc:sldMk cId="2692040407" sldId="369"/>
            <ac:spMk id="7" creationId="{81B921E7-61FC-67B7-EA16-439207497C1A}"/>
          </ac:spMkLst>
        </pc:spChg>
        <pc:picChg chg="add del mod">
          <ac:chgData name="Sara Muneeb" userId="29b624b1-a719-43f5-9b52-388cd4043c04" providerId="ADAL" clId="{DB3F8C76-9E84-425C-958D-57243E72E246}" dt="2022-10-05T09:40:05.431" v="4016" actId="478"/>
          <ac:picMkLst>
            <pc:docMk/>
            <pc:sldMk cId="2692040407" sldId="369"/>
            <ac:picMk id="5" creationId="{B6565AEB-FF3D-580F-4711-D33D89BA0020}"/>
          </ac:picMkLst>
        </pc:picChg>
        <pc:picChg chg="add mod">
          <ac:chgData name="Sara Muneeb" userId="29b624b1-a719-43f5-9b52-388cd4043c04" providerId="ADAL" clId="{DB3F8C76-9E84-425C-958D-57243E72E246}" dt="2022-10-05T09:40:11.969" v="4018" actId="27614"/>
          <ac:picMkLst>
            <pc:docMk/>
            <pc:sldMk cId="2692040407" sldId="369"/>
            <ac:picMk id="9" creationId="{D5838075-30C0-0BC5-1ADD-D645769F999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64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6491"/>
          </a:xfrm>
          <a:prstGeom prst="rect">
            <a:avLst/>
          </a:prstGeom>
        </p:spPr>
        <p:txBody>
          <a:bodyPr vert="horz" lIns="91440" tIns="45720" rIns="91440" bIns="45720" rtlCol="0"/>
          <a:lstStyle>
            <a:lvl1pPr algn="r">
              <a:defRPr sz="1200"/>
            </a:lvl1pPr>
          </a:lstStyle>
          <a:p>
            <a:fld id="{5ED64322-053A-4F57-82D7-E4C924FCCA95}" type="datetimeFigureOut">
              <a:rPr lang="en-US" smtClean="0"/>
              <a:t>12/23/2022</a:t>
            </a:fld>
            <a:endParaRPr lang="en-US"/>
          </a:p>
        </p:txBody>
      </p:sp>
      <p:sp>
        <p:nvSpPr>
          <p:cNvPr id="4" name="Slide Image Placeholder 3"/>
          <p:cNvSpPr>
            <a:spLocks noGrp="1" noRot="1" noChangeAspect="1"/>
          </p:cNvSpPr>
          <p:nvPr>
            <p:ph type="sldImg" idx="2"/>
          </p:nvPr>
        </p:nvSpPr>
        <p:spPr>
          <a:xfrm>
            <a:off x="917575" y="744538"/>
            <a:ext cx="4964113" cy="37242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16661"/>
            <a:ext cx="5439410" cy="446841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1599"/>
            <a:ext cx="2946347" cy="496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599"/>
            <a:ext cx="2946347" cy="496491"/>
          </a:xfrm>
          <a:prstGeom prst="rect">
            <a:avLst/>
          </a:prstGeom>
        </p:spPr>
        <p:txBody>
          <a:bodyPr vert="horz" lIns="91440" tIns="45720" rIns="91440" bIns="45720" rtlCol="0" anchor="b"/>
          <a:lstStyle>
            <a:lvl1pPr algn="r">
              <a:defRPr sz="1200"/>
            </a:lvl1pPr>
          </a:lstStyle>
          <a:p>
            <a:fld id="{BB7214D6-A4AC-4000-A560-6C4470252B5B}" type="slidenum">
              <a:rPr lang="en-US" smtClean="0"/>
              <a:t>‹#›</a:t>
            </a:fld>
            <a:endParaRPr lang="en-US"/>
          </a:p>
        </p:txBody>
      </p:sp>
    </p:spTree>
    <p:extLst>
      <p:ext uri="{BB962C8B-B14F-4D97-AF65-F5344CB8AC3E}">
        <p14:creationId xmlns:p14="http://schemas.microsoft.com/office/powerpoint/2010/main" val="1268445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82B113E1-F0C3-410E-8BD1-C9BF6D0A4625}" type="datetimeFigureOut">
              <a:rPr lang="en-US" smtClean="0"/>
              <a:t>12/23/2022</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CB6DAA0-EB6A-4045-AC94-99D82FDC808A}"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2B113E1-F0C3-410E-8BD1-C9BF6D0A4625}" type="datetimeFigureOut">
              <a:rPr lang="en-US" smtClean="0"/>
              <a:t>12/23/2022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12/23/2022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2B113E1-F0C3-410E-8BD1-C9BF6D0A4625}" type="datetimeFigureOut">
              <a:rPr lang="en-US" smtClean="0"/>
              <a:t>12/23/2022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82B113E1-F0C3-410E-8BD1-C9BF6D0A4625}" type="datetimeFigureOut">
              <a:rPr lang="en-US" smtClean="0"/>
              <a:t>12/23/2022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82B113E1-F0C3-410E-8BD1-C9BF6D0A4625}" type="datetimeFigureOut">
              <a:rPr lang="en-US" smtClean="0"/>
              <a:t>12/23/2022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6DAA0-EB6A-4045-AC94-99D82FDC808A}"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12/23/2022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82B113E1-F0C3-410E-8BD1-C9BF6D0A4625}" type="datetimeFigureOut">
              <a:rPr lang="en-US" smtClean="0"/>
              <a:t>12/23/2022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82B113E1-F0C3-410E-8BD1-C9BF6D0A4625}" type="datetimeFigureOut">
              <a:rPr lang="en-US" smtClean="0"/>
              <a:t>12/23/2022</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8CB6DAA0-EB6A-4045-AC94-99D82FDC808A}"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ara.muneeb@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Interaction Design in Practice </a:t>
            </a:r>
          </a:p>
        </p:txBody>
      </p:sp>
      <p:sp>
        <p:nvSpPr>
          <p:cNvPr id="3" name="Subtitle 2"/>
          <p:cNvSpPr>
            <a:spLocks noGrp="1"/>
          </p:cNvSpPr>
          <p:nvPr>
            <p:ph type="subTitle" idx="1"/>
          </p:nvPr>
        </p:nvSpPr>
        <p:spPr>
          <a:xfrm>
            <a:off x="1432560" y="3733800"/>
            <a:ext cx="7406640" cy="1752600"/>
          </a:xfrm>
        </p:spPr>
        <p:txBody>
          <a:bodyPr/>
          <a:lstStyle/>
          <a:p>
            <a:r>
              <a:rPr lang="en-US" dirty="0"/>
              <a:t>Sara </a:t>
            </a:r>
            <a:r>
              <a:rPr lang="en-US" dirty="0" err="1"/>
              <a:t>Muneeb</a:t>
            </a:r>
            <a:endParaRPr lang="en-US" dirty="0"/>
          </a:p>
          <a:p>
            <a:r>
              <a:rPr lang="en-US" dirty="0">
                <a:hlinkClick r:id="rId2"/>
              </a:rPr>
              <a:t>sara.muneeb@cuilahore.edu.pk</a:t>
            </a:r>
            <a:endParaRPr lang="en-US" dirty="0"/>
          </a:p>
          <a:p>
            <a:r>
              <a:rPr lang="en-US" dirty="0"/>
              <a:t>Computer Science Department </a:t>
            </a:r>
          </a:p>
        </p:txBody>
      </p:sp>
    </p:spTree>
    <p:extLst>
      <p:ext uri="{BB962C8B-B14F-4D97-AF65-F5344CB8AC3E}">
        <p14:creationId xmlns:p14="http://schemas.microsoft.com/office/powerpoint/2010/main" val="2984185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A506B-AB89-3933-EA81-029895B690D4}"/>
              </a:ext>
            </a:extLst>
          </p:cNvPr>
          <p:cNvSpPr>
            <a:spLocks noGrp="1"/>
          </p:cNvSpPr>
          <p:nvPr>
            <p:ph type="title"/>
          </p:nvPr>
        </p:nvSpPr>
        <p:spPr/>
        <p:txBody>
          <a:bodyPr/>
          <a:lstStyle/>
          <a:p>
            <a:r>
              <a:rPr lang="en-US" dirty="0"/>
              <a:t>Introduction</a:t>
            </a:r>
            <a:endParaRPr lang="en-PK" dirty="0"/>
          </a:p>
        </p:txBody>
      </p:sp>
      <p:sp>
        <p:nvSpPr>
          <p:cNvPr id="3" name="Content Placeholder 2">
            <a:extLst>
              <a:ext uri="{FF2B5EF4-FFF2-40B4-BE49-F238E27FC236}">
                <a16:creationId xmlns:a16="http://schemas.microsoft.com/office/drawing/2014/main" id="{207E5611-3AA9-9EA8-FFB5-2AB0E286FB56}"/>
              </a:ext>
            </a:extLst>
          </p:cNvPr>
          <p:cNvSpPr>
            <a:spLocks noGrp="1"/>
          </p:cNvSpPr>
          <p:nvPr>
            <p:ph idx="1"/>
          </p:nvPr>
        </p:nvSpPr>
        <p:spPr/>
        <p:txBody>
          <a:bodyPr>
            <a:normAutofit fontScale="77500" lnSpcReduction="20000"/>
          </a:bodyPr>
          <a:lstStyle/>
          <a:p>
            <a:pPr algn="just"/>
            <a:r>
              <a:rPr lang="en-GB" dirty="0"/>
              <a:t>Agile model of development has led to technique and process adaptation, resulting in </a:t>
            </a:r>
            <a:r>
              <a:rPr lang="en-GB" dirty="0" err="1"/>
              <a:t>agileUX</a:t>
            </a:r>
            <a:r>
              <a:rPr lang="en-GB" dirty="0"/>
              <a:t> approaches. </a:t>
            </a:r>
          </a:p>
          <a:p>
            <a:pPr algn="just"/>
            <a:r>
              <a:rPr lang="en-GB" dirty="0"/>
              <a:t>Reusing existing designs and concepts is valuable and time-saving. </a:t>
            </a:r>
          </a:p>
          <a:p>
            <a:pPr algn="just"/>
            <a:r>
              <a:rPr lang="en-GB" dirty="0"/>
              <a:t>Reusable components can be modified and integrated to generate prototypes or full products. </a:t>
            </a:r>
          </a:p>
          <a:p>
            <a:pPr algn="just"/>
            <a:r>
              <a:rPr lang="en-GB" dirty="0"/>
              <a:t>Design patterns embody an interaction idea, but reusable components provide implemented chunks of code or widgets. </a:t>
            </a:r>
          </a:p>
          <a:p>
            <a:pPr algn="just"/>
            <a:r>
              <a:rPr lang="en-GB" dirty="0"/>
              <a:t>There is a wide range of tools and development environments available to support designers in developing visual designs, wireframes, interface sketches, interactive prototypes, and more</a:t>
            </a:r>
            <a:endParaRPr lang="en-PK" dirty="0"/>
          </a:p>
        </p:txBody>
      </p:sp>
    </p:spTree>
    <p:extLst>
      <p:ext uri="{BB962C8B-B14F-4D97-AF65-F5344CB8AC3E}">
        <p14:creationId xmlns:p14="http://schemas.microsoft.com/office/powerpoint/2010/main" val="4117837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DB9D8-EA95-7E91-8D9B-53CCE7C30DCD}"/>
              </a:ext>
            </a:extLst>
          </p:cNvPr>
          <p:cNvSpPr>
            <a:spLocks noGrp="1"/>
          </p:cNvSpPr>
          <p:nvPr>
            <p:ph type="title"/>
          </p:nvPr>
        </p:nvSpPr>
        <p:spPr/>
        <p:txBody>
          <a:bodyPr/>
          <a:lstStyle/>
          <a:p>
            <a:r>
              <a:rPr lang="en-US" dirty="0"/>
              <a:t>Agile</a:t>
            </a:r>
            <a:endParaRPr lang="en-PK" dirty="0"/>
          </a:p>
        </p:txBody>
      </p:sp>
      <p:sp>
        <p:nvSpPr>
          <p:cNvPr id="3" name="Content Placeholder 2">
            <a:extLst>
              <a:ext uri="{FF2B5EF4-FFF2-40B4-BE49-F238E27FC236}">
                <a16:creationId xmlns:a16="http://schemas.microsoft.com/office/drawing/2014/main" id="{81360AF7-EF11-BDC1-09F8-1CEAA3F38C61}"/>
              </a:ext>
            </a:extLst>
          </p:cNvPr>
          <p:cNvSpPr>
            <a:spLocks noGrp="1"/>
          </p:cNvSpPr>
          <p:nvPr>
            <p:ph idx="1"/>
          </p:nvPr>
        </p:nvSpPr>
        <p:spPr/>
        <p:txBody>
          <a:bodyPr/>
          <a:lstStyle/>
          <a:p>
            <a:r>
              <a:rPr lang="en-GB" sz="2500" dirty="0"/>
              <a:t>Agile is an iterative approach to project management and software development that helps teams deliver value to their customers faster and with fewer headaches. </a:t>
            </a:r>
          </a:p>
          <a:p>
            <a:r>
              <a:rPr lang="en-GB" sz="2500" dirty="0"/>
              <a:t>Instead of betting everything on a "big bang" launch, an agile team delivers work in small, but consumable, increments.	</a:t>
            </a:r>
            <a:endParaRPr lang="en-PK" sz="2500" dirty="0"/>
          </a:p>
        </p:txBody>
      </p:sp>
      <p:pic>
        <p:nvPicPr>
          <p:cNvPr id="1028" name="Picture 4" descr="Agile Process Images – Browse 13,490 Stock Photos, Vectors, and Video |  Adobe Stock">
            <a:extLst>
              <a:ext uri="{FF2B5EF4-FFF2-40B4-BE49-F238E27FC236}">
                <a16:creationId xmlns:a16="http://schemas.microsoft.com/office/drawing/2014/main" id="{8436F01F-1AAF-1938-F0F1-AFCEC17C2F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2222" b="7778"/>
          <a:stretch/>
        </p:blipFill>
        <p:spPr bwMode="auto">
          <a:xfrm>
            <a:off x="2286000" y="4456770"/>
            <a:ext cx="5791200" cy="1906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187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A47AE-4538-8317-6A27-40246A8D1C03}"/>
              </a:ext>
            </a:extLst>
          </p:cNvPr>
          <p:cNvSpPr>
            <a:spLocks noGrp="1"/>
          </p:cNvSpPr>
          <p:nvPr>
            <p:ph type="title"/>
          </p:nvPr>
        </p:nvSpPr>
        <p:spPr/>
        <p:txBody>
          <a:bodyPr/>
          <a:lstStyle/>
          <a:p>
            <a:r>
              <a:rPr lang="en-US" dirty="0"/>
              <a:t>UX</a:t>
            </a:r>
            <a:endParaRPr lang="en-PK" dirty="0"/>
          </a:p>
        </p:txBody>
      </p:sp>
      <p:sp>
        <p:nvSpPr>
          <p:cNvPr id="3" name="Content Placeholder 2">
            <a:extLst>
              <a:ext uri="{FF2B5EF4-FFF2-40B4-BE49-F238E27FC236}">
                <a16:creationId xmlns:a16="http://schemas.microsoft.com/office/drawing/2014/main" id="{AD6F2788-D082-E1C6-FECF-77710B9C0100}"/>
              </a:ext>
            </a:extLst>
          </p:cNvPr>
          <p:cNvSpPr>
            <a:spLocks noGrp="1"/>
          </p:cNvSpPr>
          <p:nvPr>
            <p:ph idx="1"/>
          </p:nvPr>
        </p:nvSpPr>
        <p:spPr/>
        <p:txBody>
          <a:bodyPr/>
          <a:lstStyle/>
          <a:p>
            <a:r>
              <a:rPr lang="en-GB" sz="2500" dirty="0"/>
              <a:t>User experience design is the process of defining the experience a user would go through when interacting with a digital product or website. </a:t>
            </a:r>
          </a:p>
          <a:p>
            <a:r>
              <a:rPr lang="en-GB" sz="2500" dirty="0"/>
              <a:t>Design decisions in UX design are often driven by research, data analysis, and test results rather than aesthetic preferences and opinions</a:t>
            </a:r>
            <a:endParaRPr lang="en-PK" sz="2500" dirty="0"/>
          </a:p>
        </p:txBody>
      </p:sp>
      <p:pic>
        <p:nvPicPr>
          <p:cNvPr id="2052" name="Picture 4" descr="The 7 Factors that Influence User Experience | IxDF">
            <a:extLst>
              <a:ext uri="{FF2B5EF4-FFF2-40B4-BE49-F238E27FC236}">
                <a16:creationId xmlns:a16="http://schemas.microsoft.com/office/drawing/2014/main" id="{CB45317E-3DF8-88BC-FEFC-19015E91B9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3372" y="4333938"/>
            <a:ext cx="6702552" cy="2234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130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D75FC-8757-1962-7F6A-98E7CCFBAA3E}"/>
              </a:ext>
            </a:extLst>
          </p:cNvPr>
          <p:cNvSpPr>
            <a:spLocks noGrp="1"/>
          </p:cNvSpPr>
          <p:nvPr>
            <p:ph type="title"/>
          </p:nvPr>
        </p:nvSpPr>
        <p:spPr/>
        <p:txBody>
          <a:bodyPr/>
          <a:lstStyle/>
          <a:p>
            <a:r>
              <a:rPr lang="en-US" dirty="0"/>
              <a:t>Agile UX</a:t>
            </a:r>
            <a:endParaRPr lang="en-PK" dirty="0"/>
          </a:p>
        </p:txBody>
      </p:sp>
      <p:sp>
        <p:nvSpPr>
          <p:cNvPr id="3" name="Content Placeholder 2">
            <a:extLst>
              <a:ext uri="{FF2B5EF4-FFF2-40B4-BE49-F238E27FC236}">
                <a16:creationId xmlns:a16="http://schemas.microsoft.com/office/drawing/2014/main" id="{EA236D40-96B1-C027-934D-6F7DBC4B48D4}"/>
              </a:ext>
            </a:extLst>
          </p:cNvPr>
          <p:cNvSpPr>
            <a:spLocks noGrp="1"/>
          </p:cNvSpPr>
          <p:nvPr>
            <p:ph idx="1"/>
          </p:nvPr>
        </p:nvSpPr>
        <p:spPr/>
        <p:txBody>
          <a:bodyPr>
            <a:normAutofit/>
          </a:bodyPr>
          <a:lstStyle/>
          <a:p>
            <a:pPr algn="just"/>
            <a:r>
              <a:rPr lang="en-GB" sz="2800" dirty="0" err="1"/>
              <a:t>AgileUX</a:t>
            </a:r>
            <a:r>
              <a:rPr lang="en-GB" sz="2800" dirty="0"/>
              <a:t> is the collective label given to efforts by integrating techniques and processes from interaction design and those from agile methods. </a:t>
            </a:r>
          </a:p>
          <a:p>
            <a:pPr algn="just"/>
            <a:r>
              <a:rPr lang="en-GB" sz="2800" dirty="0"/>
              <a:t>While agile software development and UX design have some characteristics in common, </a:t>
            </a:r>
            <a:r>
              <a:rPr lang="en-GB" sz="2800" dirty="0" err="1"/>
              <a:t>agileUX</a:t>
            </a:r>
            <a:r>
              <a:rPr lang="en-GB" sz="2800" dirty="0"/>
              <a:t> requires a reorganization and some rethinking of UX design activities and products.</a:t>
            </a:r>
            <a:endParaRPr lang="en-PK" sz="2800" dirty="0"/>
          </a:p>
        </p:txBody>
      </p:sp>
      <p:pic>
        <p:nvPicPr>
          <p:cNvPr id="3074" name="Picture 2" descr="Lean UX vs. Agile UX: choosing a strategy that suits you - Justinmind">
            <a:extLst>
              <a:ext uri="{FF2B5EF4-FFF2-40B4-BE49-F238E27FC236}">
                <a16:creationId xmlns:a16="http://schemas.microsoft.com/office/drawing/2014/main" id="{3F12E323-BE2F-7A11-25A4-F4FB2A04D7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0148" y="5105400"/>
            <a:ext cx="3429000" cy="1585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6161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1544A-EE30-86E7-3ADE-093757D97A2C}"/>
              </a:ext>
            </a:extLst>
          </p:cNvPr>
          <p:cNvSpPr>
            <a:spLocks noGrp="1"/>
          </p:cNvSpPr>
          <p:nvPr>
            <p:ph type="title"/>
          </p:nvPr>
        </p:nvSpPr>
        <p:spPr/>
        <p:txBody>
          <a:bodyPr/>
          <a:lstStyle/>
          <a:p>
            <a:r>
              <a:rPr lang="en-US" dirty="0"/>
              <a:t>Dimension of Collaborations</a:t>
            </a:r>
            <a:endParaRPr lang="en-PK" dirty="0"/>
          </a:p>
        </p:txBody>
      </p:sp>
      <p:sp>
        <p:nvSpPr>
          <p:cNvPr id="3" name="Content Placeholder 2">
            <a:extLst>
              <a:ext uri="{FF2B5EF4-FFF2-40B4-BE49-F238E27FC236}">
                <a16:creationId xmlns:a16="http://schemas.microsoft.com/office/drawing/2014/main" id="{D42FEFB0-53D6-BDFE-822B-BC2A2A5143C3}"/>
              </a:ext>
            </a:extLst>
          </p:cNvPr>
          <p:cNvSpPr>
            <a:spLocks noGrp="1"/>
          </p:cNvSpPr>
          <p:nvPr>
            <p:ph idx="1"/>
          </p:nvPr>
        </p:nvSpPr>
        <p:spPr/>
        <p:txBody>
          <a:bodyPr>
            <a:normAutofit/>
          </a:bodyPr>
          <a:lstStyle/>
          <a:p>
            <a:pPr marL="82296" indent="0" algn="just">
              <a:buNone/>
            </a:pPr>
            <a:r>
              <a:rPr lang="en-GB" sz="2800" dirty="0"/>
              <a:t>Agile and UX requires mutual team understanding across three dimensions (Da Silva et al., 2018)</a:t>
            </a:r>
          </a:p>
          <a:p>
            <a:pPr marL="82296" indent="0" algn="just">
              <a:buNone/>
            </a:pPr>
            <a:endParaRPr lang="en-GB" sz="2800" dirty="0"/>
          </a:p>
          <a:p>
            <a:pPr marL="596646" indent="-514350" algn="just">
              <a:buFont typeface="+mj-lt"/>
              <a:buAutoNum type="arabicPeriod"/>
            </a:pPr>
            <a:r>
              <a:rPr lang="en-GB" sz="2400" dirty="0"/>
              <a:t>the “process and practice” dimension is understood</a:t>
            </a:r>
          </a:p>
          <a:p>
            <a:pPr marL="596646" indent="-514350" algn="just">
              <a:buFont typeface="+mj-lt"/>
              <a:buAutoNum type="arabicPeriod"/>
            </a:pPr>
            <a:r>
              <a:rPr lang="en-GB" sz="2400" dirty="0"/>
              <a:t>the “people and social” dimension is nearly understood</a:t>
            </a:r>
          </a:p>
          <a:p>
            <a:pPr marL="596646" indent="-514350" algn="just">
              <a:buFont typeface="+mj-lt"/>
              <a:buAutoNum type="arabicPeriod"/>
            </a:pPr>
            <a:r>
              <a:rPr lang="en-GB" sz="2400" dirty="0"/>
              <a:t>but the “technology and artifact” dimension—that is, use of technology to coordinate teams’ activities and artifacts to mediate teams’ communication—has yet to be properly understood.</a:t>
            </a:r>
            <a:endParaRPr lang="en-PK" sz="2400" dirty="0"/>
          </a:p>
        </p:txBody>
      </p:sp>
      <p:pic>
        <p:nvPicPr>
          <p:cNvPr id="1026" name="Picture 2" descr="Mediation NYC | Dispute Resolution | Divorce Mediation | Venn Mediation">
            <a:extLst>
              <a:ext uri="{FF2B5EF4-FFF2-40B4-BE49-F238E27FC236}">
                <a16:creationId xmlns:a16="http://schemas.microsoft.com/office/drawing/2014/main" id="{16EBEF01-FC4C-AE8D-BF03-6E86416CC0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26" t="14000" r="28181" b="11999"/>
          <a:stretch/>
        </p:blipFill>
        <p:spPr bwMode="auto">
          <a:xfrm>
            <a:off x="5715000" y="5367337"/>
            <a:ext cx="3048000" cy="176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20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61383-B8F1-1B00-713A-0CAD1A5F7707}"/>
              </a:ext>
            </a:extLst>
          </p:cNvPr>
          <p:cNvSpPr>
            <a:spLocks noGrp="1"/>
          </p:cNvSpPr>
          <p:nvPr>
            <p:ph type="title"/>
          </p:nvPr>
        </p:nvSpPr>
        <p:spPr/>
        <p:txBody>
          <a:bodyPr/>
          <a:lstStyle/>
          <a:p>
            <a:r>
              <a:rPr lang="en-US" dirty="0"/>
              <a:t>Key is Balance </a:t>
            </a:r>
            <a:endParaRPr lang="en-PK" dirty="0"/>
          </a:p>
        </p:txBody>
      </p:sp>
      <p:sp>
        <p:nvSpPr>
          <p:cNvPr id="3" name="Content Placeholder 2">
            <a:extLst>
              <a:ext uri="{FF2B5EF4-FFF2-40B4-BE49-F238E27FC236}">
                <a16:creationId xmlns:a16="http://schemas.microsoft.com/office/drawing/2014/main" id="{BEB1F647-17E5-2AB4-E753-EE85D12689D5}"/>
              </a:ext>
            </a:extLst>
          </p:cNvPr>
          <p:cNvSpPr>
            <a:spLocks noGrp="1"/>
          </p:cNvSpPr>
          <p:nvPr>
            <p:ph idx="1"/>
          </p:nvPr>
        </p:nvSpPr>
        <p:spPr/>
        <p:txBody>
          <a:bodyPr>
            <a:normAutofit/>
          </a:bodyPr>
          <a:lstStyle/>
          <a:p>
            <a:pPr marL="82296" indent="0" algn="just">
              <a:buNone/>
            </a:pPr>
            <a:r>
              <a:rPr lang="en-GB" sz="2800" dirty="0"/>
              <a:t>The key is to find a suitable balance that preserves both </a:t>
            </a:r>
          </a:p>
          <a:p>
            <a:pPr marL="82296" indent="0" algn="just">
              <a:buNone/>
            </a:pPr>
            <a:endParaRPr lang="en-GB" sz="2800" dirty="0"/>
          </a:p>
          <a:p>
            <a:pPr algn="just"/>
            <a:r>
              <a:rPr lang="en-GB" sz="2800" dirty="0"/>
              <a:t>the research and reflection needed for good UX design</a:t>
            </a:r>
          </a:p>
          <a:p>
            <a:pPr algn="just"/>
            <a:r>
              <a:rPr lang="en-GB" sz="2800" dirty="0"/>
              <a:t>rapid iterations that incorporate user feedback and allow technical alternatives to be tested</a:t>
            </a:r>
            <a:endParaRPr lang="en-PK" sz="2800" dirty="0"/>
          </a:p>
        </p:txBody>
      </p:sp>
      <p:pic>
        <p:nvPicPr>
          <p:cNvPr id="2052" name="Picture 4" descr="Perfectly Balanced | Know Your Meme">
            <a:extLst>
              <a:ext uri="{FF2B5EF4-FFF2-40B4-BE49-F238E27FC236}">
                <a16:creationId xmlns:a16="http://schemas.microsoft.com/office/drawing/2014/main" id="{E4575888-03C7-1825-FB4B-51BD81B40C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4953000"/>
            <a:ext cx="3223546" cy="1809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831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F7BA1-F972-95C3-8EC0-5BF2A5B0BB4F}"/>
              </a:ext>
            </a:extLst>
          </p:cNvPr>
          <p:cNvSpPr>
            <a:spLocks noGrp="1"/>
          </p:cNvSpPr>
          <p:nvPr>
            <p:ph type="title"/>
          </p:nvPr>
        </p:nvSpPr>
        <p:spPr/>
        <p:txBody>
          <a:bodyPr/>
          <a:lstStyle/>
          <a:p>
            <a:r>
              <a:rPr lang="en-US" dirty="0"/>
              <a:t>Prioritizations of Goals </a:t>
            </a:r>
            <a:endParaRPr lang="en-PK" dirty="0"/>
          </a:p>
        </p:txBody>
      </p:sp>
      <p:sp>
        <p:nvSpPr>
          <p:cNvPr id="3" name="Content Placeholder 2">
            <a:extLst>
              <a:ext uri="{FF2B5EF4-FFF2-40B4-BE49-F238E27FC236}">
                <a16:creationId xmlns:a16="http://schemas.microsoft.com/office/drawing/2014/main" id="{D2DC70E1-8FC9-FD05-5BA2-E58E3E8FF99A}"/>
              </a:ext>
            </a:extLst>
          </p:cNvPr>
          <p:cNvSpPr>
            <a:spLocks noGrp="1"/>
          </p:cNvSpPr>
          <p:nvPr>
            <p:ph idx="1"/>
          </p:nvPr>
        </p:nvSpPr>
        <p:spPr/>
        <p:txBody>
          <a:bodyPr>
            <a:normAutofit fontScale="70000" lnSpcReduction="20000"/>
          </a:bodyPr>
          <a:lstStyle/>
          <a:p>
            <a:pPr algn="just"/>
            <a:r>
              <a:rPr lang="en-GB" dirty="0"/>
              <a:t>In an agile software development process, requirements are specified only in enough detail for implementation to begin. </a:t>
            </a:r>
          </a:p>
          <a:p>
            <a:pPr marL="82296" indent="0" algn="just">
              <a:buNone/>
            </a:pPr>
            <a:endParaRPr lang="en-GB" dirty="0"/>
          </a:p>
          <a:p>
            <a:pPr algn="just"/>
            <a:r>
              <a:rPr lang="en-GB" dirty="0"/>
              <a:t>Requirements are then elaborated as implementation proceeds</a:t>
            </a:r>
          </a:p>
          <a:p>
            <a:pPr algn="just"/>
            <a:endParaRPr lang="en-GB" dirty="0"/>
          </a:p>
          <a:p>
            <a:pPr algn="just"/>
            <a:r>
              <a:rPr lang="en-GB" dirty="0"/>
              <a:t>Reprioritization may happen as frequently as every two weeks</a:t>
            </a:r>
          </a:p>
          <a:p>
            <a:pPr marL="82296" indent="0" algn="just">
              <a:buNone/>
            </a:pPr>
            <a:endParaRPr lang="en-GB" dirty="0"/>
          </a:p>
          <a:p>
            <a:pPr algn="just"/>
            <a:r>
              <a:rPr lang="en-GB" dirty="0"/>
              <a:t>But how much of each activity needs to be completed at what point in the iterative cycle and how the results of those activities feed into implementation need to be adjusted in an agile development context</a:t>
            </a:r>
            <a:endParaRPr lang="en-PK" dirty="0"/>
          </a:p>
        </p:txBody>
      </p:sp>
    </p:spTree>
    <p:extLst>
      <p:ext uri="{BB962C8B-B14F-4D97-AF65-F5344CB8AC3E}">
        <p14:creationId xmlns:p14="http://schemas.microsoft.com/office/powerpoint/2010/main" val="1990245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72353-445F-9C99-115F-73C49952C3E8}"/>
              </a:ext>
            </a:extLst>
          </p:cNvPr>
          <p:cNvSpPr>
            <a:spLocks noGrp="1"/>
          </p:cNvSpPr>
          <p:nvPr>
            <p:ph type="title"/>
          </p:nvPr>
        </p:nvSpPr>
        <p:spPr/>
        <p:txBody>
          <a:bodyPr/>
          <a:lstStyle/>
          <a:p>
            <a:r>
              <a:rPr lang="en-US" dirty="0"/>
              <a:t>Example - Epic</a:t>
            </a:r>
            <a:endParaRPr lang="en-PK" dirty="0"/>
          </a:p>
        </p:txBody>
      </p:sp>
      <p:pic>
        <p:nvPicPr>
          <p:cNvPr id="5" name="Content Placeholder 4">
            <a:extLst>
              <a:ext uri="{FF2B5EF4-FFF2-40B4-BE49-F238E27FC236}">
                <a16:creationId xmlns:a16="http://schemas.microsoft.com/office/drawing/2014/main" id="{0A4F4216-84A0-4EE5-7086-D3227E6BA977}"/>
              </a:ext>
            </a:extLst>
          </p:cNvPr>
          <p:cNvPicPr>
            <a:picLocks noGrp="1" noChangeAspect="1"/>
          </p:cNvPicPr>
          <p:nvPr>
            <p:ph idx="1"/>
          </p:nvPr>
        </p:nvPicPr>
        <p:blipFill>
          <a:blip r:embed="rId2"/>
          <a:stretch>
            <a:fillRect/>
          </a:stretch>
        </p:blipFill>
        <p:spPr>
          <a:xfrm>
            <a:off x="1434973" y="2520670"/>
            <a:ext cx="7499350" cy="1816659"/>
          </a:xfrm>
        </p:spPr>
      </p:pic>
    </p:spTree>
    <p:extLst>
      <p:ext uri="{BB962C8B-B14F-4D97-AF65-F5344CB8AC3E}">
        <p14:creationId xmlns:p14="http://schemas.microsoft.com/office/powerpoint/2010/main" val="2461780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E3D5D-91FC-5875-416B-EB317F28BC7A}"/>
              </a:ext>
            </a:extLst>
          </p:cNvPr>
          <p:cNvSpPr>
            <a:spLocks noGrp="1"/>
          </p:cNvSpPr>
          <p:nvPr>
            <p:ph type="title"/>
          </p:nvPr>
        </p:nvSpPr>
        <p:spPr/>
        <p:txBody>
          <a:bodyPr/>
          <a:lstStyle/>
          <a:p>
            <a:r>
              <a:rPr lang="en-US" dirty="0" err="1"/>
              <a:t>AgileUX</a:t>
            </a:r>
            <a:r>
              <a:rPr lang="en-US" dirty="0"/>
              <a:t> Framework </a:t>
            </a:r>
            <a:endParaRPr lang="en-PK" dirty="0"/>
          </a:p>
        </p:txBody>
      </p:sp>
      <p:sp>
        <p:nvSpPr>
          <p:cNvPr id="3" name="Content Placeholder 2">
            <a:extLst>
              <a:ext uri="{FF2B5EF4-FFF2-40B4-BE49-F238E27FC236}">
                <a16:creationId xmlns:a16="http://schemas.microsoft.com/office/drawing/2014/main" id="{D403923E-2FBD-DAB7-27DC-BD08820EDCB7}"/>
              </a:ext>
            </a:extLst>
          </p:cNvPr>
          <p:cNvSpPr>
            <a:spLocks noGrp="1"/>
          </p:cNvSpPr>
          <p:nvPr>
            <p:ph idx="1"/>
          </p:nvPr>
        </p:nvSpPr>
        <p:spPr>
          <a:xfrm>
            <a:off x="1435608" y="1447800"/>
            <a:ext cx="3822192" cy="4800600"/>
          </a:xfrm>
        </p:spPr>
        <p:txBody>
          <a:bodyPr>
            <a:normAutofit lnSpcReduction="10000"/>
          </a:bodyPr>
          <a:lstStyle/>
          <a:p>
            <a:pPr algn="just"/>
            <a:r>
              <a:rPr lang="en-GB" sz="2800" dirty="0"/>
              <a:t>What user research to conduct, how much, and when</a:t>
            </a:r>
          </a:p>
          <a:p>
            <a:pPr algn="just"/>
            <a:endParaRPr lang="en-GB" sz="2800" dirty="0"/>
          </a:p>
          <a:p>
            <a:pPr algn="just"/>
            <a:r>
              <a:rPr lang="en-GB" sz="2800" dirty="0"/>
              <a:t>How to align UX design and agile working practices </a:t>
            </a:r>
          </a:p>
          <a:p>
            <a:pPr algn="just"/>
            <a:endParaRPr lang="en-GB" sz="2800" dirty="0"/>
          </a:p>
          <a:p>
            <a:pPr algn="just"/>
            <a:r>
              <a:rPr lang="en-GB" sz="2800" dirty="0"/>
              <a:t>What documentation to produce, how much, and when</a:t>
            </a:r>
            <a:endParaRPr lang="en-PK" sz="2800" dirty="0"/>
          </a:p>
        </p:txBody>
      </p:sp>
      <p:pic>
        <p:nvPicPr>
          <p:cNvPr id="3074" name="Picture 2" descr="20 Famous UX Design Memes to Make You Laugh - UX Design World">
            <a:extLst>
              <a:ext uri="{FF2B5EF4-FFF2-40B4-BE49-F238E27FC236}">
                <a16:creationId xmlns:a16="http://schemas.microsoft.com/office/drawing/2014/main" id="{9FA430B1-4DE9-1829-09C0-20AB910EB7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173" y="1823318"/>
            <a:ext cx="3733627" cy="4044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7362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15B58-2DD9-C8F4-B9F7-AB541489DB8D}"/>
              </a:ext>
            </a:extLst>
          </p:cNvPr>
          <p:cNvSpPr>
            <a:spLocks noGrp="1"/>
          </p:cNvSpPr>
          <p:nvPr>
            <p:ph type="title"/>
          </p:nvPr>
        </p:nvSpPr>
        <p:spPr/>
        <p:txBody>
          <a:bodyPr/>
          <a:lstStyle/>
          <a:p>
            <a:r>
              <a:rPr lang="en-US" dirty="0"/>
              <a:t>User Research </a:t>
            </a:r>
            <a:endParaRPr lang="en-PK" dirty="0"/>
          </a:p>
        </p:txBody>
      </p:sp>
      <p:sp>
        <p:nvSpPr>
          <p:cNvPr id="3" name="Content Placeholder 2">
            <a:extLst>
              <a:ext uri="{FF2B5EF4-FFF2-40B4-BE49-F238E27FC236}">
                <a16:creationId xmlns:a16="http://schemas.microsoft.com/office/drawing/2014/main" id="{EF295DCC-E316-7FBC-D079-8F18866B0030}"/>
              </a:ext>
            </a:extLst>
          </p:cNvPr>
          <p:cNvSpPr>
            <a:spLocks noGrp="1"/>
          </p:cNvSpPr>
          <p:nvPr>
            <p:ph idx="1"/>
          </p:nvPr>
        </p:nvSpPr>
        <p:spPr/>
        <p:txBody>
          <a:bodyPr>
            <a:normAutofit/>
          </a:bodyPr>
          <a:lstStyle/>
          <a:p>
            <a:pPr algn="just"/>
            <a:r>
              <a:rPr lang="en-GB" sz="2800" dirty="0"/>
              <a:t>User research refers to the data collection and analysis activities necessary to characterize the users, their tasks, and the context of use before product development begin</a:t>
            </a:r>
          </a:p>
          <a:p>
            <a:pPr algn="just"/>
            <a:endParaRPr lang="en-GB" sz="2800" dirty="0"/>
          </a:p>
          <a:p>
            <a:pPr algn="just"/>
            <a:r>
              <a:rPr lang="en-GB" sz="2800" dirty="0"/>
              <a:t>But agile development works on short “timeboxes” of activity and does not support long periods of user research. (sprint, timebox, and cycle.)</a:t>
            </a:r>
            <a:endParaRPr lang="en-PK" sz="2800" dirty="0"/>
          </a:p>
        </p:txBody>
      </p:sp>
    </p:spTree>
    <p:extLst>
      <p:ext uri="{BB962C8B-B14F-4D97-AF65-F5344CB8AC3E}">
        <p14:creationId xmlns:p14="http://schemas.microsoft.com/office/powerpoint/2010/main" val="3675741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nough Design Upfront” vor “Big Design Upfront” - agile.agreement">
            <a:extLst>
              <a:ext uri="{FF2B5EF4-FFF2-40B4-BE49-F238E27FC236}">
                <a16:creationId xmlns:a16="http://schemas.microsoft.com/office/drawing/2014/main" id="{11727D88-5DB3-A328-9F60-1F8B4C183C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809" b="25874"/>
          <a:stretch/>
        </p:blipFill>
        <p:spPr bwMode="auto">
          <a:xfrm>
            <a:off x="1099312" y="4038600"/>
            <a:ext cx="8019288" cy="193799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989848C-4BF1-04E5-007D-8A9FF96061AC}"/>
              </a:ext>
            </a:extLst>
          </p:cNvPr>
          <p:cNvSpPr>
            <a:spLocks noGrp="1"/>
          </p:cNvSpPr>
          <p:nvPr>
            <p:ph type="title"/>
          </p:nvPr>
        </p:nvSpPr>
        <p:spPr/>
        <p:txBody>
          <a:bodyPr/>
          <a:lstStyle/>
          <a:p>
            <a:r>
              <a:rPr lang="en-US" dirty="0"/>
              <a:t>Aligning Work Practices </a:t>
            </a:r>
            <a:endParaRPr lang="en-PK" dirty="0"/>
          </a:p>
        </p:txBody>
      </p:sp>
      <p:sp>
        <p:nvSpPr>
          <p:cNvPr id="3" name="Content Placeholder 2">
            <a:extLst>
              <a:ext uri="{FF2B5EF4-FFF2-40B4-BE49-F238E27FC236}">
                <a16:creationId xmlns:a16="http://schemas.microsoft.com/office/drawing/2014/main" id="{096E775B-FE56-AE46-5B45-D38006F24B89}"/>
              </a:ext>
            </a:extLst>
          </p:cNvPr>
          <p:cNvSpPr>
            <a:spLocks noGrp="1"/>
          </p:cNvSpPr>
          <p:nvPr>
            <p:ph idx="1"/>
          </p:nvPr>
        </p:nvSpPr>
        <p:spPr/>
        <p:txBody>
          <a:bodyPr>
            <a:normAutofit/>
          </a:bodyPr>
          <a:lstStyle/>
          <a:p>
            <a:pPr marL="82296" indent="0" algn="just">
              <a:buNone/>
            </a:pPr>
            <a:r>
              <a:rPr lang="en-GB" sz="2800" dirty="0">
                <a:solidFill>
                  <a:srgbClr val="0070C0"/>
                </a:solidFill>
              </a:rPr>
              <a:t>Big Design Up Front (BDUF)</a:t>
            </a:r>
          </a:p>
          <a:p>
            <a:pPr marL="356616" lvl="1" indent="0" algn="just">
              <a:buNone/>
            </a:pPr>
            <a:r>
              <a:rPr lang="en-GB" sz="2400" dirty="0"/>
              <a:t>If requirements are specified before implementation begins, UX designs can be created at the beginning of a project to ensure a coherent design throughout. </a:t>
            </a:r>
          </a:p>
        </p:txBody>
      </p:sp>
    </p:spTree>
    <p:extLst>
      <p:ext uri="{BB962C8B-B14F-4D97-AF65-F5344CB8AC3E}">
        <p14:creationId xmlns:p14="http://schemas.microsoft.com/office/powerpoint/2010/main" val="3641625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DD77-45BF-05B4-B4D7-9A09D41BE972}"/>
              </a:ext>
            </a:extLst>
          </p:cNvPr>
          <p:cNvSpPr>
            <a:spLocks noGrp="1"/>
          </p:cNvSpPr>
          <p:nvPr>
            <p:ph type="title"/>
          </p:nvPr>
        </p:nvSpPr>
        <p:spPr/>
        <p:txBody>
          <a:bodyPr>
            <a:normAutofit fontScale="90000"/>
          </a:bodyPr>
          <a:lstStyle/>
          <a:p>
            <a:r>
              <a:rPr lang="en-US" dirty="0"/>
              <a:t>Aligning Work Practices – Challenge </a:t>
            </a:r>
            <a:endParaRPr lang="en-PK" dirty="0"/>
          </a:p>
        </p:txBody>
      </p:sp>
      <p:sp>
        <p:nvSpPr>
          <p:cNvPr id="3" name="Content Placeholder 2">
            <a:extLst>
              <a:ext uri="{FF2B5EF4-FFF2-40B4-BE49-F238E27FC236}">
                <a16:creationId xmlns:a16="http://schemas.microsoft.com/office/drawing/2014/main" id="{B78D404D-852D-28D0-3464-61728751680B}"/>
              </a:ext>
            </a:extLst>
          </p:cNvPr>
          <p:cNvSpPr>
            <a:spLocks noGrp="1"/>
          </p:cNvSpPr>
          <p:nvPr>
            <p:ph idx="1"/>
          </p:nvPr>
        </p:nvSpPr>
        <p:spPr/>
        <p:txBody>
          <a:bodyPr>
            <a:normAutofit/>
          </a:bodyPr>
          <a:lstStyle/>
          <a:p>
            <a:pPr algn="just"/>
            <a:r>
              <a:rPr lang="en-GB" sz="2800" dirty="0"/>
              <a:t>BDUF leads to practical problems since the reprioritization of requirements means that interaction elements (features, workflows, and options) may no longer be needed or may require redesigning.</a:t>
            </a:r>
          </a:p>
          <a:p>
            <a:pPr algn="just"/>
            <a:endParaRPr lang="en-GB" sz="2800" dirty="0"/>
          </a:p>
          <a:p>
            <a:pPr algn="just"/>
            <a:r>
              <a:rPr lang="en-GB" sz="2800" dirty="0"/>
              <a:t>To avoid unnecessary work on detailed design, UX design activities need to be conducted alongside and around agile iterations. T</a:t>
            </a:r>
            <a:endParaRPr lang="en-PK" sz="2800" dirty="0"/>
          </a:p>
          <a:p>
            <a:pPr algn="just"/>
            <a:endParaRPr lang="en-PK" sz="2800" dirty="0"/>
          </a:p>
        </p:txBody>
      </p:sp>
    </p:spTree>
    <p:extLst>
      <p:ext uri="{BB962C8B-B14F-4D97-AF65-F5344CB8AC3E}">
        <p14:creationId xmlns:p14="http://schemas.microsoft.com/office/powerpoint/2010/main" val="1980505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FE064-8B13-693B-AFA3-C7D894AE5183}"/>
              </a:ext>
            </a:extLst>
          </p:cNvPr>
          <p:cNvSpPr>
            <a:spLocks noGrp="1"/>
          </p:cNvSpPr>
          <p:nvPr>
            <p:ph type="title"/>
          </p:nvPr>
        </p:nvSpPr>
        <p:spPr/>
        <p:txBody>
          <a:bodyPr/>
          <a:lstStyle/>
          <a:p>
            <a:r>
              <a:rPr lang="en-US" dirty="0" err="1"/>
              <a:t>AgileUX</a:t>
            </a:r>
            <a:r>
              <a:rPr lang="en-US" dirty="0"/>
              <a:t> Cycle </a:t>
            </a:r>
            <a:endParaRPr lang="en-PK" dirty="0"/>
          </a:p>
        </p:txBody>
      </p:sp>
      <p:pic>
        <p:nvPicPr>
          <p:cNvPr id="5" name="Content Placeholder 4">
            <a:extLst>
              <a:ext uri="{FF2B5EF4-FFF2-40B4-BE49-F238E27FC236}">
                <a16:creationId xmlns:a16="http://schemas.microsoft.com/office/drawing/2014/main" id="{40AB79B4-4405-100B-EF19-470CEDF16128}"/>
              </a:ext>
            </a:extLst>
          </p:cNvPr>
          <p:cNvPicPr>
            <a:picLocks noGrp="1" noChangeAspect="1"/>
          </p:cNvPicPr>
          <p:nvPr>
            <p:ph idx="1"/>
          </p:nvPr>
        </p:nvPicPr>
        <p:blipFill>
          <a:blip r:embed="rId2"/>
          <a:stretch>
            <a:fillRect/>
          </a:stretch>
        </p:blipFill>
        <p:spPr>
          <a:xfrm>
            <a:off x="1152028" y="1524000"/>
            <a:ext cx="7639928" cy="4141197"/>
          </a:xfrm>
        </p:spPr>
      </p:pic>
      <p:sp>
        <p:nvSpPr>
          <p:cNvPr id="9" name="TextBox 8">
            <a:extLst>
              <a:ext uri="{FF2B5EF4-FFF2-40B4-BE49-F238E27FC236}">
                <a16:creationId xmlns:a16="http://schemas.microsoft.com/office/drawing/2014/main" id="{694D9B8A-18E5-DACB-AE9C-32086A6F711C}"/>
              </a:ext>
            </a:extLst>
          </p:cNvPr>
          <p:cNvSpPr txBox="1"/>
          <p:nvPr/>
        </p:nvSpPr>
        <p:spPr>
          <a:xfrm>
            <a:off x="1641348" y="6019800"/>
            <a:ext cx="7086600" cy="923330"/>
          </a:xfrm>
          <a:prstGeom prst="rect">
            <a:avLst/>
          </a:prstGeom>
          <a:noFill/>
        </p:spPr>
        <p:txBody>
          <a:bodyPr wrap="square">
            <a:spAutoFit/>
          </a:bodyPr>
          <a:lstStyle/>
          <a:p>
            <a:r>
              <a:rPr lang="en-GB" dirty="0"/>
              <a:t>Design activity and user data collection for Cycle n+1 is performed during Cycle n [</a:t>
            </a:r>
            <a:r>
              <a:rPr lang="en-US" dirty="0"/>
              <a:t>Miller (2006) and Sy (2007)] </a:t>
            </a:r>
            <a:endParaRPr lang="en-PK" dirty="0"/>
          </a:p>
          <a:p>
            <a:endParaRPr lang="en-PK" dirty="0"/>
          </a:p>
        </p:txBody>
      </p:sp>
    </p:spTree>
    <p:extLst>
      <p:ext uri="{BB962C8B-B14F-4D97-AF65-F5344CB8AC3E}">
        <p14:creationId xmlns:p14="http://schemas.microsoft.com/office/powerpoint/2010/main" val="2083047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124BF-DA1D-DCA6-0F40-B0F5762A2FF2}"/>
              </a:ext>
            </a:extLst>
          </p:cNvPr>
          <p:cNvSpPr>
            <a:spLocks noGrp="1"/>
          </p:cNvSpPr>
          <p:nvPr>
            <p:ph type="title"/>
          </p:nvPr>
        </p:nvSpPr>
        <p:spPr/>
        <p:txBody>
          <a:bodyPr/>
          <a:lstStyle/>
          <a:p>
            <a:r>
              <a:rPr lang="en-US" dirty="0" err="1"/>
              <a:t>AgileUX</a:t>
            </a:r>
            <a:r>
              <a:rPr lang="en-US" dirty="0"/>
              <a:t> and UX Designers  </a:t>
            </a:r>
            <a:endParaRPr lang="en-PK" dirty="0"/>
          </a:p>
        </p:txBody>
      </p:sp>
      <p:sp>
        <p:nvSpPr>
          <p:cNvPr id="3" name="Content Placeholder 2">
            <a:extLst>
              <a:ext uri="{FF2B5EF4-FFF2-40B4-BE49-F238E27FC236}">
                <a16:creationId xmlns:a16="http://schemas.microsoft.com/office/drawing/2014/main" id="{D00ED499-B3C5-03F5-4127-2E861E95262D}"/>
              </a:ext>
            </a:extLst>
          </p:cNvPr>
          <p:cNvSpPr>
            <a:spLocks noGrp="1"/>
          </p:cNvSpPr>
          <p:nvPr>
            <p:ph idx="1"/>
          </p:nvPr>
        </p:nvSpPr>
        <p:spPr/>
        <p:txBody>
          <a:bodyPr/>
          <a:lstStyle/>
          <a:p>
            <a:pPr marL="82296" indent="0" algn="just">
              <a:buNone/>
            </a:pPr>
            <a:r>
              <a:rPr lang="en-GB" dirty="0"/>
              <a:t>UX designers are handling three different types of activity</a:t>
            </a:r>
          </a:p>
          <a:p>
            <a:pPr marL="596646" indent="-514350" algn="just">
              <a:buFont typeface="+mj-lt"/>
              <a:buAutoNum type="arabicPeriod"/>
            </a:pPr>
            <a:r>
              <a:rPr lang="en-GB" dirty="0"/>
              <a:t>evaluating implementations from the previous cycle</a:t>
            </a:r>
          </a:p>
          <a:p>
            <a:pPr marL="596646" indent="-514350" algn="just">
              <a:buFont typeface="+mj-lt"/>
              <a:buAutoNum type="arabicPeriod"/>
            </a:pPr>
            <a:r>
              <a:rPr lang="en-GB" dirty="0"/>
              <a:t>producing concrete designs for the next cycle</a:t>
            </a:r>
          </a:p>
          <a:p>
            <a:pPr marL="596646" indent="-514350" algn="just">
              <a:buFont typeface="+mj-lt"/>
              <a:buAutoNum type="arabicPeriod"/>
            </a:pPr>
            <a:r>
              <a:rPr lang="en-GB" dirty="0"/>
              <a:t>answering queries on the designs being implemented in the current cycle.</a:t>
            </a:r>
            <a:endParaRPr lang="en-PK" dirty="0"/>
          </a:p>
        </p:txBody>
      </p:sp>
    </p:spTree>
    <p:extLst>
      <p:ext uri="{BB962C8B-B14F-4D97-AF65-F5344CB8AC3E}">
        <p14:creationId xmlns:p14="http://schemas.microsoft.com/office/powerpoint/2010/main" val="3116690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BC246-EC8E-8328-E296-DE0859B44F9A}"/>
              </a:ext>
            </a:extLst>
          </p:cNvPr>
          <p:cNvSpPr>
            <a:spLocks noGrp="1"/>
          </p:cNvSpPr>
          <p:nvPr>
            <p:ph type="title"/>
          </p:nvPr>
        </p:nvSpPr>
        <p:spPr/>
        <p:txBody>
          <a:bodyPr/>
          <a:lstStyle/>
          <a:p>
            <a:r>
              <a:rPr lang="en-US" dirty="0"/>
              <a:t>Documentation </a:t>
            </a:r>
            <a:endParaRPr lang="en-PK" dirty="0"/>
          </a:p>
        </p:txBody>
      </p:sp>
      <p:sp>
        <p:nvSpPr>
          <p:cNvPr id="3" name="Content Placeholder 2">
            <a:extLst>
              <a:ext uri="{FF2B5EF4-FFF2-40B4-BE49-F238E27FC236}">
                <a16:creationId xmlns:a16="http://schemas.microsoft.com/office/drawing/2014/main" id="{11F465E3-9433-96AF-BD57-A8F494743145}"/>
              </a:ext>
            </a:extLst>
          </p:cNvPr>
          <p:cNvSpPr>
            <a:spLocks noGrp="1"/>
          </p:cNvSpPr>
          <p:nvPr>
            <p:ph idx="1"/>
          </p:nvPr>
        </p:nvSpPr>
        <p:spPr/>
        <p:txBody>
          <a:bodyPr>
            <a:normAutofit/>
          </a:bodyPr>
          <a:lstStyle/>
          <a:p>
            <a:pPr marL="82296" indent="0" algn="just">
              <a:buNone/>
            </a:pPr>
            <a:r>
              <a:rPr lang="en-GB" sz="2800" dirty="0"/>
              <a:t>The most common way for UX designers to capture and communicate their design has been through documentation, for instance, user research results and resulting personas, detailed interface sketches, and wireframes.</a:t>
            </a:r>
            <a:endParaRPr lang="en-PK" sz="2800" dirty="0"/>
          </a:p>
        </p:txBody>
      </p:sp>
      <p:pic>
        <p:nvPicPr>
          <p:cNvPr id="5122" name="Picture 2" descr="Documentation concept top view Royalty Free Vector Image">
            <a:extLst>
              <a:ext uri="{FF2B5EF4-FFF2-40B4-BE49-F238E27FC236}">
                <a16:creationId xmlns:a16="http://schemas.microsoft.com/office/drawing/2014/main" id="{E02E1B56-E4F5-0E06-4763-B7A9F6F77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28" t="13334" r="4728" b="14445"/>
          <a:stretch/>
        </p:blipFill>
        <p:spPr bwMode="auto">
          <a:xfrm>
            <a:off x="3276600" y="4021531"/>
            <a:ext cx="3517392" cy="2777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582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89346-C699-01C1-CC4C-7E00875ABA4B}"/>
              </a:ext>
            </a:extLst>
          </p:cNvPr>
          <p:cNvSpPr>
            <a:spLocks noGrp="1"/>
          </p:cNvSpPr>
          <p:nvPr>
            <p:ph type="title"/>
          </p:nvPr>
        </p:nvSpPr>
        <p:spPr/>
        <p:txBody>
          <a:bodyPr>
            <a:normAutofit fontScale="90000"/>
          </a:bodyPr>
          <a:lstStyle/>
          <a:p>
            <a:r>
              <a:rPr lang="en-US" dirty="0"/>
              <a:t>How Much Documentation is Required?</a:t>
            </a:r>
            <a:endParaRPr lang="en-PK" dirty="0"/>
          </a:p>
        </p:txBody>
      </p:sp>
      <p:sp>
        <p:nvSpPr>
          <p:cNvPr id="3" name="Content Placeholder 2">
            <a:extLst>
              <a:ext uri="{FF2B5EF4-FFF2-40B4-BE49-F238E27FC236}">
                <a16:creationId xmlns:a16="http://schemas.microsoft.com/office/drawing/2014/main" id="{B0676D00-DD44-5635-4C58-69F5FD25D79C}"/>
              </a:ext>
            </a:extLst>
          </p:cNvPr>
          <p:cNvSpPr>
            <a:spLocks noGrp="1"/>
          </p:cNvSpPr>
          <p:nvPr>
            <p:ph idx="1"/>
          </p:nvPr>
        </p:nvSpPr>
        <p:spPr/>
        <p:txBody>
          <a:bodyPr>
            <a:normAutofit fontScale="92500" lnSpcReduction="10000"/>
          </a:bodyPr>
          <a:lstStyle/>
          <a:p>
            <a:pPr marL="596646" indent="-514350">
              <a:buFont typeface="+mj-lt"/>
              <a:buAutoNum type="arabicPeriod"/>
            </a:pPr>
            <a:r>
              <a:rPr lang="en-GB" sz="2400" dirty="0"/>
              <a:t>How much time do you spend on documentation? </a:t>
            </a:r>
          </a:p>
          <a:p>
            <a:pPr marL="596646" indent="-514350">
              <a:buFont typeface="+mj-lt"/>
              <a:buAutoNum type="arabicPeriod"/>
            </a:pPr>
            <a:endParaRPr lang="en-GB" sz="2400" dirty="0"/>
          </a:p>
          <a:p>
            <a:pPr marL="596646" indent="-514350">
              <a:buFont typeface="+mj-lt"/>
              <a:buAutoNum type="arabicPeriod"/>
            </a:pPr>
            <a:r>
              <a:rPr lang="en-GB" sz="2400" dirty="0"/>
              <a:t>Who uses the documentation?</a:t>
            </a:r>
          </a:p>
          <a:p>
            <a:pPr marL="596646" indent="-514350">
              <a:buFont typeface="+mj-lt"/>
              <a:buAutoNum type="arabicPeriod"/>
            </a:pPr>
            <a:endParaRPr lang="en-GB" sz="2400" dirty="0"/>
          </a:p>
          <a:p>
            <a:pPr marL="596646" indent="-514350">
              <a:buFont typeface="+mj-lt"/>
              <a:buAutoNum type="arabicPeriod"/>
            </a:pPr>
            <a:r>
              <a:rPr lang="en-GB" sz="2400" dirty="0"/>
              <a:t>What is the minimum that customers need from the documentation? </a:t>
            </a:r>
          </a:p>
          <a:p>
            <a:pPr marL="596646" indent="-514350">
              <a:buFont typeface="+mj-lt"/>
              <a:buAutoNum type="arabicPeriod"/>
            </a:pPr>
            <a:endParaRPr lang="en-GB" sz="2400" dirty="0"/>
          </a:p>
          <a:p>
            <a:pPr marL="596646" indent="-514350">
              <a:buFont typeface="+mj-lt"/>
              <a:buAutoNum type="arabicPeriod"/>
            </a:pPr>
            <a:r>
              <a:rPr lang="en-GB" sz="2400" dirty="0"/>
              <a:t>How efficient is your sign-off process? </a:t>
            </a:r>
          </a:p>
          <a:p>
            <a:pPr marL="596646" indent="-514350">
              <a:buFont typeface="+mj-lt"/>
              <a:buAutoNum type="arabicPeriod"/>
            </a:pPr>
            <a:endParaRPr lang="en-GB" sz="2400" dirty="0"/>
          </a:p>
          <a:p>
            <a:pPr marL="596646" indent="-514350">
              <a:buFont typeface="+mj-lt"/>
              <a:buAutoNum type="arabicPeriod"/>
            </a:pPr>
            <a:r>
              <a:rPr lang="en-GB" sz="2400" dirty="0"/>
              <a:t>What evidence is there of document duplication? </a:t>
            </a:r>
          </a:p>
          <a:p>
            <a:pPr marL="596646" indent="-514350">
              <a:buFont typeface="+mj-lt"/>
              <a:buAutoNum type="arabicPeriod"/>
            </a:pPr>
            <a:endParaRPr lang="en-GB" sz="2400" dirty="0"/>
          </a:p>
          <a:p>
            <a:pPr marL="596646" indent="-514350">
              <a:buFont typeface="+mj-lt"/>
              <a:buAutoNum type="arabicPeriod"/>
            </a:pPr>
            <a:r>
              <a:rPr lang="en-GB" sz="2400" dirty="0"/>
              <a:t>If documentation is only for the purpose of communication or development, how polished does it need to be</a:t>
            </a:r>
            <a:endParaRPr lang="en-PK" sz="2400" dirty="0"/>
          </a:p>
        </p:txBody>
      </p:sp>
    </p:spTree>
    <p:extLst>
      <p:ext uri="{BB962C8B-B14F-4D97-AF65-F5344CB8AC3E}">
        <p14:creationId xmlns:p14="http://schemas.microsoft.com/office/powerpoint/2010/main" val="1750990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06EF3-D815-43C6-F105-2C0D58A2CF7D}"/>
              </a:ext>
            </a:extLst>
          </p:cNvPr>
          <p:cNvSpPr>
            <a:spLocks noGrp="1"/>
          </p:cNvSpPr>
          <p:nvPr>
            <p:ph type="title"/>
          </p:nvPr>
        </p:nvSpPr>
        <p:spPr/>
        <p:txBody>
          <a:bodyPr>
            <a:normAutofit/>
          </a:bodyPr>
          <a:lstStyle/>
          <a:p>
            <a:r>
              <a:rPr lang="en-US" dirty="0"/>
              <a:t>Example - A LF User Journey</a:t>
            </a:r>
            <a:endParaRPr lang="en-PK" dirty="0"/>
          </a:p>
        </p:txBody>
      </p:sp>
      <p:pic>
        <p:nvPicPr>
          <p:cNvPr id="5" name="Content Placeholder 4">
            <a:extLst>
              <a:ext uri="{FF2B5EF4-FFF2-40B4-BE49-F238E27FC236}">
                <a16:creationId xmlns:a16="http://schemas.microsoft.com/office/drawing/2014/main" id="{373F2A72-B303-2B4A-61BB-FFCA2E81E27A}"/>
              </a:ext>
            </a:extLst>
          </p:cNvPr>
          <p:cNvPicPr>
            <a:picLocks noGrp="1" noChangeAspect="1"/>
          </p:cNvPicPr>
          <p:nvPr>
            <p:ph idx="1"/>
          </p:nvPr>
        </p:nvPicPr>
        <p:blipFill>
          <a:blip r:embed="rId2"/>
          <a:stretch>
            <a:fillRect/>
          </a:stretch>
        </p:blipFill>
        <p:spPr>
          <a:xfrm>
            <a:off x="1435100" y="1618151"/>
            <a:ext cx="7499350" cy="4459898"/>
          </a:xfrm>
        </p:spPr>
      </p:pic>
    </p:spTree>
    <p:extLst>
      <p:ext uri="{BB962C8B-B14F-4D97-AF65-F5344CB8AC3E}">
        <p14:creationId xmlns:p14="http://schemas.microsoft.com/office/powerpoint/2010/main" val="4093893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7AE3F-03AC-2DC0-ED7B-E506090C19C8}"/>
              </a:ext>
            </a:extLst>
          </p:cNvPr>
          <p:cNvSpPr>
            <a:spLocks noGrp="1"/>
          </p:cNvSpPr>
          <p:nvPr>
            <p:ph type="title"/>
          </p:nvPr>
        </p:nvSpPr>
        <p:spPr/>
        <p:txBody>
          <a:bodyPr/>
          <a:lstStyle/>
          <a:p>
            <a:r>
              <a:rPr lang="en-US" dirty="0"/>
              <a:t>Example - A HF User Journey</a:t>
            </a:r>
            <a:endParaRPr lang="en-PK" dirty="0"/>
          </a:p>
        </p:txBody>
      </p:sp>
      <p:pic>
        <p:nvPicPr>
          <p:cNvPr id="5" name="Content Placeholder 4">
            <a:extLst>
              <a:ext uri="{FF2B5EF4-FFF2-40B4-BE49-F238E27FC236}">
                <a16:creationId xmlns:a16="http://schemas.microsoft.com/office/drawing/2014/main" id="{7FDC21EE-CF72-ACCD-3D63-4B196992419B}"/>
              </a:ext>
            </a:extLst>
          </p:cNvPr>
          <p:cNvPicPr>
            <a:picLocks noGrp="1" noChangeAspect="1"/>
          </p:cNvPicPr>
          <p:nvPr>
            <p:ph idx="1"/>
          </p:nvPr>
        </p:nvPicPr>
        <p:blipFill>
          <a:blip r:embed="rId2"/>
          <a:stretch>
            <a:fillRect/>
          </a:stretch>
        </p:blipFill>
        <p:spPr>
          <a:xfrm>
            <a:off x="1435100" y="1896471"/>
            <a:ext cx="7499350" cy="3903258"/>
          </a:xfrm>
        </p:spPr>
      </p:pic>
    </p:spTree>
    <p:extLst>
      <p:ext uri="{BB962C8B-B14F-4D97-AF65-F5344CB8AC3E}">
        <p14:creationId xmlns:p14="http://schemas.microsoft.com/office/powerpoint/2010/main" val="2952381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A233F-C325-95E8-C345-1A9DEB045EE4}"/>
              </a:ext>
            </a:extLst>
          </p:cNvPr>
          <p:cNvSpPr>
            <a:spLocks noGrp="1"/>
          </p:cNvSpPr>
          <p:nvPr>
            <p:ph type="title"/>
          </p:nvPr>
        </p:nvSpPr>
        <p:spPr/>
        <p:txBody>
          <a:bodyPr/>
          <a:lstStyle/>
          <a:p>
            <a:r>
              <a:rPr lang="en-GB" dirty="0"/>
              <a:t>Design Patterns</a:t>
            </a:r>
            <a:endParaRPr lang="en-PK" dirty="0"/>
          </a:p>
        </p:txBody>
      </p:sp>
      <p:sp>
        <p:nvSpPr>
          <p:cNvPr id="3" name="Content Placeholder 2">
            <a:extLst>
              <a:ext uri="{FF2B5EF4-FFF2-40B4-BE49-F238E27FC236}">
                <a16:creationId xmlns:a16="http://schemas.microsoft.com/office/drawing/2014/main" id="{F7C8BB8B-602D-0200-95AB-0787B91BA987}"/>
              </a:ext>
            </a:extLst>
          </p:cNvPr>
          <p:cNvSpPr>
            <a:spLocks noGrp="1"/>
          </p:cNvSpPr>
          <p:nvPr>
            <p:ph idx="1"/>
          </p:nvPr>
        </p:nvSpPr>
        <p:spPr/>
        <p:txBody>
          <a:bodyPr>
            <a:normAutofit fontScale="92500" lnSpcReduction="20000"/>
          </a:bodyPr>
          <a:lstStyle/>
          <a:p>
            <a:pPr algn="just"/>
            <a:r>
              <a:rPr lang="en-GB" dirty="0"/>
              <a:t>Design patterns capture design experience </a:t>
            </a:r>
          </a:p>
          <a:p>
            <a:pPr algn="just"/>
            <a:endParaRPr lang="en-GB" dirty="0"/>
          </a:p>
          <a:p>
            <a:pPr algn="just"/>
            <a:r>
              <a:rPr lang="en-GB" dirty="0"/>
              <a:t>One simple definition is that it is a solution to a problem in a context; that is, a pattern describes a problem, a solution, and where this solution has been found to work.</a:t>
            </a:r>
          </a:p>
          <a:p>
            <a:pPr algn="just"/>
            <a:endParaRPr lang="en-GB" dirty="0"/>
          </a:p>
          <a:p>
            <a:pPr algn="just"/>
            <a:r>
              <a:rPr lang="en-GB" dirty="0"/>
              <a:t>A key characteristic of design patterns is that they are generative; that is, they can be instantiated or implemented in many different ways. </a:t>
            </a:r>
            <a:endParaRPr lang="en-PK" dirty="0"/>
          </a:p>
        </p:txBody>
      </p:sp>
    </p:spTree>
    <p:extLst>
      <p:ext uri="{BB962C8B-B14F-4D97-AF65-F5344CB8AC3E}">
        <p14:creationId xmlns:p14="http://schemas.microsoft.com/office/powerpoint/2010/main" val="191396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8324C-6016-9D5F-94A1-3E02DAF1618C}"/>
              </a:ext>
            </a:extLst>
          </p:cNvPr>
          <p:cNvSpPr>
            <a:spLocks noGrp="1"/>
          </p:cNvSpPr>
          <p:nvPr>
            <p:ph type="title"/>
          </p:nvPr>
        </p:nvSpPr>
        <p:spPr/>
        <p:txBody>
          <a:bodyPr/>
          <a:lstStyle/>
          <a:p>
            <a:r>
              <a:rPr lang="en-GB" dirty="0"/>
              <a:t>Anti and Dark Patterns</a:t>
            </a:r>
            <a:endParaRPr lang="en-PK" dirty="0"/>
          </a:p>
        </p:txBody>
      </p:sp>
      <p:sp>
        <p:nvSpPr>
          <p:cNvPr id="3" name="Content Placeholder 2">
            <a:extLst>
              <a:ext uri="{FF2B5EF4-FFF2-40B4-BE49-F238E27FC236}">
                <a16:creationId xmlns:a16="http://schemas.microsoft.com/office/drawing/2014/main" id="{25191D8A-8D04-DCF7-A720-5C9BC818E5D9}"/>
              </a:ext>
            </a:extLst>
          </p:cNvPr>
          <p:cNvSpPr>
            <a:spLocks noGrp="1"/>
          </p:cNvSpPr>
          <p:nvPr>
            <p:ph idx="1"/>
          </p:nvPr>
        </p:nvSpPr>
        <p:spPr>
          <a:xfrm>
            <a:off x="1435608" y="1447800"/>
            <a:ext cx="4507992" cy="4800600"/>
          </a:xfrm>
        </p:spPr>
        <p:txBody>
          <a:bodyPr>
            <a:normAutofit/>
          </a:bodyPr>
          <a:lstStyle/>
          <a:p>
            <a:pPr marL="82296" indent="0" algn="just">
              <a:buNone/>
            </a:pPr>
            <a:r>
              <a:rPr lang="en-GB" sz="2800" dirty="0">
                <a:solidFill>
                  <a:srgbClr val="0070C0"/>
                </a:solidFill>
              </a:rPr>
              <a:t>Anti Patterns</a:t>
            </a:r>
          </a:p>
          <a:p>
            <a:pPr marL="356616" lvl="1" indent="0" algn="just">
              <a:buNone/>
            </a:pPr>
            <a:r>
              <a:rPr lang="en-GB" sz="2400" dirty="0"/>
              <a:t>approaches that represent poor design practice</a:t>
            </a:r>
          </a:p>
          <a:p>
            <a:pPr marL="356616" lvl="1" indent="0" algn="just">
              <a:buNone/>
            </a:pPr>
            <a:endParaRPr lang="en-GB" sz="2400" dirty="0"/>
          </a:p>
          <a:p>
            <a:pPr marL="356616" lvl="1" indent="0" algn="just">
              <a:buNone/>
            </a:pPr>
            <a:endParaRPr lang="en-GB" sz="2400" dirty="0"/>
          </a:p>
          <a:p>
            <a:pPr marL="82296" indent="0" algn="just">
              <a:buNone/>
            </a:pPr>
            <a:r>
              <a:rPr lang="en-GB" sz="2800" dirty="0"/>
              <a:t> </a:t>
            </a:r>
          </a:p>
          <a:p>
            <a:pPr marL="82296" indent="0" algn="just">
              <a:buNone/>
            </a:pPr>
            <a:r>
              <a:rPr lang="en-GB" sz="2800" dirty="0">
                <a:solidFill>
                  <a:srgbClr val="0070C0"/>
                </a:solidFill>
              </a:rPr>
              <a:t>Dark patterns </a:t>
            </a:r>
          </a:p>
          <a:p>
            <a:pPr marL="356616" lvl="1" indent="0" algn="just">
              <a:buNone/>
            </a:pPr>
            <a:r>
              <a:rPr lang="en-GB" sz="2400" dirty="0"/>
              <a:t>are not necessarily poor design, but they have been designed carefully to trick people.</a:t>
            </a:r>
          </a:p>
          <a:p>
            <a:pPr marL="356616" lvl="1" indent="0" algn="just">
              <a:buNone/>
            </a:pPr>
            <a:endParaRPr lang="en-PK" sz="2400" dirty="0"/>
          </a:p>
        </p:txBody>
      </p:sp>
      <p:pic>
        <p:nvPicPr>
          <p:cNvPr id="5" name="Picture 4">
            <a:extLst>
              <a:ext uri="{FF2B5EF4-FFF2-40B4-BE49-F238E27FC236}">
                <a16:creationId xmlns:a16="http://schemas.microsoft.com/office/drawing/2014/main" id="{B30320BC-1DE5-22E7-FD25-49B7F265E843}"/>
              </a:ext>
            </a:extLst>
          </p:cNvPr>
          <p:cNvPicPr>
            <a:picLocks noChangeAspect="1"/>
          </p:cNvPicPr>
          <p:nvPr/>
        </p:nvPicPr>
        <p:blipFill>
          <a:blip r:embed="rId2"/>
          <a:stretch>
            <a:fillRect/>
          </a:stretch>
        </p:blipFill>
        <p:spPr>
          <a:xfrm>
            <a:off x="6304137" y="1676400"/>
            <a:ext cx="2629551" cy="1447800"/>
          </a:xfrm>
          <a:prstGeom prst="rect">
            <a:avLst/>
          </a:prstGeom>
        </p:spPr>
      </p:pic>
      <p:pic>
        <p:nvPicPr>
          <p:cNvPr id="6148" name="Picture 4" descr="Summary of dark pattern strategies derived from analysis of our corpus. |  Download Scientific Diagram">
            <a:extLst>
              <a:ext uri="{FF2B5EF4-FFF2-40B4-BE49-F238E27FC236}">
                <a16:creationId xmlns:a16="http://schemas.microsoft.com/office/drawing/2014/main" id="{261167D3-3B15-144F-E317-DF0DB7201D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1938" y="4343400"/>
            <a:ext cx="2571750" cy="148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007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E6AB7-B830-BA37-782B-FFFB9DD6F3A6}"/>
              </a:ext>
            </a:extLst>
          </p:cNvPr>
          <p:cNvSpPr>
            <a:spLocks noGrp="1"/>
          </p:cNvSpPr>
          <p:nvPr>
            <p:ph type="title"/>
          </p:nvPr>
        </p:nvSpPr>
        <p:spPr/>
        <p:txBody>
          <a:bodyPr/>
          <a:lstStyle/>
          <a:p>
            <a:r>
              <a:rPr lang="en-US" dirty="0"/>
              <a:t>Open-Source Resources</a:t>
            </a:r>
            <a:endParaRPr lang="en-PK" dirty="0"/>
          </a:p>
        </p:txBody>
      </p:sp>
      <p:sp>
        <p:nvSpPr>
          <p:cNvPr id="3" name="Content Placeholder 2">
            <a:extLst>
              <a:ext uri="{FF2B5EF4-FFF2-40B4-BE49-F238E27FC236}">
                <a16:creationId xmlns:a16="http://schemas.microsoft.com/office/drawing/2014/main" id="{9C3D8AA4-36A4-181D-D68C-FFC66ABB4739}"/>
              </a:ext>
            </a:extLst>
          </p:cNvPr>
          <p:cNvSpPr>
            <a:spLocks noGrp="1"/>
          </p:cNvSpPr>
          <p:nvPr>
            <p:ph idx="1"/>
          </p:nvPr>
        </p:nvSpPr>
        <p:spPr/>
        <p:txBody>
          <a:bodyPr>
            <a:normAutofit lnSpcReduction="10000"/>
          </a:bodyPr>
          <a:lstStyle/>
          <a:p>
            <a:pPr marL="82296" indent="0">
              <a:buNone/>
            </a:pPr>
            <a:r>
              <a:rPr lang="en-GB" dirty="0"/>
              <a:t>Open source software refers to source code for components, frameworks, or whole systems that is available for reuse or modification free of charge. </a:t>
            </a:r>
          </a:p>
          <a:p>
            <a:r>
              <a:rPr lang="en-GB" dirty="0"/>
              <a:t>Linux</a:t>
            </a:r>
          </a:p>
          <a:p>
            <a:r>
              <a:rPr lang="en-GB" dirty="0"/>
              <a:t>Eclipse</a:t>
            </a:r>
          </a:p>
          <a:p>
            <a:r>
              <a:rPr lang="en-GB" dirty="0" err="1"/>
              <a:t>Netbeans</a:t>
            </a:r>
            <a:endParaRPr lang="en-GB" dirty="0"/>
          </a:p>
          <a:p>
            <a:r>
              <a:rPr lang="en-GB" dirty="0" err="1"/>
              <a:t>Github</a:t>
            </a:r>
            <a:endParaRPr lang="en-GB" dirty="0"/>
          </a:p>
          <a:p>
            <a:r>
              <a:rPr lang="en-GB" dirty="0"/>
              <a:t>Bootstrap </a:t>
            </a:r>
          </a:p>
        </p:txBody>
      </p:sp>
    </p:spTree>
    <p:extLst>
      <p:ext uri="{BB962C8B-B14F-4D97-AF65-F5344CB8AC3E}">
        <p14:creationId xmlns:p14="http://schemas.microsoft.com/office/powerpoint/2010/main" val="4238784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16443-1F9A-05FB-E27C-E62D523B3B4B}"/>
              </a:ext>
            </a:extLst>
          </p:cNvPr>
          <p:cNvSpPr>
            <a:spLocks noGrp="1"/>
          </p:cNvSpPr>
          <p:nvPr>
            <p:ph type="title"/>
          </p:nvPr>
        </p:nvSpPr>
        <p:spPr/>
        <p:txBody>
          <a:bodyPr/>
          <a:lstStyle/>
          <a:p>
            <a:r>
              <a:rPr lang="en-US" dirty="0"/>
              <a:t>Tools for Interaction Design</a:t>
            </a:r>
            <a:endParaRPr lang="en-PK" dirty="0"/>
          </a:p>
        </p:txBody>
      </p:sp>
      <p:sp>
        <p:nvSpPr>
          <p:cNvPr id="3" name="Content Placeholder 2">
            <a:extLst>
              <a:ext uri="{FF2B5EF4-FFF2-40B4-BE49-F238E27FC236}">
                <a16:creationId xmlns:a16="http://schemas.microsoft.com/office/drawing/2014/main" id="{40E8C594-BC44-D266-84EB-D52F8AF87B66}"/>
              </a:ext>
            </a:extLst>
          </p:cNvPr>
          <p:cNvSpPr>
            <a:spLocks noGrp="1"/>
          </p:cNvSpPr>
          <p:nvPr>
            <p:ph idx="1"/>
          </p:nvPr>
        </p:nvSpPr>
        <p:spPr/>
        <p:txBody>
          <a:bodyPr/>
          <a:lstStyle/>
          <a:p>
            <a:r>
              <a:rPr lang="en-US" dirty="0"/>
              <a:t>Microsoft Visio</a:t>
            </a:r>
          </a:p>
          <a:p>
            <a:r>
              <a:rPr lang="en-US" dirty="0"/>
              <a:t>OmniGraffle</a:t>
            </a:r>
          </a:p>
          <a:p>
            <a:r>
              <a:rPr lang="en-US" dirty="0" err="1"/>
              <a:t>FreeMind</a:t>
            </a:r>
            <a:endParaRPr lang="en-US" dirty="0"/>
          </a:p>
          <a:p>
            <a:r>
              <a:rPr lang="en-US" dirty="0"/>
              <a:t>Overflow.io </a:t>
            </a:r>
          </a:p>
          <a:p>
            <a:r>
              <a:rPr lang="en-US" dirty="0"/>
              <a:t>Balsamiq</a:t>
            </a:r>
          </a:p>
          <a:p>
            <a:r>
              <a:rPr lang="en-US" dirty="0"/>
              <a:t>Axure RP</a:t>
            </a:r>
          </a:p>
          <a:p>
            <a:r>
              <a:rPr lang="en-US" dirty="0"/>
              <a:t>Sketch</a:t>
            </a:r>
          </a:p>
          <a:p>
            <a:r>
              <a:rPr lang="en-US" dirty="0" err="1"/>
              <a:t>Moqups</a:t>
            </a:r>
            <a:endParaRPr lang="en-US" dirty="0"/>
          </a:p>
        </p:txBody>
      </p:sp>
    </p:spTree>
    <p:extLst>
      <p:ext uri="{BB962C8B-B14F-4D97-AF65-F5344CB8AC3E}">
        <p14:creationId xmlns:p14="http://schemas.microsoft.com/office/powerpoint/2010/main" val="2125336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8E7CE-33FD-DA00-FECC-8CC120E48502}"/>
              </a:ext>
            </a:extLst>
          </p:cNvPr>
          <p:cNvSpPr>
            <a:spLocks noGrp="1"/>
          </p:cNvSpPr>
          <p:nvPr>
            <p:ph type="title"/>
          </p:nvPr>
        </p:nvSpPr>
        <p:spPr/>
        <p:txBody>
          <a:bodyPr/>
          <a:lstStyle/>
          <a:p>
            <a:r>
              <a:rPr lang="en-US" dirty="0"/>
              <a:t>Conclusion </a:t>
            </a:r>
            <a:endParaRPr lang="en-PK" dirty="0"/>
          </a:p>
        </p:txBody>
      </p:sp>
      <p:sp>
        <p:nvSpPr>
          <p:cNvPr id="3" name="Content Placeholder 2">
            <a:extLst>
              <a:ext uri="{FF2B5EF4-FFF2-40B4-BE49-F238E27FC236}">
                <a16:creationId xmlns:a16="http://schemas.microsoft.com/office/drawing/2014/main" id="{12E2C29A-4EEB-9315-D974-50804BB5711D}"/>
              </a:ext>
            </a:extLst>
          </p:cNvPr>
          <p:cNvSpPr>
            <a:spLocks noGrp="1"/>
          </p:cNvSpPr>
          <p:nvPr>
            <p:ph idx="1"/>
          </p:nvPr>
        </p:nvSpPr>
        <p:spPr/>
        <p:txBody>
          <a:bodyPr/>
          <a:lstStyle/>
          <a:p>
            <a:r>
              <a:rPr lang="en-US" dirty="0" err="1"/>
              <a:t>AgileUX</a:t>
            </a:r>
            <a:endParaRPr lang="en-US" dirty="0"/>
          </a:p>
          <a:p>
            <a:r>
              <a:rPr lang="en-US" dirty="0"/>
              <a:t>Design Patterns</a:t>
            </a:r>
          </a:p>
          <a:p>
            <a:r>
              <a:rPr lang="en-US"/>
              <a:t>Open</a:t>
            </a:r>
            <a:r>
              <a:rPr lang="en-US" dirty="0"/>
              <a:t>-</a:t>
            </a:r>
            <a:r>
              <a:rPr lang="en-US"/>
              <a:t>Source </a:t>
            </a:r>
            <a:r>
              <a:rPr lang="en-US" dirty="0"/>
              <a:t>Resources</a:t>
            </a:r>
          </a:p>
          <a:p>
            <a:r>
              <a:rPr lang="en-US" dirty="0"/>
              <a:t>Tools for Interaction Design </a:t>
            </a:r>
            <a:endParaRPr lang="en-PK" dirty="0"/>
          </a:p>
        </p:txBody>
      </p:sp>
    </p:spTree>
    <p:extLst>
      <p:ext uri="{BB962C8B-B14F-4D97-AF65-F5344CB8AC3E}">
        <p14:creationId xmlns:p14="http://schemas.microsoft.com/office/powerpoint/2010/main" val="4249974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12793</TotalTime>
  <Words>972</Words>
  <Application>Microsoft Office PowerPoint</Application>
  <PresentationFormat>On-screen Show (4:3)</PresentationFormat>
  <Paragraphs>114</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Calibri</vt:lpstr>
      <vt:lpstr>Gill Sans MT</vt:lpstr>
      <vt:lpstr>Verdana</vt:lpstr>
      <vt:lpstr>Wingdings 2</vt:lpstr>
      <vt:lpstr>Solstice</vt:lpstr>
      <vt:lpstr>Interaction Design in Practice </vt:lpstr>
      <vt:lpstr>Introduction</vt:lpstr>
      <vt:lpstr>Agile</vt:lpstr>
      <vt:lpstr>UX</vt:lpstr>
      <vt:lpstr>Agile UX</vt:lpstr>
      <vt:lpstr>Dimension of Collaborations</vt:lpstr>
      <vt:lpstr>Key is Balance </vt:lpstr>
      <vt:lpstr>Prioritizations of Goals </vt:lpstr>
      <vt:lpstr>Example - Epic</vt:lpstr>
      <vt:lpstr>AgileUX Framework </vt:lpstr>
      <vt:lpstr>User Research </vt:lpstr>
      <vt:lpstr>Aligning Work Practices </vt:lpstr>
      <vt:lpstr>Aligning Work Practices – Challenge </vt:lpstr>
      <vt:lpstr>AgileUX Cycle </vt:lpstr>
      <vt:lpstr>AgileUX and UX Designers  </vt:lpstr>
      <vt:lpstr>Documentation </vt:lpstr>
      <vt:lpstr>How Much Documentation is Required?</vt:lpstr>
      <vt:lpstr>Example - A LF User Journey</vt:lpstr>
      <vt:lpstr>Example - A HF User Journey</vt:lpstr>
      <vt:lpstr>Design Patterns</vt:lpstr>
      <vt:lpstr>Anti and Dark Patterns</vt:lpstr>
      <vt:lpstr>Open-Source Resources</vt:lpstr>
      <vt:lpstr>Tools for Interaction Design</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Abilities</dc:title>
  <dc:creator>adnan</dc:creator>
  <cp:lastModifiedBy>Sara Muneeb</cp:lastModifiedBy>
  <cp:revision>195</cp:revision>
  <cp:lastPrinted>2022-09-22T09:41:23Z</cp:lastPrinted>
  <dcterms:created xsi:type="dcterms:W3CDTF">2018-08-15T12:40:21Z</dcterms:created>
  <dcterms:modified xsi:type="dcterms:W3CDTF">2022-12-23T07:53:06Z</dcterms:modified>
</cp:coreProperties>
</file>