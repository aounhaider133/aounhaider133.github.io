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258" r:id="rId4"/>
    <p:sldId id="263" r:id="rId5"/>
    <p:sldId id="260" r:id="rId6"/>
    <p:sldId id="259"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6D58DD-CAD1-41FD-B346-5DA3667E10E3}" v="110" dt="2022-12-07T10:50:43.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58" autoAdjust="0"/>
    <p:restoredTop sz="94660"/>
  </p:normalViewPr>
  <p:slideViewPr>
    <p:cSldViewPr>
      <p:cViewPr>
        <p:scale>
          <a:sx n="94" d="100"/>
          <a:sy n="94" d="100"/>
        </p:scale>
        <p:origin x="90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626D58DD-CAD1-41FD-B346-5DA3667E10E3}"/>
    <pc:docChg chg="undo custSel addSld delSld modSld">
      <pc:chgData name="Sara Muneeb" userId="29b624b1-a719-43f5-9b52-388cd4043c04" providerId="ADAL" clId="{626D58DD-CAD1-41FD-B346-5DA3667E10E3}" dt="2022-12-07T12:11:28.684" v="3033" actId="47"/>
      <pc:docMkLst>
        <pc:docMk/>
      </pc:docMkLst>
      <pc:sldChg chg="modSp mod">
        <pc:chgData name="Sara Muneeb" userId="29b624b1-a719-43f5-9b52-388cd4043c04" providerId="ADAL" clId="{626D58DD-CAD1-41FD-B346-5DA3667E10E3}" dt="2022-12-06T04:54:01.538" v="8" actId="20577"/>
        <pc:sldMkLst>
          <pc:docMk/>
          <pc:sldMk cId="2984185032" sldId="256"/>
        </pc:sldMkLst>
        <pc:spChg chg="mod">
          <ac:chgData name="Sara Muneeb" userId="29b624b1-a719-43f5-9b52-388cd4043c04" providerId="ADAL" clId="{626D58DD-CAD1-41FD-B346-5DA3667E10E3}" dt="2022-12-06T04:54:01.538" v="8" actId="20577"/>
          <ac:spMkLst>
            <pc:docMk/>
            <pc:sldMk cId="2984185032" sldId="256"/>
            <ac:spMk id="2" creationId="{00000000-0000-0000-0000-000000000000}"/>
          </ac:spMkLst>
        </pc:spChg>
      </pc:sldChg>
      <pc:sldChg chg="addSp delSp modSp new mod">
        <pc:chgData name="Sara Muneeb" userId="29b624b1-a719-43f5-9b52-388cd4043c04" providerId="ADAL" clId="{626D58DD-CAD1-41FD-B346-5DA3667E10E3}" dt="2022-12-07T09:25:18.194" v="711" actId="167"/>
        <pc:sldMkLst>
          <pc:docMk/>
          <pc:sldMk cId="1746396122" sldId="257"/>
        </pc:sldMkLst>
        <pc:spChg chg="mod">
          <ac:chgData name="Sara Muneeb" userId="29b624b1-a719-43f5-9b52-388cd4043c04" providerId="ADAL" clId="{626D58DD-CAD1-41FD-B346-5DA3667E10E3}" dt="2022-12-06T04:54:14.566" v="21" actId="20577"/>
          <ac:spMkLst>
            <pc:docMk/>
            <pc:sldMk cId="1746396122" sldId="257"/>
            <ac:spMk id="2" creationId="{2D6D919B-68BD-4476-86FD-F0566FCA1E72}"/>
          </ac:spMkLst>
        </pc:spChg>
        <pc:spChg chg="mod">
          <ac:chgData name="Sara Muneeb" userId="29b624b1-a719-43f5-9b52-388cd4043c04" providerId="ADAL" clId="{626D58DD-CAD1-41FD-B346-5DA3667E10E3}" dt="2022-12-07T09:25:05.410" v="708" actId="404"/>
          <ac:spMkLst>
            <pc:docMk/>
            <pc:sldMk cId="1746396122" sldId="257"/>
            <ac:spMk id="3" creationId="{90AF1FA9-BC96-9025-809A-CB7FBD0773E0}"/>
          </ac:spMkLst>
        </pc:spChg>
        <pc:picChg chg="add del mod">
          <ac:chgData name="Sara Muneeb" userId="29b624b1-a719-43f5-9b52-388cd4043c04" providerId="ADAL" clId="{626D58DD-CAD1-41FD-B346-5DA3667E10E3}" dt="2022-12-07T09:24:33.307" v="699" actId="478"/>
          <ac:picMkLst>
            <pc:docMk/>
            <pc:sldMk cId="1746396122" sldId="257"/>
            <ac:picMk id="3074" creationId="{81585607-DC9C-A10B-C0C0-FA37C76C10B6}"/>
          </ac:picMkLst>
        </pc:picChg>
        <pc:picChg chg="add mod">
          <ac:chgData name="Sara Muneeb" userId="29b624b1-a719-43f5-9b52-388cd4043c04" providerId="ADAL" clId="{626D58DD-CAD1-41FD-B346-5DA3667E10E3}" dt="2022-12-07T09:25:18.194" v="711" actId="167"/>
          <ac:picMkLst>
            <pc:docMk/>
            <pc:sldMk cId="1746396122" sldId="257"/>
            <ac:picMk id="3076" creationId="{F43BF084-CDA6-DF22-5CA0-76703CDC2900}"/>
          </ac:picMkLst>
        </pc:picChg>
      </pc:sldChg>
      <pc:sldChg chg="del">
        <pc:chgData name="Sara Muneeb" userId="29b624b1-a719-43f5-9b52-388cd4043c04" providerId="ADAL" clId="{626D58DD-CAD1-41FD-B346-5DA3667E10E3}" dt="2022-12-06T04:53:54.509" v="0" actId="47"/>
        <pc:sldMkLst>
          <pc:docMk/>
          <pc:sldMk cId="4052696622" sldId="257"/>
        </pc:sldMkLst>
      </pc:sldChg>
      <pc:sldChg chg="del">
        <pc:chgData name="Sara Muneeb" userId="29b624b1-a719-43f5-9b52-388cd4043c04" providerId="ADAL" clId="{626D58DD-CAD1-41FD-B346-5DA3667E10E3}" dt="2022-12-06T04:53:54.509" v="0" actId="47"/>
        <pc:sldMkLst>
          <pc:docMk/>
          <pc:sldMk cId="1361134221" sldId="258"/>
        </pc:sldMkLst>
      </pc:sldChg>
      <pc:sldChg chg="addSp modSp new mod">
        <pc:chgData name="Sara Muneeb" userId="29b624b1-a719-43f5-9b52-388cd4043c04" providerId="ADAL" clId="{626D58DD-CAD1-41FD-B346-5DA3667E10E3}" dt="2022-12-07T09:26:50.867" v="739" actId="1076"/>
        <pc:sldMkLst>
          <pc:docMk/>
          <pc:sldMk cId="3860371570" sldId="258"/>
        </pc:sldMkLst>
        <pc:spChg chg="mod">
          <ac:chgData name="Sara Muneeb" userId="29b624b1-a719-43f5-9b52-388cd4043c04" providerId="ADAL" clId="{626D58DD-CAD1-41FD-B346-5DA3667E10E3}" dt="2022-12-07T06:32:34.700" v="100" actId="20577"/>
          <ac:spMkLst>
            <pc:docMk/>
            <pc:sldMk cId="3860371570" sldId="258"/>
            <ac:spMk id="2" creationId="{C3560AE7-E8D9-D0FC-3E1F-23C3C7057DB6}"/>
          </ac:spMkLst>
        </pc:spChg>
        <pc:spChg chg="mod">
          <ac:chgData name="Sara Muneeb" userId="29b624b1-a719-43f5-9b52-388cd4043c04" providerId="ADAL" clId="{626D58DD-CAD1-41FD-B346-5DA3667E10E3}" dt="2022-12-07T09:26:42.060" v="736" actId="21"/>
          <ac:spMkLst>
            <pc:docMk/>
            <pc:sldMk cId="3860371570" sldId="258"/>
            <ac:spMk id="3" creationId="{C43F6602-D41C-1E60-8D60-EA0206CAFCDB}"/>
          </ac:spMkLst>
        </pc:spChg>
        <pc:picChg chg="add mod">
          <ac:chgData name="Sara Muneeb" userId="29b624b1-a719-43f5-9b52-388cd4043c04" providerId="ADAL" clId="{626D58DD-CAD1-41FD-B346-5DA3667E10E3}" dt="2022-12-07T09:26:50.867" v="739" actId="1076"/>
          <ac:picMkLst>
            <pc:docMk/>
            <pc:sldMk cId="3860371570" sldId="258"/>
            <ac:picMk id="4098" creationId="{DD73AAF0-86FF-9B2D-14CB-33E8EBE2ED85}"/>
          </ac:picMkLst>
        </pc:picChg>
      </pc:sldChg>
      <pc:sldChg chg="addSp modSp new mod">
        <pc:chgData name="Sara Muneeb" userId="29b624b1-a719-43f5-9b52-388cd4043c04" providerId="ADAL" clId="{626D58DD-CAD1-41FD-B346-5DA3667E10E3}" dt="2022-12-07T09:11:33.123" v="438" actId="1076"/>
        <pc:sldMkLst>
          <pc:docMk/>
          <pc:sldMk cId="2060412909" sldId="259"/>
        </pc:sldMkLst>
        <pc:spChg chg="mod">
          <ac:chgData name="Sara Muneeb" userId="29b624b1-a719-43f5-9b52-388cd4043c04" providerId="ADAL" clId="{626D58DD-CAD1-41FD-B346-5DA3667E10E3}" dt="2022-12-07T09:06:41.045" v="359" actId="27636"/>
          <ac:spMkLst>
            <pc:docMk/>
            <pc:sldMk cId="2060412909" sldId="259"/>
            <ac:spMk id="2" creationId="{BC618433-BF47-7878-9478-00B34BE787A0}"/>
          </ac:spMkLst>
        </pc:spChg>
        <pc:spChg chg="mod">
          <ac:chgData name="Sara Muneeb" userId="29b624b1-a719-43f5-9b52-388cd4043c04" providerId="ADAL" clId="{626D58DD-CAD1-41FD-B346-5DA3667E10E3}" dt="2022-12-07T09:11:17.056" v="435" actId="404"/>
          <ac:spMkLst>
            <pc:docMk/>
            <pc:sldMk cId="2060412909" sldId="259"/>
            <ac:spMk id="3" creationId="{48507441-FF76-03B6-2E1A-3AEF5105983A}"/>
          </ac:spMkLst>
        </pc:spChg>
        <pc:picChg chg="add mod">
          <ac:chgData name="Sara Muneeb" userId="29b624b1-a719-43f5-9b52-388cd4043c04" providerId="ADAL" clId="{626D58DD-CAD1-41FD-B346-5DA3667E10E3}" dt="2022-12-07T09:11:33.123" v="438" actId="1076"/>
          <ac:picMkLst>
            <pc:docMk/>
            <pc:sldMk cId="2060412909" sldId="259"/>
            <ac:picMk id="1026" creationId="{457EFE12-53E1-317F-BA94-7398E4966D0B}"/>
          </ac:picMkLst>
        </pc:picChg>
      </pc:sldChg>
      <pc:sldChg chg="del">
        <pc:chgData name="Sara Muneeb" userId="29b624b1-a719-43f5-9b52-388cd4043c04" providerId="ADAL" clId="{626D58DD-CAD1-41FD-B346-5DA3667E10E3}" dt="2022-12-06T04:53:54.509" v="0" actId="47"/>
        <pc:sldMkLst>
          <pc:docMk/>
          <pc:sldMk cId="4265269636" sldId="259"/>
        </pc:sldMkLst>
      </pc:sldChg>
      <pc:sldChg chg="del">
        <pc:chgData name="Sara Muneeb" userId="29b624b1-a719-43f5-9b52-388cd4043c04" providerId="ADAL" clId="{626D58DD-CAD1-41FD-B346-5DA3667E10E3}" dt="2022-12-06T04:53:54.509" v="0" actId="47"/>
        <pc:sldMkLst>
          <pc:docMk/>
          <pc:sldMk cId="3053092613" sldId="260"/>
        </pc:sldMkLst>
      </pc:sldChg>
      <pc:sldChg chg="modSp new mod">
        <pc:chgData name="Sara Muneeb" userId="29b624b1-a719-43f5-9b52-388cd4043c04" providerId="ADAL" clId="{626D58DD-CAD1-41FD-B346-5DA3667E10E3}" dt="2022-12-07T09:25:58.324" v="724" actId="20577"/>
        <pc:sldMkLst>
          <pc:docMk/>
          <pc:sldMk cId="3321054555" sldId="260"/>
        </pc:sldMkLst>
        <pc:spChg chg="mod">
          <ac:chgData name="Sara Muneeb" userId="29b624b1-a719-43f5-9b52-388cd4043c04" providerId="ADAL" clId="{626D58DD-CAD1-41FD-B346-5DA3667E10E3}" dt="2022-12-07T09:25:58.324" v="724" actId="20577"/>
          <ac:spMkLst>
            <pc:docMk/>
            <pc:sldMk cId="3321054555" sldId="260"/>
            <ac:spMk id="2" creationId="{C866CABA-CA83-CBBA-2F53-AC06F966E641}"/>
          </ac:spMkLst>
        </pc:spChg>
        <pc:spChg chg="mod">
          <ac:chgData name="Sara Muneeb" userId="29b624b1-a719-43f5-9b52-388cd4043c04" providerId="ADAL" clId="{626D58DD-CAD1-41FD-B346-5DA3667E10E3}" dt="2022-12-07T09:02:14.454" v="355" actId="20577"/>
          <ac:spMkLst>
            <pc:docMk/>
            <pc:sldMk cId="3321054555" sldId="260"/>
            <ac:spMk id="3" creationId="{0C9C6AC8-E212-7E96-4848-B255D7EB7AE3}"/>
          </ac:spMkLst>
        </pc:spChg>
      </pc:sldChg>
      <pc:sldChg chg="del">
        <pc:chgData name="Sara Muneeb" userId="29b624b1-a719-43f5-9b52-388cd4043c04" providerId="ADAL" clId="{626D58DD-CAD1-41FD-B346-5DA3667E10E3}" dt="2022-12-06T04:53:54.509" v="0" actId="47"/>
        <pc:sldMkLst>
          <pc:docMk/>
          <pc:sldMk cId="148806529" sldId="261"/>
        </pc:sldMkLst>
      </pc:sldChg>
      <pc:sldChg chg="addSp modSp new mod">
        <pc:chgData name="Sara Muneeb" userId="29b624b1-a719-43f5-9b52-388cd4043c04" providerId="ADAL" clId="{626D58DD-CAD1-41FD-B346-5DA3667E10E3}" dt="2022-12-07T09:21:47.993" v="691" actId="114"/>
        <pc:sldMkLst>
          <pc:docMk/>
          <pc:sldMk cId="1632207964" sldId="261"/>
        </pc:sldMkLst>
        <pc:spChg chg="mod">
          <ac:chgData name="Sara Muneeb" userId="29b624b1-a719-43f5-9b52-388cd4043c04" providerId="ADAL" clId="{626D58DD-CAD1-41FD-B346-5DA3667E10E3}" dt="2022-12-07T09:11:45.065" v="439"/>
          <ac:spMkLst>
            <pc:docMk/>
            <pc:sldMk cId="1632207964" sldId="261"/>
            <ac:spMk id="2" creationId="{07932193-8A40-2A47-8ED9-D44350C2BC32}"/>
          </ac:spMkLst>
        </pc:spChg>
        <pc:spChg chg="mod">
          <ac:chgData name="Sara Muneeb" userId="29b624b1-a719-43f5-9b52-388cd4043c04" providerId="ADAL" clId="{626D58DD-CAD1-41FD-B346-5DA3667E10E3}" dt="2022-12-07T09:21:47.993" v="691" actId="114"/>
          <ac:spMkLst>
            <pc:docMk/>
            <pc:sldMk cId="1632207964" sldId="261"/>
            <ac:spMk id="3" creationId="{40826A6F-3E45-8940-48F0-0A569DA89FE4}"/>
          </ac:spMkLst>
        </pc:spChg>
        <pc:picChg chg="add mod">
          <ac:chgData name="Sara Muneeb" userId="29b624b1-a719-43f5-9b52-388cd4043c04" providerId="ADAL" clId="{626D58DD-CAD1-41FD-B346-5DA3667E10E3}" dt="2022-12-07T09:20:55.081" v="664" actId="14100"/>
          <ac:picMkLst>
            <pc:docMk/>
            <pc:sldMk cId="1632207964" sldId="261"/>
            <ac:picMk id="2050" creationId="{C406DF67-BC20-6968-257C-889FD9A71601}"/>
          </ac:picMkLst>
        </pc:picChg>
      </pc:sldChg>
      <pc:sldChg chg="del">
        <pc:chgData name="Sara Muneeb" userId="29b624b1-a719-43f5-9b52-388cd4043c04" providerId="ADAL" clId="{626D58DD-CAD1-41FD-B346-5DA3667E10E3}" dt="2022-12-06T04:53:54.509" v="0" actId="47"/>
        <pc:sldMkLst>
          <pc:docMk/>
          <pc:sldMk cId="2076603548" sldId="262"/>
        </pc:sldMkLst>
      </pc:sldChg>
      <pc:sldChg chg="modSp new mod">
        <pc:chgData name="Sara Muneeb" userId="29b624b1-a719-43f5-9b52-388cd4043c04" providerId="ADAL" clId="{626D58DD-CAD1-41FD-B346-5DA3667E10E3}" dt="2022-12-07T10:05:52.351" v="1413" actId="20577"/>
        <pc:sldMkLst>
          <pc:docMk/>
          <pc:sldMk cId="3110555305" sldId="262"/>
        </pc:sldMkLst>
        <pc:spChg chg="mod">
          <ac:chgData name="Sara Muneeb" userId="29b624b1-a719-43f5-9b52-388cd4043c04" providerId="ADAL" clId="{626D58DD-CAD1-41FD-B346-5DA3667E10E3}" dt="2022-12-07T09:17:11.555" v="644"/>
          <ac:spMkLst>
            <pc:docMk/>
            <pc:sldMk cId="3110555305" sldId="262"/>
            <ac:spMk id="2" creationId="{73057CAC-EC86-4C16-8229-91360890C803}"/>
          </ac:spMkLst>
        </pc:spChg>
        <pc:spChg chg="mod">
          <ac:chgData name="Sara Muneeb" userId="29b624b1-a719-43f5-9b52-388cd4043c04" providerId="ADAL" clId="{626D58DD-CAD1-41FD-B346-5DA3667E10E3}" dt="2022-12-07T10:05:52.351" v="1413" actId="20577"/>
          <ac:spMkLst>
            <pc:docMk/>
            <pc:sldMk cId="3110555305" sldId="262"/>
            <ac:spMk id="3" creationId="{42E557E4-7D36-DEC3-6240-1B15850D4CA8}"/>
          </ac:spMkLst>
        </pc:spChg>
      </pc:sldChg>
      <pc:sldChg chg="del">
        <pc:chgData name="Sara Muneeb" userId="29b624b1-a719-43f5-9b52-388cd4043c04" providerId="ADAL" clId="{626D58DD-CAD1-41FD-B346-5DA3667E10E3}" dt="2022-12-06T04:53:54.509" v="0" actId="47"/>
        <pc:sldMkLst>
          <pc:docMk/>
          <pc:sldMk cId="1694070568" sldId="263"/>
        </pc:sldMkLst>
      </pc:sldChg>
      <pc:sldChg chg="modSp new mod">
        <pc:chgData name="Sara Muneeb" userId="29b624b1-a719-43f5-9b52-388cd4043c04" providerId="ADAL" clId="{626D58DD-CAD1-41FD-B346-5DA3667E10E3}" dt="2022-12-07T10:05:15.901" v="1402" actId="20577"/>
        <pc:sldMkLst>
          <pc:docMk/>
          <pc:sldMk cId="2084209913" sldId="263"/>
        </pc:sldMkLst>
        <pc:spChg chg="mod">
          <ac:chgData name="Sara Muneeb" userId="29b624b1-a719-43f5-9b52-388cd4043c04" providerId="ADAL" clId="{626D58DD-CAD1-41FD-B346-5DA3667E10E3}" dt="2022-12-07T10:05:15.901" v="1402" actId="20577"/>
          <ac:spMkLst>
            <pc:docMk/>
            <pc:sldMk cId="2084209913" sldId="263"/>
            <ac:spMk id="2" creationId="{6CD0638C-23D9-4086-4665-113A5CBDEB05}"/>
          </ac:spMkLst>
        </pc:spChg>
        <pc:spChg chg="mod">
          <ac:chgData name="Sara Muneeb" userId="29b624b1-a719-43f5-9b52-388cd4043c04" providerId="ADAL" clId="{626D58DD-CAD1-41FD-B346-5DA3667E10E3}" dt="2022-12-07T10:05:03.371" v="1383" actId="27636"/>
          <ac:spMkLst>
            <pc:docMk/>
            <pc:sldMk cId="2084209913" sldId="263"/>
            <ac:spMk id="3" creationId="{71FFDB5D-541C-F5EE-B426-EC9D8161D9A8}"/>
          </ac:spMkLst>
        </pc:spChg>
      </pc:sldChg>
      <pc:sldChg chg="del">
        <pc:chgData name="Sara Muneeb" userId="29b624b1-a719-43f5-9b52-388cd4043c04" providerId="ADAL" clId="{626D58DD-CAD1-41FD-B346-5DA3667E10E3}" dt="2022-12-06T04:53:54.509" v="0" actId="47"/>
        <pc:sldMkLst>
          <pc:docMk/>
          <pc:sldMk cId="588564377" sldId="264"/>
        </pc:sldMkLst>
      </pc:sldChg>
      <pc:sldChg chg="addSp delSp modSp new mod">
        <pc:chgData name="Sara Muneeb" userId="29b624b1-a719-43f5-9b52-388cd4043c04" providerId="ADAL" clId="{626D58DD-CAD1-41FD-B346-5DA3667E10E3}" dt="2022-12-07T10:11:04.068" v="1541" actId="6549"/>
        <pc:sldMkLst>
          <pc:docMk/>
          <pc:sldMk cId="2319099585" sldId="264"/>
        </pc:sldMkLst>
        <pc:spChg chg="mod">
          <ac:chgData name="Sara Muneeb" userId="29b624b1-a719-43f5-9b52-388cd4043c04" providerId="ADAL" clId="{626D58DD-CAD1-41FD-B346-5DA3667E10E3}" dt="2022-12-07T10:09:34.452" v="1512" actId="20577"/>
          <ac:spMkLst>
            <pc:docMk/>
            <pc:sldMk cId="2319099585" sldId="264"/>
            <ac:spMk id="2" creationId="{398C4538-1C9C-E389-735E-0C422E9385F0}"/>
          </ac:spMkLst>
        </pc:spChg>
        <pc:spChg chg="mod">
          <ac:chgData name="Sara Muneeb" userId="29b624b1-a719-43f5-9b52-388cd4043c04" providerId="ADAL" clId="{626D58DD-CAD1-41FD-B346-5DA3667E10E3}" dt="2022-12-07T10:11:04.068" v="1541" actId="6549"/>
          <ac:spMkLst>
            <pc:docMk/>
            <pc:sldMk cId="2319099585" sldId="264"/>
            <ac:spMk id="3" creationId="{32ACA20A-46DC-7ABA-B504-E54CA02BFBC7}"/>
          </ac:spMkLst>
        </pc:spChg>
        <pc:spChg chg="add del">
          <ac:chgData name="Sara Muneeb" userId="29b624b1-a719-43f5-9b52-388cd4043c04" providerId="ADAL" clId="{626D58DD-CAD1-41FD-B346-5DA3667E10E3}" dt="2022-12-07T10:10:48.725" v="1536" actId="22"/>
          <ac:spMkLst>
            <pc:docMk/>
            <pc:sldMk cId="2319099585" sldId="264"/>
            <ac:spMk id="5" creationId="{475B7698-41BE-F809-2873-763845FB49EE}"/>
          </ac:spMkLst>
        </pc:spChg>
      </pc:sldChg>
      <pc:sldChg chg="addSp modSp new mod">
        <pc:chgData name="Sara Muneeb" userId="29b624b1-a719-43f5-9b52-388cd4043c04" providerId="ADAL" clId="{626D58DD-CAD1-41FD-B346-5DA3667E10E3}" dt="2022-12-07T10:12:12.605" v="1555"/>
        <pc:sldMkLst>
          <pc:docMk/>
          <pc:sldMk cId="187458491" sldId="265"/>
        </pc:sldMkLst>
        <pc:spChg chg="mod">
          <ac:chgData name="Sara Muneeb" userId="29b624b1-a719-43f5-9b52-388cd4043c04" providerId="ADAL" clId="{626D58DD-CAD1-41FD-B346-5DA3667E10E3}" dt="2022-12-07T10:12:12.605" v="1555"/>
          <ac:spMkLst>
            <pc:docMk/>
            <pc:sldMk cId="187458491" sldId="265"/>
            <ac:spMk id="2" creationId="{F5D53E8D-6509-04E5-492D-80A9996256E6}"/>
          </ac:spMkLst>
        </pc:spChg>
        <pc:spChg chg="mod">
          <ac:chgData name="Sara Muneeb" userId="29b624b1-a719-43f5-9b52-388cd4043c04" providerId="ADAL" clId="{626D58DD-CAD1-41FD-B346-5DA3667E10E3}" dt="2022-12-07T10:11:23.985" v="1546" actId="20577"/>
          <ac:spMkLst>
            <pc:docMk/>
            <pc:sldMk cId="187458491" sldId="265"/>
            <ac:spMk id="3" creationId="{4ACCCBCC-0D95-4399-BCA0-1CE274345BD8}"/>
          </ac:spMkLst>
        </pc:spChg>
        <pc:picChg chg="add mod">
          <ac:chgData name="Sara Muneeb" userId="29b624b1-a719-43f5-9b52-388cd4043c04" providerId="ADAL" clId="{626D58DD-CAD1-41FD-B346-5DA3667E10E3}" dt="2022-12-07T10:11:55.365" v="1554" actId="1076"/>
          <ac:picMkLst>
            <pc:docMk/>
            <pc:sldMk cId="187458491" sldId="265"/>
            <ac:picMk id="5122" creationId="{B9E26AB3-BEC0-8BB5-E242-D5ED2129E429}"/>
          </ac:picMkLst>
        </pc:picChg>
      </pc:sldChg>
      <pc:sldChg chg="del">
        <pc:chgData name="Sara Muneeb" userId="29b624b1-a719-43f5-9b52-388cd4043c04" providerId="ADAL" clId="{626D58DD-CAD1-41FD-B346-5DA3667E10E3}" dt="2022-12-06T04:53:54.509" v="0" actId="47"/>
        <pc:sldMkLst>
          <pc:docMk/>
          <pc:sldMk cId="920584413" sldId="265"/>
        </pc:sldMkLst>
      </pc:sldChg>
      <pc:sldChg chg="del">
        <pc:chgData name="Sara Muneeb" userId="29b624b1-a719-43f5-9b52-388cd4043c04" providerId="ADAL" clId="{626D58DD-CAD1-41FD-B346-5DA3667E10E3}" dt="2022-12-06T04:53:54.509" v="0" actId="47"/>
        <pc:sldMkLst>
          <pc:docMk/>
          <pc:sldMk cId="480505665" sldId="266"/>
        </pc:sldMkLst>
      </pc:sldChg>
      <pc:sldChg chg="addSp delSp modSp new mod">
        <pc:chgData name="Sara Muneeb" userId="29b624b1-a719-43f5-9b52-388cd4043c04" providerId="ADAL" clId="{626D58DD-CAD1-41FD-B346-5DA3667E10E3}" dt="2022-12-07T10:20:56.959" v="1797" actId="1076"/>
        <pc:sldMkLst>
          <pc:docMk/>
          <pc:sldMk cId="3212761477" sldId="266"/>
        </pc:sldMkLst>
        <pc:spChg chg="mod">
          <ac:chgData name="Sara Muneeb" userId="29b624b1-a719-43f5-9b52-388cd4043c04" providerId="ADAL" clId="{626D58DD-CAD1-41FD-B346-5DA3667E10E3}" dt="2022-12-07T10:12:33.850" v="1614" actId="20577"/>
          <ac:spMkLst>
            <pc:docMk/>
            <pc:sldMk cId="3212761477" sldId="266"/>
            <ac:spMk id="2" creationId="{043EC072-1643-AC0E-72CB-13AEE01DC25D}"/>
          </ac:spMkLst>
        </pc:spChg>
        <pc:spChg chg="mod">
          <ac:chgData name="Sara Muneeb" userId="29b624b1-a719-43f5-9b52-388cd4043c04" providerId="ADAL" clId="{626D58DD-CAD1-41FD-B346-5DA3667E10E3}" dt="2022-12-07T10:20:41.050" v="1793" actId="404"/>
          <ac:spMkLst>
            <pc:docMk/>
            <pc:sldMk cId="3212761477" sldId="266"/>
            <ac:spMk id="3" creationId="{1CC60E78-FC79-76B4-2AC9-D6914EB5F1F3}"/>
          </ac:spMkLst>
        </pc:spChg>
        <pc:picChg chg="add mod">
          <ac:chgData name="Sara Muneeb" userId="29b624b1-a719-43f5-9b52-388cd4043c04" providerId="ADAL" clId="{626D58DD-CAD1-41FD-B346-5DA3667E10E3}" dt="2022-12-07T10:20:56.959" v="1797" actId="1076"/>
          <ac:picMkLst>
            <pc:docMk/>
            <pc:sldMk cId="3212761477" sldId="266"/>
            <ac:picMk id="4" creationId="{374319CC-3C69-DA46-1E07-0B1E6267BF09}"/>
          </ac:picMkLst>
        </pc:picChg>
        <pc:picChg chg="add del">
          <ac:chgData name="Sara Muneeb" userId="29b624b1-a719-43f5-9b52-388cd4043c04" providerId="ADAL" clId="{626D58DD-CAD1-41FD-B346-5DA3667E10E3}" dt="2022-12-07T10:15:58.829" v="1694" actId="21"/>
          <ac:picMkLst>
            <pc:docMk/>
            <pc:sldMk cId="3212761477" sldId="266"/>
            <ac:picMk id="6146" creationId="{6671E64E-4A81-7930-D032-3E17D6418A46}"/>
          </ac:picMkLst>
        </pc:picChg>
      </pc:sldChg>
      <pc:sldChg chg="del">
        <pc:chgData name="Sara Muneeb" userId="29b624b1-a719-43f5-9b52-388cd4043c04" providerId="ADAL" clId="{626D58DD-CAD1-41FD-B346-5DA3667E10E3}" dt="2022-12-06T04:53:54.509" v="0" actId="47"/>
        <pc:sldMkLst>
          <pc:docMk/>
          <pc:sldMk cId="814825275" sldId="267"/>
        </pc:sldMkLst>
      </pc:sldChg>
      <pc:sldChg chg="addSp delSp modSp new mod">
        <pc:chgData name="Sara Muneeb" userId="29b624b1-a719-43f5-9b52-388cd4043c04" providerId="ADAL" clId="{626D58DD-CAD1-41FD-B346-5DA3667E10E3}" dt="2022-12-07T10:20:30.241" v="1791" actId="21"/>
        <pc:sldMkLst>
          <pc:docMk/>
          <pc:sldMk cId="2035522379" sldId="267"/>
        </pc:sldMkLst>
        <pc:spChg chg="mod">
          <ac:chgData name="Sara Muneeb" userId="29b624b1-a719-43f5-9b52-388cd4043c04" providerId="ADAL" clId="{626D58DD-CAD1-41FD-B346-5DA3667E10E3}" dt="2022-12-07T10:16:28.407" v="1723" actId="313"/>
          <ac:spMkLst>
            <pc:docMk/>
            <pc:sldMk cId="2035522379" sldId="267"/>
            <ac:spMk id="2" creationId="{3522A1BD-D0BE-1CD1-2C4A-35CEA632689D}"/>
          </ac:spMkLst>
        </pc:spChg>
        <pc:spChg chg="mod">
          <ac:chgData name="Sara Muneeb" userId="29b624b1-a719-43f5-9b52-388cd4043c04" providerId="ADAL" clId="{626D58DD-CAD1-41FD-B346-5DA3667E10E3}" dt="2022-12-07T10:20:16.796" v="1789" actId="14100"/>
          <ac:spMkLst>
            <pc:docMk/>
            <pc:sldMk cId="2035522379" sldId="267"/>
            <ac:spMk id="3" creationId="{71D702BD-0A98-DDB7-AD13-D744318D25BF}"/>
          </ac:spMkLst>
        </pc:spChg>
        <pc:picChg chg="add del mod">
          <ac:chgData name="Sara Muneeb" userId="29b624b1-a719-43f5-9b52-388cd4043c04" providerId="ADAL" clId="{626D58DD-CAD1-41FD-B346-5DA3667E10E3}" dt="2022-12-07T10:20:30.241" v="1791" actId="21"/>
          <ac:picMkLst>
            <pc:docMk/>
            <pc:sldMk cId="2035522379" sldId="267"/>
            <ac:picMk id="4" creationId="{D5DDE515-995D-4CC6-BB28-CCDA4EF37ABB}"/>
          </ac:picMkLst>
        </pc:picChg>
      </pc:sldChg>
      <pc:sldChg chg="del">
        <pc:chgData name="Sara Muneeb" userId="29b624b1-a719-43f5-9b52-388cd4043c04" providerId="ADAL" clId="{626D58DD-CAD1-41FD-B346-5DA3667E10E3}" dt="2022-12-06T04:53:54.509" v="0" actId="47"/>
        <pc:sldMkLst>
          <pc:docMk/>
          <pc:sldMk cId="793564404" sldId="268"/>
        </pc:sldMkLst>
      </pc:sldChg>
      <pc:sldChg chg="addSp delSp modSp new mod">
        <pc:chgData name="Sara Muneeb" userId="29b624b1-a719-43f5-9b52-388cd4043c04" providerId="ADAL" clId="{626D58DD-CAD1-41FD-B346-5DA3667E10E3}" dt="2022-12-07T10:27:43.431" v="2058" actId="1035"/>
        <pc:sldMkLst>
          <pc:docMk/>
          <pc:sldMk cId="1886305423" sldId="268"/>
        </pc:sldMkLst>
        <pc:spChg chg="mod">
          <ac:chgData name="Sara Muneeb" userId="29b624b1-a719-43f5-9b52-388cd4043c04" providerId="ADAL" clId="{626D58DD-CAD1-41FD-B346-5DA3667E10E3}" dt="2022-12-07T10:23:32.976" v="1858" actId="20577"/>
          <ac:spMkLst>
            <pc:docMk/>
            <pc:sldMk cId="1886305423" sldId="268"/>
            <ac:spMk id="2" creationId="{38E369E2-0429-0590-C171-E886D4563B73}"/>
          </ac:spMkLst>
        </pc:spChg>
        <pc:spChg chg="add del mod">
          <ac:chgData name="Sara Muneeb" userId="29b624b1-a719-43f5-9b52-388cd4043c04" providerId="ADAL" clId="{626D58DD-CAD1-41FD-B346-5DA3667E10E3}" dt="2022-12-07T10:27:22.268" v="2051" actId="404"/>
          <ac:spMkLst>
            <pc:docMk/>
            <pc:sldMk cId="1886305423" sldId="268"/>
            <ac:spMk id="3" creationId="{AE937DE8-9520-D6C3-F714-E36B4A70036B}"/>
          </ac:spMkLst>
        </pc:spChg>
        <pc:picChg chg="add del mod">
          <ac:chgData name="Sara Muneeb" userId="29b624b1-a719-43f5-9b52-388cd4043c04" providerId="ADAL" clId="{626D58DD-CAD1-41FD-B346-5DA3667E10E3}" dt="2022-12-07T10:21:42.585" v="1817"/>
          <ac:picMkLst>
            <pc:docMk/>
            <pc:sldMk cId="1886305423" sldId="268"/>
            <ac:picMk id="4" creationId="{C676EFFD-4F8B-B8CA-78FA-9C41FD0D9CC9}"/>
          </ac:picMkLst>
        </pc:picChg>
        <pc:picChg chg="add mod">
          <ac:chgData name="Sara Muneeb" userId="29b624b1-a719-43f5-9b52-388cd4043c04" providerId="ADAL" clId="{626D58DD-CAD1-41FD-B346-5DA3667E10E3}" dt="2022-12-07T10:27:43.431" v="2058" actId="1035"/>
          <ac:picMkLst>
            <pc:docMk/>
            <pc:sldMk cId="1886305423" sldId="268"/>
            <ac:picMk id="7170" creationId="{DE3C83B4-BAEB-2080-03AF-F13EAEE701AF}"/>
          </ac:picMkLst>
        </pc:picChg>
      </pc:sldChg>
      <pc:sldChg chg="addSp modSp new mod">
        <pc:chgData name="Sara Muneeb" userId="29b624b1-a719-43f5-9b52-388cd4043c04" providerId="ADAL" clId="{626D58DD-CAD1-41FD-B346-5DA3667E10E3}" dt="2022-12-07T10:34:55.759" v="2101" actId="1076"/>
        <pc:sldMkLst>
          <pc:docMk/>
          <pc:sldMk cId="681321597" sldId="269"/>
        </pc:sldMkLst>
        <pc:spChg chg="mod">
          <ac:chgData name="Sara Muneeb" userId="29b624b1-a719-43f5-9b52-388cd4043c04" providerId="ADAL" clId="{626D58DD-CAD1-41FD-B346-5DA3667E10E3}" dt="2022-12-07T10:24:32.020" v="1877" actId="20577"/>
          <ac:spMkLst>
            <pc:docMk/>
            <pc:sldMk cId="681321597" sldId="269"/>
            <ac:spMk id="2" creationId="{E23F001D-8E2C-64E3-774C-6BF96C0C9721}"/>
          </ac:spMkLst>
        </pc:spChg>
        <pc:spChg chg="mod">
          <ac:chgData name="Sara Muneeb" userId="29b624b1-a719-43f5-9b52-388cd4043c04" providerId="ADAL" clId="{626D58DD-CAD1-41FD-B346-5DA3667E10E3}" dt="2022-12-07T10:25:43.697" v="2025" actId="20577"/>
          <ac:spMkLst>
            <pc:docMk/>
            <pc:sldMk cId="681321597" sldId="269"/>
            <ac:spMk id="3" creationId="{724E1C29-E5A8-2F59-582F-F43811835532}"/>
          </ac:spMkLst>
        </pc:spChg>
        <pc:picChg chg="add mod">
          <ac:chgData name="Sara Muneeb" userId="29b624b1-a719-43f5-9b52-388cd4043c04" providerId="ADAL" clId="{626D58DD-CAD1-41FD-B346-5DA3667E10E3}" dt="2022-12-07T10:34:55.759" v="2101" actId="1076"/>
          <ac:picMkLst>
            <pc:docMk/>
            <pc:sldMk cId="681321597" sldId="269"/>
            <ac:picMk id="9218" creationId="{28B8CA0C-A687-A6A3-550A-C4E0F3D31E30}"/>
          </ac:picMkLst>
        </pc:picChg>
      </pc:sldChg>
      <pc:sldChg chg="del">
        <pc:chgData name="Sara Muneeb" userId="29b624b1-a719-43f5-9b52-388cd4043c04" providerId="ADAL" clId="{626D58DD-CAD1-41FD-B346-5DA3667E10E3}" dt="2022-12-06T04:53:54.509" v="0" actId="47"/>
        <pc:sldMkLst>
          <pc:docMk/>
          <pc:sldMk cId="3179164803" sldId="269"/>
        </pc:sldMkLst>
      </pc:sldChg>
      <pc:sldChg chg="del">
        <pc:chgData name="Sara Muneeb" userId="29b624b1-a719-43f5-9b52-388cd4043c04" providerId="ADAL" clId="{626D58DD-CAD1-41FD-B346-5DA3667E10E3}" dt="2022-12-06T04:53:54.509" v="0" actId="47"/>
        <pc:sldMkLst>
          <pc:docMk/>
          <pc:sldMk cId="1469265427" sldId="270"/>
        </pc:sldMkLst>
      </pc:sldChg>
      <pc:sldChg chg="modSp new mod">
        <pc:chgData name="Sara Muneeb" userId="29b624b1-a719-43f5-9b52-388cd4043c04" providerId="ADAL" clId="{626D58DD-CAD1-41FD-B346-5DA3667E10E3}" dt="2022-12-07T10:28:49.501" v="2098" actId="20577"/>
        <pc:sldMkLst>
          <pc:docMk/>
          <pc:sldMk cId="3433099799" sldId="270"/>
        </pc:sldMkLst>
        <pc:spChg chg="mod">
          <ac:chgData name="Sara Muneeb" userId="29b624b1-a719-43f5-9b52-388cd4043c04" providerId="ADAL" clId="{626D58DD-CAD1-41FD-B346-5DA3667E10E3}" dt="2022-12-07T10:28:00.754" v="2077" actId="20577"/>
          <ac:spMkLst>
            <pc:docMk/>
            <pc:sldMk cId="3433099799" sldId="270"/>
            <ac:spMk id="2" creationId="{92A436D5-20A5-9147-CDFC-B639FC75F995}"/>
          </ac:spMkLst>
        </pc:spChg>
        <pc:spChg chg="mod">
          <ac:chgData name="Sara Muneeb" userId="29b624b1-a719-43f5-9b52-388cd4043c04" providerId="ADAL" clId="{626D58DD-CAD1-41FD-B346-5DA3667E10E3}" dt="2022-12-07T10:28:49.501" v="2098" actId="20577"/>
          <ac:spMkLst>
            <pc:docMk/>
            <pc:sldMk cId="3433099799" sldId="270"/>
            <ac:spMk id="3" creationId="{B125224E-38BE-6F62-85A4-313B09BB7C70}"/>
          </ac:spMkLst>
        </pc:spChg>
      </pc:sldChg>
      <pc:sldChg chg="modSp new mod">
        <pc:chgData name="Sara Muneeb" userId="29b624b1-a719-43f5-9b52-388cd4043c04" providerId="ADAL" clId="{626D58DD-CAD1-41FD-B346-5DA3667E10E3}" dt="2022-12-07T10:37:11.229" v="2170" actId="5793"/>
        <pc:sldMkLst>
          <pc:docMk/>
          <pc:sldMk cId="1942714225" sldId="271"/>
        </pc:sldMkLst>
        <pc:spChg chg="mod">
          <ac:chgData name="Sara Muneeb" userId="29b624b1-a719-43f5-9b52-388cd4043c04" providerId="ADAL" clId="{626D58DD-CAD1-41FD-B346-5DA3667E10E3}" dt="2022-12-07T10:35:21.600" v="2125" actId="20577"/>
          <ac:spMkLst>
            <pc:docMk/>
            <pc:sldMk cId="1942714225" sldId="271"/>
            <ac:spMk id="2" creationId="{B2C41B9F-EE25-994A-3B7A-F1A137857284}"/>
          </ac:spMkLst>
        </pc:spChg>
        <pc:spChg chg="mod">
          <ac:chgData name="Sara Muneeb" userId="29b624b1-a719-43f5-9b52-388cd4043c04" providerId="ADAL" clId="{626D58DD-CAD1-41FD-B346-5DA3667E10E3}" dt="2022-12-07T10:37:11.229" v="2170" actId="5793"/>
          <ac:spMkLst>
            <pc:docMk/>
            <pc:sldMk cId="1942714225" sldId="271"/>
            <ac:spMk id="3" creationId="{E138EFF9-149F-80FA-DEC2-0389CB41B2DD}"/>
          </ac:spMkLst>
        </pc:spChg>
      </pc:sldChg>
      <pc:sldChg chg="del">
        <pc:chgData name="Sara Muneeb" userId="29b624b1-a719-43f5-9b52-388cd4043c04" providerId="ADAL" clId="{626D58DD-CAD1-41FD-B346-5DA3667E10E3}" dt="2022-12-06T04:53:54.509" v="0" actId="47"/>
        <pc:sldMkLst>
          <pc:docMk/>
          <pc:sldMk cId="3856423633" sldId="271"/>
        </pc:sldMkLst>
      </pc:sldChg>
      <pc:sldChg chg="addSp modSp new mod">
        <pc:chgData name="Sara Muneeb" userId="29b624b1-a719-43f5-9b52-388cd4043c04" providerId="ADAL" clId="{626D58DD-CAD1-41FD-B346-5DA3667E10E3}" dt="2022-12-07T10:44:32.068" v="2214" actId="1076"/>
        <pc:sldMkLst>
          <pc:docMk/>
          <pc:sldMk cId="350534148" sldId="272"/>
        </pc:sldMkLst>
        <pc:spChg chg="mod">
          <ac:chgData name="Sara Muneeb" userId="29b624b1-a719-43f5-9b52-388cd4043c04" providerId="ADAL" clId="{626D58DD-CAD1-41FD-B346-5DA3667E10E3}" dt="2022-12-07T10:37:40.122" v="2172"/>
          <ac:spMkLst>
            <pc:docMk/>
            <pc:sldMk cId="350534148" sldId="272"/>
            <ac:spMk id="2" creationId="{594C1C8B-21FF-C565-7EC8-26CBC61C4615}"/>
          </ac:spMkLst>
        </pc:spChg>
        <pc:spChg chg="mod">
          <ac:chgData name="Sara Muneeb" userId="29b624b1-a719-43f5-9b52-388cd4043c04" providerId="ADAL" clId="{626D58DD-CAD1-41FD-B346-5DA3667E10E3}" dt="2022-12-07T10:44:25.560" v="2212" actId="14100"/>
          <ac:spMkLst>
            <pc:docMk/>
            <pc:sldMk cId="350534148" sldId="272"/>
            <ac:spMk id="3" creationId="{093D55B3-57C7-3ED9-E771-1B77B21B51A9}"/>
          </ac:spMkLst>
        </pc:spChg>
        <pc:picChg chg="add mod">
          <ac:chgData name="Sara Muneeb" userId="29b624b1-a719-43f5-9b52-388cd4043c04" providerId="ADAL" clId="{626D58DD-CAD1-41FD-B346-5DA3667E10E3}" dt="2022-12-07T10:44:32.068" v="2214" actId="1076"/>
          <ac:picMkLst>
            <pc:docMk/>
            <pc:sldMk cId="350534148" sldId="272"/>
            <ac:picMk id="10242" creationId="{E31FE2AD-AE81-59BF-6E81-7233CDCD6864}"/>
          </ac:picMkLst>
        </pc:picChg>
      </pc:sldChg>
      <pc:sldChg chg="del">
        <pc:chgData name="Sara Muneeb" userId="29b624b1-a719-43f5-9b52-388cd4043c04" providerId="ADAL" clId="{626D58DD-CAD1-41FD-B346-5DA3667E10E3}" dt="2022-12-06T04:53:54.509" v="0" actId="47"/>
        <pc:sldMkLst>
          <pc:docMk/>
          <pc:sldMk cId="1763966239" sldId="272"/>
        </pc:sldMkLst>
      </pc:sldChg>
      <pc:sldChg chg="del">
        <pc:chgData name="Sara Muneeb" userId="29b624b1-a719-43f5-9b52-388cd4043c04" providerId="ADAL" clId="{626D58DD-CAD1-41FD-B346-5DA3667E10E3}" dt="2022-12-06T04:53:54.509" v="0" actId="47"/>
        <pc:sldMkLst>
          <pc:docMk/>
          <pc:sldMk cId="1205803140" sldId="273"/>
        </pc:sldMkLst>
      </pc:sldChg>
      <pc:sldChg chg="modSp new mod">
        <pc:chgData name="Sara Muneeb" userId="29b624b1-a719-43f5-9b52-388cd4043c04" providerId="ADAL" clId="{626D58DD-CAD1-41FD-B346-5DA3667E10E3}" dt="2022-12-07T10:47:27.060" v="2352" actId="12"/>
        <pc:sldMkLst>
          <pc:docMk/>
          <pc:sldMk cId="3180318981" sldId="273"/>
        </pc:sldMkLst>
        <pc:spChg chg="mod">
          <ac:chgData name="Sara Muneeb" userId="29b624b1-a719-43f5-9b52-388cd4043c04" providerId="ADAL" clId="{626D58DD-CAD1-41FD-B346-5DA3667E10E3}" dt="2022-12-07T10:44:57.196" v="2238" actId="20577"/>
          <ac:spMkLst>
            <pc:docMk/>
            <pc:sldMk cId="3180318981" sldId="273"/>
            <ac:spMk id="2" creationId="{00BB99EA-BB26-06C1-6C43-3E88C4BE7BD8}"/>
          </ac:spMkLst>
        </pc:spChg>
        <pc:spChg chg="mod">
          <ac:chgData name="Sara Muneeb" userId="29b624b1-a719-43f5-9b52-388cd4043c04" providerId="ADAL" clId="{626D58DD-CAD1-41FD-B346-5DA3667E10E3}" dt="2022-12-07T10:47:27.060" v="2352" actId="12"/>
          <ac:spMkLst>
            <pc:docMk/>
            <pc:sldMk cId="3180318981" sldId="273"/>
            <ac:spMk id="3" creationId="{E8AF45F0-6100-F118-0891-67AEAD09C48C}"/>
          </ac:spMkLst>
        </pc:spChg>
      </pc:sldChg>
      <pc:sldChg chg="del">
        <pc:chgData name="Sara Muneeb" userId="29b624b1-a719-43f5-9b52-388cd4043c04" providerId="ADAL" clId="{626D58DD-CAD1-41FD-B346-5DA3667E10E3}" dt="2022-12-06T04:53:54.509" v="0" actId="47"/>
        <pc:sldMkLst>
          <pc:docMk/>
          <pc:sldMk cId="1972697422" sldId="274"/>
        </pc:sldMkLst>
      </pc:sldChg>
      <pc:sldChg chg="addSp modSp new mod">
        <pc:chgData name="Sara Muneeb" userId="29b624b1-a719-43f5-9b52-388cd4043c04" providerId="ADAL" clId="{626D58DD-CAD1-41FD-B346-5DA3667E10E3}" dt="2022-12-07T10:52:04.402" v="2452" actId="21"/>
        <pc:sldMkLst>
          <pc:docMk/>
          <pc:sldMk cId="2830285302" sldId="274"/>
        </pc:sldMkLst>
        <pc:spChg chg="mod">
          <ac:chgData name="Sara Muneeb" userId="29b624b1-a719-43f5-9b52-388cd4043c04" providerId="ADAL" clId="{626D58DD-CAD1-41FD-B346-5DA3667E10E3}" dt="2022-12-07T10:48:22.923" v="2390" actId="20577"/>
          <ac:spMkLst>
            <pc:docMk/>
            <pc:sldMk cId="2830285302" sldId="274"/>
            <ac:spMk id="2" creationId="{6F26B5E4-83DF-889C-0910-7641FB1B17CD}"/>
          </ac:spMkLst>
        </pc:spChg>
        <pc:spChg chg="mod">
          <ac:chgData name="Sara Muneeb" userId="29b624b1-a719-43f5-9b52-388cd4043c04" providerId="ADAL" clId="{626D58DD-CAD1-41FD-B346-5DA3667E10E3}" dt="2022-12-07T10:52:04.402" v="2452" actId="21"/>
          <ac:spMkLst>
            <pc:docMk/>
            <pc:sldMk cId="2830285302" sldId="274"/>
            <ac:spMk id="3" creationId="{30944AC3-27C7-1AC4-0EA7-FD0B800CE0EC}"/>
          </ac:spMkLst>
        </pc:spChg>
        <pc:picChg chg="add mod">
          <ac:chgData name="Sara Muneeb" userId="29b624b1-a719-43f5-9b52-388cd4043c04" providerId="ADAL" clId="{626D58DD-CAD1-41FD-B346-5DA3667E10E3}" dt="2022-12-07T10:50:43.742" v="2415" actId="1076"/>
          <ac:picMkLst>
            <pc:docMk/>
            <pc:sldMk cId="2830285302" sldId="274"/>
            <ac:picMk id="11266" creationId="{0D12754F-6189-753C-57C5-5094F0935278}"/>
          </ac:picMkLst>
        </pc:picChg>
      </pc:sldChg>
      <pc:sldChg chg="del">
        <pc:chgData name="Sara Muneeb" userId="29b624b1-a719-43f5-9b52-388cd4043c04" providerId="ADAL" clId="{626D58DD-CAD1-41FD-B346-5DA3667E10E3}" dt="2022-12-06T04:53:54.509" v="0" actId="47"/>
        <pc:sldMkLst>
          <pc:docMk/>
          <pc:sldMk cId="709167848" sldId="275"/>
        </pc:sldMkLst>
      </pc:sldChg>
      <pc:sldChg chg="addSp modSp new mod">
        <pc:chgData name="Sara Muneeb" userId="29b624b1-a719-43f5-9b52-388cd4043c04" providerId="ADAL" clId="{626D58DD-CAD1-41FD-B346-5DA3667E10E3}" dt="2022-12-07T10:54:52.986" v="2469" actId="1076"/>
        <pc:sldMkLst>
          <pc:docMk/>
          <pc:sldMk cId="2632730708" sldId="275"/>
        </pc:sldMkLst>
        <pc:spChg chg="mod">
          <ac:chgData name="Sara Muneeb" userId="29b624b1-a719-43f5-9b52-388cd4043c04" providerId="ADAL" clId="{626D58DD-CAD1-41FD-B346-5DA3667E10E3}" dt="2022-12-07T10:52:21.075" v="2457" actId="27636"/>
          <ac:spMkLst>
            <pc:docMk/>
            <pc:sldMk cId="2632730708" sldId="275"/>
            <ac:spMk id="2" creationId="{D30442B5-8B70-3B8A-E2C0-EF371DB060B1}"/>
          </ac:spMkLst>
        </pc:spChg>
        <pc:spChg chg="mod">
          <ac:chgData name="Sara Muneeb" userId="29b624b1-a719-43f5-9b52-388cd4043c04" providerId="ADAL" clId="{626D58DD-CAD1-41FD-B346-5DA3667E10E3}" dt="2022-12-07T10:52:12.757" v="2455" actId="5793"/>
          <ac:spMkLst>
            <pc:docMk/>
            <pc:sldMk cId="2632730708" sldId="275"/>
            <ac:spMk id="3" creationId="{4C0603BD-BAA9-209C-451D-668F2775E2E9}"/>
          </ac:spMkLst>
        </pc:spChg>
        <pc:spChg chg="add mod">
          <ac:chgData name="Sara Muneeb" userId="29b624b1-a719-43f5-9b52-388cd4043c04" providerId="ADAL" clId="{626D58DD-CAD1-41FD-B346-5DA3667E10E3}" dt="2022-12-07T10:54:42.330" v="2467" actId="1076"/>
          <ac:spMkLst>
            <pc:docMk/>
            <pc:sldMk cId="2632730708" sldId="275"/>
            <ac:spMk id="7" creationId="{B0C75D31-69BA-C3EE-774A-9724CA1B6EFD}"/>
          </ac:spMkLst>
        </pc:spChg>
        <pc:picChg chg="add mod">
          <ac:chgData name="Sara Muneeb" userId="29b624b1-a719-43f5-9b52-388cd4043c04" providerId="ADAL" clId="{626D58DD-CAD1-41FD-B346-5DA3667E10E3}" dt="2022-12-07T10:54:52.986" v="2469" actId="1076"/>
          <ac:picMkLst>
            <pc:docMk/>
            <pc:sldMk cId="2632730708" sldId="275"/>
            <ac:picMk id="5" creationId="{662BAEAA-BFAE-44B2-9DA9-3508F329C304}"/>
          </ac:picMkLst>
        </pc:picChg>
      </pc:sldChg>
      <pc:sldChg chg="modSp new mod">
        <pc:chgData name="Sara Muneeb" userId="29b624b1-a719-43f5-9b52-388cd4043c04" providerId="ADAL" clId="{626D58DD-CAD1-41FD-B346-5DA3667E10E3}" dt="2022-12-07T11:48:11.533" v="2584" actId="20577"/>
        <pc:sldMkLst>
          <pc:docMk/>
          <pc:sldMk cId="126390465" sldId="276"/>
        </pc:sldMkLst>
        <pc:spChg chg="mod">
          <ac:chgData name="Sara Muneeb" userId="29b624b1-a719-43f5-9b52-388cd4043c04" providerId="ADAL" clId="{626D58DD-CAD1-41FD-B346-5DA3667E10E3}" dt="2022-12-07T10:55:12.078" v="2500" actId="20577"/>
          <ac:spMkLst>
            <pc:docMk/>
            <pc:sldMk cId="126390465" sldId="276"/>
            <ac:spMk id="2" creationId="{12B8C8F8-3975-407B-4B7D-6856DF434713}"/>
          </ac:spMkLst>
        </pc:spChg>
        <pc:spChg chg="mod">
          <ac:chgData name="Sara Muneeb" userId="29b624b1-a719-43f5-9b52-388cd4043c04" providerId="ADAL" clId="{626D58DD-CAD1-41FD-B346-5DA3667E10E3}" dt="2022-12-07T11:48:11.533" v="2584" actId="20577"/>
          <ac:spMkLst>
            <pc:docMk/>
            <pc:sldMk cId="126390465" sldId="276"/>
            <ac:spMk id="3" creationId="{5E9D6049-6878-2302-A606-56F08EC9FDF0}"/>
          </ac:spMkLst>
        </pc:spChg>
      </pc:sldChg>
      <pc:sldChg chg="del">
        <pc:chgData name="Sara Muneeb" userId="29b624b1-a719-43f5-9b52-388cd4043c04" providerId="ADAL" clId="{626D58DD-CAD1-41FD-B346-5DA3667E10E3}" dt="2022-12-06T04:53:54.509" v="0" actId="47"/>
        <pc:sldMkLst>
          <pc:docMk/>
          <pc:sldMk cId="3316731035" sldId="276"/>
        </pc:sldMkLst>
      </pc:sldChg>
      <pc:sldChg chg="del">
        <pc:chgData name="Sara Muneeb" userId="29b624b1-a719-43f5-9b52-388cd4043c04" providerId="ADAL" clId="{626D58DD-CAD1-41FD-B346-5DA3667E10E3}" dt="2022-12-06T04:53:54.509" v="0" actId="47"/>
        <pc:sldMkLst>
          <pc:docMk/>
          <pc:sldMk cId="312312546" sldId="277"/>
        </pc:sldMkLst>
      </pc:sldChg>
      <pc:sldChg chg="addSp delSp modSp new mod">
        <pc:chgData name="Sara Muneeb" userId="29b624b1-a719-43f5-9b52-388cd4043c04" providerId="ADAL" clId="{626D58DD-CAD1-41FD-B346-5DA3667E10E3}" dt="2022-12-07T11:53:12.875" v="2635" actId="27636"/>
        <pc:sldMkLst>
          <pc:docMk/>
          <pc:sldMk cId="3305001275" sldId="277"/>
        </pc:sldMkLst>
        <pc:spChg chg="mod">
          <ac:chgData name="Sara Muneeb" userId="29b624b1-a719-43f5-9b52-388cd4043c04" providerId="ADAL" clId="{626D58DD-CAD1-41FD-B346-5DA3667E10E3}" dt="2022-12-07T11:53:12.875" v="2635" actId="27636"/>
          <ac:spMkLst>
            <pc:docMk/>
            <pc:sldMk cId="3305001275" sldId="277"/>
            <ac:spMk id="2" creationId="{F00B6418-142A-E7E2-5972-92E812A2CA2F}"/>
          </ac:spMkLst>
        </pc:spChg>
        <pc:spChg chg="del mod">
          <ac:chgData name="Sara Muneeb" userId="29b624b1-a719-43f5-9b52-388cd4043c04" providerId="ADAL" clId="{626D58DD-CAD1-41FD-B346-5DA3667E10E3}" dt="2022-12-07T11:50:07.365" v="2591" actId="22"/>
          <ac:spMkLst>
            <pc:docMk/>
            <pc:sldMk cId="3305001275" sldId="277"/>
            <ac:spMk id="3" creationId="{306BF179-AC94-09E4-4E6B-ACC073B7C5EC}"/>
          </ac:spMkLst>
        </pc:spChg>
        <pc:spChg chg="add mod">
          <ac:chgData name="Sara Muneeb" userId="29b624b1-a719-43f5-9b52-388cd4043c04" providerId="ADAL" clId="{626D58DD-CAD1-41FD-B346-5DA3667E10E3}" dt="2022-12-07T11:50:39.342" v="2599" actId="1076"/>
          <ac:spMkLst>
            <pc:docMk/>
            <pc:sldMk cId="3305001275" sldId="277"/>
            <ac:spMk id="7" creationId="{42D2344A-D30A-06CA-28DA-A069C5DCE4CF}"/>
          </ac:spMkLst>
        </pc:spChg>
        <pc:picChg chg="add mod ord">
          <ac:chgData name="Sara Muneeb" userId="29b624b1-a719-43f5-9b52-388cd4043c04" providerId="ADAL" clId="{626D58DD-CAD1-41FD-B346-5DA3667E10E3}" dt="2022-12-07T11:50:50.346" v="2603" actId="1038"/>
          <ac:picMkLst>
            <pc:docMk/>
            <pc:sldMk cId="3305001275" sldId="277"/>
            <ac:picMk id="5" creationId="{EA8611DE-9745-FF0A-5B3C-99B248894E19}"/>
          </ac:picMkLst>
        </pc:picChg>
      </pc:sldChg>
      <pc:sldChg chg="modSp new mod">
        <pc:chgData name="Sara Muneeb" userId="29b624b1-a719-43f5-9b52-388cd4043c04" providerId="ADAL" clId="{626D58DD-CAD1-41FD-B346-5DA3667E10E3}" dt="2022-12-07T11:53:15.243" v="2636"/>
        <pc:sldMkLst>
          <pc:docMk/>
          <pc:sldMk cId="100861930" sldId="278"/>
        </pc:sldMkLst>
        <pc:spChg chg="mod">
          <ac:chgData name="Sara Muneeb" userId="29b624b1-a719-43f5-9b52-388cd4043c04" providerId="ADAL" clId="{626D58DD-CAD1-41FD-B346-5DA3667E10E3}" dt="2022-12-07T11:53:15.243" v="2636"/>
          <ac:spMkLst>
            <pc:docMk/>
            <pc:sldMk cId="100861930" sldId="278"/>
            <ac:spMk id="2" creationId="{6BA44EBE-49E8-9AFD-2E31-F91057F5A032}"/>
          </ac:spMkLst>
        </pc:spChg>
        <pc:spChg chg="mod">
          <ac:chgData name="Sara Muneeb" userId="29b624b1-a719-43f5-9b52-388cd4043c04" providerId="ADAL" clId="{626D58DD-CAD1-41FD-B346-5DA3667E10E3}" dt="2022-12-07T11:52:59.838" v="2633" actId="27636"/>
          <ac:spMkLst>
            <pc:docMk/>
            <pc:sldMk cId="100861930" sldId="278"/>
            <ac:spMk id="3" creationId="{2F886C40-1135-7054-B007-FAF9C344D34B}"/>
          </ac:spMkLst>
        </pc:spChg>
      </pc:sldChg>
      <pc:sldChg chg="del">
        <pc:chgData name="Sara Muneeb" userId="29b624b1-a719-43f5-9b52-388cd4043c04" providerId="ADAL" clId="{626D58DD-CAD1-41FD-B346-5DA3667E10E3}" dt="2022-12-06T04:53:54.509" v="0" actId="47"/>
        <pc:sldMkLst>
          <pc:docMk/>
          <pc:sldMk cId="255357008" sldId="278"/>
        </pc:sldMkLst>
      </pc:sldChg>
      <pc:sldChg chg="del">
        <pc:chgData name="Sara Muneeb" userId="29b624b1-a719-43f5-9b52-388cd4043c04" providerId="ADAL" clId="{626D58DD-CAD1-41FD-B346-5DA3667E10E3}" dt="2022-12-06T04:53:54.509" v="0" actId="47"/>
        <pc:sldMkLst>
          <pc:docMk/>
          <pc:sldMk cId="1358696121" sldId="279"/>
        </pc:sldMkLst>
      </pc:sldChg>
      <pc:sldChg chg="addSp delSp modSp new mod">
        <pc:chgData name="Sara Muneeb" userId="29b624b1-a719-43f5-9b52-388cd4043c04" providerId="ADAL" clId="{626D58DD-CAD1-41FD-B346-5DA3667E10E3}" dt="2022-12-07T11:55:41.176" v="2655" actId="20577"/>
        <pc:sldMkLst>
          <pc:docMk/>
          <pc:sldMk cId="4108301402" sldId="279"/>
        </pc:sldMkLst>
        <pc:spChg chg="mod">
          <ac:chgData name="Sara Muneeb" userId="29b624b1-a719-43f5-9b52-388cd4043c04" providerId="ADAL" clId="{626D58DD-CAD1-41FD-B346-5DA3667E10E3}" dt="2022-12-07T11:54:01.269" v="2644" actId="20577"/>
          <ac:spMkLst>
            <pc:docMk/>
            <pc:sldMk cId="4108301402" sldId="279"/>
            <ac:spMk id="2" creationId="{C74A25FF-57C0-43ED-F2B1-2947F9DA0154}"/>
          </ac:spMkLst>
        </pc:spChg>
        <pc:spChg chg="del">
          <ac:chgData name="Sara Muneeb" userId="29b624b1-a719-43f5-9b52-388cd4043c04" providerId="ADAL" clId="{626D58DD-CAD1-41FD-B346-5DA3667E10E3}" dt="2022-12-07T11:54:14.675" v="2645" actId="22"/>
          <ac:spMkLst>
            <pc:docMk/>
            <pc:sldMk cId="4108301402" sldId="279"/>
            <ac:spMk id="3" creationId="{9FA2CF6F-F78E-19A4-1682-2327281A5A34}"/>
          </ac:spMkLst>
        </pc:spChg>
        <pc:spChg chg="add mod">
          <ac:chgData name="Sara Muneeb" userId="29b624b1-a719-43f5-9b52-388cd4043c04" providerId="ADAL" clId="{626D58DD-CAD1-41FD-B346-5DA3667E10E3}" dt="2022-12-07T11:55:41.176" v="2655" actId="20577"/>
          <ac:spMkLst>
            <pc:docMk/>
            <pc:sldMk cId="4108301402" sldId="279"/>
            <ac:spMk id="7" creationId="{95486155-B905-7D9D-49E0-5AE4DF2F0AF7}"/>
          </ac:spMkLst>
        </pc:spChg>
        <pc:picChg chg="add mod ord">
          <ac:chgData name="Sara Muneeb" userId="29b624b1-a719-43f5-9b52-388cd4043c04" providerId="ADAL" clId="{626D58DD-CAD1-41FD-B346-5DA3667E10E3}" dt="2022-12-07T11:55:21.655" v="2649" actId="1076"/>
          <ac:picMkLst>
            <pc:docMk/>
            <pc:sldMk cId="4108301402" sldId="279"/>
            <ac:picMk id="5" creationId="{129EECEB-5C6F-3B14-44BA-1051111003F8}"/>
          </ac:picMkLst>
        </pc:picChg>
      </pc:sldChg>
      <pc:sldChg chg="modSp new mod">
        <pc:chgData name="Sara Muneeb" userId="29b624b1-a719-43f5-9b52-388cd4043c04" providerId="ADAL" clId="{626D58DD-CAD1-41FD-B346-5DA3667E10E3}" dt="2022-12-07T11:57:40.903" v="2742" actId="20577"/>
        <pc:sldMkLst>
          <pc:docMk/>
          <pc:sldMk cId="816205269" sldId="280"/>
        </pc:sldMkLst>
        <pc:spChg chg="mod">
          <ac:chgData name="Sara Muneeb" userId="29b624b1-a719-43f5-9b52-388cd4043c04" providerId="ADAL" clId="{626D58DD-CAD1-41FD-B346-5DA3667E10E3}" dt="2022-12-07T11:56:19.905" v="2709" actId="20577"/>
          <ac:spMkLst>
            <pc:docMk/>
            <pc:sldMk cId="816205269" sldId="280"/>
            <ac:spMk id="2" creationId="{F664B2FA-AB5E-282C-BCA5-7B04E85F411A}"/>
          </ac:spMkLst>
        </pc:spChg>
        <pc:spChg chg="mod">
          <ac:chgData name="Sara Muneeb" userId="29b624b1-a719-43f5-9b52-388cd4043c04" providerId="ADAL" clId="{626D58DD-CAD1-41FD-B346-5DA3667E10E3}" dt="2022-12-07T11:57:40.903" v="2742" actId="20577"/>
          <ac:spMkLst>
            <pc:docMk/>
            <pc:sldMk cId="816205269" sldId="280"/>
            <ac:spMk id="3" creationId="{40860024-6F5A-FD76-3AC8-0451FEB6A07E}"/>
          </ac:spMkLst>
        </pc:spChg>
      </pc:sldChg>
      <pc:sldChg chg="del">
        <pc:chgData name="Sara Muneeb" userId="29b624b1-a719-43f5-9b52-388cd4043c04" providerId="ADAL" clId="{626D58DD-CAD1-41FD-B346-5DA3667E10E3}" dt="2022-12-06T04:53:54.509" v="0" actId="47"/>
        <pc:sldMkLst>
          <pc:docMk/>
          <pc:sldMk cId="2517784485" sldId="280"/>
        </pc:sldMkLst>
      </pc:sldChg>
      <pc:sldChg chg="addSp delSp modSp new mod">
        <pc:chgData name="Sara Muneeb" userId="29b624b1-a719-43f5-9b52-388cd4043c04" providerId="ADAL" clId="{626D58DD-CAD1-41FD-B346-5DA3667E10E3}" dt="2022-12-07T11:59:52.642" v="2758" actId="20577"/>
        <pc:sldMkLst>
          <pc:docMk/>
          <pc:sldMk cId="1257308498" sldId="281"/>
        </pc:sldMkLst>
        <pc:spChg chg="mod">
          <ac:chgData name="Sara Muneeb" userId="29b624b1-a719-43f5-9b52-388cd4043c04" providerId="ADAL" clId="{626D58DD-CAD1-41FD-B346-5DA3667E10E3}" dt="2022-12-07T11:58:05.314" v="2750" actId="20577"/>
          <ac:spMkLst>
            <pc:docMk/>
            <pc:sldMk cId="1257308498" sldId="281"/>
            <ac:spMk id="2" creationId="{16DE3DD0-2D89-1001-37F8-4E080579E736}"/>
          </ac:spMkLst>
        </pc:spChg>
        <pc:spChg chg="del">
          <ac:chgData name="Sara Muneeb" userId="29b624b1-a719-43f5-9b52-388cd4043c04" providerId="ADAL" clId="{626D58DD-CAD1-41FD-B346-5DA3667E10E3}" dt="2022-12-07T11:59:06.065" v="2751" actId="22"/>
          <ac:spMkLst>
            <pc:docMk/>
            <pc:sldMk cId="1257308498" sldId="281"/>
            <ac:spMk id="3" creationId="{9F0736B5-2575-F3F0-949F-CA341B45FA4D}"/>
          </ac:spMkLst>
        </pc:spChg>
        <pc:spChg chg="add mod">
          <ac:chgData name="Sara Muneeb" userId="29b624b1-a719-43f5-9b52-388cd4043c04" providerId="ADAL" clId="{626D58DD-CAD1-41FD-B346-5DA3667E10E3}" dt="2022-12-07T11:59:52.642" v="2758" actId="20577"/>
          <ac:spMkLst>
            <pc:docMk/>
            <pc:sldMk cId="1257308498" sldId="281"/>
            <ac:spMk id="7" creationId="{88D6A766-50F4-E24E-4423-DF0510C9FF7C}"/>
          </ac:spMkLst>
        </pc:spChg>
        <pc:picChg chg="add mod ord">
          <ac:chgData name="Sara Muneeb" userId="29b624b1-a719-43f5-9b52-388cd4043c04" providerId="ADAL" clId="{626D58DD-CAD1-41FD-B346-5DA3667E10E3}" dt="2022-12-07T11:59:10.099" v="2753" actId="1076"/>
          <ac:picMkLst>
            <pc:docMk/>
            <pc:sldMk cId="1257308498" sldId="281"/>
            <ac:picMk id="5" creationId="{0782B215-DFB4-BCFB-8A47-288E1AF9F50A}"/>
          </ac:picMkLst>
        </pc:picChg>
      </pc:sldChg>
      <pc:sldChg chg="del">
        <pc:chgData name="Sara Muneeb" userId="29b624b1-a719-43f5-9b52-388cd4043c04" providerId="ADAL" clId="{626D58DD-CAD1-41FD-B346-5DA3667E10E3}" dt="2022-12-06T04:53:54.509" v="0" actId="47"/>
        <pc:sldMkLst>
          <pc:docMk/>
          <pc:sldMk cId="2369126632" sldId="281"/>
        </pc:sldMkLst>
      </pc:sldChg>
      <pc:sldChg chg="modSp new mod">
        <pc:chgData name="Sara Muneeb" userId="29b624b1-a719-43f5-9b52-388cd4043c04" providerId="ADAL" clId="{626D58DD-CAD1-41FD-B346-5DA3667E10E3}" dt="2022-12-07T12:07:49.592" v="2836" actId="20577"/>
        <pc:sldMkLst>
          <pc:docMk/>
          <pc:sldMk cId="2256898020" sldId="282"/>
        </pc:sldMkLst>
        <pc:spChg chg="mod">
          <ac:chgData name="Sara Muneeb" userId="29b624b1-a719-43f5-9b52-388cd4043c04" providerId="ADAL" clId="{626D58DD-CAD1-41FD-B346-5DA3667E10E3}" dt="2022-12-07T12:00:56.703" v="2797" actId="20577"/>
          <ac:spMkLst>
            <pc:docMk/>
            <pc:sldMk cId="2256898020" sldId="282"/>
            <ac:spMk id="2" creationId="{407C55AA-CA70-2686-94C3-AE2574A6533B}"/>
          </ac:spMkLst>
        </pc:spChg>
        <pc:spChg chg="mod">
          <ac:chgData name="Sara Muneeb" userId="29b624b1-a719-43f5-9b52-388cd4043c04" providerId="ADAL" clId="{626D58DD-CAD1-41FD-B346-5DA3667E10E3}" dt="2022-12-07T12:07:49.592" v="2836" actId="20577"/>
          <ac:spMkLst>
            <pc:docMk/>
            <pc:sldMk cId="2256898020" sldId="282"/>
            <ac:spMk id="3" creationId="{09277A98-CB9C-1AF1-588E-39E7D125EDD5}"/>
          </ac:spMkLst>
        </pc:spChg>
      </pc:sldChg>
      <pc:sldChg chg="del">
        <pc:chgData name="Sara Muneeb" userId="29b624b1-a719-43f5-9b52-388cd4043c04" providerId="ADAL" clId="{626D58DD-CAD1-41FD-B346-5DA3667E10E3}" dt="2022-12-06T04:53:54.509" v="0" actId="47"/>
        <pc:sldMkLst>
          <pc:docMk/>
          <pc:sldMk cId="2392264234" sldId="282"/>
        </pc:sldMkLst>
      </pc:sldChg>
      <pc:sldChg chg="del">
        <pc:chgData name="Sara Muneeb" userId="29b624b1-a719-43f5-9b52-388cd4043c04" providerId="ADAL" clId="{626D58DD-CAD1-41FD-B346-5DA3667E10E3}" dt="2022-12-06T04:53:54.509" v="0" actId="47"/>
        <pc:sldMkLst>
          <pc:docMk/>
          <pc:sldMk cId="2561454925" sldId="283"/>
        </pc:sldMkLst>
      </pc:sldChg>
      <pc:sldChg chg="new del">
        <pc:chgData name="Sara Muneeb" userId="29b624b1-a719-43f5-9b52-388cd4043c04" providerId="ADAL" clId="{626D58DD-CAD1-41FD-B346-5DA3667E10E3}" dt="2022-12-07T12:11:28.684" v="3033" actId="47"/>
        <pc:sldMkLst>
          <pc:docMk/>
          <pc:sldMk cId="2750732346" sldId="283"/>
        </pc:sldMkLst>
      </pc:sldChg>
      <pc:sldChg chg="modSp new mod">
        <pc:chgData name="Sara Muneeb" userId="29b624b1-a719-43f5-9b52-388cd4043c04" providerId="ADAL" clId="{626D58DD-CAD1-41FD-B346-5DA3667E10E3}" dt="2022-12-07T12:10:13.873" v="2901" actId="20577"/>
        <pc:sldMkLst>
          <pc:docMk/>
          <pc:sldMk cId="1243337029" sldId="284"/>
        </pc:sldMkLst>
        <pc:spChg chg="mod">
          <ac:chgData name="Sara Muneeb" userId="29b624b1-a719-43f5-9b52-388cd4043c04" providerId="ADAL" clId="{626D58DD-CAD1-41FD-B346-5DA3667E10E3}" dt="2022-12-07T12:08:14.609" v="2864" actId="20577"/>
          <ac:spMkLst>
            <pc:docMk/>
            <pc:sldMk cId="1243337029" sldId="284"/>
            <ac:spMk id="2" creationId="{6C4100EB-4683-CA04-9CEC-28FB1F9408C6}"/>
          </ac:spMkLst>
        </pc:spChg>
        <pc:spChg chg="mod">
          <ac:chgData name="Sara Muneeb" userId="29b624b1-a719-43f5-9b52-388cd4043c04" providerId="ADAL" clId="{626D58DD-CAD1-41FD-B346-5DA3667E10E3}" dt="2022-12-07T12:10:13.873" v="2901" actId="20577"/>
          <ac:spMkLst>
            <pc:docMk/>
            <pc:sldMk cId="1243337029" sldId="284"/>
            <ac:spMk id="3" creationId="{39AA94B1-10E0-4CFA-2C9A-230D17BAC9EA}"/>
          </ac:spMkLst>
        </pc:spChg>
      </pc:sldChg>
      <pc:sldChg chg="del">
        <pc:chgData name="Sara Muneeb" userId="29b624b1-a719-43f5-9b52-388cd4043c04" providerId="ADAL" clId="{626D58DD-CAD1-41FD-B346-5DA3667E10E3}" dt="2022-12-06T04:53:54.509" v="0" actId="47"/>
        <pc:sldMkLst>
          <pc:docMk/>
          <pc:sldMk cId="3142686621" sldId="284"/>
        </pc:sldMkLst>
      </pc:sldChg>
      <pc:sldChg chg="modSp new mod">
        <pc:chgData name="Sara Muneeb" userId="29b624b1-a719-43f5-9b52-388cd4043c04" providerId="ADAL" clId="{626D58DD-CAD1-41FD-B346-5DA3667E10E3}" dt="2022-12-07T12:11:25.417" v="3032" actId="20577"/>
        <pc:sldMkLst>
          <pc:docMk/>
          <pc:sldMk cId="133598058" sldId="285"/>
        </pc:sldMkLst>
        <pc:spChg chg="mod">
          <ac:chgData name="Sara Muneeb" userId="29b624b1-a719-43f5-9b52-388cd4043c04" providerId="ADAL" clId="{626D58DD-CAD1-41FD-B346-5DA3667E10E3}" dt="2022-12-07T12:10:25.053" v="2913" actId="20577"/>
          <ac:spMkLst>
            <pc:docMk/>
            <pc:sldMk cId="133598058" sldId="285"/>
            <ac:spMk id="2" creationId="{8AA3B581-F4A0-191D-FC19-639C77F4DBBD}"/>
          </ac:spMkLst>
        </pc:spChg>
        <pc:spChg chg="mod">
          <ac:chgData name="Sara Muneeb" userId="29b624b1-a719-43f5-9b52-388cd4043c04" providerId="ADAL" clId="{626D58DD-CAD1-41FD-B346-5DA3667E10E3}" dt="2022-12-07T12:11:25.417" v="3032" actId="20577"/>
          <ac:spMkLst>
            <pc:docMk/>
            <pc:sldMk cId="133598058" sldId="285"/>
            <ac:spMk id="3" creationId="{EDBE6827-7FFA-4EF5-9BBA-BCC59AEE8504}"/>
          </ac:spMkLst>
        </pc:spChg>
      </pc:sldChg>
      <pc:sldChg chg="del">
        <pc:chgData name="Sara Muneeb" userId="29b624b1-a719-43f5-9b52-388cd4043c04" providerId="ADAL" clId="{626D58DD-CAD1-41FD-B346-5DA3667E10E3}" dt="2022-12-06T04:53:54.509" v="0" actId="47"/>
        <pc:sldMkLst>
          <pc:docMk/>
          <pc:sldMk cId="1885256380" sldId="285"/>
        </pc:sldMkLst>
      </pc:sldChg>
      <pc:sldChg chg="del">
        <pc:chgData name="Sara Muneeb" userId="29b624b1-a719-43f5-9b52-388cd4043c04" providerId="ADAL" clId="{626D58DD-CAD1-41FD-B346-5DA3667E10E3}" dt="2022-12-06T04:53:54.509" v="0" actId="47"/>
        <pc:sldMkLst>
          <pc:docMk/>
          <pc:sldMk cId="3176274497" sldId="286"/>
        </pc:sldMkLst>
      </pc:sldChg>
      <pc:sldChg chg="del">
        <pc:chgData name="Sara Muneeb" userId="29b624b1-a719-43f5-9b52-388cd4043c04" providerId="ADAL" clId="{626D58DD-CAD1-41FD-B346-5DA3667E10E3}" dt="2022-12-06T04:53:54.509" v="0" actId="47"/>
        <pc:sldMkLst>
          <pc:docMk/>
          <pc:sldMk cId="957256394" sldId="287"/>
        </pc:sldMkLst>
      </pc:sldChg>
      <pc:sldChg chg="del">
        <pc:chgData name="Sara Muneeb" userId="29b624b1-a719-43f5-9b52-388cd4043c04" providerId="ADAL" clId="{626D58DD-CAD1-41FD-B346-5DA3667E10E3}" dt="2022-12-06T04:53:54.509" v="0" actId="47"/>
        <pc:sldMkLst>
          <pc:docMk/>
          <pc:sldMk cId="927710118" sldId="288"/>
        </pc:sldMkLst>
      </pc:sldChg>
      <pc:sldChg chg="del">
        <pc:chgData name="Sara Muneeb" userId="29b624b1-a719-43f5-9b52-388cd4043c04" providerId="ADAL" clId="{626D58DD-CAD1-41FD-B346-5DA3667E10E3}" dt="2022-12-06T04:53:54.509" v="0" actId="47"/>
        <pc:sldMkLst>
          <pc:docMk/>
          <pc:sldMk cId="3407071435" sldId="289"/>
        </pc:sldMkLst>
      </pc:sldChg>
      <pc:sldChg chg="del">
        <pc:chgData name="Sara Muneeb" userId="29b624b1-a719-43f5-9b52-388cd4043c04" providerId="ADAL" clId="{626D58DD-CAD1-41FD-B346-5DA3667E10E3}" dt="2022-12-06T04:53:54.509" v="0" actId="47"/>
        <pc:sldMkLst>
          <pc:docMk/>
          <pc:sldMk cId="2531843012" sldId="290"/>
        </pc:sldMkLst>
      </pc:sldChg>
      <pc:sldChg chg="del">
        <pc:chgData name="Sara Muneeb" userId="29b624b1-a719-43f5-9b52-388cd4043c04" providerId="ADAL" clId="{626D58DD-CAD1-41FD-B346-5DA3667E10E3}" dt="2022-12-06T04:53:54.509" v="0" actId="47"/>
        <pc:sldMkLst>
          <pc:docMk/>
          <pc:sldMk cId="86561532" sldId="291"/>
        </pc:sldMkLst>
      </pc:sldChg>
      <pc:sldChg chg="del">
        <pc:chgData name="Sara Muneeb" userId="29b624b1-a719-43f5-9b52-388cd4043c04" providerId="ADAL" clId="{626D58DD-CAD1-41FD-B346-5DA3667E10E3}" dt="2022-12-06T04:53:54.509" v="0" actId="47"/>
        <pc:sldMkLst>
          <pc:docMk/>
          <pc:sldMk cId="1372548100" sldId="292"/>
        </pc:sldMkLst>
      </pc:sldChg>
      <pc:sldChg chg="del">
        <pc:chgData name="Sara Muneeb" userId="29b624b1-a719-43f5-9b52-388cd4043c04" providerId="ADAL" clId="{626D58DD-CAD1-41FD-B346-5DA3667E10E3}" dt="2022-12-06T04:53:54.509" v="0" actId="47"/>
        <pc:sldMkLst>
          <pc:docMk/>
          <pc:sldMk cId="2632021391" sldId="293"/>
        </pc:sldMkLst>
      </pc:sldChg>
      <pc:sldChg chg="del">
        <pc:chgData name="Sara Muneeb" userId="29b624b1-a719-43f5-9b52-388cd4043c04" providerId="ADAL" clId="{626D58DD-CAD1-41FD-B346-5DA3667E10E3}" dt="2022-12-06T04:53:54.509" v="0" actId="47"/>
        <pc:sldMkLst>
          <pc:docMk/>
          <pc:sldMk cId="1105634336" sldId="294"/>
        </pc:sldMkLst>
      </pc:sldChg>
      <pc:sldChg chg="del">
        <pc:chgData name="Sara Muneeb" userId="29b624b1-a719-43f5-9b52-388cd4043c04" providerId="ADAL" clId="{626D58DD-CAD1-41FD-B346-5DA3667E10E3}" dt="2022-12-06T04:53:54.509" v="0" actId="47"/>
        <pc:sldMkLst>
          <pc:docMk/>
          <pc:sldMk cId="2600266142" sldId="295"/>
        </pc:sldMkLst>
      </pc:sldChg>
      <pc:sldChg chg="del">
        <pc:chgData name="Sara Muneeb" userId="29b624b1-a719-43f5-9b52-388cd4043c04" providerId="ADAL" clId="{626D58DD-CAD1-41FD-B346-5DA3667E10E3}" dt="2022-12-06T04:53:54.509" v="0" actId="47"/>
        <pc:sldMkLst>
          <pc:docMk/>
          <pc:sldMk cId="2388722162" sldId="296"/>
        </pc:sldMkLst>
      </pc:sldChg>
      <pc:sldChg chg="del">
        <pc:chgData name="Sara Muneeb" userId="29b624b1-a719-43f5-9b52-388cd4043c04" providerId="ADAL" clId="{626D58DD-CAD1-41FD-B346-5DA3667E10E3}" dt="2022-12-06T04:53:54.509" v="0" actId="47"/>
        <pc:sldMkLst>
          <pc:docMk/>
          <pc:sldMk cId="1642543448" sldId="297"/>
        </pc:sldMkLst>
      </pc:sldChg>
      <pc:sldChg chg="del">
        <pc:chgData name="Sara Muneeb" userId="29b624b1-a719-43f5-9b52-388cd4043c04" providerId="ADAL" clId="{626D58DD-CAD1-41FD-B346-5DA3667E10E3}" dt="2022-12-06T04:53:54.509" v="0" actId="47"/>
        <pc:sldMkLst>
          <pc:docMk/>
          <pc:sldMk cId="130536532" sldId="299"/>
        </pc:sldMkLst>
      </pc:sldChg>
      <pc:sldChg chg="del">
        <pc:chgData name="Sara Muneeb" userId="29b624b1-a719-43f5-9b52-388cd4043c04" providerId="ADAL" clId="{626D58DD-CAD1-41FD-B346-5DA3667E10E3}" dt="2022-12-06T04:53:54.509" v="0" actId="47"/>
        <pc:sldMkLst>
          <pc:docMk/>
          <pc:sldMk cId="1878413688" sldId="300"/>
        </pc:sldMkLst>
      </pc:sldChg>
      <pc:sldChg chg="del">
        <pc:chgData name="Sara Muneeb" userId="29b624b1-a719-43f5-9b52-388cd4043c04" providerId="ADAL" clId="{626D58DD-CAD1-41FD-B346-5DA3667E10E3}" dt="2022-12-06T04:53:54.509" v="0" actId="47"/>
        <pc:sldMkLst>
          <pc:docMk/>
          <pc:sldMk cId="4037296267" sldId="301"/>
        </pc:sldMkLst>
      </pc:sldChg>
      <pc:sldChg chg="del">
        <pc:chgData name="Sara Muneeb" userId="29b624b1-a719-43f5-9b52-388cd4043c04" providerId="ADAL" clId="{626D58DD-CAD1-41FD-B346-5DA3667E10E3}" dt="2022-12-06T04:53:54.509" v="0" actId="47"/>
        <pc:sldMkLst>
          <pc:docMk/>
          <pc:sldMk cId="3956370830" sldId="302"/>
        </pc:sldMkLst>
      </pc:sldChg>
      <pc:sldChg chg="del">
        <pc:chgData name="Sara Muneeb" userId="29b624b1-a719-43f5-9b52-388cd4043c04" providerId="ADAL" clId="{626D58DD-CAD1-41FD-B346-5DA3667E10E3}" dt="2022-12-06T04:53:54.509" v="0" actId="47"/>
        <pc:sldMkLst>
          <pc:docMk/>
          <pc:sldMk cId="1055036240" sldId="303"/>
        </pc:sldMkLst>
      </pc:sldChg>
      <pc:sldChg chg="del">
        <pc:chgData name="Sara Muneeb" userId="29b624b1-a719-43f5-9b52-388cd4043c04" providerId="ADAL" clId="{626D58DD-CAD1-41FD-B346-5DA3667E10E3}" dt="2022-12-06T04:53:54.509" v="0" actId="47"/>
        <pc:sldMkLst>
          <pc:docMk/>
          <pc:sldMk cId="314095271" sldId="304"/>
        </pc:sldMkLst>
      </pc:sldChg>
      <pc:sldChg chg="del">
        <pc:chgData name="Sara Muneeb" userId="29b624b1-a719-43f5-9b52-388cd4043c04" providerId="ADAL" clId="{626D58DD-CAD1-41FD-B346-5DA3667E10E3}" dt="2022-12-06T04:53:54.509" v="0" actId="47"/>
        <pc:sldMkLst>
          <pc:docMk/>
          <pc:sldMk cId="167953533" sldId="305"/>
        </pc:sldMkLst>
      </pc:sldChg>
      <pc:sldChg chg="del">
        <pc:chgData name="Sara Muneeb" userId="29b624b1-a719-43f5-9b52-388cd4043c04" providerId="ADAL" clId="{626D58DD-CAD1-41FD-B346-5DA3667E10E3}" dt="2022-12-06T04:53:54.509" v="0" actId="47"/>
        <pc:sldMkLst>
          <pc:docMk/>
          <pc:sldMk cId="3299730876" sldId="306"/>
        </pc:sldMkLst>
      </pc:sldChg>
      <pc:sldChg chg="del">
        <pc:chgData name="Sara Muneeb" userId="29b624b1-a719-43f5-9b52-388cd4043c04" providerId="ADAL" clId="{626D58DD-CAD1-41FD-B346-5DA3667E10E3}" dt="2022-12-06T04:53:54.509" v="0" actId="47"/>
        <pc:sldMkLst>
          <pc:docMk/>
          <pc:sldMk cId="3803768667" sldId="307"/>
        </pc:sldMkLst>
      </pc:sldChg>
      <pc:sldChg chg="del">
        <pc:chgData name="Sara Muneeb" userId="29b624b1-a719-43f5-9b52-388cd4043c04" providerId="ADAL" clId="{626D58DD-CAD1-41FD-B346-5DA3667E10E3}" dt="2022-12-06T04:53:54.509" v="0" actId="47"/>
        <pc:sldMkLst>
          <pc:docMk/>
          <pc:sldMk cId="4234742429" sldId="308"/>
        </pc:sldMkLst>
      </pc:sldChg>
      <pc:sldChg chg="del">
        <pc:chgData name="Sara Muneeb" userId="29b624b1-a719-43f5-9b52-388cd4043c04" providerId="ADAL" clId="{626D58DD-CAD1-41FD-B346-5DA3667E10E3}" dt="2022-12-06T04:53:54.509" v="0" actId="47"/>
        <pc:sldMkLst>
          <pc:docMk/>
          <pc:sldMk cId="2621193280" sldId="309"/>
        </pc:sldMkLst>
      </pc:sldChg>
      <pc:sldChg chg="del">
        <pc:chgData name="Sara Muneeb" userId="29b624b1-a719-43f5-9b52-388cd4043c04" providerId="ADAL" clId="{626D58DD-CAD1-41FD-B346-5DA3667E10E3}" dt="2022-12-06T04:53:54.509" v="0" actId="47"/>
        <pc:sldMkLst>
          <pc:docMk/>
          <pc:sldMk cId="1338992350" sldId="310"/>
        </pc:sldMkLst>
      </pc:sldChg>
      <pc:sldChg chg="del">
        <pc:chgData name="Sara Muneeb" userId="29b624b1-a719-43f5-9b52-388cd4043c04" providerId="ADAL" clId="{626D58DD-CAD1-41FD-B346-5DA3667E10E3}" dt="2022-12-06T04:53:54.509" v="0" actId="47"/>
        <pc:sldMkLst>
          <pc:docMk/>
          <pc:sldMk cId="90414829" sldId="311"/>
        </pc:sldMkLst>
      </pc:sldChg>
      <pc:sldChg chg="del">
        <pc:chgData name="Sara Muneeb" userId="29b624b1-a719-43f5-9b52-388cd4043c04" providerId="ADAL" clId="{626D58DD-CAD1-41FD-B346-5DA3667E10E3}" dt="2022-12-06T04:53:54.509" v="0" actId="47"/>
        <pc:sldMkLst>
          <pc:docMk/>
          <pc:sldMk cId="2877534449" sldId="312"/>
        </pc:sldMkLst>
      </pc:sldChg>
      <pc:sldChg chg="del">
        <pc:chgData name="Sara Muneeb" userId="29b624b1-a719-43f5-9b52-388cd4043c04" providerId="ADAL" clId="{626D58DD-CAD1-41FD-B346-5DA3667E10E3}" dt="2022-12-06T04:53:54.509" v="0" actId="47"/>
        <pc:sldMkLst>
          <pc:docMk/>
          <pc:sldMk cId="3347304787" sldId="314"/>
        </pc:sldMkLst>
      </pc:sldChg>
      <pc:sldChg chg="del">
        <pc:chgData name="Sara Muneeb" userId="29b624b1-a719-43f5-9b52-388cd4043c04" providerId="ADAL" clId="{626D58DD-CAD1-41FD-B346-5DA3667E10E3}" dt="2022-12-06T04:53:54.509" v="0" actId="47"/>
        <pc:sldMkLst>
          <pc:docMk/>
          <pc:sldMk cId="1401089230" sldId="315"/>
        </pc:sldMkLst>
      </pc:sldChg>
      <pc:sldChg chg="del">
        <pc:chgData name="Sara Muneeb" userId="29b624b1-a719-43f5-9b52-388cd4043c04" providerId="ADAL" clId="{626D58DD-CAD1-41FD-B346-5DA3667E10E3}" dt="2022-12-06T04:53:54.509" v="0" actId="47"/>
        <pc:sldMkLst>
          <pc:docMk/>
          <pc:sldMk cId="2929702152" sldId="316"/>
        </pc:sldMkLst>
      </pc:sldChg>
      <pc:sldChg chg="del">
        <pc:chgData name="Sara Muneeb" userId="29b624b1-a719-43f5-9b52-388cd4043c04" providerId="ADAL" clId="{626D58DD-CAD1-41FD-B346-5DA3667E10E3}" dt="2022-12-06T04:53:54.509" v="0" actId="47"/>
        <pc:sldMkLst>
          <pc:docMk/>
          <pc:sldMk cId="207355886" sldId="317"/>
        </pc:sldMkLst>
      </pc:sldChg>
      <pc:sldChg chg="del">
        <pc:chgData name="Sara Muneeb" userId="29b624b1-a719-43f5-9b52-388cd4043c04" providerId="ADAL" clId="{626D58DD-CAD1-41FD-B346-5DA3667E10E3}" dt="2022-12-06T04:53:54.509" v="0" actId="47"/>
        <pc:sldMkLst>
          <pc:docMk/>
          <pc:sldMk cId="3253479535" sldId="318"/>
        </pc:sldMkLst>
      </pc:sldChg>
      <pc:sldChg chg="del">
        <pc:chgData name="Sara Muneeb" userId="29b624b1-a719-43f5-9b52-388cd4043c04" providerId="ADAL" clId="{626D58DD-CAD1-41FD-B346-5DA3667E10E3}" dt="2022-12-06T04:53:54.509" v="0" actId="47"/>
        <pc:sldMkLst>
          <pc:docMk/>
          <pc:sldMk cId="3258948435" sldId="319"/>
        </pc:sldMkLst>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docChgLst>
    <pc:chgData name="Sara Muneeb" userId="29b624b1-a719-43f5-9b52-388cd4043c04" providerId="ADAL" clId="{1B8306CC-3EB3-4E79-8CF8-E5FDA85816BB}"/>
    <pc:docChg chg="undo redo custSel addSld delSld modSld">
      <pc:chgData name="Sara Muneeb" userId="29b624b1-a719-43f5-9b52-388cd4043c04" providerId="ADAL" clId="{1B8306CC-3EB3-4E79-8CF8-E5FDA85816BB}" dt="2022-11-24T12:10:15.121" v="4967" actId="1035"/>
      <pc:docMkLst>
        <pc:docMk/>
      </pc:docMkLst>
      <pc:sldChg chg="addSp modSp mod">
        <pc:chgData name="Sara Muneeb" userId="29b624b1-a719-43f5-9b52-388cd4043c04" providerId="ADAL" clId="{1B8306CC-3EB3-4E79-8CF8-E5FDA85816BB}" dt="2022-11-24T11:11:02.245" v="4329" actId="1076"/>
        <pc:sldMkLst>
          <pc:docMk/>
          <pc:sldMk cId="3302378807" sldId="261"/>
        </pc:sldMkLst>
        <pc:spChg chg="mod">
          <ac:chgData name="Sara Muneeb" userId="29b624b1-a719-43f5-9b52-388cd4043c04" providerId="ADAL" clId="{1B8306CC-3EB3-4E79-8CF8-E5FDA85816BB}" dt="2022-11-24T11:10:58.448" v="4328" actId="404"/>
          <ac:spMkLst>
            <pc:docMk/>
            <pc:sldMk cId="3302378807" sldId="261"/>
            <ac:spMk id="3" creationId="{6D014B81-15AB-581F-75AA-21487DFCE582}"/>
          </ac:spMkLst>
        </pc:spChg>
        <pc:picChg chg="add mod">
          <ac:chgData name="Sara Muneeb" userId="29b624b1-a719-43f5-9b52-388cd4043c04" providerId="ADAL" clId="{1B8306CC-3EB3-4E79-8CF8-E5FDA85816BB}" dt="2022-11-24T11:11:02.245" v="4329" actId="1076"/>
          <ac:picMkLst>
            <pc:docMk/>
            <pc:sldMk cId="3302378807" sldId="261"/>
            <ac:picMk id="1026" creationId="{7AE869CB-D780-BB0B-B865-B11206D7CA1C}"/>
          </ac:picMkLst>
        </pc:picChg>
      </pc:sldChg>
      <pc:sldChg chg="addSp modSp">
        <pc:chgData name="Sara Muneeb" userId="29b624b1-a719-43f5-9b52-388cd4043c04" providerId="ADAL" clId="{1B8306CC-3EB3-4E79-8CF8-E5FDA85816BB}" dt="2022-11-24T11:12:29.228" v="4335" actId="1076"/>
        <pc:sldMkLst>
          <pc:docMk/>
          <pc:sldMk cId="3153897923" sldId="262"/>
        </pc:sldMkLst>
        <pc:picChg chg="add mod">
          <ac:chgData name="Sara Muneeb" userId="29b624b1-a719-43f5-9b52-388cd4043c04" providerId="ADAL" clId="{1B8306CC-3EB3-4E79-8CF8-E5FDA85816BB}" dt="2022-11-24T11:12:29.228" v="4335" actId="1076"/>
          <ac:picMkLst>
            <pc:docMk/>
            <pc:sldMk cId="3153897923" sldId="262"/>
            <ac:picMk id="2050" creationId="{182DD244-32BA-2CD2-6CE2-83C490B4EE70}"/>
          </ac:picMkLst>
        </pc:picChg>
      </pc:sldChg>
      <pc:sldChg chg="addSp modSp">
        <pc:chgData name="Sara Muneeb" userId="29b624b1-a719-43f5-9b52-388cd4043c04" providerId="ADAL" clId="{1B8306CC-3EB3-4E79-8CF8-E5FDA85816BB}" dt="2022-11-24T11:13:11.893" v="4339" actId="1076"/>
        <pc:sldMkLst>
          <pc:docMk/>
          <pc:sldMk cId="65336695" sldId="264"/>
        </pc:sldMkLst>
        <pc:spChg chg="mod">
          <ac:chgData name="Sara Muneeb" userId="29b624b1-a719-43f5-9b52-388cd4043c04" providerId="ADAL" clId="{1B8306CC-3EB3-4E79-8CF8-E5FDA85816BB}" dt="2022-11-24T11:13:07.191" v="4338" actId="1076"/>
          <ac:spMkLst>
            <pc:docMk/>
            <pc:sldMk cId="65336695" sldId="264"/>
            <ac:spMk id="3" creationId="{B03F32E2-44EF-53DB-1EEB-0423DFEA7E47}"/>
          </ac:spMkLst>
        </pc:spChg>
        <pc:picChg chg="add mod">
          <ac:chgData name="Sara Muneeb" userId="29b624b1-a719-43f5-9b52-388cd4043c04" providerId="ADAL" clId="{1B8306CC-3EB3-4E79-8CF8-E5FDA85816BB}" dt="2022-11-24T11:13:11.893" v="4339" actId="1076"/>
          <ac:picMkLst>
            <pc:docMk/>
            <pc:sldMk cId="65336695" sldId="264"/>
            <ac:picMk id="3074" creationId="{DF5411D7-2707-AE70-A064-02F3C76A4969}"/>
          </ac:picMkLst>
        </pc:picChg>
      </pc:sldChg>
      <pc:sldChg chg="addSp delSp modSp mod">
        <pc:chgData name="Sara Muneeb" userId="29b624b1-a719-43f5-9b52-388cd4043c04" providerId="ADAL" clId="{1B8306CC-3EB3-4E79-8CF8-E5FDA85816BB}" dt="2022-11-24T11:14:56.162" v="4351" actId="1076"/>
        <pc:sldMkLst>
          <pc:docMk/>
          <pc:sldMk cId="922512695" sldId="266"/>
        </pc:sldMkLst>
        <pc:spChg chg="mod">
          <ac:chgData name="Sara Muneeb" userId="29b624b1-a719-43f5-9b52-388cd4043c04" providerId="ADAL" clId="{1B8306CC-3EB3-4E79-8CF8-E5FDA85816BB}" dt="2022-11-24T11:14:36.902" v="4345" actId="403"/>
          <ac:spMkLst>
            <pc:docMk/>
            <pc:sldMk cId="922512695" sldId="266"/>
            <ac:spMk id="2" creationId="{C7369BA3-C875-804C-218F-249A37A4DBD1}"/>
          </ac:spMkLst>
        </pc:spChg>
        <pc:spChg chg="mod">
          <ac:chgData name="Sara Muneeb" userId="29b624b1-a719-43f5-9b52-388cd4043c04" providerId="ADAL" clId="{1B8306CC-3EB3-4E79-8CF8-E5FDA85816BB}" dt="2022-11-24T11:14:51.612" v="4350" actId="404"/>
          <ac:spMkLst>
            <pc:docMk/>
            <pc:sldMk cId="922512695" sldId="266"/>
            <ac:spMk id="3" creationId="{245686DD-A490-A9B3-63F8-FCEBD64DEBE0}"/>
          </ac:spMkLst>
        </pc:spChg>
        <pc:picChg chg="add del">
          <ac:chgData name="Sara Muneeb" userId="29b624b1-a719-43f5-9b52-388cd4043c04" providerId="ADAL" clId="{1B8306CC-3EB3-4E79-8CF8-E5FDA85816BB}" dt="2022-11-24T11:14:05.628" v="4341"/>
          <ac:picMkLst>
            <pc:docMk/>
            <pc:sldMk cId="922512695" sldId="266"/>
            <ac:picMk id="4098" creationId="{59F45B15-7EC7-5FF1-E7FA-E240301CE0B5}"/>
          </ac:picMkLst>
        </pc:picChg>
        <pc:picChg chg="add mod">
          <ac:chgData name="Sara Muneeb" userId="29b624b1-a719-43f5-9b52-388cd4043c04" providerId="ADAL" clId="{1B8306CC-3EB3-4E79-8CF8-E5FDA85816BB}" dt="2022-11-24T11:14:56.162" v="4351" actId="1076"/>
          <ac:picMkLst>
            <pc:docMk/>
            <pc:sldMk cId="922512695" sldId="266"/>
            <ac:picMk id="4100" creationId="{559139C3-1A8B-C1BE-3B4E-104B8D934928}"/>
          </ac:picMkLst>
        </pc:picChg>
      </pc:sldChg>
      <pc:sldChg chg="addSp modSp mod">
        <pc:chgData name="Sara Muneeb" userId="29b624b1-a719-43f5-9b52-388cd4043c04" providerId="ADAL" clId="{1B8306CC-3EB3-4E79-8CF8-E5FDA85816BB}" dt="2022-11-24T11:18:20.307" v="4388" actId="14100"/>
        <pc:sldMkLst>
          <pc:docMk/>
          <pc:sldMk cId="2171506608" sldId="267"/>
        </pc:sldMkLst>
        <pc:spChg chg="mod">
          <ac:chgData name="Sara Muneeb" userId="29b624b1-a719-43f5-9b52-388cd4043c04" providerId="ADAL" clId="{1B8306CC-3EB3-4E79-8CF8-E5FDA85816BB}" dt="2022-11-24T11:18:11.824" v="4385" actId="123"/>
          <ac:spMkLst>
            <pc:docMk/>
            <pc:sldMk cId="2171506608" sldId="267"/>
            <ac:spMk id="3" creationId="{21B7C262-5EF2-3EBD-2423-53C33D753C21}"/>
          </ac:spMkLst>
        </pc:spChg>
        <pc:picChg chg="add mod">
          <ac:chgData name="Sara Muneeb" userId="29b624b1-a719-43f5-9b52-388cd4043c04" providerId="ADAL" clId="{1B8306CC-3EB3-4E79-8CF8-E5FDA85816BB}" dt="2022-11-24T11:18:20.307" v="4388" actId="14100"/>
          <ac:picMkLst>
            <pc:docMk/>
            <pc:sldMk cId="2171506608" sldId="267"/>
            <ac:picMk id="5122" creationId="{3252392A-83D9-143E-6189-292FF60ABDD4}"/>
          </ac:picMkLst>
        </pc:picChg>
      </pc:sldChg>
      <pc:sldChg chg="addSp delSp modSp mod">
        <pc:chgData name="Sara Muneeb" userId="29b624b1-a719-43f5-9b52-388cd4043c04" providerId="ADAL" clId="{1B8306CC-3EB3-4E79-8CF8-E5FDA85816BB}" dt="2022-11-24T12:03:17.224" v="4751" actId="167"/>
        <pc:sldMkLst>
          <pc:docMk/>
          <pc:sldMk cId="3311259099" sldId="268"/>
        </pc:sldMkLst>
        <pc:spChg chg="mod">
          <ac:chgData name="Sara Muneeb" userId="29b624b1-a719-43f5-9b52-388cd4043c04" providerId="ADAL" clId="{1B8306CC-3EB3-4E79-8CF8-E5FDA85816BB}" dt="2022-11-24T11:19:12.629" v="4395" actId="14100"/>
          <ac:spMkLst>
            <pc:docMk/>
            <pc:sldMk cId="3311259099" sldId="268"/>
            <ac:spMk id="3" creationId="{2DF93EF8-2A26-6A8F-6F1C-2CDC47E877A7}"/>
          </ac:spMkLst>
        </pc:spChg>
        <pc:picChg chg="add del mod">
          <ac:chgData name="Sara Muneeb" userId="29b624b1-a719-43f5-9b52-388cd4043c04" providerId="ADAL" clId="{1B8306CC-3EB3-4E79-8CF8-E5FDA85816BB}" dt="2022-11-24T12:03:03.933" v="4746" actId="478"/>
          <ac:picMkLst>
            <pc:docMk/>
            <pc:sldMk cId="3311259099" sldId="268"/>
            <ac:picMk id="6146" creationId="{F082FECA-9A0C-A600-CCFB-E807CDB9B8C7}"/>
          </ac:picMkLst>
        </pc:picChg>
        <pc:picChg chg="add mod">
          <ac:chgData name="Sara Muneeb" userId="29b624b1-a719-43f5-9b52-388cd4043c04" providerId="ADAL" clId="{1B8306CC-3EB3-4E79-8CF8-E5FDA85816BB}" dt="2022-11-24T12:03:17.224" v="4751" actId="167"/>
          <ac:picMkLst>
            <pc:docMk/>
            <pc:sldMk cId="3311259099" sldId="268"/>
            <ac:picMk id="6148" creationId="{5C726ACD-5AC9-ADA9-B1A6-C80F9618DDA4}"/>
          </ac:picMkLst>
        </pc:picChg>
      </pc:sldChg>
      <pc:sldChg chg="addSp modSp mod">
        <pc:chgData name="Sara Muneeb" userId="29b624b1-a719-43f5-9b52-388cd4043c04" providerId="ADAL" clId="{1B8306CC-3EB3-4E79-8CF8-E5FDA85816BB}" dt="2022-11-24T11:22:16.191" v="4413" actId="1076"/>
        <pc:sldMkLst>
          <pc:docMk/>
          <pc:sldMk cId="4065404976" sldId="270"/>
        </pc:sldMkLst>
        <pc:spChg chg="mod">
          <ac:chgData name="Sara Muneeb" userId="29b624b1-a719-43f5-9b52-388cd4043c04" providerId="ADAL" clId="{1B8306CC-3EB3-4E79-8CF8-E5FDA85816BB}" dt="2022-11-24T11:22:02.483" v="4409" actId="123"/>
          <ac:spMkLst>
            <pc:docMk/>
            <pc:sldMk cId="4065404976" sldId="270"/>
            <ac:spMk id="3" creationId="{3668B7B5-904A-5D82-A648-17214417B13B}"/>
          </ac:spMkLst>
        </pc:spChg>
        <pc:picChg chg="add mod">
          <ac:chgData name="Sara Muneeb" userId="29b624b1-a719-43f5-9b52-388cd4043c04" providerId="ADAL" clId="{1B8306CC-3EB3-4E79-8CF8-E5FDA85816BB}" dt="2022-11-24T11:22:16.191" v="4413" actId="1076"/>
          <ac:picMkLst>
            <pc:docMk/>
            <pc:sldMk cId="4065404976" sldId="270"/>
            <ac:picMk id="7170" creationId="{06BA05AF-1CF5-BA3F-2F32-6B8C4D26A117}"/>
          </ac:picMkLst>
        </pc:picChg>
      </pc:sldChg>
      <pc:sldChg chg="addSp modSp mod">
        <pc:chgData name="Sara Muneeb" userId="29b624b1-a719-43f5-9b52-388cd4043c04" providerId="ADAL" clId="{1B8306CC-3EB3-4E79-8CF8-E5FDA85816BB}" dt="2022-11-24T11:24:13.973" v="4423" actId="1076"/>
        <pc:sldMkLst>
          <pc:docMk/>
          <pc:sldMk cId="4199156068" sldId="271"/>
        </pc:sldMkLst>
        <pc:spChg chg="mod">
          <ac:chgData name="Sara Muneeb" userId="29b624b1-a719-43f5-9b52-388cd4043c04" providerId="ADAL" clId="{1B8306CC-3EB3-4E79-8CF8-E5FDA85816BB}" dt="2022-11-24T11:22:39.320" v="4416" actId="123"/>
          <ac:spMkLst>
            <pc:docMk/>
            <pc:sldMk cId="4199156068" sldId="271"/>
            <ac:spMk id="3" creationId="{4CE737F1-D202-F669-8999-746001FD8E24}"/>
          </ac:spMkLst>
        </pc:spChg>
        <pc:picChg chg="add mod">
          <ac:chgData name="Sara Muneeb" userId="29b624b1-a719-43f5-9b52-388cd4043c04" providerId="ADAL" clId="{1B8306CC-3EB3-4E79-8CF8-E5FDA85816BB}" dt="2022-11-24T11:24:13.973" v="4423" actId="1076"/>
          <ac:picMkLst>
            <pc:docMk/>
            <pc:sldMk cId="4199156068" sldId="271"/>
            <ac:picMk id="8194" creationId="{37F93CD9-E98E-E7CC-24BB-4E1821AFC722}"/>
          </ac:picMkLst>
        </pc:picChg>
      </pc:sldChg>
      <pc:sldChg chg="addSp modSp mod">
        <pc:chgData name="Sara Muneeb" userId="29b624b1-a719-43f5-9b52-388cd4043c04" providerId="ADAL" clId="{1B8306CC-3EB3-4E79-8CF8-E5FDA85816BB}" dt="2022-11-24T11:24:59.785" v="4428" actId="1076"/>
        <pc:sldMkLst>
          <pc:docMk/>
          <pc:sldMk cId="2475071258" sldId="272"/>
        </pc:sldMkLst>
        <pc:spChg chg="mod">
          <ac:chgData name="Sara Muneeb" userId="29b624b1-a719-43f5-9b52-388cd4043c04" providerId="ADAL" clId="{1B8306CC-3EB3-4E79-8CF8-E5FDA85816BB}" dt="2022-11-23T08:23:13.957" v="1" actId="20577"/>
          <ac:spMkLst>
            <pc:docMk/>
            <pc:sldMk cId="2475071258" sldId="272"/>
            <ac:spMk id="3" creationId="{42707BE9-130D-1462-7BBD-65E4A2D07EC8}"/>
          </ac:spMkLst>
        </pc:spChg>
        <pc:picChg chg="add mod">
          <ac:chgData name="Sara Muneeb" userId="29b624b1-a719-43f5-9b52-388cd4043c04" providerId="ADAL" clId="{1B8306CC-3EB3-4E79-8CF8-E5FDA85816BB}" dt="2022-11-24T11:24:59.785" v="4428" actId="1076"/>
          <ac:picMkLst>
            <pc:docMk/>
            <pc:sldMk cId="2475071258" sldId="272"/>
            <ac:picMk id="9218" creationId="{6C0D6CEF-E2F4-384F-1F12-9371DDF793BB}"/>
          </ac:picMkLst>
        </pc:picChg>
      </pc:sldChg>
      <pc:sldChg chg="addSp delSp modSp mod">
        <pc:chgData name="Sara Muneeb" userId="29b624b1-a719-43f5-9b52-388cd4043c04" providerId="ADAL" clId="{1B8306CC-3EB3-4E79-8CF8-E5FDA85816BB}" dt="2022-11-24T11:32:19.373" v="4517" actId="404"/>
        <pc:sldMkLst>
          <pc:docMk/>
          <pc:sldMk cId="1256280144" sldId="273"/>
        </pc:sldMkLst>
        <pc:spChg chg="mod">
          <ac:chgData name="Sara Muneeb" userId="29b624b1-a719-43f5-9b52-388cd4043c04" providerId="ADAL" clId="{1B8306CC-3EB3-4E79-8CF8-E5FDA85816BB}" dt="2022-11-24T11:32:19.373" v="4517" actId="404"/>
          <ac:spMkLst>
            <pc:docMk/>
            <pc:sldMk cId="1256280144" sldId="273"/>
            <ac:spMk id="3" creationId="{515609BF-D224-9D29-E740-0DFD46317A62}"/>
          </ac:spMkLst>
        </pc:spChg>
        <pc:spChg chg="add del">
          <ac:chgData name="Sara Muneeb" userId="29b624b1-a719-43f5-9b52-388cd4043c04" providerId="ADAL" clId="{1B8306CC-3EB3-4E79-8CF8-E5FDA85816BB}" dt="2022-11-24T11:26:55.877" v="4450" actId="22"/>
          <ac:spMkLst>
            <pc:docMk/>
            <pc:sldMk cId="1256280144" sldId="273"/>
            <ac:spMk id="5" creationId="{8CEE2C5B-0A9A-031B-7BBA-7930F33CC8E0}"/>
          </ac:spMkLst>
        </pc:spChg>
        <pc:picChg chg="add mod">
          <ac:chgData name="Sara Muneeb" userId="29b624b1-a719-43f5-9b52-388cd4043c04" providerId="ADAL" clId="{1B8306CC-3EB3-4E79-8CF8-E5FDA85816BB}" dt="2022-11-24T11:27:30.067" v="4461" actId="1038"/>
          <ac:picMkLst>
            <pc:docMk/>
            <pc:sldMk cId="1256280144" sldId="273"/>
            <ac:picMk id="10242" creationId="{EF4CC3FA-0D5A-B8B0-2272-B30D7095A8F8}"/>
          </ac:picMkLst>
        </pc:picChg>
      </pc:sldChg>
      <pc:sldChg chg="modSp new mod">
        <pc:chgData name="Sara Muneeb" userId="29b624b1-a719-43f5-9b52-388cd4043c04" providerId="ADAL" clId="{1B8306CC-3EB3-4E79-8CF8-E5FDA85816BB}" dt="2022-11-24T11:32:25.937" v="4518" actId="123"/>
        <pc:sldMkLst>
          <pc:docMk/>
          <pc:sldMk cId="2120313278" sldId="274"/>
        </pc:sldMkLst>
        <pc:spChg chg="mod">
          <ac:chgData name="Sara Muneeb" userId="29b624b1-a719-43f5-9b52-388cd4043c04" providerId="ADAL" clId="{1B8306CC-3EB3-4E79-8CF8-E5FDA85816BB}" dt="2022-11-23T08:31:26.796" v="58" actId="313"/>
          <ac:spMkLst>
            <pc:docMk/>
            <pc:sldMk cId="2120313278" sldId="274"/>
            <ac:spMk id="2" creationId="{9B136D2C-CB79-B71B-EC82-BD8A2FE43C67}"/>
          </ac:spMkLst>
        </pc:spChg>
        <pc:spChg chg="mod">
          <ac:chgData name="Sara Muneeb" userId="29b624b1-a719-43f5-9b52-388cd4043c04" providerId="ADAL" clId="{1B8306CC-3EB3-4E79-8CF8-E5FDA85816BB}" dt="2022-11-24T11:32:25.937" v="4518" actId="123"/>
          <ac:spMkLst>
            <pc:docMk/>
            <pc:sldMk cId="2120313278" sldId="274"/>
            <ac:spMk id="3" creationId="{5DC79E7B-C6C1-6AB0-9100-E2E691667B18}"/>
          </ac:spMkLst>
        </pc:spChg>
      </pc:sldChg>
      <pc:sldChg chg="addSp modSp new mod">
        <pc:chgData name="Sara Muneeb" userId="29b624b1-a719-43f5-9b52-388cd4043c04" providerId="ADAL" clId="{1B8306CC-3EB3-4E79-8CF8-E5FDA85816BB}" dt="2022-11-24T11:32:30.858" v="4520" actId="404"/>
        <pc:sldMkLst>
          <pc:docMk/>
          <pc:sldMk cId="3670279967" sldId="275"/>
        </pc:sldMkLst>
        <pc:spChg chg="mod">
          <ac:chgData name="Sara Muneeb" userId="29b624b1-a719-43f5-9b52-388cd4043c04" providerId="ADAL" clId="{1B8306CC-3EB3-4E79-8CF8-E5FDA85816BB}" dt="2022-11-23T08:32:18.196" v="111" actId="20577"/>
          <ac:spMkLst>
            <pc:docMk/>
            <pc:sldMk cId="3670279967" sldId="275"/>
            <ac:spMk id="2" creationId="{F59F3CFD-DD80-ACE7-8D81-D267A47BAF8A}"/>
          </ac:spMkLst>
        </pc:spChg>
        <pc:spChg chg="mod">
          <ac:chgData name="Sara Muneeb" userId="29b624b1-a719-43f5-9b52-388cd4043c04" providerId="ADAL" clId="{1B8306CC-3EB3-4E79-8CF8-E5FDA85816BB}" dt="2022-11-24T11:32:30.858" v="4520" actId="404"/>
          <ac:spMkLst>
            <pc:docMk/>
            <pc:sldMk cId="3670279967" sldId="275"/>
            <ac:spMk id="3" creationId="{C961FF16-18D0-3F45-9132-885F488F1F38}"/>
          </ac:spMkLst>
        </pc:spChg>
        <pc:picChg chg="add mod">
          <ac:chgData name="Sara Muneeb" userId="29b624b1-a719-43f5-9b52-388cd4043c04" providerId="ADAL" clId="{1B8306CC-3EB3-4E79-8CF8-E5FDA85816BB}" dt="2022-11-24T11:29:05.819" v="4474" actId="1076"/>
          <ac:picMkLst>
            <pc:docMk/>
            <pc:sldMk cId="3670279967" sldId="275"/>
            <ac:picMk id="11266" creationId="{812542CB-F57C-221D-8EF8-4A1BC26391A7}"/>
          </ac:picMkLst>
        </pc:picChg>
      </pc:sldChg>
      <pc:sldChg chg="modSp new mod">
        <pc:chgData name="Sara Muneeb" userId="29b624b1-a719-43f5-9b52-388cd4043c04" providerId="ADAL" clId="{1B8306CC-3EB3-4E79-8CF8-E5FDA85816BB}" dt="2022-11-24T11:32:35.985" v="4521" actId="123"/>
        <pc:sldMkLst>
          <pc:docMk/>
          <pc:sldMk cId="1201384780" sldId="276"/>
        </pc:sldMkLst>
        <pc:spChg chg="mod">
          <ac:chgData name="Sara Muneeb" userId="29b624b1-a719-43f5-9b52-388cd4043c04" providerId="ADAL" clId="{1B8306CC-3EB3-4E79-8CF8-E5FDA85816BB}" dt="2022-11-24T11:29:43.440" v="4503" actId="20577"/>
          <ac:spMkLst>
            <pc:docMk/>
            <pc:sldMk cId="1201384780" sldId="276"/>
            <ac:spMk id="2" creationId="{4B1FC139-932D-7773-E70C-55A9F877E529}"/>
          </ac:spMkLst>
        </pc:spChg>
        <pc:spChg chg="mod">
          <ac:chgData name="Sara Muneeb" userId="29b624b1-a719-43f5-9b52-388cd4043c04" providerId="ADAL" clId="{1B8306CC-3EB3-4E79-8CF8-E5FDA85816BB}" dt="2022-11-24T11:32:35.985" v="4521" actId="123"/>
          <ac:spMkLst>
            <pc:docMk/>
            <pc:sldMk cId="1201384780" sldId="276"/>
            <ac:spMk id="3" creationId="{DEAB94E3-8DAA-715C-EA8E-79CAD69C1F55}"/>
          </ac:spMkLst>
        </pc:spChg>
      </pc:sldChg>
      <pc:sldChg chg="modSp new mod">
        <pc:chgData name="Sara Muneeb" userId="29b624b1-a719-43f5-9b52-388cd4043c04" providerId="ADAL" clId="{1B8306CC-3EB3-4E79-8CF8-E5FDA85816BB}" dt="2022-11-24T11:32:42.763" v="4523" actId="20577"/>
        <pc:sldMkLst>
          <pc:docMk/>
          <pc:sldMk cId="3823172309" sldId="277"/>
        </pc:sldMkLst>
        <pc:spChg chg="mod">
          <ac:chgData name="Sara Muneeb" userId="29b624b1-a719-43f5-9b52-388cd4043c04" providerId="ADAL" clId="{1B8306CC-3EB3-4E79-8CF8-E5FDA85816BB}" dt="2022-11-23T08:36:05.190" v="170" actId="20577"/>
          <ac:spMkLst>
            <pc:docMk/>
            <pc:sldMk cId="3823172309" sldId="277"/>
            <ac:spMk id="2" creationId="{7B626E82-9D22-3E18-5F14-F9F57CAD85F7}"/>
          </ac:spMkLst>
        </pc:spChg>
        <pc:spChg chg="mod">
          <ac:chgData name="Sara Muneeb" userId="29b624b1-a719-43f5-9b52-388cd4043c04" providerId="ADAL" clId="{1B8306CC-3EB3-4E79-8CF8-E5FDA85816BB}" dt="2022-11-24T11:32:42.763" v="4523" actId="20577"/>
          <ac:spMkLst>
            <pc:docMk/>
            <pc:sldMk cId="3823172309" sldId="277"/>
            <ac:spMk id="3" creationId="{D5F0E405-546F-861A-9D13-809D1DFDFE9B}"/>
          </ac:spMkLst>
        </pc:spChg>
      </pc:sldChg>
      <pc:sldChg chg="modSp new mod">
        <pc:chgData name="Sara Muneeb" userId="29b624b1-a719-43f5-9b52-388cd4043c04" providerId="ADAL" clId="{1B8306CC-3EB3-4E79-8CF8-E5FDA85816BB}" dt="2022-11-24T11:32:50.625" v="4528" actId="20577"/>
        <pc:sldMkLst>
          <pc:docMk/>
          <pc:sldMk cId="42086703" sldId="278"/>
        </pc:sldMkLst>
        <pc:spChg chg="mod">
          <ac:chgData name="Sara Muneeb" userId="29b624b1-a719-43f5-9b52-388cd4043c04" providerId="ADAL" clId="{1B8306CC-3EB3-4E79-8CF8-E5FDA85816BB}" dt="2022-11-23T08:37:51.822" v="211" actId="20577"/>
          <ac:spMkLst>
            <pc:docMk/>
            <pc:sldMk cId="42086703" sldId="278"/>
            <ac:spMk id="2" creationId="{141FE1F3-2665-2FD6-22B2-97D0343C19A9}"/>
          </ac:spMkLst>
        </pc:spChg>
        <pc:spChg chg="mod">
          <ac:chgData name="Sara Muneeb" userId="29b624b1-a719-43f5-9b52-388cd4043c04" providerId="ADAL" clId="{1B8306CC-3EB3-4E79-8CF8-E5FDA85816BB}" dt="2022-11-24T11:32:50.625" v="4528" actId="20577"/>
          <ac:spMkLst>
            <pc:docMk/>
            <pc:sldMk cId="42086703" sldId="278"/>
            <ac:spMk id="3" creationId="{2D5D4E2C-0D46-594E-F5F1-6B599D1C9520}"/>
          </ac:spMkLst>
        </pc:spChg>
      </pc:sldChg>
      <pc:sldChg chg="addSp modSp new mod">
        <pc:chgData name="Sara Muneeb" userId="29b624b1-a719-43f5-9b52-388cd4043c04" providerId="ADAL" clId="{1B8306CC-3EB3-4E79-8CF8-E5FDA85816BB}" dt="2022-11-24T11:33:38.975" v="4573" actId="1036"/>
        <pc:sldMkLst>
          <pc:docMk/>
          <pc:sldMk cId="607249761" sldId="279"/>
        </pc:sldMkLst>
        <pc:spChg chg="mod">
          <ac:chgData name="Sara Muneeb" userId="29b624b1-a719-43f5-9b52-388cd4043c04" providerId="ADAL" clId="{1B8306CC-3EB3-4E79-8CF8-E5FDA85816BB}" dt="2022-11-23T08:41:21.512" v="316" actId="20577"/>
          <ac:spMkLst>
            <pc:docMk/>
            <pc:sldMk cId="607249761" sldId="279"/>
            <ac:spMk id="2" creationId="{3C30C768-E1E2-18B4-4467-8DD551168D4E}"/>
          </ac:spMkLst>
        </pc:spChg>
        <pc:spChg chg="mod">
          <ac:chgData name="Sara Muneeb" userId="29b624b1-a719-43f5-9b52-388cd4043c04" providerId="ADAL" clId="{1B8306CC-3EB3-4E79-8CF8-E5FDA85816BB}" dt="2022-11-24T11:33:36.212" v="4568" actId="12"/>
          <ac:spMkLst>
            <pc:docMk/>
            <pc:sldMk cId="607249761" sldId="279"/>
            <ac:spMk id="3" creationId="{9F3149EA-A991-691D-D4F3-035A636EE4A2}"/>
          </ac:spMkLst>
        </pc:spChg>
        <pc:picChg chg="add mod">
          <ac:chgData name="Sara Muneeb" userId="29b624b1-a719-43f5-9b52-388cd4043c04" providerId="ADAL" clId="{1B8306CC-3EB3-4E79-8CF8-E5FDA85816BB}" dt="2022-11-24T11:33:38.975" v="4573" actId="1036"/>
          <ac:picMkLst>
            <pc:docMk/>
            <pc:sldMk cId="607249761" sldId="279"/>
            <ac:picMk id="5" creationId="{D659D4FD-8AD8-2497-B1C1-1D922529D61A}"/>
          </ac:picMkLst>
        </pc:picChg>
      </pc:sldChg>
      <pc:sldChg chg="addSp delSp modSp new mod">
        <pc:chgData name="Sara Muneeb" userId="29b624b1-a719-43f5-9b52-388cd4043c04" providerId="ADAL" clId="{1B8306CC-3EB3-4E79-8CF8-E5FDA85816BB}" dt="2022-11-24T11:32:01.079" v="4513" actId="123"/>
        <pc:sldMkLst>
          <pc:docMk/>
          <pc:sldMk cId="1915487802" sldId="280"/>
        </pc:sldMkLst>
        <pc:spChg chg="mod">
          <ac:chgData name="Sara Muneeb" userId="29b624b1-a719-43f5-9b52-388cd4043c04" providerId="ADAL" clId="{1B8306CC-3EB3-4E79-8CF8-E5FDA85816BB}" dt="2022-11-23T08:42:46.758" v="345" actId="20577"/>
          <ac:spMkLst>
            <pc:docMk/>
            <pc:sldMk cId="1915487802" sldId="280"/>
            <ac:spMk id="2" creationId="{FEB30658-A74B-8C9D-DBDB-17DC53CE3B02}"/>
          </ac:spMkLst>
        </pc:spChg>
        <pc:spChg chg="mod">
          <ac:chgData name="Sara Muneeb" userId="29b624b1-a719-43f5-9b52-388cd4043c04" providerId="ADAL" clId="{1B8306CC-3EB3-4E79-8CF8-E5FDA85816BB}" dt="2022-11-24T11:32:01.079" v="4513" actId="123"/>
          <ac:spMkLst>
            <pc:docMk/>
            <pc:sldMk cId="1915487802" sldId="280"/>
            <ac:spMk id="3" creationId="{029D93F4-A944-120B-74AA-4E960EE935C5}"/>
          </ac:spMkLst>
        </pc:spChg>
        <pc:spChg chg="add del">
          <ac:chgData name="Sara Muneeb" userId="29b624b1-a719-43f5-9b52-388cd4043c04" providerId="ADAL" clId="{1B8306CC-3EB3-4E79-8CF8-E5FDA85816BB}" dt="2022-11-24T11:31:10.514" v="4505"/>
          <ac:spMkLst>
            <pc:docMk/>
            <pc:sldMk cId="1915487802" sldId="280"/>
            <ac:spMk id="4" creationId="{5215EFB5-F634-F51A-FF0F-EFEB11F36976}"/>
          </ac:spMkLst>
        </pc:spChg>
        <pc:picChg chg="add mod">
          <ac:chgData name="Sara Muneeb" userId="29b624b1-a719-43f5-9b52-388cd4043c04" providerId="ADAL" clId="{1B8306CC-3EB3-4E79-8CF8-E5FDA85816BB}" dt="2022-11-24T11:31:57.500" v="4512" actId="1076"/>
          <ac:picMkLst>
            <pc:docMk/>
            <pc:sldMk cId="1915487802" sldId="280"/>
            <ac:picMk id="12292" creationId="{8D5A06D9-0AD9-621F-9859-9CB58F38B339}"/>
          </ac:picMkLst>
        </pc:picChg>
      </pc:sldChg>
      <pc:sldChg chg="addSp modSp new mod">
        <pc:chgData name="Sara Muneeb" userId="29b624b1-a719-43f5-9b52-388cd4043c04" providerId="ADAL" clId="{1B8306CC-3EB3-4E79-8CF8-E5FDA85816BB}" dt="2022-11-24T11:35:51.386" v="4594" actId="1076"/>
        <pc:sldMkLst>
          <pc:docMk/>
          <pc:sldMk cId="3190139180" sldId="281"/>
        </pc:sldMkLst>
        <pc:spChg chg="mod">
          <ac:chgData name="Sara Muneeb" userId="29b624b1-a719-43f5-9b52-388cd4043c04" providerId="ADAL" clId="{1B8306CC-3EB3-4E79-8CF8-E5FDA85816BB}" dt="2022-11-23T08:46:12.013" v="403" actId="20577"/>
          <ac:spMkLst>
            <pc:docMk/>
            <pc:sldMk cId="3190139180" sldId="281"/>
            <ac:spMk id="2" creationId="{0FDFE053-BB84-0BC9-304B-971A912B7E90}"/>
          </ac:spMkLst>
        </pc:spChg>
        <pc:spChg chg="mod">
          <ac:chgData name="Sara Muneeb" userId="29b624b1-a719-43f5-9b52-388cd4043c04" providerId="ADAL" clId="{1B8306CC-3EB3-4E79-8CF8-E5FDA85816BB}" dt="2022-11-24T11:34:13.590" v="4587" actId="27636"/>
          <ac:spMkLst>
            <pc:docMk/>
            <pc:sldMk cId="3190139180" sldId="281"/>
            <ac:spMk id="3" creationId="{516D0E45-CB98-FF5D-BC85-B8C72E326E1C}"/>
          </ac:spMkLst>
        </pc:spChg>
        <pc:picChg chg="add mod">
          <ac:chgData name="Sara Muneeb" userId="29b624b1-a719-43f5-9b52-388cd4043c04" providerId="ADAL" clId="{1B8306CC-3EB3-4E79-8CF8-E5FDA85816BB}" dt="2022-11-24T11:35:51.386" v="4594" actId="1076"/>
          <ac:picMkLst>
            <pc:docMk/>
            <pc:sldMk cId="3190139180" sldId="281"/>
            <ac:picMk id="14338" creationId="{3B95CEDD-426D-F78E-A8CD-7642ECF3C14E}"/>
          </ac:picMkLst>
        </pc:picChg>
      </pc:sldChg>
      <pc:sldChg chg="addSp modSp new mod">
        <pc:chgData name="Sara Muneeb" userId="29b624b1-a719-43f5-9b52-388cd4043c04" providerId="ADAL" clId="{1B8306CC-3EB3-4E79-8CF8-E5FDA85816BB}" dt="2022-11-24T11:35:18.357" v="4591" actId="1076"/>
        <pc:sldMkLst>
          <pc:docMk/>
          <pc:sldMk cId="2415073261" sldId="282"/>
        </pc:sldMkLst>
        <pc:spChg chg="mod">
          <ac:chgData name="Sara Muneeb" userId="29b624b1-a719-43f5-9b52-388cd4043c04" providerId="ADAL" clId="{1B8306CC-3EB3-4E79-8CF8-E5FDA85816BB}" dt="2022-11-23T09:23:09.829" v="463" actId="20577"/>
          <ac:spMkLst>
            <pc:docMk/>
            <pc:sldMk cId="2415073261" sldId="282"/>
            <ac:spMk id="2" creationId="{565F767A-389F-0E44-052A-64664E73D59B}"/>
          </ac:spMkLst>
        </pc:spChg>
        <pc:spChg chg="mod">
          <ac:chgData name="Sara Muneeb" userId="29b624b1-a719-43f5-9b52-388cd4043c04" providerId="ADAL" clId="{1B8306CC-3EB3-4E79-8CF8-E5FDA85816BB}" dt="2022-11-24T11:34:27.901" v="4589" actId="15"/>
          <ac:spMkLst>
            <pc:docMk/>
            <pc:sldMk cId="2415073261" sldId="282"/>
            <ac:spMk id="3" creationId="{AC5E4B85-C20C-36B3-3D21-4A7CA06123F9}"/>
          </ac:spMkLst>
        </pc:spChg>
        <pc:picChg chg="add mod">
          <ac:chgData name="Sara Muneeb" userId="29b624b1-a719-43f5-9b52-388cd4043c04" providerId="ADAL" clId="{1B8306CC-3EB3-4E79-8CF8-E5FDA85816BB}" dt="2022-11-24T11:35:18.357" v="4591" actId="1076"/>
          <ac:picMkLst>
            <pc:docMk/>
            <pc:sldMk cId="2415073261" sldId="282"/>
            <ac:picMk id="13314" creationId="{8CEFB6AA-4EE3-01F4-C210-D6FBAD12A577}"/>
          </ac:picMkLst>
        </pc:picChg>
      </pc:sldChg>
      <pc:sldChg chg="addSp delSp modSp new mod">
        <pc:chgData name="Sara Muneeb" userId="29b624b1-a719-43f5-9b52-388cd4043c04" providerId="ADAL" clId="{1B8306CC-3EB3-4E79-8CF8-E5FDA85816BB}" dt="2022-11-24T11:36:04.234" v="4597" actId="113"/>
        <pc:sldMkLst>
          <pc:docMk/>
          <pc:sldMk cId="3214258101" sldId="283"/>
        </pc:sldMkLst>
        <pc:spChg chg="mod">
          <ac:chgData name="Sara Muneeb" userId="29b624b1-a719-43f5-9b52-388cd4043c04" providerId="ADAL" clId="{1B8306CC-3EB3-4E79-8CF8-E5FDA85816BB}" dt="2022-11-23T09:25:27.262" v="552" actId="20577"/>
          <ac:spMkLst>
            <pc:docMk/>
            <pc:sldMk cId="3214258101" sldId="283"/>
            <ac:spMk id="2" creationId="{A5C40206-7549-D8DC-27DD-37510EA8596B}"/>
          </ac:spMkLst>
        </pc:spChg>
        <pc:spChg chg="mod">
          <ac:chgData name="Sara Muneeb" userId="29b624b1-a719-43f5-9b52-388cd4043c04" providerId="ADAL" clId="{1B8306CC-3EB3-4E79-8CF8-E5FDA85816BB}" dt="2022-11-24T11:36:04.234" v="4597" actId="113"/>
          <ac:spMkLst>
            <pc:docMk/>
            <pc:sldMk cId="3214258101" sldId="283"/>
            <ac:spMk id="3" creationId="{30933CDD-CDE3-C19C-F2B1-53C3354B629E}"/>
          </ac:spMkLst>
        </pc:spChg>
        <pc:picChg chg="add del">
          <ac:chgData name="Sara Muneeb" userId="29b624b1-a719-43f5-9b52-388cd4043c04" providerId="ADAL" clId="{1B8306CC-3EB3-4E79-8CF8-E5FDA85816BB}" dt="2022-11-24T11:36:03.280" v="4596"/>
          <ac:picMkLst>
            <pc:docMk/>
            <pc:sldMk cId="3214258101" sldId="283"/>
            <ac:picMk id="15362" creationId="{A91765E3-CC24-224E-593A-1258AF927527}"/>
          </ac:picMkLst>
        </pc:picChg>
      </pc:sldChg>
      <pc:sldChg chg="modSp new mod">
        <pc:chgData name="Sara Muneeb" userId="29b624b1-a719-43f5-9b52-388cd4043c04" providerId="ADAL" clId="{1B8306CC-3EB3-4E79-8CF8-E5FDA85816BB}" dt="2022-11-24T11:36:07.076" v="4598" actId="113"/>
        <pc:sldMkLst>
          <pc:docMk/>
          <pc:sldMk cId="2598223408" sldId="284"/>
        </pc:sldMkLst>
        <pc:spChg chg="mod">
          <ac:chgData name="Sara Muneeb" userId="29b624b1-a719-43f5-9b52-388cd4043c04" providerId="ADAL" clId="{1B8306CC-3EB3-4E79-8CF8-E5FDA85816BB}" dt="2022-11-24T04:57:56.270" v="629" actId="20577"/>
          <ac:spMkLst>
            <pc:docMk/>
            <pc:sldMk cId="2598223408" sldId="284"/>
            <ac:spMk id="2" creationId="{629CA22E-DE2D-3B0F-1892-A64F4353CBFC}"/>
          </ac:spMkLst>
        </pc:spChg>
        <pc:spChg chg="mod">
          <ac:chgData name="Sara Muneeb" userId="29b624b1-a719-43f5-9b52-388cd4043c04" providerId="ADAL" clId="{1B8306CC-3EB3-4E79-8CF8-E5FDA85816BB}" dt="2022-11-24T11:36:07.076" v="4598" actId="113"/>
          <ac:spMkLst>
            <pc:docMk/>
            <pc:sldMk cId="2598223408" sldId="284"/>
            <ac:spMk id="3" creationId="{A0498703-06F5-43B3-9860-B1DE926EAAF0}"/>
          </ac:spMkLst>
        </pc:spChg>
      </pc:sldChg>
      <pc:sldChg chg="modSp new mod">
        <pc:chgData name="Sara Muneeb" userId="29b624b1-a719-43f5-9b52-388cd4043c04" providerId="ADAL" clId="{1B8306CC-3EB3-4E79-8CF8-E5FDA85816BB}" dt="2022-11-24T11:36:15.114" v="4599" actId="20577"/>
        <pc:sldMkLst>
          <pc:docMk/>
          <pc:sldMk cId="1163340828" sldId="285"/>
        </pc:sldMkLst>
        <pc:spChg chg="mod">
          <ac:chgData name="Sara Muneeb" userId="29b624b1-a719-43f5-9b52-388cd4043c04" providerId="ADAL" clId="{1B8306CC-3EB3-4E79-8CF8-E5FDA85816BB}" dt="2022-11-24T04:59:13.311" v="677" actId="20577"/>
          <ac:spMkLst>
            <pc:docMk/>
            <pc:sldMk cId="1163340828" sldId="285"/>
            <ac:spMk id="2" creationId="{B7B1E24E-9C0D-6DC8-615F-FBA6FE9E0E07}"/>
          </ac:spMkLst>
        </pc:spChg>
        <pc:spChg chg="mod">
          <ac:chgData name="Sara Muneeb" userId="29b624b1-a719-43f5-9b52-388cd4043c04" providerId="ADAL" clId="{1B8306CC-3EB3-4E79-8CF8-E5FDA85816BB}" dt="2022-11-24T11:36:15.114" v="4599" actId="20577"/>
          <ac:spMkLst>
            <pc:docMk/>
            <pc:sldMk cId="1163340828" sldId="285"/>
            <ac:spMk id="3" creationId="{46E30DE5-77BA-57DA-26B6-8236C957DDBE}"/>
          </ac:spMkLst>
        </pc:spChg>
      </pc:sldChg>
      <pc:sldChg chg="modSp new mod">
        <pc:chgData name="Sara Muneeb" userId="29b624b1-a719-43f5-9b52-388cd4043c04" providerId="ADAL" clId="{1B8306CC-3EB3-4E79-8CF8-E5FDA85816BB}" dt="2022-11-24T11:36:37.209" v="4603" actId="27636"/>
        <pc:sldMkLst>
          <pc:docMk/>
          <pc:sldMk cId="3764304900" sldId="286"/>
        </pc:sldMkLst>
        <pc:spChg chg="mod">
          <ac:chgData name="Sara Muneeb" userId="29b624b1-a719-43f5-9b52-388cd4043c04" providerId="ADAL" clId="{1B8306CC-3EB3-4E79-8CF8-E5FDA85816BB}" dt="2022-11-24T05:00:28.237" v="700" actId="20577"/>
          <ac:spMkLst>
            <pc:docMk/>
            <pc:sldMk cId="3764304900" sldId="286"/>
            <ac:spMk id="2" creationId="{686205B4-D4A0-248D-FBDB-29ACE4CF9819}"/>
          </ac:spMkLst>
        </pc:spChg>
        <pc:spChg chg="mod">
          <ac:chgData name="Sara Muneeb" userId="29b624b1-a719-43f5-9b52-388cd4043c04" providerId="ADAL" clId="{1B8306CC-3EB3-4E79-8CF8-E5FDA85816BB}" dt="2022-11-24T11:36:37.209" v="4603" actId="27636"/>
          <ac:spMkLst>
            <pc:docMk/>
            <pc:sldMk cId="3764304900" sldId="286"/>
            <ac:spMk id="3" creationId="{5C5C3B9C-C314-AD0D-1F92-A0B3316DDC1E}"/>
          </ac:spMkLst>
        </pc:spChg>
      </pc:sldChg>
      <pc:sldChg chg="addSp modSp new mod">
        <pc:chgData name="Sara Muneeb" userId="29b624b1-a719-43f5-9b52-388cd4043c04" providerId="ADAL" clId="{1B8306CC-3EB3-4E79-8CF8-E5FDA85816BB}" dt="2022-11-24T11:38:35.685" v="4610" actId="1076"/>
        <pc:sldMkLst>
          <pc:docMk/>
          <pc:sldMk cId="610554424" sldId="287"/>
        </pc:sldMkLst>
        <pc:spChg chg="mod">
          <ac:chgData name="Sara Muneeb" userId="29b624b1-a719-43f5-9b52-388cd4043c04" providerId="ADAL" clId="{1B8306CC-3EB3-4E79-8CF8-E5FDA85816BB}" dt="2022-11-24T05:02:42.714" v="778" actId="20577"/>
          <ac:spMkLst>
            <pc:docMk/>
            <pc:sldMk cId="610554424" sldId="287"/>
            <ac:spMk id="2" creationId="{6772C05C-17FF-F418-0C5E-9E7E817277A5}"/>
          </ac:spMkLst>
        </pc:spChg>
        <pc:spChg chg="mod">
          <ac:chgData name="Sara Muneeb" userId="29b624b1-a719-43f5-9b52-388cd4043c04" providerId="ADAL" clId="{1B8306CC-3EB3-4E79-8CF8-E5FDA85816BB}" dt="2022-11-24T11:38:24.484" v="4607" actId="404"/>
          <ac:spMkLst>
            <pc:docMk/>
            <pc:sldMk cId="610554424" sldId="287"/>
            <ac:spMk id="3" creationId="{A1DAB5FA-AC2E-CEBD-7DB0-AEAE6EF479DE}"/>
          </ac:spMkLst>
        </pc:spChg>
        <pc:picChg chg="add mod">
          <ac:chgData name="Sara Muneeb" userId="29b624b1-a719-43f5-9b52-388cd4043c04" providerId="ADAL" clId="{1B8306CC-3EB3-4E79-8CF8-E5FDA85816BB}" dt="2022-11-24T11:38:35.685" v="4610" actId="1076"/>
          <ac:picMkLst>
            <pc:docMk/>
            <pc:sldMk cId="610554424" sldId="287"/>
            <ac:picMk id="16386" creationId="{55BC60D7-2199-C470-C37B-9A4D00D7157C}"/>
          </ac:picMkLst>
        </pc:picChg>
      </pc:sldChg>
      <pc:sldChg chg="addSp modSp new mod">
        <pc:chgData name="Sara Muneeb" userId="29b624b1-a719-43f5-9b52-388cd4043c04" providerId="ADAL" clId="{1B8306CC-3EB3-4E79-8CF8-E5FDA85816BB}" dt="2022-11-24T11:40:13.918" v="4624" actId="1076"/>
        <pc:sldMkLst>
          <pc:docMk/>
          <pc:sldMk cId="3020482031" sldId="288"/>
        </pc:sldMkLst>
        <pc:spChg chg="mod">
          <ac:chgData name="Sara Muneeb" userId="29b624b1-a719-43f5-9b52-388cd4043c04" providerId="ADAL" clId="{1B8306CC-3EB3-4E79-8CF8-E5FDA85816BB}" dt="2022-11-24T05:05:16.591" v="930" actId="20577"/>
          <ac:spMkLst>
            <pc:docMk/>
            <pc:sldMk cId="3020482031" sldId="288"/>
            <ac:spMk id="2" creationId="{F2744C4F-2ADA-2E7B-CF1B-114BCAF2B132}"/>
          </ac:spMkLst>
        </pc:spChg>
        <pc:spChg chg="mod">
          <ac:chgData name="Sara Muneeb" userId="29b624b1-a719-43f5-9b52-388cd4043c04" providerId="ADAL" clId="{1B8306CC-3EB3-4E79-8CF8-E5FDA85816BB}" dt="2022-11-24T11:39:08.751" v="4613" actId="123"/>
          <ac:spMkLst>
            <pc:docMk/>
            <pc:sldMk cId="3020482031" sldId="288"/>
            <ac:spMk id="3" creationId="{19C5CC02-8DA8-62C1-0037-BCEA7F71F149}"/>
          </ac:spMkLst>
        </pc:spChg>
        <pc:picChg chg="add mod">
          <ac:chgData name="Sara Muneeb" userId="29b624b1-a719-43f5-9b52-388cd4043c04" providerId="ADAL" clId="{1B8306CC-3EB3-4E79-8CF8-E5FDA85816BB}" dt="2022-11-24T11:40:13.918" v="4624" actId="1076"/>
          <ac:picMkLst>
            <pc:docMk/>
            <pc:sldMk cId="3020482031" sldId="288"/>
            <ac:picMk id="17410" creationId="{948F2CE4-FFB7-DAC0-1604-CD041BBB9FA5}"/>
          </ac:picMkLst>
        </pc:picChg>
      </pc:sldChg>
      <pc:sldChg chg="addSp modSp new mod">
        <pc:chgData name="Sara Muneeb" userId="29b624b1-a719-43f5-9b52-388cd4043c04" providerId="ADAL" clId="{1B8306CC-3EB3-4E79-8CF8-E5FDA85816BB}" dt="2022-11-24T11:43:21.851" v="4674" actId="1076"/>
        <pc:sldMkLst>
          <pc:docMk/>
          <pc:sldMk cId="25240944" sldId="289"/>
        </pc:sldMkLst>
        <pc:spChg chg="mod">
          <ac:chgData name="Sara Muneeb" userId="29b624b1-a719-43f5-9b52-388cd4043c04" providerId="ADAL" clId="{1B8306CC-3EB3-4E79-8CF8-E5FDA85816BB}" dt="2022-11-24T11:40:21.707" v="4626" actId="1076"/>
          <ac:spMkLst>
            <pc:docMk/>
            <pc:sldMk cId="25240944" sldId="289"/>
            <ac:spMk id="2" creationId="{924E335E-C24A-8A3A-4A6D-C61E74A4BE8C}"/>
          </ac:spMkLst>
        </pc:spChg>
        <pc:spChg chg="mod">
          <ac:chgData name="Sara Muneeb" userId="29b624b1-a719-43f5-9b52-388cd4043c04" providerId="ADAL" clId="{1B8306CC-3EB3-4E79-8CF8-E5FDA85816BB}" dt="2022-11-24T11:40:18.604" v="4625" actId="123"/>
          <ac:spMkLst>
            <pc:docMk/>
            <pc:sldMk cId="25240944" sldId="289"/>
            <ac:spMk id="3" creationId="{A8CFFD53-F00D-7ED9-03D3-7BB250350ABE}"/>
          </ac:spMkLst>
        </pc:spChg>
        <pc:picChg chg="add mod">
          <ac:chgData name="Sara Muneeb" userId="29b624b1-a719-43f5-9b52-388cd4043c04" providerId="ADAL" clId="{1B8306CC-3EB3-4E79-8CF8-E5FDA85816BB}" dt="2022-11-24T11:43:21.851" v="4674" actId="1076"/>
          <ac:picMkLst>
            <pc:docMk/>
            <pc:sldMk cId="25240944" sldId="289"/>
            <ac:picMk id="19458" creationId="{DD4303E1-7061-A7B7-BF23-D797FA4DC869}"/>
          </ac:picMkLst>
        </pc:picChg>
      </pc:sldChg>
      <pc:sldChg chg="addSp modSp new mod">
        <pc:chgData name="Sara Muneeb" userId="29b624b1-a719-43f5-9b52-388cd4043c04" providerId="ADAL" clId="{1B8306CC-3EB3-4E79-8CF8-E5FDA85816BB}" dt="2022-11-24T05:31:04.303" v="1072" actId="1076"/>
        <pc:sldMkLst>
          <pc:docMk/>
          <pc:sldMk cId="2249725786" sldId="290"/>
        </pc:sldMkLst>
        <pc:spChg chg="mod">
          <ac:chgData name="Sara Muneeb" userId="29b624b1-a719-43f5-9b52-388cd4043c04" providerId="ADAL" clId="{1B8306CC-3EB3-4E79-8CF8-E5FDA85816BB}" dt="2022-11-24T05:19:08.607" v="1058" actId="20577"/>
          <ac:spMkLst>
            <pc:docMk/>
            <pc:sldMk cId="2249725786" sldId="290"/>
            <ac:spMk id="2" creationId="{7167DA18-9C6C-9FFA-B00E-21186D41D72B}"/>
          </ac:spMkLst>
        </pc:spChg>
        <pc:spChg chg="mod">
          <ac:chgData name="Sara Muneeb" userId="29b624b1-a719-43f5-9b52-388cd4043c04" providerId="ADAL" clId="{1B8306CC-3EB3-4E79-8CF8-E5FDA85816BB}" dt="2022-11-24T05:29:50.013" v="1069" actId="20577"/>
          <ac:spMkLst>
            <pc:docMk/>
            <pc:sldMk cId="2249725786" sldId="290"/>
            <ac:spMk id="3" creationId="{DD43358B-1CD1-3E3D-CFE0-A750DB203430}"/>
          </ac:spMkLst>
        </pc:spChg>
        <pc:picChg chg="add mod">
          <ac:chgData name="Sara Muneeb" userId="29b624b1-a719-43f5-9b52-388cd4043c04" providerId="ADAL" clId="{1B8306CC-3EB3-4E79-8CF8-E5FDA85816BB}" dt="2022-11-24T05:31:04.303" v="1072" actId="1076"/>
          <ac:picMkLst>
            <pc:docMk/>
            <pc:sldMk cId="2249725786" sldId="290"/>
            <ac:picMk id="5" creationId="{333A8F63-F6ED-E063-25A5-187770B4C88C}"/>
          </ac:picMkLst>
        </pc:picChg>
      </pc:sldChg>
      <pc:sldChg chg="modSp new mod">
        <pc:chgData name="Sara Muneeb" userId="29b624b1-a719-43f5-9b52-388cd4043c04" providerId="ADAL" clId="{1B8306CC-3EB3-4E79-8CF8-E5FDA85816BB}" dt="2022-11-24T07:12:55.802" v="1216" actId="20577"/>
        <pc:sldMkLst>
          <pc:docMk/>
          <pc:sldMk cId="3610408976" sldId="291"/>
        </pc:sldMkLst>
        <pc:spChg chg="mod">
          <ac:chgData name="Sara Muneeb" userId="29b624b1-a719-43f5-9b52-388cd4043c04" providerId="ADAL" clId="{1B8306CC-3EB3-4E79-8CF8-E5FDA85816BB}" dt="2022-11-24T05:32:05.976" v="1089" actId="313"/>
          <ac:spMkLst>
            <pc:docMk/>
            <pc:sldMk cId="3610408976" sldId="291"/>
            <ac:spMk id="2" creationId="{58CF2B64-DA17-50C7-24CE-FDD09F661064}"/>
          </ac:spMkLst>
        </pc:spChg>
        <pc:spChg chg="mod">
          <ac:chgData name="Sara Muneeb" userId="29b624b1-a719-43f5-9b52-388cd4043c04" providerId="ADAL" clId="{1B8306CC-3EB3-4E79-8CF8-E5FDA85816BB}" dt="2022-11-24T07:12:55.802" v="1216" actId="20577"/>
          <ac:spMkLst>
            <pc:docMk/>
            <pc:sldMk cId="3610408976" sldId="291"/>
            <ac:spMk id="3" creationId="{666BA441-274D-6F01-D3D0-443A4E071061}"/>
          </ac:spMkLst>
        </pc:spChg>
      </pc:sldChg>
      <pc:sldChg chg="addSp delSp modSp new mod">
        <pc:chgData name="Sara Muneeb" userId="29b624b1-a719-43f5-9b52-388cd4043c04" providerId="ADAL" clId="{1B8306CC-3EB3-4E79-8CF8-E5FDA85816BB}" dt="2022-11-24T11:48:59.801" v="4681" actId="1076"/>
        <pc:sldMkLst>
          <pc:docMk/>
          <pc:sldMk cId="192924341" sldId="292"/>
        </pc:sldMkLst>
        <pc:spChg chg="mod">
          <ac:chgData name="Sara Muneeb" userId="29b624b1-a719-43f5-9b52-388cd4043c04" providerId="ADAL" clId="{1B8306CC-3EB3-4E79-8CF8-E5FDA85816BB}" dt="2022-11-24T07:14:14.476" v="1264" actId="20577"/>
          <ac:spMkLst>
            <pc:docMk/>
            <pc:sldMk cId="192924341" sldId="292"/>
            <ac:spMk id="2" creationId="{BFC93EED-57E1-89DE-A6EB-5AA0A4EB356E}"/>
          </ac:spMkLst>
        </pc:spChg>
        <pc:spChg chg="mod">
          <ac:chgData name="Sara Muneeb" userId="29b624b1-a719-43f5-9b52-388cd4043c04" providerId="ADAL" clId="{1B8306CC-3EB3-4E79-8CF8-E5FDA85816BB}" dt="2022-11-24T07:32:39.235" v="1286" actId="20577"/>
          <ac:spMkLst>
            <pc:docMk/>
            <pc:sldMk cId="192924341" sldId="292"/>
            <ac:spMk id="3" creationId="{E5686BDE-1F3E-CDC6-1F17-58236D66E4D3}"/>
          </ac:spMkLst>
        </pc:spChg>
        <pc:spChg chg="add del">
          <ac:chgData name="Sara Muneeb" userId="29b624b1-a719-43f5-9b52-388cd4043c04" providerId="ADAL" clId="{1B8306CC-3EB3-4E79-8CF8-E5FDA85816BB}" dt="2022-11-24T11:48:37.730" v="4676" actId="22"/>
          <ac:spMkLst>
            <pc:docMk/>
            <pc:sldMk cId="192924341" sldId="292"/>
            <ac:spMk id="5" creationId="{3DCB70B1-375E-3115-73CD-B7A3573479FB}"/>
          </ac:spMkLst>
        </pc:spChg>
        <pc:picChg chg="add mod">
          <ac:chgData name="Sara Muneeb" userId="29b624b1-a719-43f5-9b52-388cd4043c04" providerId="ADAL" clId="{1B8306CC-3EB3-4E79-8CF8-E5FDA85816BB}" dt="2022-11-24T11:48:59.801" v="4681" actId="1076"/>
          <ac:picMkLst>
            <pc:docMk/>
            <pc:sldMk cId="192924341" sldId="292"/>
            <ac:picMk id="7" creationId="{8590D1DC-CA73-F254-6546-B65CC01190B4}"/>
          </ac:picMkLst>
        </pc:picChg>
      </pc:sldChg>
      <pc:sldChg chg="modSp new mod">
        <pc:chgData name="Sara Muneeb" userId="29b624b1-a719-43f5-9b52-388cd4043c04" providerId="ADAL" clId="{1B8306CC-3EB3-4E79-8CF8-E5FDA85816BB}" dt="2022-11-24T08:06:29.704" v="1474" actId="20577"/>
        <pc:sldMkLst>
          <pc:docMk/>
          <pc:sldMk cId="2012698245" sldId="293"/>
        </pc:sldMkLst>
        <pc:spChg chg="mod">
          <ac:chgData name="Sara Muneeb" userId="29b624b1-a719-43f5-9b52-388cd4043c04" providerId="ADAL" clId="{1B8306CC-3EB3-4E79-8CF8-E5FDA85816BB}" dt="2022-11-24T07:32:54.729" v="1312" actId="20577"/>
          <ac:spMkLst>
            <pc:docMk/>
            <pc:sldMk cId="2012698245" sldId="293"/>
            <ac:spMk id="2" creationId="{3E5C9015-ACAC-6C7B-76AC-7CB638C817D7}"/>
          </ac:spMkLst>
        </pc:spChg>
        <pc:spChg chg="mod">
          <ac:chgData name="Sara Muneeb" userId="29b624b1-a719-43f5-9b52-388cd4043c04" providerId="ADAL" clId="{1B8306CC-3EB3-4E79-8CF8-E5FDA85816BB}" dt="2022-11-24T08:06:29.704" v="1474" actId="20577"/>
          <ac:spMkLst>
            <pc:docMk/>
            <pc:sldMk cId="2012698245" sldId="293"/>
            <ac:spMk id="3" creationId="{5BA8928C-F98C-7DFC-71C2-A665537505D7}"/>
          </ac:spMkLst>
        </pc:spChg>
      </pc:sldChg>
      <pc:sldChg chg="addSp modSp new mod">
        <pc:chgData name="Sara Muneeb" userId="29b624b1-a719-43f5-9b52-388cd4043c04" providerId="ADAL" clId="{1B8306CC-3EB3-4E79-8CF8-E5FDA85816BB}" dt="2022-11-24T11:51:28.448" v="4687" actId="1076"/>
        <pc:sldMkLst>
          <pc:docMk/>
          <pc:sldMk cId="4002966167" sldId="294"/>
        </pc:sldMkLst>
        <pc:spChg chg="mod">
          <ac:chgData name="Sara Muneeb" userId="29b624b1-a719-43f5-9b52-388cd4043c04" providerId="ADAL" clId="{1B8306CC-3EB3-4E79-8CF8-E5FDA85816BB}" dt="2022-11-24T08:06:51.339" v="1504" actId="20577"/>
          <ac:spMkLst>
            <pc:docMk/>
            <pc:sldMk cId="4002966167" sldId="294"/>
            <ac:spMk id="2" creationId="{34980EB5-294F-2FB4-381F-89DEA1FCA92C}"/>
          </ac:spMkLst>
        </pc:spChg>
        <pc:spChg chg="mod">
          <ac:chgData name="Sara Muneeb" userId="29b624b1-a719-43f5-9b52-388cd4043c04" providerId="ADAL" clId="{1B8306CC-3EB3-4E79-8CF8-E5FDA85816BB}" dt="2022-11-24T11:50:42.621" v="4682" actId="404"/>
          <ac:spMkLst>
            <pc:docMk/>
            <pc:sldMk cId="4002966167" sldId="294"/>
            <ac:spMk id="3" creationId="{7CE30D16-7612-6188-8F6C-3CD7AB3FBE0E}"/>
          </ac:spMkLst>
        </pc:spChg>
        <pc:picChg chg="add mod">
          <ac:chgData name="Sara Muneeb" userId="29b624b1-a719-43f5-9b52-388cd4043c04" providerId="ADAL" clId="{1B8306CC-3EB3-4E79-8CF8-E5FDA85816BB}" dt="2022-11-24T11:51:28.448" v="4687" actId="1076"/>
          <ac:picMkLst>
            <pc:docMk/>
            <pc:sldMk cId="4002966167" sldId="294"/>
            <ac:picMk id="20482" creationId="{2029C145-B0E5-D260-E82F-B848C2A4E656}"/>
          </ac:picMkLst>
        </pc:picChg>
      </pc:sldChg>
      <pc:sldChg chg="addSp delSp modSp new mod">
        <pc:chgData name="Sara Muneeb" userId="29b624b1-a719-43f5-9b52-388cd4043c04" providerId="ADAL" clId="{1B8306CC-3EB3-4E79-8CF8-E5FDA85816BB}" dt="2022-11-24T08:35:31.896" v="1872" actId="1076"/>
        <pc:sldMkLst>
          <pc:docMk/>
          <pc:sldMk cId="2954718911" sldId="295"/>
        </pc:sldMkLst>
        <pc:spChg chg="mod">
          <ac:chgData name="Sara Muneeb" userId="29b624b1-a719-43f5-9b52-388cd4043c04" providerId="ADAL" clId="{1B8306CC-3EB3-4E79-8CF8-E5FDA85816BB}" dt="2022-11-24T08:10:45.934" v="1742" actId="20577"/>
          <ac:spMkLst>
            <pc:docMk/>
            <pc:sldMk cId="2954718911" sldId="295"/>
            <ac:spMk id="2" creationId="{01C4B72A-536F-6921-B729-C8266336B751}"/>
          </ac:spMkLst>
        </pc:spChg>
        <pc:spChg chg="mod">
          <ac:chgData name="Sara Muneeb" userId="29b624b1-a719-43f5-9b52-388cd4043c04" providerId="ADAL" clId="{1B8306CC-3EB3-4E79-8CF8-E5FDA85816BB}" dt="2022-11-24T08:35:21.620" v="1870" actId="12"/>
          <ac:spMkLst>
            <pc:docMk/>
            <pc:sldMk cId="2954718911" sldId="295"/>
            <ac:spMk id="3" creationId="{1DBCD4F1-DF04-623C-3D1D-093457240F75}"/>
          </ac:spMkLst>
        </pc:spChg>
        <pc:picChg chg="add del mod">
          <ac:chgData name="Sara Muneeb" userId="29b624b1-a719-43f5-9b52-388cd4043c04" providerId="ADAL" clId="{1B8306CC-3EB3-4E79-8CF8-E5FDA85816BB}" dt="2022-11-24T08:33:41.579" v="1859" actId="22"/>
          <ac:picMkLst>
            <pc:docMk/>
            <pc:sldMk cId="2954718911" sldId="295"/>
            <ac:picMk id="5" creationId="{FB69387B-2CBF-8945-B1F0-64F377DB0355}"/>
          </ac:picMkLst>
        </pc:picChg>
        <pc:picChg chg="add mod">
          <ac:chgData name="Sara Muneeb" userId="29b624b1-a719-43f5-9b52-388cd4043c04" providerId="ADAL" clId="{1B8306CC-3EB3-4E79-8CF8-E5FDA85816BB}" dt="2022-11-24T08:35:31.896" v="1872" actId="1076"/>
          <ac:picMkLst>
            <pc:docMk/>
            <pc:sldMk cId="2954718911" sldId="295"/>
            <ac:picMk id="7" creationId="{EADE9130-86E2-4438-5FCF-84693FFE9111}"/>
          </ac:picMkLst>
        </pc:picChg>
        <pc:picChg chg="add mod">
          <ac:chgData name="Sara Muneeb" userId="29b624b1-a719-43f5-9b52-388cd4043c04" providerId="ADAL" clId="{1B8306CC-3EB3-4E79-8CF8-E5FDA85816BB}" dt="2022-11-24T08:35:27.037" v="1871" actId="1076"/>
          <ac:picMkLst>
            <pc:docMk/>
            <pc:sldMk cId="2954718911" sldId="295"/>
            <ac:picMk id="9" creationId="{296AAAF1-288A-7AF6-5E64-B49CA0BEB002}"/>
          </ac:picMkLst>
        </pc:picChg>
      </pc:sldChg>
      <pc:sldChg chg="modSp new mod">
        <pc:chgData name="Sara Muneeb" userId="29b624b1-a719-43f5-9b52-388cd4043c04" providerId="ADAL" clId="{1B8306CC-3EB3-4E79-8CF8-E5FDA85816BB}" dt="2022-11-24T08:49:03.248" v="1967" actId="313"/>
        <pc:sldMkLst>
          <pc:docMk/>
          <pc:sldMk cId="2279228112" sldId="296"/>
        </pc:sldMkLst>
        <pc:spChg chg="mod">
          <ac:chgData name="Sara Muneeb" userId="29b624b1-a719-43f5-9b52-388cd4043c04" providerId="ADAL" clId="{1B8306CC-3EB3-4E79-8CF8-E5FDA85816BB}" dt="2022-11-24T08:43:55.146" v="1897" actId="20577"/>
          <ac:spMkLst>
            <pc:docMk/>
            <pc:sldMk cId="2279228112" sldId="296"/>
            <ac:spMk id="2" creationId="{567F79EC-979D-6F94-3F84-2EFE683A47B5}"/>
          </ac:spMkLst>
        </pc:spChg>
        <pc:spChg chg="mod">
          <ac:chgData name="Sara Muneeb" userId="29b624b1-a719-43f5-9b52-388cd4043c04" providerId="ADAL" clId="{1B8306CC-3EB3-4E79-8CF8-E5FDA85816BB}" dt="2022-11-24T08:49:03.248" v="1967" actId="313"/>
          <ac:spMkLst>
            <pc:docMk/>
            <pc:sldMk cId="2279228112" sldId="296"/>
            <ac:spMk id="3" creationId="{914AE1A0-784A-0E42-A404-2EAFF373518E}"/>
          </ac:spMkLst>
        </pc:spChg>
      </pc:sldChg>
      <pc:sldChg chg="modSp new mod">
        <pc:chgData name="Sara Muneeb" userId="29b624b1-a719-43f5-9b52-388cd4043c04" providerId="ADAL" clId="{1B8306CC-3EB3-4E79-8CF8-E5FDA85816BB}" dt="2022-11-24T08:54:03.187" v="2063" actId="20577"/>
        <pc:sldMkLst>
          <pc:docMk/>
          <pc:sldMk cId="3713014717" sldId="297"/>
        </pc:sldMkLst>
        <pc:spChg chg="mod">
          <ac:chgData name="Sara Muneeb" userId="29b624b1-a719-43f5-9b52-388cd4043c04" providerId="ADAL" clId="{1B8306CC-3EB3-4E79-8CF8-E5FDA85816BB}" dt="2022-11-24T08:54:03.187" v="2063" actId="20577"/>
          <ac:spMkLst>
            <pc:docMk/>
            <pc:sldMk cId="3713014717" sldId="297"/>
            <ac:spMk id="2" creationId="{CF41B6F6-149D-3B6B-A9D6-4112F8721D4A}"/>
          </ac:spMkLst>
        </pc:spChg>
        <pc:spChg chg="mod">
          <ac:chgData name="Sara Muneeb" userId="29b624b1-a719-43f5-9b52-388cd4043c04" providerId="ADAL" clId="{1B8306CC-3EB3-4E79-8CF8-E5FDA85816BB}" dt="2022-11-24T08:53:46.259" v="2048" actId="20577"/>
          <ac:spMkLst>
            <pc:docMk/>
            <pc:sldMk cId="3713014717" sldId="297"/>
            <ac:spMk id="3" creationId="{4506F793-12B5-D854-4197-B9E2DE91BE83}"/>
          </ac:spMkLst>
        </pc:spChg>
      </pc:sldChg>
      <pc:sldChg chg="addSp modSp new mod">
        <pc:chgData name="Sara Muneeb" userId="29b624b1-a719-43f5-9b52-388cd4043c04" providerId="ADAL" clId="{1B8306CC-3EB3-4E79-8CF8-E5FDA85816BB}" dt="2022-11-24T11:54:11.623" v="4697" actId="1035"/>
        <pc:sldMkLst>
          <pc:docMk/>
          <pc:sldMk cId="1079184309" sldId="298"/>
        </pc:sldMkLst>
        <pc:spChg chg="mod">
          <ac:chgData name="Sara Muneeb" userId="29b624b1-a719-43f5-9b52-388cd4043c04" providerId="ADAL" clId="{1B8306CC-3EB3-4E79-8CF8-E5FDA85816BB}" dt="2022-11-24T08:55:54.038" v="2078" actId="20577"/>
          <ac:spMkLst>
            <pc:docMk/>
            <pc:sldMk cId="1079184309" sldId="298"/>
            <ac:spMk id="2" creationId="{6F3D9098-A51A-3F59-0C0C-D3232A8DD1A6}"/>
          </ac:spMkLst>
        </pc:spChg>
        <pc:spChg chg="mod">
          <ac:chgData name="Sara Muneeb" userId="29b624b1-a719-43f5-9b52-388cd4043c04" providerId="ADAL" clId="{1B8306CC-3EB3-4E79-8CF8-E5FDA85816BB}" dt="2022-11-24T11:53:54.890" v="4691" actId="27636"/>
          <ac:spMkLst>
            <pc:docMk/>
            <pc:sldMk cId="1079184309" sldId="298"/>
            <ac:spMk id="3" creationId="{406A3422-C74B-8AD9-A388-61CBF49CA8A3}"/>
          </ac:spMkLst>
        </pc:spChg>
        <pc:picChg chg="add mod">
          <ac:chgData name="Sara Muneeb" userId="29b624b1-a719-43f5-9b52-388cd4043c04" providerId="ADAL" clId="{1B8306CC-3EB3-4E79-8CF8-E5FDA85816BB}" dt="2022-11-24T11:54:11.623" v="4697" actId="1035"/>
          <ac:picMkLst>
            <pc:docMk/>
            <pc:sldMk cId="1079184309" sldId="298"/>
            <ac:picMk id="21506" creationId="{DBFE2996-69B7-B12B-9744-A9C9F0A570C1}"/>
          </ac:picMkLst>
        </pc:picChg>
      </pc:sldChg>
      <pc:sldChg chg="addSp modSp new mod">
        <pc:chgData name="Sara Muneeb" userId="29b624b1-a719-43f5-9b52-388cd4043c04" providerId="ADAL" clId="{1B8306CC-3EB3-4E79-8CF8-E5FDA85816BB}" dt="2022-11-24T11:56:50.553" v="4710" actId="1076"/>
        <pc:sldMkLst>
          <pc:docMk/>
          <pc:sldMk cId="3554821673" sldId="299"/>
        </pc:sldMkLst>
        <pc:spChg chg="mod">
          <ac:chgData name="Sara Muneeb" userId="29b624b1-a719-43f5-9b52-388cd4043c04" providerId="ADAL" clId="{1B8306CC-3EB3-4E79-8CF8-E5FDA85816BB}" dt="2022-11-24T09:42:27.543" v="2330" actId="27636"/>
          <ac:spMkLst>
            <pc:docMk/>
            <pc:sldMk cId="3554821673" sldId="299"/>
            <ac:spMk id="2" creationId="{940E9095-42F1-EF09-EF95-10E4264582DF}"/>
          </ac:spMkLst>
        </pc:spChg>
        <pc:spChg chg="mod">
          <ac:chgData name="Sara Muneeb" userId="29b624b1-a719-43f5-9b52-388cd4043c04" providerId="ADAL" clId="{1B8306CC-3EB3-4E79-8CF8-E5FDA85816BB}" dt="2022-11-24T11:54:54.147" v="4705" actId="404"/>
          <ac:spMkLst>
            <pc:docMk/>
            <pc:sldMk cId="3554821673" sldId="299"/>
            <ac:spMk id="3" creationId="{075BE98F-06AF-986B-CE65-8CA2D8F443D6}"/>
          </ac:spMkLst>
        </pc:spChg>
        <pc:picChg chg="add mod">
          <ac:chgData name="Sara Muneeb" userId="29b624b1-a719-43f5-9b52-388cd4043c04" providerId="ADAL" clId="{1B8306CC-3EB3-4E79-8CF8-E5FDA85816BB}" dt="2022-11-24T11:56:50.553" v="4710" actId="1076"/>
          <ac:picMkLst>
            <pc:docMk/>
            <pc:sldMk cId="3554821673" sldId="299"/>
            <ac:picMk id="22530" creationId="{7CB7C35A-A324-0CD7-775C-68A553458B3B}"/>
          </ac:picMkLst>
        </pc:picChg>
      </pc:sldChg>
      <pc:sldChg chg="modSp new mod">
        <pc:chgData name="Sara Muneeb" userId="29b624b1-a719-43f5-9b52-388cd4043c04" providerId="ADAL" clId="{1B8306CC-3EB3-4E79-8CF8-E5FDA85816BB}" dt="2022-11-24T11:57:21.079" v="4714" actId="404"/>
        <pc:sldMkLst>
          <pc:docMk/>
          <pc:sldMk cId="3411595474" sldId="300"/>
        </pc:sldMkLst>
        <pc:spChg chg="mod">
          <ac:chgData name="Sara Muneeb" userId="29b624b1-a719-43f5-9b52-388cd4043c04" providerId="ADAL" clId="{1B8306CC-3EB3-4E79-8CF8-E5FDA85816BB}" dt="2022-11-24T09:47:54.902" v="2414" actId="27636"/>
          <ac:spMkLst>
            <pc:docMk/>
            <pc:sldMk cId="3411595474" sldId="300"/>
            <ac:spMk id="2" creationId="{80814ABE-4C5F-D456-4642-783E160F0F6B}"/>
          </ac:spMkLst>
        </pc:spChg>
        <pc:spChg chg="mod">
          <ac:chgData name="Sara Muneeb" userId="29b624b1-a719-43f5-9b52-388cd4043c04" providerId="ADAL" clId="{1B8306CC-3EB3-4E79-8CF8-E5FDA85816BB}" dt="2022-11-24T11:57:21.079" v="4714" actId="404"/>
          <ac:spMkLst>
            <pc:docMk/>
            <pc:sldMk cId="3411595474" sldId="300"/>
            <ac:spMk id="3" creationId="{62E8D667-FA40-8FA1-AE8C-46C79E54E8AC}"/>
          </ac:spMkLst>
        </pc:spChg>
      </pc:sldChg>
      <pc:sldChg chg="modSp new mod">
        <pc:chgData name="Sara Muneeb" userId="29b624b1-a719-43f5-9b52-388cd4043c04" providerId="ADAL" clId="{1B8306CC-3EB3-4E79-8CF8-E5FDA85816BB}" dt="2022-11-24T09:54:51.220" v="2489" actId="113"/>
        <pc:sldMkLst>
          <pc:docMk/>
          <pc:sldMk cId="7699154" sldId="301"/>
        </pc:sldMkLst>
        <pc:spChg chg="mod">
          <ac:chgData name="Sara Muneeb" userId="29b624b1-a719-43f5-9b52-388cd4043c04" providerId="ADAL" clId="{1B8306CC-3EB3-4E79-8CF8-E5FDA85816BB}" dt="2022-11-24T09:53:32.056" v="2465" actId="20577"/>
          <ac:spMkLst>
            <pc:docMk/>
            <pc:sldMk cId="7699154" sldId="301"/>
            <ac:spMk id="2" creationId="{A8AFD7B7-09AB-8F4B-10F8-65E529F5DC63}"/>
          </ac:spMkLst>
        </pc:spChg>
        <pc:spChg chg="mod">
          <ac:chgData name="Sara Muneeb" userId="29b624b1-a719-43f5-9b52-388cd4043c04" providerId="ADAL" clId="{1B8306CC-3EB3-4E79-8CF8-E5FDA85816BB}" dt="2022-11-24T09:54:51.220" v="2489" actId="113"/>
          <ac:spMkLst>
            <pc:docMk/>
            <pc:sldMk cId="7699154" sldId="301"/>
            <ac:spMk id="3" creationId="{FF37BB46-61C3-0C33-B21F-A99FB16761A9}"/>
          </ac:spMkLst>
        </pc:spChg>
      </pc:sldChg>
      <pc:sldChg chg="addSp modSp new mod">
        <pc:chgData name="Sara Muneeb" userId="29b624b1-a719-43f5-9b52-388cd4043c04" providerId="ADAL" clId="{1B8306CC-3EB3-4E79-8CF8-E5FDA85816BB}" dt="2022-11-24T11:59:26.097" v="4725" actId="1038"/>
        <pc:sldMkLst>
          <pc:docMk/>
          <pc:sldMk cId="4157430830" sldId="302"/>
        </pc:sldMkLst>
        <pc:spChg chg="mod">
          <ac:chgData name="Sara Muneeb" userId="29b624b1-a719-43f5-9b52-388cd4043c04" providerId="ADAL" clId="{1B8306CC-3EB3-4E79-8CF8-E5FDA85816BB}" dt="2022-11-24T09:55:28.190" v="2515" actId="20577"/>
          <ac:spMkLst>
            <pc:docMk/>
            <pc:sldMk cId="4157430830" sldId="302"/>
            <ac:spMk id="2" creationId="{C6AC2039-29A4-2757-AC0F-7546CC9051F7}"/>
          </ac:spMkLst>
        </pc:spChg>
        <pc:spChg chg="mod">
          <ac:chgData name="Sara Muneeb" userId="29b624b1-a719-43f5-9b52-388cd4043c04" providerId="ADAL" clId="{1B8306CC-3EB3-4E79-8CF8-E5FDA85816BB}" dt="2022-11-24T11:59:18.759" v="4721" actId="404"/>
          <ac:spMkLst>
            <pc:docMk/>
            <pc:sldMk cId="4157430830" sldId="302"/>
            <ac:spMk id="3" creationId="{BEA08236-1F99-9EC5-F475-C073BE48C886}"/>
          </ac:spMkLst>
        </pc:spChg>
        <pc:picChg chg="add mod">
          <ac:chgData name="Sara Muneeb" userId="29b624b1-a719-43f5-9b52-388cd4043c04" providerId="ADAL" clId="{1B8306CC-3EB3-4E79-8CF8-E5FDA85816BB}" dt="2022-11-24T11:59:26.097" v="4725" actId="1038"/>
          <ac:picMkLst>
            <pc:docMk/>
            <pc:sldMk cId="4157430830" sldId="302"/>
            <ac:picMk id="23554" creationId="{9A5D8A4C-28F4-E2D7-2FF9-F03C9906D21D}"/>
          </ac:picMkLst>
        </pc:picChg>
      </pc:sldChg>
      <pc:sldChg chg="modSp new mod">
        <pc:chgData name="Sara Muneeb" userId="29b624b1-a719-43f5-9b52-388cd4043c04" providerId="ADAL" clId="{1B8306CC-3EB3-4E79-8CF8-E5FDA85816BB}" dt="2022-11-24T11:57:48.669" v="4717" actId="27636"/>
        <pc:sldMkLst>
          <pc:docMk/>
          <pc:sldMk cId="3213821226" sldId="303"/>
        </pc:sldMkLst>
        <pc:spChg chg="mod">
          <ac:chgData name="Sara Muneeb" userId="29b624b1-a719-43f5-9b52-388cd4043c04" providerId="ADAL" clId="{1B8306CC-3EB3-4E79-8CF8-E5FDA85816BB}" dt="2022-11-24T10:13:45.314" v="2606" actId="20577"/>
          <ac:spMkLst>
            <pc:docMk/>
            <pc:sldMk cId="3213821226" sldId="303"/>
            <ac:spMk id="2" creationId="{E72C69F9-E230-68A9-DFDF-19F4D50BE409}"/>
          </ac:spMkLst>
        </pc:spChg>
        <pc:spChg chg="mod">
          <ac:chgData name="Sara Muneeb" userId="29b624b1-a719-43f5-9b52-388cd4043c04" providerId="ADAL" clId="{1B8306CC-3EB3-4E79-8CF8-E5FDA85816BB}" dt="2022-11-24T11:57:48.669" v="4717" actId="27636"/>
          <ac:spMkLst>
            <pc:docMk/>
            <pc:sldMk cId="3213821226" sldId="303"/>
            <ac:spMk id="3" creationId="{21C0CB35-F569-4C1A-9714-0934B6B016BD}"/>
          </ac:spMkLst>
        </pc:spChg>
      </pc:sldChg>
      <pc:sldChg chg="addSp delSp modSp new mod">
        <pc:chgData name="Sara Muneeb" userId="29b624b1-a719-43f5-9b52-388cd4043c04" providerId="ADAL" clId="{1B8306CC-3EB3-4E79-8CF8-E5FDA85816BB}" dt="2022-11-24T11:59:34.428" v="4727"/>
        <pc:sldMkLst>
          <pc:docMk/>
          <pc:sldMk cId="205969955" sldId="304"/>
        </pc:sldMkLst>
        <pc:spChg chg="mod">
          <ac:chgData name="Sara Muneeb" userId="29b624b1-a719-43f5-9b52-388cd4043c04" providerId="ADAL" clId="{1B8306CC-3EB3-4E79-8CF8-E5FDA85816BB}" dt="2022-11-24T10:23:21.172" v="2905" actId="20577"/>
          <ac:spMkLst>
            <pc:docMk/>
            <pc:sldMk cId="205969955" sldId="304"/>
            <ac:spMk id="2" creationId="{59EDAADF-DB3C-B3E9-F9AC-A29CDF480C61}"/>
          </ac:spMkLst>
        </pc:spChg>
        <pc:spChg chg="mod">
          <ac:chgData name="Sara Muneeb" userId="29b624b1-a719-43f5-9b52-388cd4043c04" providerId="ADAL" clId="{1B8306CC-3EB3-4E79-8CF8-E5FDA85816BB}" dt="2022-11-24T10:30:35.142" v="3165" actId="12"/>
          <ac:spMkLst>
            <pc:docMk/>
            <pc:sldMk cId="205969955" sldId="304"/>
            <ac:spMk id="3" creationId="{041A3197-57B2-A947-D811-762DEEEF086F}"/>
          </ac:spMkLst>
        </pc:spChg>
        <pc:picChg chg="add del">
          <ac:chgData name="Sara Muneeb" userId="29b624b1-a719-43f5-9b52-388cd4043c04" providerId="ADAL" clId="{1B8306CC-3EB3-4E79-8CF8-E5FDA85816BB}" dt="2022-11-24T11:59:34.428" v="4727"/>
          <ac:picMkLst>
            <pc:docMk/>
            <pc:sldMk cId="205969955" sldId="304"/>
            <ac:picMk id="24578" creationId="{975E1A08-541A-4228-3A2F-791B35956053}"/>
          </ac:picMkLst>
        </pc:picChg>
      </pc:sldChg>
      <pc:sldChg chg="new del">
        <pc:chgData name="Sara Muneeb" userId="29b624b1-a719-43f5-9b52-388cd4043c04" providerId="ADAL" clId="{1B8306CC-3EB3-4E79-8CF8-E5FDA85816BB}" dt="2022-11-24T10:27:34.731" v="2990" actId="680"/>
        <pc:sldMkLst>
          <pc:docMk/>
          <pc:sldMk cId="1649074358" sldId="305"/>
        </pc:sldMkLst>
      </pc:sldChg>
      <pc:sldChg chg="modSp new mod">
        <pc:chgData name="Sara Muneeb" userId="29b624b1-a719-43f5-9b52-388cd4043c04" providerId="ADAL" clId="{1B8306CC-3EB3-4E79-8CF8-E5FDA85816BB}" dt="2022-11-24T10:29:20.088" v="3152" actId="20577"/>
        <pc:sldMkLst>
          <pc:docMk/>
          <pc:sldMk cId="3459373187" sldId="305"/>
        </pc:sldMkLst>
        <pc:spChg chg="mod">
          <ac:chgData name="Sara Muneeb" userId="29b624b1-a719-43f5-9b52-388cd4043c04" providerId="ADAL" clId="{1B8306CC-3EB3-4E79-8CF8-E5FDA85816BB}" dt="2022-11-24T10:29:20.088" v="3152" actId="20577"/>
          <ac:spMkLst>
            <pc:docMk/>
            <pc:sldMk cId="3459373187" sldId="305"/>
            <ac:spMk id="2" creationId="{068DA0F8-3C29-6025-D483-DBE990837F51}"/>
          </ac:spMkLst>
        </pc:spChg>
        <pc:spChg chg="mod">
          <ac:chgData name="Sara Muneeb" userId="29b624b1-a719-43f5-9b52-388cd4043c04" providerId="ADAL" clId="{1B8306CC-3EB3-4E79-8CF8-E5FDA85816BB}" dt="2022-11-24T10:28:51.649" v="3082" actId="20577"/>
          <ac:spMkLst>
            <pc:docMk/>
            <pc:sldMk cId="3459373187" sldId="305"/>
            <ac:spMk id="3" creationId="{2E210046-3551-69E3-8C76-8F85698BD25E}"/>
          </ac:spMkLst>
        </pc:spChg>
      </pc:sldChg>
      <pc:sldChg chg="modSp new mod">
        <pc:chgData name="Sara Muneeb" userId="29b624b1-a719-43f5-9b52-388cd4043c04" providerId="ADAL" clId="{1B8306CC-3EB3-4E79-8CF8-E5FDA85816BB}" dt="2022-11-24T10:35:21.082" v="3453" actId="20577"/>
        <pc:sldMkLst>
          <pc:docMk/>
          <pc:sldMk cId="4049550503" sldId="306"/>
        </pc:sldMkLst>
        <pc:spChg chg="mod">
          <ac:chgData name="Sara Muneeb" userId="29b624b1-a719-43f5-9b52-388cd4043c04" providerId="ADAL" clId="{1B8306CC-3EB3-4E79-8CF8-E5FDA85816BB}" dt="2022-11-24T10:31:00.801" v="3238" actId="5793"/>
          <ac:spMkLst>
            <pc:docMk/>
            <pc:sldMk cId="4049550503" sldId="306"/>
            <ac:spMk id="2" creationId="{4B20DD38-0E13-D1FD-6048-A4706F94108D}"/>
          </ac:spMkLst>
        </pc:spChg>
        <pc:spChg chg="mod">
          <ac:chgData name="Sara Muneeb" userId="29b624b1-a719-43f5-9b52-388cd4043c04" providerId="ADAL" clId="{1B8306CC-3EB3-4E79-8CF8-E5FDA85816BB}" dt="2022-11-24T10:35:21.082" v="3453" actId="20577"/>
          <ac:spMkLst>
            <pc:docMk/>
            <pc:sldMk cId="4049550503" sldId="306"/>
            <ac:spMk id="3" creationId="{58D86EDB-7F35-2AED-D0E4-92D4F01F4FFD}"/>
          </ac:spMkLst>
        </pc:spChg>
      </pc:sldChg>
      <pc:sldChg chg="addSp modSp new mod">
        <pc:chgData name="Sara Muneeb" userId="29b624b1-a719-43f5-9b52-388cd4043c04" providerId="ADAL" clId="{1B8306CC-3EB3-4E79-8CF8-E5FDA85816BB}" dt="2022-11-24T12:03:51.813" v="4764" actId="1076"/>
        <pc:sldMkLst>
          <pc:docMk/>
          <pc:sldMk cId="3508365302" sldId="307"/>
        </pc:sldMkLst>
        <pc:spChg chg="mod">
          <ac:chgData name="Sara Muneeb" userId="29b624b1-a719-43f5-9b52-388cd4043c04" providerId="ADAL" clId="{1B8306CC-3EB3-4E79-8CF8-E5FDA85816BB}" dt="2022-11-24T12:01:59.605" v="4741" actId="1076"/>
          <ac:spMkLst>
            <pc:docMk/>
            <pc:sldMk cId="3508365302" sldId="307"/>
            <ac:spMk id="2" creationId="{7B5E9CC3-D0D9-9D5C-7409-D8BD4166D6DF}"/>
          </ac:spMkLst>
        </pc:spChg>
        <pc:spChg chg="mod">
          <ac:chgData name="Sara Muneeb" userId="29b624b1-a719-43f5-9b52-388cd4043c04" providerId="ADAL" clId="{1B8306CC-3EB3-4E79-8CF8-E5FDA85816BB}" dt="2022-11-24T12:03:46.807" v="4763" actId="27636"/>
          <ac:spMkLst>
            <pc:docMk/>
            <pc:sldMk cId="3508365302" sldId="307"/>
            <ac:spMk id="3" creationId="{FF247BA7-6989-810E-ADED-30950E657166}"/>
          </ac:spMkLst>
        </pc:spChg>
        <pc:picChg chg="add mod">
          <ac:chgData name="Sara Muneeb" userId="29b624b1-a719-43f5-9b52-388cd4043c04" providerId="ADAL" clId="{1B8306CC-3EB3-4E79-8CF8-E5FDA85816BB}" dt="2022-11-24T12:03:51.813" v="4764" actId="1076"/>
          <ac:picMkLst>
            <pc:docMk/>
            <pc:sldMk cId="3508365302" sldId="307"/>
            <ac:picMk id="27650" creationId="{6BC705AD-23A0-98B5-E979-90021F59DE16}"/>
          </ac:picMkLst>
        </pc:picChg>
      </pc:sldChg>
      <pc:sldChg chg="addSp delSp modSp new mod">
        <pc:chgData name="Sara Muneeb" userId="29b624b1-a719-43f5-9b52-388cd4043c04" providerId="ADAL" clId="{1B8306CC-3EB3-4E79-8CF8-E5FDA85816BB}" dt="2022-11-24T12:01:41.122" v="4735" actId="21"/>
        <pc:sldMkLst>
          <pc:docMk/>
          <pc:sldMk cId="4222737946" sldId="308"/>
        </pc:sldMkLst>
        <pc:spChg chg="mod">
          <ac:chgData name="Sara Muneeb" userId="29b624b1-a719-43f5-9b52-388cd4043c04" providerId="ADAL" clId="{1B8306CC-3EB3-4E79-8CF8-E5FDA85816BB}" dt="2022-11-24T10:35:54.183" v="3485" actId="20577"/>
          <ac:spMkLst>
            <pc:docMk/>
            <pc:sldMk cId="4222737946" sldId="308"/>
            <ac:spMk id="2" creationId="{CD039781-C82B-D524-1F58-C60AA86A1ABF}"/>
          </ac:spMkLst>
        </pc:spChg>
        <pc:spChg chg="mod">
          <ac:chgData name="Sara Muneeb" userId="29b624b1-a719-43f5-9b52-388cd4043c04" providerId="ADAL" clId="{1B8306CC-3EB3-4E79-8CF8-E5FDA85816BB}" dt="2022-11-24T10:38:59.471" v="3527" actId="20577"/>
          <ac:spMkLst>
            <pc:docMk/>
            <pc:sldMk cId="4222737946" sldId="308"/>
            <ac:spMk id="3" creationId="{B4A5A0A9-508B-F934-482A-25EE62AA377F}"/>
          </ac:spMkLst>
        </pc:spChg>
        <pc:picChg chg="add mod">
          <ac:chgData name="Sara Muneeb" userId="29b624b1-a719-43f5-9b52-388cd4043c04" providerId="ADAL" clId="{1B8306CC-3EB3-4E79-8CF8-E5FDA85816BB}" dt="2022-11-24T10:38:38.909" v="3515" actId="1036"/>
          <ac:picMkLst>
            <pc:docMk/>
            <pc:sldMk cId="4222737946" sldId="308"/>
            <ac:picMk id="5" creationId="{4AC397E4-D5F1-6C99-6613-9094D049B35E}"/>
          </ac:picMkLst>
        </pc:picChg>
        <pc:picChg chg="add del">
          <ac:chgData name="Sara Muneeb" userId="29b624b1-a719-43f5-9b52-388cd4043c04" providerId="ADAL" clId="{1B8306CC-3EB3-4E79-8CF8-E5FDA85816BB}" dt="2022-11-24T12:00:42.591" v="4729"/>
          <ac:picMkLst>
            <pc:docMk/>
            <pc:sldMk cId="4222737946" sldId="308"/>
            <ac:picMk id="25602" creationId="{A7C81F33-99AF-8524-8B22-94BBB0C032B2}"/>
          </ac:picMkLst>
        </pc:picChg>
        <pc:picChg chg="add del mod">
          <ac:chgData name="Sara Muneeb" userId="29b624b1-a719-43f5-9b52-388cd4043c04" providerId="ADAL" clId="{1B8306CC-3EB3-4E79-8CF8-E5FDA85816BB}" dt="2022-11-24T12:01:41.122" v="4735" actId="21"/>
          <ac:picMkLst>
            <pc:docMk/>
            <pc:sldMk cId="4222737946" sldId="308"/>
            <ac:picMk id="25604" creationId="{AB0923D3-5981-96E2-7D96-5744425E6E00}"/>
          </ac:picMkLst>
        </pc:picChg>
      </pc:sldChg>
      <pc:sldChg chg="addSp modSp new mod">
        <pc:chgData name="Sara Muneeb" userId="29b624b1-a719-43f5-9b52-388cd4043c04" providerId="ADAL" clId="{1B8306CC-3EB3-4E79-8CF8-E5FDA85816BB}" dt="2022-11-24T12:01:52.455" v="4739" actId="14100"/>
        <pc:sldMkLst>
          <pc:docMk/>
          <pc:sldMk cId="547706082" sldId="309"/>
        </pc:sldMkLst>
        <pc:spChg chg="mod">
          <ac:chgData name="Sara Muneeb" userId="29b624b1-a719-43f5-9b52-388cd4043c04" providerId="ADAL" clId="{1B8306CC-3EB3-4E79-8CF8-E5FDA85816BB}" dt="2022-11-24T10:44:31.377" v="3890" actId="20577"/>
          <ac:spMkLst>
            <pc:docMk/>
            <pc:sldMk cId="547706082" sldId="309"/>
            <ac:spMk id="2" creationId="{A74D2103-BA48-E854-BFCE-D16CCC773739}"/>
          </ac:spMkLst>
        </pc:spChg>
        <pc:spChg chg="mod">
          <ac:chgData name="Sara Muneeb" userId="29b624b1-a719-43f5-9b52-388cd4043c04" providerId="ADAL" clId="{1B8306CC-3EB3-4E79-8CF8-E5FDA85816BB}" dt="2022-11-24T10:45:36.328" v="3989" actId="20577"/>
          <ac:spMkLst>
            <pc:docMk/>
            <pc:sldMk cId="547706082" sldId="309"/>
            <ac:spMk id="3" creationId="{D936C0C1-4891-4916-AD25-90383B103B5F}"/>
          </ac:spMkLst>
        </pc:spChg>
        <pc:picChg chg="add mod">
          <ac:chgData name="Sara Muneeb" userId="29b624b1-a719-43f5-9b52-388cd4043c04" providerId="ADAL" clId="{1B8306CC-3EB3-4E79-8CF8-E5FDA85816BB}" dt="2022-11-24T12:01:52.455" v="4739" actId="14100"/>
          <ac:picMkLst>
            <pc:docMk/>
            <pc:sldMk cId="547706082" sldId="309"/>
            <ac:picMk id="4" creationId="{DDB0FB50-B2D3-F9E9-AB2B-405CDE446558}"/>
          </ac:picMkLst>
        </pc:picChg>
      </pc:sldChg>
      <pc:sldChg chg="modSp new mod">
        <pc:chgData name="Sara Muneeb" userId="29b624b1-a719-43f5-9b52-388cd4043c04" providerId="ADAL" clId="{1B8306CC-3EB3-4E79-8CF8-E5FDA85816BB}" dt="2022-11-24T10:50:05.086" v="4072" actId="20577"/>
        <pc:sldMkLst>
          <pc:docMk/>
          <pc:sldMk cId="321608399" sldId="310"/>
        </pc:sldMkLst>
        <pc:spChg chg="mod">
          <ac:chgData name="Sara Muneeb" userId="29b624b1-a719-43f5-9b52-388cd4043c04" providerId="ADAL" clId="{1B8306CC-3EB3-4E79-8CF8-E5FDA85816BB}" dt="2022-11-24T10:43:01.214" v="3835"/>
          <ac:spMkLst>
            <pc:docMk/>
            <pc:sldMk cId="321608399" sldId="310"/>
            <ac:spMk id="2" creationId="{A5E3C3BB-227D-BDBD-4B24-3A48D06F1CBB}"/>
          </ac:spMkLst>
        </pc:spChg>
        <pc:spChg chg="mod">
          <ac:chgData name="Sara Muneeb" userId="29b624b1-a719-43f5-9b52-388cd4043c04" providerId="ADAL" clId="{1B8306CC-3EB3-4E79-8CF8-E5FDA85816BB}" dt="2022-11-24T10:50:05.086" v="4072" actId="20577"/>
          <ac:spMkLst>
            <pc:docMk/>
            <pc:sldMk cId="321608399" sldId="310"/>
            <ac:spMk id="3" creationId="{4819D49A-F136-C5C7-B2D9-947C73702B52}"/>
          </ac:spMkLst>
        </pc:spChg>
      </pc:sldChg>
      <pc:sldChg chg="modSp new mod">
        <pc:chgData name="Sara Muneeb" userId="29b624b1-a719-43f5-9b52-388cd4043c04" providerId="ADAL" clId="{1B8306CC-3EB3-4E79-8CF8-E5FDA85816BB}" dt="2022-11-24T10:48:04.239" v="4013" actId="20577"/>
        <pc:sldMkLst>
          <pc:docMk/>
          <pc:sldMk cId="90341570" sldId="311"/>
        </pc:sldMkLst>
        <pc:spChg chg="mod">
          <ac:chgData name="Sara Muneeb" userId="29b624b1-a719-43f5-9b52-388cd4043c04" providerId="ADAL" clId="{1B8306CC-3EB3-4E79-8CF8-E5FDA85816BB}" dt="2022-11-24T10:44:18.400" v="3877" actId="20577"/>
          <ac:spMkLst>
            <pc:docMk/>
            <pc:sldMk cId="90341570" sldId="311"/>
            <ac:spMk id="2" creationId="{84444D5B-E391-3811-3D38-76E9CACDA23E}"/>
          </ac:spMkLst>
        </pc:spChg>
        <pc:spChg chg="mod">
          <ac:chgData name="Sara Muneeb" userId="29b624b1-a719-43f5-9b52-388cd4043c04" providerId="ADAL" clId="{1B8306CC-3EB3-4E79-8CF8-E5FDA85816BB}" dt="2022-11-24T10:48:04.239" v="4013" actId="20577"/>
          <ac:spMkLst>
            <pc:docMk/>
            <pc:sldMk cId="90341570" sldId="311"/>
            <ac:spMk id="3" creationId="{92033375-1F0E-6368-B3D8-E09CC1E1B24F}"/>
          </ac:spMkLst>
        </pc:spChg>
      </pc:sldChg>
      <pc:sldChg chg="modSp new mod">
        <pc:chgData name="Sara Muneeb" userId="29b624b1-a719-43f5-9b52-388cd4043c04" providerId="ADAL" clId="{1B8306CC-3EB3-4E79-8CF8-E5FDA85816BB}" dt="2022-11-24T10:54:56.003" v="4115" actId="15"/>
        <pc:sldMkLst>
          <pc:docMk/>
          <pc:sldMk cId="1394940076" sldId="312"/>
        </pc:sldMkLst>
        <pc:spChg chg="mod">
          <ac:chgData name="Sara Muneeb" userId="29b624b1-a719-43f5-9b52-388cd4043c04" providerId="ADAL" clId="{1B8306CC-3EB3-4E79-8CF8-E5FDA85816BB}" dt="2022-11-24T10:50:36.580" v="4075" actId="27636"/>
          <ac:spMkLst>
            <pc:docMk/>
            <pc:sldMk cId="1394940076" sldId="312"/>
            <ac:spMk id="2" creationId="{AA5059E0-C53A-D83C-A72C-C074F9479661}"/>
          </ac:spMkLst>
        </pc:spChg>
        <pc:spChg chg="mod">
          <ac:chgData name="Sara Muneeb" userId="29b624b1-a719-43f5-9b52-388cd4043c04" providerId="ADAL" clId="{1B8306CC-3EB3-4E79-8CF8-E5FDA85816BB}" dt="2022-11-24T10:54:56.003" v="4115" actId="15"/>
          <ac:spMkLst>
            <pc:docMk/>
            <pc:sldMk cId="1394940076" sldId="312"/>
            <ac:spMk id="3" creationId="{E6307010-5A7D-5458-56C2-3E4E2BFA5B79}"/>
          </ac:spMkLst>
        </pc:spChg>
      </pc:sldChg>
      <pc:sldChg chg="modSp new mod">
        <pc:chgData name="Sara Muneeb" userId="29b624b1-a719-43f5-9b52-388cd4043c04" providerId="ADAL" clId="{1B8306CC-3EB3-4E79-8CF8-E5FDA85816BB}" dt="2022-11-24T10:58:28.645" v="4319" actId="5793"/>
        <pc:sldMkLst>
          <pc:docMk/>
          <pc:sldMk cId="1759940775" sldId="313"/>
        </pc:sldMkLst>
        <pc:spChg chg="mod">
          <ac:chgData name="Sara Muneeb" userId="29b624b1-a719-43f5-9b52-388cd4043c04" providerId="ADAL" clId="{1B8306CC-3EB3-4E79-8CF8-E5FDA85816BB}" dt="2022-11-24T10:55:34.739" v="4160" actId="20577"/>
          <ac:spMkLst>
            <pc:docMk/>
            <pc:sldMk cId="1759940775" sldId="313"/>
            <ac:spMk id="2" creationId="{DA49BFFC-5ED9-458E-895F-2E8C83D8443F}"/>
          </ac:spMkLst>
        </pc:spChg>
        <pc:spChg chg="mod">
          <ac:chgData name="Sara Muneeb" userId="29b624b1-a719-43f5-9b52-388cd4043c04" providerId="ADAL" clId="{1B8306CC-3EB3-4E79-8CF8-E5FDA85816BB}" dt="2022-11-24T10:58:28.645" v="4319" actId="5793"/>
          <ac:spMkLst>
            <pc:docMk/>
            <pc:sldMk cId="1759940775" sldId="313"/>
            <ac:spMk id="3" creationId="{E3CF96C1-26D7-2E6C-77C4-C81826D8B6B1}"/>
          </ac:spMkLst>
        </pc:spChg>
      </pc:sldChg>
      <pc:sldChg chg="addSp delSp modSp new mod">
        <pc:chgData name="Sara Muneeb" userId="29b624b1-a719-43f5-9b52-388cd4043c04" providerId="ADAL" clId="{1B8306CC-3EB3-4E79-8CF8-E5FDA85816BB}" dt="2022-11-24T11:42:35.780" v="4672" actId="1038"/>
        <pc:sldMkLst>
          <pc:docMk/>
          <pc:sldMk cId="2269165914" sldId="314"/>
        </pc:sldMkLst>
        <pc:spChg chg="mod">
          <ac:chgData name="Sara Muneeb" userId="29b624b1-a719-43f5-9b52-388cd4043c04" providerId="ADAL" clId="{1B8306CC-3EB3-4E79-8CF8-E5FDA85816BB}" dt="2022-11-24T11:42:22.896" v="4665" actId="20577"/>
          <ac:spMkLst>
            <pc:docMk/>
            <pc:sldMk cId="2269165914" sldId="314"/>
            <ac:spMk id="2" creationId="{442D5E17-8E50-0FA5-1330-B9939D194DD1}"/>
          </ac:spMkLst>
        </pc:spChg>
        <pc:spChg chg="del">
          <ac:chgData name="Sara Muneeb" userId="29b624b1-a719-43f5-9b52-388cd4043c04" providerId="ADAL" clId="{1B8306CC-3EB3-4E79-8CF8-E5FDA85816BB}" dt="2022-11-24T11:42:24.889" v="4666"/>
          <ac:spMkLst>
            <pc:docMk/>
            <pc:sldMk cId="2269165914" sldId="314"/>
            <ac:spMk id="3" creationId="{5620B0A8-B123-8275-B2CF-8F74308E82F8}"/>
          </ac:spMkLst>
        </pc:spChg>
        <pc:picChg chg="add mod">
          <ac:chgData name="Sara Muneeb" userId="29b624b1-a719-43f5-9b52-388cd4043c04" providerId="ADAL" clId="{1B8306CC-3EB3-4E79-8CF8-E5FDA85816BB}" dt="2022-11-24T11:42:35.780" v="4672" actId="1038"/>
          <ac:picMkLst>
            <pc:docMk/>
            <pc:sldMk cId="2269165914" sldId="314"/>
            <ac:picMk id="18434" creationId="{919B1EF3-7DC6-7CC1-7E96-978841A4795D}"/>
          </ac:picMkLst>
        </pc:picChg>
      </pc:sldChg>
      <pc:sldChg chg="addSp delSp modSp new mod">
        <pc:chgData name="Sara Muneeb" userId="29b624b1-a719-43f5-9b52-388cd4043c04" providerId="ADAL" clId="{1B8306CC-3EB3-4E79-8CF8-E5FDA85816BB}" dt="2022-11-24T12:05:25.182" v="4772" actId="1036"/>
        <pc:sldMkLst>
          <pc:docMk/>
          <pc:sldMk cId="1574604444" sldId="315"/>
        </pc:sldMkLst>
        <pc:spChg chg="mod">
          <ac:chgData name="Sara Muneeb" userId="29b624b1-a719-43f5-9b52-388cd4043c04" providerId="ADAL" clId="{1B8306CC-3EB3-4E79-8CF8-E5FDA85816BB}" dt="2022-11-24T12:04:57.910" v="4769" actId="27636"/>
          <ac:spMkLst>
            <pc:docMk/>
            <pc:sldMk cId="1574604444" sldId="315"/>
            <ac:spMk id="2" creationId="{F109F66B-A911-9E23-BA92-F15E4B37EA4A}"/>
          </ac:spMkLst>
        </pc:spChg>
        <pc:spChg chg="del">
          <ac:chgData name="Sara Muneeb" userId="29b624b1-a719-43f5-9b52-388cd4043c04" providerId="ADAL" clId="{1B8306CC-3EB3-4E79-8CF8-E5FDA85816BB}" dt="2022-11-24T12:05:23.393" v="4770" actId="22"/>
          <ac:spMkLst>
            <pc:docMk/>
            <pc:sldMk cId="1574604444" sldId="315"/>
            <ac:spMk id="3" creationId="{A16CFD3F-00AF-8E25-DC4C-68747FBF8C88}"/>
          </ac:spMkLst>
        </pc:spChg>
        <pc:picChg chg="add mod ord">
          <ac:chgData name="Sara Muneeb" userId="29b624b1-a719-43f5-9b52-388cd4043c04" providerId="ADAL" clId="{1B8306CC-3EB3-4E79-8CF8-E5FDA85816BB}" dt="2022-11-24T12:05:25.182" v="4772" actId="1036"/>
          <ac:picMkLst>
            <pc:docMk/>
            <pc:sldMk cId="1574604444" sldId="315"/>
            <ac:picMk id="5" creationId="{D177AB57-7D50-2C82-F263-1D522F4DECD5}"/>
          </ac:picMkLst>
        </pc:picChg>
      </pc:sldChg>
      <pc:sldChg chg="addSp delSp modSp new mod">
        <pc:chgData name="Sara Muneeb" userId="29b624b1-a719-43f5-9b52-388cd4043c04" providerId="ADAL" clId="{1B8306CC-3EB3-4E79-8CF8-E5FDA85816BB}" dt="2022-11-24T12:08:04.972" v="4806" actId="34135"/>
        <pc:sldMkLst>
          <pc:docMk/>
          <pc:sldMk cId="3785957644" sldId="316"/>
        </pc:sldMkLst>
        <pc:spChg chg="mod">
          <ac:chgData name="Sara Muneeb" userId="29b624b1-a719-43f5-9b52-388cd4043c04" providerId="ADAL" clId="{1B8306CC-3EB3-4E79-8CF8-E5FDA85816BB}" dt="2022-11-24T12:05:37.557" v="4775" actId="27636"/>
          <ac:spMkLst>
            <pc:docMk/>
            <pc:sldMk cId="3785957644" sldId="316"/>
            <ac:spMk id="2" creationId="{052A27D5-E33A-462A-0BA4-74F0A7A24B1B}"/>
          </ac:spMkLst>
        </pc:spChg>
        <pc:spChg chg="del">
          <ac:chgData name="Sara Muneeb" userId="29b624b1-a719-43f5-9b52-388cd4043c04" providerId="ADAL" clId="{1B8306CC-3EB3-4E79-8CF8-E5FDA85816BB}" dt="2022-11-24T12:06:00.076" v="4776" actId="22"/>
          <ac:spMkLst>
            <pc:docMk/>
            <pc:sldMk cId="3785957644" sldId="316"/>
            <ac:spMk id="3" creationId="{EB3235C8-2FA9-448C-B61B-BB50FC6223EB}"/>
          </ac:spMkLst>
        </pc:spChg>
        <pc:picChg chg="add mod ord">
          <ac:chgData name="Sara Muneeb" userId="29b624b1-a719-43f5-9b52-388cd4043c04" providerId="ADAL" clId="{1B8306CC-3EB3-4E79-8CF8-E5FDA85816BB}" dt="2022-11-24T12:08:04.972" v="4806" actId="34135"/>
          <ac:picMkLst>
            <pc:docMk/>
            <pc:sldMk cId="3785957644" sldId="316"/>
            <ac:picMk id="5" creationId="{1110FC61-8DD6-0F49-4CB9-945CE4A2DFAF}"/>
          </ac:picMkLst>
        </pc:picChg>
        <pc:picChg chg="add mod">
          <ac:chgData name="Sara Muneeb" userId="29b624b1-a719-43f5-9b52-388cd4043c04" providerId="ADAL" clId="{1B8306CC-3EB3-4E79-8CF8-E5FDA85816BB}" dt="2022-11-24T12:08:04.972" v="4806" actId="34135"/>
          <ac:picMkLst>
            <pc:docMk/>
            <pc:sldMk cId="3785957644" sldId="316"/>
            <ac:picMk id="7" creationId="{B085A071-B1F3-953E-381F-8E5AD0A2BBE4}"/>
          </ac:picMkLst>
        </pc:picChg>
      </pc:sldChg>
      <pc:sldChg chg="modSp new mod">
        <pc:chgData name="Sara Muneeb" userId="29b624b1-a719-43f5-9b52-388cd4043c04" providerId="ADAL" clId="{1B8306CC-3EB3-4E79-8CF8-E5FDA85816BB}" dt="2022-11-24T12:09:34.123" v="4955" actId="20577"/>
        <pc:sldMkLst>
          <pc:docMk/>
          <pc:sldMk cId="996644715" sldId="317"/>
        </pc:sldMkLst>
        <pc:spChg chg="mod">
          <ac:chgData name="Sara Muneeb" userId="29b624b1-a719-43f5-9b52-388cd4043c04" providerId="ADAL" clId="{1B8306CC-3EB3-4E79-8CF8-E5FDA85816BB}" dt="2022-11-24T12:08:16.268" v="4821" actId="20577"/>
          <ac:spMkLst>
            <pc:docMk/>
            <pc:sldMk cId="996644715" sldId="317"/>
            <ac:spMk id="2" creationId="{08AC42FC-8C04-F37F-C7BC-03F1BE5DA469}"/>
          </ac:spMkLst>
        </pc:spChg>
        <pc:spChg chg="mod">
          <ac:chgData name="Sara Muneeb" userId="29b624b1-a719-43f5-9b52-388cd4043c04" providerId="ADAL" clId="{1B8306CC-3EB3-4E79-8CF8-E5FDA85816BB}" dt="2022-11-24T12:09:34.123" v="4955" actId="20577"/>
          <ac:spMkLst>
            <pc:docMk/>
            <pc:sldMk cId="996644715" sldId="317"/>
            <ac:spMk id="3" creationId="{F137049F-DAA9-6861-CEE8-69D727967D40}"/>
          </ac:spMkLst>
        </pc:spChg>
      </pc:sldChg>
      <pc:sldChg chg="addSp delSp modSp new mod">
        <pc:chgData name="Sara Muneeb" userId="29b624b1-a719-43f5-9b52-388cd4043c04" providerId="ADAL" clId="{1B8306CC-3EB3-4E79-8CF8-E5FDA85816BB}" dt="2022-11-24T12:10:15.121" v="4967" actId="1035"/>
        <pc:sldMkLst>
          <pc:docMk/>
          <pc:sldMk cId="1545905496" sldId="318"/>
        </pc:sldMkLst>
        <pc:spChg chg="del">
          <ac:chgData name="Sara Muneeb" userId="29b624b1-a719-43f5-9b52-388cd4043c04" providerId="ADAL" clId="{1B8306CC-3EB3-4E79-8CF8-E5FDA85816BB}" dt="2022-11-24T12:09:56.631" v="4957" actId="931"/>
          <ac:spMkLst>
            <pc:docMk/>
            <pc:sldMk cId="1545905496" sldId="318"/>
            <ac:spMk id="3" creationId="{0BD423DC-BB9C-9EDE-91F7-E2E22364DB6F}"/>
          </ac:spMkLst>
        </pc:spChg>
        <pc:picChg chg="add mod">
          <ac:chgData name="Sara Muneeb" userId="29b624b1-a719-43f5-9b52-388cd4043c04" providerId="ADAL" clId="{1B8306CC-3EB3-4E79-8CF8-E5FDA85816BB}" dt="2022-11-24T12:10:15.121" v="4967" actId="1035"/>
          <ac:picMkLst>
            <pc:docMk/>
            <pc:sldMk cId="1545905496" sldId="318"/>
            <ac:picMk id="5" creationId="{E6773E35-995E-629B-1DA2-CB8DAD89C3F7}"/>
          </ac:picMkLst>
        </pc:picChg>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docChgLst>
    <pc:chgData name="Sara Muneeb" userId="29b624b1-a719-43f5-9b52-388cd4043c04" providerId="ADAL" clId="{10D3A54C-D4DA-44D3-89CD-8D707469CA0C}"/>
    <pc:docChg chg="addSld delSld modSld">
      <pc:chgData name="Sara Muneeb" userId="29b624b1-a719-43f5-9b52-388cd4043c04" providerId="ADAL" clId="{10D3A54C-D4DA-44D3-89CD-8D707469CA0C}" dt="2022-11-01T03:53:42.478" v="17" actId="680"/>
      <pc:docMkLst>
        <pc:docMk/>
      </pc:docMkLst>
      <pc:sldChg chg="modSp mod">
        <pc:chgData name="Sara Muneeb" userId="29b624b1-a719-43f5-9b52-388cd4043c04" providerId="ADAL" clId="{10D3A54C-D4DA-44D3-89CD-8D707469CA0C}" dt="2022-11-01T03:52:58.767" v="16" actId="20577"/>
        <pc:sldMkLst>
          <pc:docMk/>
          <pc:sldMk cId="2984185032" sldId="256"/>
        </pc:sldMkLst>
        <pc:spChg chg="mod">
          <ac:chgData name="Sara Muneeb" userId="29b624b1-a719-43f5-9b52-388cd4043c04" providerId="ADAL" clId="{10D3A54C-D4DA-44D3-89CD-8D707469CA0C}" dt="2022-11-01T03:52:58.767" v="16" actId="20577"/>
          <ac:spMkLst>
            <pc:docMk/>
            <pc:sldMk cId="2984185032" sldId="256"/>
            <ac:spMk id="2" creationId="{00000000-0000-0000-0000-000000000000}"/>
          </ac:spMkLst>
        </pc:spChg>
      </pc:sldChg>
      <pc:sldChg chg="new">
        <pc:chgData name="Sara Muneeb" userId="29b624b1-a719-43f5-9b52-388cd4043c04" providerId="ADAL" clId="{10D3A54C-D4DA-44D3-89CD-8D707469CA0C}" dt="2022-11-01T03:53:42.478" v="17" actId="680"/>
        <pc:sldMkLst>
          <pc:docMk/>
          <pc:sldMk cId="2231384248" sldId="257"/>
        </pc:sldMkLst>
      </pc:sldChg>
      <pc:sldChg chg="del">
        <pc:chgData name="Sara Muneeb" userId="29b624b1-a719-43f5-9b52-388cd4043c04" providerId="ADAL" clId="{10D3A54C-D4DA-44D3-89CD-8D707469CA0C}" dt="2022-11-01T03:52:50.038" v="0" actId="47"/>
        <pc:sldMkLst>
          <pc:docMk/>
          <pc:sldMk cId="3551309204" sldId="257"/>
        </pc:sldMkLst>
      </pc:sldChg>
      <pc:sldChg chg="del">
        <pc:chgData name="Sara Muneeb" userId="29b624b1-a719-43f5-9b52-388cd4043c04" providerId="ADAL" clId="{10D3A54C-D4DA-44D3-89CD-8D707469CA0C}" dt="2022-11-01T03:52:50.038" v="0" actId="47"/>
        <pc:sldMkLst>
          <pc:docMk/>
          <pc:sldMk cId="2024920055" sldId="258"/>
        </pc:sldMkLst>
      </pc:sldChg>
      <pc:sldChg chg="del">
        <pc:chgData name="Sara Muneeb" userId="29b624b1-a719-43f5-9b52-388cd4043c04" providerId="ADAL" clId="{10D3A54C-D4DA-44D3-89CD-8D707469CA0C}" dt="2022-11-01T03:52:50.038" v="0" actId="47"/>
        <pc:sldMkLst>
          <pc:docMk/>
          <pc:sldMk cId="3918807433" sldId="259"/>
        </pc:sldMkLst>
      </pc:sldChg>
      <pc:sldChg chg="del">
        <pc:chgData name="Sara Muneeb" userId="29b624b1-a719-43f5-9b52-388cd4043c04" providerId="ADAL" clId="{10D3A54C-D4DA-44D3-89CD-8D707469CA0C}" dt="2022-11-01T03:52:50.038" v="0" actId="47"/>
        <pc:sldMkLst>
          <pc:docMk/>
          <pc:sldMk cId="4186466395" sldId="260"/>
        </pc:sldMkLst>
      </pc:sldChg>
      <pc:sldChg chg="del">
        <pc:chgData name="Sara Muneeb" userId="29b624b1-a719-43f5-9b52-388cd4043c04" providerId="ADAL" clId="{10D3A54C-D4DA-44D3-89CD-8D707469CA0C}" dt="2022-11-01T03:52:50.038" v="0" actId="47"/>
        <pc:sldMkLst>
          <pc:docMk/>
          <pc:sldMk cId="3337870780" sldId="261"/>
        </pc:sldMkLst>
      </pc:sldChg>
      <pc:sldChg chg="del">
        <pc:chgData name="Sara Muneeb" userId="29b624b1-a719-43f5-9b52-388cd4043c04" providerId="ADAL" clId="{10D3A54C-D4DA-44D3-89CD-8D707469CA0C}" dt="2022-11-01T03:52:50.038" v="0" actId="47"/>
        <pc:sldMkLst>
          <pc:docMk/>
          <pc:sldMk cId="1654318215" sldId="262"/>
        </pc:sldMkLst>
      </pc:sldChg>
      <pc:sldChg chg="del">
        <pc:chgData name="Sara Muneeb" userId="29b624b1-a719-43f5-9b52-388cd4043c04" providerId="ADAL" clId="{10D3A54C-D4DA-44D3-89CD-8D707469CA0C}" dt="2022-11-01T03:52:50.038" v="0" actId="47"/>
        <pc:sldMkLst>
          <pc:docMk/>
          <pc:sldMk cId="4294319554" sldId="263"/>
        </pc:sldMkLst>
      </pc:sldChg>
      <pc:sldChg chg="del">
        <pc:chgData name="Sara Muneeb" userId="29b624b1-a719-43f5-9b52-388cd4043c04" providerId="ADAL" clId="{10D3A54C-D4DA-44D3-89CD-8D707469CA0C}" dt="2022-11-01T03:52:50.038" v="0" actId="47"/>
        <pc:sldMkLst>
          <pc:docMk/>
          <pc:sldMk cId="3609823631" sldId="264"/>
        </pc:sldMkLst>
      </pc:sldChg>
      <pc:sldChg chg="del">
        <pc:chgData name="Sara Muneeb" userId="29b624b1-a719-43f5-9b52-388cd4043c04" providerId="ADAL" clId="{10D3A54C-D4DA-44D3-89CD-8D707469CA0C}" dt="2022-11-01T03:52:50.038" v="0" actId="47"/>
        <pc:sldMkLst>
          <pc:docMk/>
          <pc:sldMk cId="3671922232" sldId="265"/>
        </pc:sldMkLst>
      </pc:sldChg>
      <pc:sldChg chg="del">
        <pc:chgData name="Sara Muneeb" userId="29b624b1-a719-43f5-9b52-388cd4043c04" providerId="ADAL" clId="{10D3A54C-D4DA-44D3-89CD-8D707469CA0C}" dt="2022-11-01T03:52:50.038" v="0" actId="47"/>
        <pc:sldMkLst>
          <pc:docMk/>
          <pc:sldMk cId="1666915946" sldId="266"/>
        </pc:sldMkLst>
      </pc:sldChg>
      <pc:sldChg chg="del">
        <pc:chgData name="Sara Muneeb" userId="29b624b1-a719-43f5-9b52-388cd4043c04" providerId="ADAL" clId="{10D3A54C-D4DA-44D3-89CD-8D707469CA0C}" dt="2022-11-01T03:52:50.038" v="0" actId="47"/>
        <pc:sldMkLst>
          <pc:docMk/>
          <pc:sldMk cId="662440185" sldId="267"/>
        </pc:sldMkLst>
      </pc:sldChg>
      <pc:sldChg chg="del">
        <pc:chgData name="Sara Muneeb" userId="29b624b1-a719-43f5-9b52-388cd4043c04" providerId="ADAL" clId="{10D3A54C-D4DA-44D3-89CD-8D707469CA0C}" dt="2022-11-01T03:52:50.038" v="0" actId="47"/>
        <pc:sldMkLst>
          <pc:docMk/>
          <pc:sldMk cId="1251303979" sldId="268"/>
        </pc:sldMkLst>
      </pc:sldChg>
      <pc:sldChg chg="del">
        <pc:chgData name="Sara Muneeb" userId="29b624b1-a719-43f5-9b52-388cd4043c04" providerId="ADAL" clId="{10D3A54C-D4DA-44D3-89CD-8D707469CA0C}" dt="2022-11-01T03:52:50.038" v="0" actId="47"/>
        <pc:sldMkLst>
          <pc:docMk/>
          <pc:sldMk cId="625244237" sldId="269"/>
        </pc:sldMkLst>
      </pc:sldChg>
      <pc:sldChg chg="del">
        <pc:chgData name="Sara Muneeb" userId="29b624b1-a719-43f5-9b52-388cd4043c04" providerId="ADAL" clId="{10D3A54C-D4DA-44D3-89CD-8D707469CA0C}" dt="2022-11-01T03:52:50.038" v="0" actId="47"/>
        <pc:sldMkLst>
          <pc:docMk/>
          <pc:sldMk cId="3689388705" sldId="270"/>
        </pc:sldMkLst>
      </pc:sldChg>
      <pc:sldChg chg="del">
        <pc:chgData name="Sara Muneeb" userId="29b624b1-a719-43f5-9b52-388cd4043c04" providerId="ADAL" clId="{10D3A54C-D4DA-44D3-89CD-8D707469CA0C}" dt="2022-11-01T03:52:50.038" v="0" actId="47"/>
        <pc:sldMkLst>
          <pc:docMk/>
          <pc:sldMk cId="2632452845" sldId="271"/>
        </pc:sldMkLst>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1FA540FA-FB29-47AF-B8E6-0D8739E0B2D2}"/>
    <pc:docChg chg="undo custSel addSld modSld">
      <pc:chgData name="Sara Muneeb" userId="29b624b1-a719-43f5-9b52-388cd4043c04" providerId="ADAL" clId="{1FA540FA-FB29-47AF-B8E6-0D8739E0B2D2}" dt="2022-10-11T03:38:02.705" v="691" actId="22"/>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10T13:27:38.625" v="628"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10T13:27:38.625" v="628" actId="20577"/>
          <ac:spMkLst>
            <pc:docMk/>
            <pc:sldMk cId="1251303979" sldId="268"/>
            <ac:spMk id="3" creationId="{6D4F821F-443B-73AB-438B-0D79F768E520}"/>
          </ac:spMkLst>
        </pc:spChg>
      </pc:sldChg>
      <pc:sldChg chg="addSp delSp modSp new mod">
        <pc:chgData name="Sara Muneeb" userId="29b624b1-a719-43f5-9b52-388cd4043c04" providerId="ADAL" clId="{1FA540FA-FB29-47AF-B8E6-0D8739E0B2D2}" dt="2022-10-11T03:35:23.935" v="673" actId="1076"/>
        <pc:sldMkLst>
          <pc:docMk/>
          <pc:sldMk cId="625244237" sldId="269"/>
        </pc:sldMkLst>
        <pc:spChg chg="mod">
          <ac:chgData name="Sara Muneeb" userId="29b624b1-a719-43f5-9b52-388cd4043c04" providerId="ADAL" clId="{1FA540FA-FB29-47AF-B8E6-0D8739E0B2D2}" dt="2022-10-11T03:33:46.974" v="643" actId="20577"/>
          <ac:spMkLst>
            <pc:docMk/>
            <pc:sldMk cId="625244237" sldId="269"/>
            <ac:spMk id="2" creationId="{5F01BC58-0316-1E83-9946-7CA7D05D8B0B}"/>
          </ac:spMkLst>
        </pc:spChg>
        <pc:spChg chg="del">
          <ac:chgData name="Sara Muneeb" userId="29b624b1-a719-43f5-9b52-388cd4043c04" providerId="ADAL" clId="{1FA540FA-FB29-47AF-B8E6-0D8739E0B2D2}" dt="2022-10-11T03:33:10.171" v="637" actId="22"/>
          <ac:spMkLst>
            <pc:docMk/>
            <pc:sldMk cId="625244237" sldId="269"/>
            <ac:spMk id="3" creationId="{6A6EC27F-4CF7-11D7-A820-E250D063553A}"/>
          </ac:spMkLst>
        </pc:spChg>
        <pc:spChg chg="add mod">
          <ac:chgData name="Sara Muneeb" userId="29b624b1-a719-43f5-9b52-388cd4043c04" providerId="ADAL" clId="{1FA540FA-FB29-47AF-B8E6-0D8739E0B2D2}" dt="2022-10-11T03:35:23.935" v="673" actId="1076"/>
          <ac:spMkLst>
            <pc:docMk/>
            <pc:sldMk cId="625244237" sldId="269"/>
            <ac:spMk id="8" creationId="{0C0E423E-88D0-59CF-F3B5-8D1BE6925139}"/>
          </ac:spMkLst>
        </pc:spChg>
        <pc:spChg chg="add del">
          <ac:chgData name="Sara Muneeb" userId="29b624b1-a719-43f5-9b52-388cd4043c04" providerId="ADAL" clId="{1FA540FA-FB29-47AF-B8E6-0D8739E0B2D2}" dt="2022-10-11T03:34:08.229" v="672" actId="22"/>
          <ac:spMkLst>
            <pc:docMk/>
            <pc:sldMk cId="625244237" sldId="269"/>
            <ac:spMk id="10" creationId="{4EEB028C-8841-F7FE-71C9-2C086DE6B319}"/>
          </ac:spMkLst>
        </pc:spChg>
        <pc:picChg chg="add mod ord">
          <ac:chgData name="Sara Muneeb" userId="29b624b1-a719-43f5-9b52-388cd4043c04" providerId="ADAL" clId="{1FA540FA-FB29-47AF-B8E6-0D8739E0B2D2}" dt="2022-10-11T03:33:39.565" v="638" actId="1076"/>
          <ac:picMkLst>
            <pc:docMk/>
            <pc:sldMk cId="625244237" sldId="269"/>
            <ac:picMk id="5" creationId="{9BC8146D-0F66-DF8C-C734-4B27B07BEE7B}"/>
          </ac:picMkLst>
        </pc:picChg>
        <pc:picChg chg="add mod">
          <ac:chgData name="Sara Muneeb" userId="29b624b1-a719-43f5-9b52-388cd4043c04" providerId="ADAL" clId="{1FA540FA-FB29-47AF-B8E6-0D8739E0B2D2}" dt="2022-10-11T03:33:50.621" v="644" actId="1076"/>
          <ac:picMkLst>
            <pc:docMk/>
            <pc:sldMk cId="625244237" sldId="269"/>
            <ac:picMk id="7" creationId="{96DD6489-F2BB-D6F2-8A85-E1F562736C39}"/>
          </ac:picMkLst>
        </pc:picChg>
      </pc:sldChg>
      <pc:sldChg chg="addSp delSp modSp new mod">
        <pc:chgData name="Sara Muneeb" userId="29b624b1-a719-43f5-9b52-388cd4043c04" providerId="ADAL" clId="{1FA540FA-FB29-47AF-B8E6-0D8739E0B2D2}" dt="2022-10-11T03:37:11.100" v="682" actId="22"/>
        <pc:sldMkLst>
          <pc:docMk/>
          <pc:sldMk cId="3689388705" sldId="270"/>
        </pc:sldMkLst>
        <pc:spChg chg="mod">
          <ac:chgData name="Sara Muneeb" userId="29b624b1-a719-43f5-9b52-388cd4043c04" providerId="ADAL" clId="{1FA540FA-FB29-47AF-B8E6-0D8739E0B2D2}" dt="2022-10-11T03:37:09.676" v="681" actId="20577"/>
          <ac:spMkLst>
            <pc:docMk/>
            <pc:sldMk cId="3689388705" sldId="270"/>
            <ac:spMk id="2" creationId="{58EF37E9-E7BC-018E-73CE-75C7B218651C}"/>
          </ac:spMkLst>
        </pc:spChg>
        <pc:spChg chg="del">
          <ac:chgData name="Sara Muneeb" userId="29b624b1-a719-43f5-9b52-388cd4043c04" providerId="ADAL" clId="{1FA540FA-FB29-47AF-B8E6-0D8739E0B2D2}" dt="2022-10-11T03:37:11.100" v="682" actId="22"/>
          <ac:spMkLst>
            <pc:docMk/>
            <pc:sldMk cId="3689388705" sldId="270"/>
            <ac:spMk id="3" creationId="{2C353487-9E4D-779C-EBB6-95CD303A3417}"/>
          </ac:spMkLst>
        </pc:spChg>
        <pc:picChg chg="add mod ord">
          <ac:chgData name="Sara Muneeb" userId="29b624b1-a719-43f5-9b52-388cd4043c04" providerId="ADAL" clId="{1FA540FA-FB29-47AF-B8E6-0D8739E0B2D2}" dt="2022-10-11T03:37:11.100" v="682" actId="22"/>
          <ac:picMkLst>
            <pc:docMk/>
            <pc:sldMk cId="3689388705" sldId="270"/>
            <ac:picMk id="5" creationId="{C7722764-545B-0C35-EB1C-BFB823F3DB88}"/>
          </ac:picMkLst>
        </pc:picChg>
      </pc:sldChg>
      <pc:sldChg chg="addSp delSp modSp new mod">
        <pc:chgData name="Sara Muneeb" userId="29b624b1-a719-43f5-9b52-388cd4043c04" providerId="ADAL" clId="{1FA540FA-FB29-47AF-B8E6-0D8739E0B2D2}" dt="2022-10-11T03:38:02.705" v="691" actId="22"/>
        <pc:sldMkLst>
          <pc:docMk/>
          <pc:sldMk cId="2632452845" sldId="271"/>
        </pc:sldMkLst>
        <pc:spChg chg="mod">
          <ac:chgData name="Sara Muneeb" userId="29b624b1-a719-43f5-9b52-388cd4043c04" providerId="ADAL" clId="{1FA540FA-FB29-47AF-B8E6-0D8739E0B2D2}" dt="2022-10-11T03:38:01.359" v="690" actId="20577"/>
          <ac:spMkLst>
            <pc:docMk/>
            <pc:sldMk cId="2632452845" sldId="271"/>
            <ac:spMk id="2" creationId="{25BBDD64-D44B-7E74-EC68-DD3A93B290B8}"/>
          </ac:spMkLst>
        </pc:spChg>
        <pc:spChg chg="del">
          <ac:chgData name="Sara Muneeb" userId="29b624b1-a719-43f5-9b52-388cd4043c04" providerId="ADAL" clId="{1FA540FA-FB29-47AF-B8E6-0D8739E0B2D2}" dt="2022-10-11T03:38:02.705" v="691" actId="22"/>
          <ac:spMkLst>
            <pc:docMk/>
            <pc:sldMk cId="2632452845" sldId="271"/>
            <ac:spMk id="3" creationId="{D697C497-20E7-F24A-4C5D-D91A343F2D67}"/>
          </ac:spMkLst>
        </pc:spChg>
        <pc:picChg chg="add mod ord">
          <ac:chgData name="Sara Muneeb" userId="29b624b1-a719-43f5-9b52-388cd4043c04" providerId="ADAL" clId="{1FA540FA-FB29-47AF-B8E6-0D8739E0B2D2}" dt="2022-10-11T03:38:02.705" v="691" actId="22"/>
          <ac:picMkLst>
            <pc:docMk/>
            <pc:sldMk cId="2632452845" sldId="271"/>
            <ac:picMk id="5" creationId="{5221F188-61B3-04BE-F03D-8BFAC9B8079F}"/>
          </ac:picMkLst>
        </pc:picChg>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CDDEB43C-0F7B-410A-BDB2-FB8142E25293}"/>
    <pc:docChg chg="undo custSel addSld delSld modSld">
      <pc:chgData name="Sara Muneeb" userId="29b624b1-a719-43f5-9b52-388cd4043c04" providerId="ADAL" clId="{CDDEB43C-0F7B-410A-BDB2-FB8142E25293}" dt="2022-11-22T09:50:31.514" v="898" actId="20577"/>
      <pc:docMkLst>
        <pc:docMk/>
      </pc:docMkLst>
      <pc:sldChg chg="addSp modSp mod">
        <pc:chgData name="Sara Muneeb" userId="29b624b1-a719-43f5-9b52-388cd4043c04" providerId="ADAL" clId="{CDDEB43C-0F7B-410A-BDB2-FB8142E25293}" dt="2022-11-22T07:33:47.001" v="34" actId="1076"/>
        <pc:sldMkLst>
          <pc:docMk/>
          <pc:sldMk cId="2231384248" sldId="257"/>
        </pc:sldMkLst>
        <pc:spChg chg="mod">
          <ac:chgData name="Sara Muneeb" userId="29b624b1-a719-43f5-9b52-388cd4043c04" providerId="ADAL" clId="{CDDEB43C-0F7B-410A-BDB2-FB8142E25293}" dt="2022-11-22T06:41:52.422" v="3" actId="20577"/>
          <ac:spMkLst>
            <pc:docMk/>
            <pc:sldMk cId="2231384248" sldId="257"/>
            <ac:spMk id="2" creationId="{1EBE986A-D100-442D-4A1C-CB20AD73613A}"/>
          </ac:spMkLst>
        </pc:spChg>
        <pc:spChg chg="mod">
          <ac:chgData name="Sara Muneeb" userId="29b624b1-a719-43f5-9b52-388cd4043c04" providerId="ADAL" clId="{CDDEB43C-0F7B-410A-BDB2-FB8142E25293}" dt="2022-11-22T07:33:43.411" v="33" actId="404"/>
          <ac:spMkLst>
            <pc:docMk/>
            <pc:sldMk cId="2231384248" sldId="257"/>
            <ac:spMk id="3" creationId="{0D527093-DB2E-92D7-CFB6-072AB18061DF}"/>
          </ac:spMkLst>
        </pc:spChg>
        <pc:picChg chg="add mod">
          <ac:chgData name="Sara Muneeb" userId="29b624b1-a719-43f5-9b52-388cd4043c04" providerId="ADAL" clId="{CDDEB43C-0F7B-410A-BDB2-FB8142E25293}" dt="2022-11-22T07:33:47.001" v="34" actId="1076"/>
          <ac:picMkLst>
            <pc:docMk/>
            <pc:sldMk cId="2231384248" sldId="257"/>
            <ac:picMk id="5" creationId="{E64CD78C-8994-95C3-0FFF-5012AF9760DE}"/>
          </ac:picMkLst>
        </pc:picChg>
      </pc:sldChg>
      <pc:sldChg chg="modSp new del mod">
        <pc:chgData name="Sara Muneeb" userId="29b624b1-a719-43f5-9b52-388cd4043c04" providerId="ADAL" clId="{CDDEB43C-0F7B-410A-BDB2-FB8142E25293}" dt="2022-11-22T09:11:48.714" v="507" actId="47"/>
        <pc:sldMkLst>
          <pc:docMk/>
          <pc:sldMk cId="2364051293" sldId="258"/>
        </pc:sldMkLst>
        <pc:spChg chg="mod">
          <ac:chgData name="Sara Muneeb" userId="29b624b1-a719-43f5-9b52-388cd4043c04" providerId="ADAL" clId="{CDDEB43C-0F7B-410A-BDB2-FB8142E25293}" dt="2022-11-22T07:52:15.332" v="51" actId="20577"/>
          <ac:spMkLst>
            <pc:docMk/>
            <pc:sldMk cId="2364051293" sldId="258"/>
            <ac:spMk id="2" creationId="{2C63B591-E350-B42B-F503-29B606A6BA96}"/>
          </ac:spMkLst>
        </pc:spChg>
      </pc:sldChg>
      <pc:sldChg chg="addSp modSp new mod">
        <pc:chgData name="Sara Muneeb" userId="29b624b1-a719-43f5-9b52-388cd4043c04" providerId="ADAL" clId="{CDDEB43C-0F7B-410A-BDB2-FB8142E25293}" dt="2022-11-22T09:11:57.343" v="526" actId="20577"/>
        <pc:sldMkLst>
          <pc:docMk/>
          <pc:sldMk cId="2741597001" sldId="259"/>
        </pc:sldMkLst>
        <pc:spChg chg="mod">
          <ac:chgData name="Sara Muneeb" userId="29b624b1-a719-43f5-9b52-388cd4043c04" providerId="ADAL" clId="{CDDEB43C-0F7B-410A-BDB2-FB8142E25293}" dt="2022-11-22T09:11:57.343" v="526" actId="20577"/>
          <ac:spMkLst>
            <pc:docMk/>
            <pc:sldMk cId="2741597001" sldId="259"/>
            <ac:spMk id="2" creationId="{EE0AD4C2-1E1E-4CD5-ECF4-3B7F7B102E96}"/>
          </ac:spMkLst>
        </pc:spChg>
        <pc:spChg chg="mod">
          <ac:chgData name="Sara Muneeb" userId="29b624b1-a719-43f5-9b52-388cd4043c04" providerId="ADAL" clId="{CDDEB43C-0F7B-410A-BDB2-FB8142E25293}" dt="2022-11-22T08:06:06.157" v="145" actId="404"/>
          <ac:spMkLst>
            <pc:docMk/>
            <pc:sldMk cId="2741597001" sldId="259"/>
            <ac:spMk id="3" creationId="{A08C1FF2-D348-CD27-256F-F74A50F56034}"/>
          </ac:spMkLst>
        </pc:spChg>
        <pc:picChg chg="add mod">
          <ac:chgData name="Sara Muneeb" userId="29b624b1-a719-43f5-9b52-388cd4043c04" providerId="ADAL" clId="{CDDEB43C-0F7B-410A-BDB2-FB8142E25293}" dt="2022-11-22T08:01:29.732" v="100" actId="14100"/>
          <ac:picMkLst>
            <pc:docMk/>
            <pc:sldMk cId="2741597001" sldId="259"/>
            <ac:picMk id="5" creationId="{C42DA7BC-DF99-43A6-774B-87B0C2AB8582}"/>
          </ac:picMkLst>
        </pc:picChg>
      </pc:sldChg>
      <pc:sldChg chg="addSp modSp new mod">
        <pc:chgData name="Sara Muneeb" userId="29b624b1-a719-43f5-9b52-388cd4043c04" providerId="ADAL" clId="{CDDEB43C-0F7B-410A-BDB2-FB8142E25293}" dt="2022-11-22T09:12:05.855" v="528" actId="27636"/>
        <pc:sldMkLst>
          <pc:docMk/>
          <pc:sldMk cId="2600276571" sldId="260"/>
        </pc:sldMkLst>
        <pc:spChg chg="mod">
          <ac:chgData name="Sara Muneeb" userId="29b624b1-a719-43f5-9b52-388cd4043c04" providerId="ADAL" clId="{CDDEB43C-0F7B-410A-BDB2-FB8142E25293}" dt="2022-11-22T09:12:05.855" v="528" actId="27636"/>
          <ac:spMkLst>
            <pc:docMk/>
            <pc:sldMk cId="2600276571" sldId="260"/>
            <ac:spMk id="2" creationId="{7722649D-D3D5-B047-22AD-7B1E6841105B}"/>
          </ac:spMkLst>
        </pc:spChg>
        <pc:spChg chg="mod">
          <ac:chgData name="Sara Muneeb" userId="29b624b1-a719-43f5-9b52-388cd4043c04" providerId="ADAL" clId="{CDDEB43C-0F7B-410A-BDB2-FB8142E25293}" dt="2022-11-22T08:02:46.856" v="141" actId="20577"/>
          <ac:spMkLst>
            <pc:docMk/>
            <pc:sldMk cId="2600276571" sldId="260"/>
            <ac:spMk id="3" creationId="{BF60C14C-F46A-5733-F8BE-B1A2185B09D0}"/>
          </ac:spMkLst>
        </pc:spChg>
        <pc:picChg chg="add mod">
          <ac:chgData name="Sara Muneeb" userId="29b624b1-a719-43f5-9b52-388cd4043c04" providerId="ADAL" clId="{CDDEB43C-0F7B-410A-BDB2-FB8142E25293}" dt="2022-11-22T08:09:02.086" v="162" actId="1076"/>
          <ac:picMkLst>
            <pc:docMk/>
            <pc:sldMk cId="2600276571" sldId="260"/>
            <ac:picMk id="5" creationId="{A26953B9-2356-D0D8-C576-EC7BE0D93516}"/>
          </ac:picMkLst>
        </pc:picChg>
      </pc:sldChg>
      <pc:sldChg chg="modSp new mod">
        <pc:chgData name="Sara Muneeb" userId="29b624b1-a719-43f5-9b52-388cd4043c04" providerId="ADAL" clId="{CDDEB43C-0F7B-410A-BDB2-FB8142E25293}" dt="2022-11-22T08:15:48.471" v="245" actId="27636"/>
        <pc:sldMkLst>
          <pc:docMk/>
          <pc:sldMk cId="3302378807" sldId="261"/>
        </pc:sldMkLst>
        <pc:spChg chg="mod">
          <ac:chgData name="Sara Muneeb" userId="29b624b1-a719-43f5-9b52-388cd4043c04" providerId="ADAL" clId="{CDDEB43C-0F7B-410A-BDB2-FB8142E25293}" dt="2022-11-22T08:06:49.443" v="157" actId="20577"/>
          <ac:spMkLst>
            <pc:docMk/>
            <pc:sldMk cId="3302378807" sldId="261"/>
            <ac:spMk id="2" creationId="{E4FABAD8-C2B4-B41C-9083-C1730EBCCA8B}"/>
          </ac:spMkLst>
        </pc:spChg>
        <pc:spChg chg="mod">
          <ac:chgData name="Sara Muneeb" userId="29b624b1-a719-43f5-9b52-388cd4043c04" providerId="ADAL" clId="{CDDEB43C-0F7B-410A-BDB2-FB8142E25293}" dt="2022-11-22T08:15:48.471" v="245" actId="27636"/>
          <ac:spMkLst>
            <pc:docMk/>
            <pc:sldMk cId="3302378807" sldId="261"/>
            <ac:spMk id="3" creationId="{6D014B81-15AB-581F-75AA-21487DFCE582}"/>
          </ac:spMkLst>
        </pc:spChg>
      </pc:sldChg>
      <pc:sldChg chg="modSp new mod">
        <pc:chgData name="Sara Muneeb" userId="29b624b1-a719-43f5-9b52-388cd4043c04" providerId="ADAL" clId="{CDDEB43C-0F7B-410A-BDB2-FB8142E25293}" dt="2022-11-22T09:12:12.566" v="530" actId="27636"/>
        <pc:sldMkLst>
          <pc:docMk/>
          <pc:sldMk cId="3153897923" sldId="262"/>
        </pc:sldMkLst>
        <pc:spChg chg="mod">
          <ac:chgData name="Sara Muneeb" userId="29b624b1-a719-43f5-9b52-388cd4043c04" providerId="ADAL" clId="{CDDEB43C-0F7B-410A-BDB2-FB8142E25293}" dt="2022-11-22T09:12:12.566" v="530" actId="27636"/>
          <ac:spMkLst>
            <pc:docMk/>
            <pc:sldMk cId="3153897923" sldId="262"/>
            <ac:spMk id="2" creationId="{4BFEBBCF-4B06-6CAC-AB5F-5F9A13E191EB}"/>
          </ac:spMkLst>
        </pc:spChg>
        <pc:spChg chg="mod">
          <ac:chgData name="Sara Muneeb" userId="29b624b1-a719-43f5-9b52-388cd4043c04" providerId="ADAL" clId="{CDDEB43C-0F7B-410A-BDB2-FB8142E25293}" dt="2022-11-22T08:29:03.944" v="429" actId="20577"/>
          <ac:spMkLst>
            <pc:docMk/>
            <pc:sldMk cId="3153897923" sldId="262"/>
            <ac:spMk id="3" creationId="{6C273538-F9B0-E739-D886-FD7B3376EC72}"/>
          </ac:spMkLst>
        </pc:spChg>
      </pc:sldChg>
      <pc:sldChg chg="addSp delSp modSp new mod">
        <pc:chgData name="Sara Muneeb" userId="29b624b1-a719-43f5-9b52-388cd4043c04" providerId="ADAL" clId="{CDDEB43C-0F7B-410A-BDB2-FB8142E25293}" dt="2022-11-22T08:25:56.814" v="395" actId="22"/>
        <pc:sldMkLst>
          <pc:docMk/>
          <pc:sldMk cId="549192520" sldId="263"/>
        </pc:sldMkLst>
        <pc:spChg chg="mod">
          <ac:chgData name="Sara Muneeb" userId="29b624b1-a719-43f5-9b52-388cd4043c04" providerId="ADAL" clId="{CDDEB43C-0F7B-410A-BDB2-FB8142E25293}" dt="2022-11-22T08:25:54.499" v="394" actId="20577"/>
          <ac:spMkLst>
            <pc:docMk/>
            <pc:sldMk cId="549192520" sldId="263"/>
            <ac:spMk id="2" creationId="{5525351D-6F94-C679-B50B-6C8496B7E760}"/>
          </ac:spMkLst>
        </pc:spChg>
        <pc:spChg chg="del">
          <ac:chgData name="Sara Muneeb" userId="29b624b1-a719-43f5-9b52-388cd4043c04" providerId="ADAL" clId="{CDDEB43C-0F7B-410A-BDB2-FB8142E25293}" dt="2022-11-22T08:25:56.814" v="395" actId="22"/>
          <ac:spMkLst>
            <pc:docMk/>
            <pc:sldMk cId="549192520" sldId="263"/>
            <ac:spMk id="3" creationId="{39FCA862-1E83-E029-1F0E-77D3E026BD1F}"/>
          </ac:spMkLst>
        </pc:spChg>
        <pc:picChg chg="add mod ord">
          <ac:chgData name="Sara Muneeb" userId="29b624b1-a719-43f5-9b52-388cd4043c04" providerId="ADAL" clId="{CDDEB43C-0F7B-410A-BDB2-FB8142E25293}" dt="2022-11-22T08:25:56.814" v="395" actId="22"/>
          <ac:picMkLst>
            <pc:docMk/>
            <pc:sldMk cId="549192520" sldId="263"/>
            <ac:picMk id="5" creationId="{358FE2E8-7923-D088-217F-C4BE58D414B7}"/>
          </ac:picMkLst>
        </pc:picChg>
      </pc:sldChg>
      <pc:sldChg chg="modSp new mod">
        <pc:chgData name="Sara Muneeb" userId="29b624b1-a719-43f5-9b52-388cd4043c04" providerId="ADAL" clId="{CDDEB43C-0F7B-410A-BDB2-FB8142E25293}" dt="2022-11-22T09:12:18.651" v="531"/>
        <pc:sldMkLst>
          <pc:docMk/>
          <pc:sldMk cId="65336695" sldId="264"/>
        </pc:sldMkLst>
        <pc:spChg chg="mod">
          <ac:chgData name="Sara Muneeb" userId="29b624b1-a719-43f5-9b52-388cd4043c04" providerId="ADAL" clId="{CDDEB43C-0F7B-410A-BDB2-FB8142E25293}" dt="2022-11-22T09:12:18.651" v="531"/>
          <ac:spMkLst>
            <pc:docMk/>
            <pc:sldMk cId="65336695" sldId="264"/>
            <ac:spMk id="2" creationId="{B1A5D552-E2FE-BDA2-13A9-FADF22746C3D}"/>
          </ac:spMkLst>
        </pc:spChg>
        <pc:spChg chg="mod">
          <ac:chgData name="Sara Muneeb" userId="29b624b1-a719-43f5-9b52-388cd4043c04" providerId="ADAL" clId="{CDDEB43C-0F7B-410A-BDB2-FB8142E25293}" dt="2022-11-22T08:34:06.111" v="462" actId="20577"/>
          <ac:spMkLst>
            <pc:docMk/>
            <pc:sldMk cId="65336695" sldId="264"/>
            <ac:spMk id="3" creationId="{B03F32E2-44EF-53DB-1EEB-0423DFEA7E47}"/>
          </ac:spMkLst>
        </pc:spChg>
      </pc:sldChg>
      <pc:sldChg chg="addSp modSp new mod">
        <pc:chgData name="Sara Muneeb" userId="29b624b1-a719-43f5-9b52-388cd4043c04" providerId="ADAL" clId="{CDDEB43C-0F7B-410A-BDB2-FB8142E25293}" dt="2022-11-22T09:12:22.643" v="532"/>
        <pc:sldMkLst>
          <pc:docMk/>
          <pc:sldMk cId="696826166" sldId="265"/>
        </pc:sldMkLst>
        <pc:spChg chg="mod">
          <ac:chgData name="Sara Muneeb" userId="29b624b1-a719-43f5-9b52-388cd4043c04" providerId="ADAL" clId="{CDDEB43C-0F7B-410A-BDB2-FB8142E25293}" dt="2022-11-22T09:12:22.643" v="532"/>
          <ac:spMkLst>
            <pc:docMk/>
            <pc:sldMk cId="696826166" sldId="265"/>
            <ac:spMk id="2" creationId="{7A94B2E5-862A-BF12-E3F9-6B5E8F8A26F7}"/>
          </ac:spMkLst>
        </pc:spChg>
        <pc:spChg chg="mod">
          <ac:chgData name="Sara Muneeb" userId="29b624b1-a719-43f5-9b52-388cd4043c04" providerId="ADAL" clId="{CDDEB43C-0F7B-410A-BDB2-FB8142E25293}" dt="2022-11-22T08:48:10.145" v="498" actId="27636"/>
          <ac:spMkLst>
            <pc:docMk/>
            <pc:sldMk cId="696826166" sldId="265"/>
            <ac:spMk id="3" creationId="{C0B7407D-E9DD-C8C8-DB55-B6A12D6166B4}"/>
          </ac:spMkLst>
        </pc:spChg>
        <pc:picChg chg="add mod">
          <ac:chgData name="Sara Muneeb" userId="29b624b1-a719-43f5-9b52-388cd4043c04" providerId="ADAL" clId="{CDDEB43C-0F7B-410A-BDB2-FB8142E25293}" dt="2022-11-22T09:11:14.585" v="506" actId="1076"/>
          <ac:picMkLst>
            <pc:docMk/>
            <pc:sldMk cId="696826166" sldId="265"/>
            <ac:picMk id="5" creationId="{6C3ABB41-77CC-47BE-EE26-F61EC313FC91}"/>
          </ac:picMkLst>
        </pc:picChg>
      </pc:sldChg>
      <pc:sldChg chg="modSp new mod">
        <pc:chgData name="Sara Muneeb" userId="29b624b1-a719-43f5-9b52-388cd4043c04" providerId="ADAL" clId="{CDDEB43C-0F7B-410A-BDB2-FB8142E25293}" dt="2022-11-22T09:13:46.526" v="594" actId="123"/>
        <pc:sldMkLst>
          <pc:docMk/>
          <pc:sldMk cId="922512695" sldId="266"/>
        </pc:sldMkLst>
        <pc:spChg chg="mod">
          <ac:chgData name="Sara Muneeb" userId="29b624b1-a719-43f5-9b52-388cd4043c04" providerId="ADAL" clId="{CDDEB43C-0F7B-410A-BDB2-FB8142E25293}" dt="2022-11-22T09:13:18.893" v="578" actId="20577"/>
          <ac:spMkLst>
            <pc:docMk/>
            <pc:sldMk cId="922512695" sldId="266"/>
            <ac:spMk id="2" creationId="{C7369BA3-C875-804C-218F-249A37A4DBD1}"/>
          </ac:spMkLst>
        </pc:spChg>
        <pc:spChg chg="mod">
          <ac:chgData name="Sara Muneeb" userId="29b624b1-a719-43f5-9b52-388cd4043c04" providerId="ADAL" clId="{CDDEB43C-0F7B-410A-BDB2-FB8142E25293}" dt="2022-11-22T09:13:46.526" v="594" actId="123"/>
          <ac:spMkLst>
            <pc:docMk/>
            <pc:sldMk cId="922512695" sldId="266"/>
            <ac:spMk id="3" creationId="{245686DD-A490-A9B3-63F8-FCEBD64DEBE0}"/>
          </ac:spMkLst>
        </pc:spChg>
      </pc:sldChg>
      <pc:sldChg chg="modSp new mod">
        <pc:chgData name="Sara Muneeb" userId="29b624b1-a719-43f5-9b52-388cd4043c04" providerId="ADAL" clId="{CDDEB43C-0F7B-410A-BDB2-FB8142E25293}" dt="2022-11-22T09:15:20.835" v="620" actId="20577"/>
        <pc:sldMkLst>
          <pc:docMk/>
          <pc:sldMk cId="2171506608" sldId="267"/>
        </pc:sldMkLst>
        <pc:spChg chg="mod">
          <ac:chgData name="Sara Muneeb" userId="29b624b1-a719-43f5-9b52-388cd4043c04" providerId="ADAL" clId="{CDDEB43C-0F7B-410A-BDB2-FB8142E25293}" dt="2022-11-22T09:14:35.322" v="611" actId="20577"/>
          <ac:spMkLst>
            <pc:docMk/>
            <pc:sldMk cId="2171506608" sldId="267"/>
            <ac:spMk id="2" creationId="{CC5422A3-00DB-6AA3-B341-5DD956A5619A}"/>
          </ac:spMkLst>
        </pc:spChg>
        <pc:spChg chg="mod">
          <ac:chgData name="Sara Muneeb" userId="29b624b1-a719-43f5-9b52-388cd4043c04" providerId="ADAL" clId="{CDDEB43C-0F7B-410A-BDB2-FB8142E25293}" dt="2022-11-22T09:15:20.835" v="620" actId="20577"/>
          <ac:spMkLst>
            <pc:docMk/>
            <pc:sldMk cId="2171506608" sldId="267"/>
            <ac:spMk id="3" creationId="{21B7C262-5EF2-3EBD-2423-53C33D753C21}"/>
          </ac:spMkLst>
        </pc:spChg>
      </pc:sldChg>
      <pc:sldChg chg="modSp new mod">
        <pc:chgData name="Sara Muneeb" userId="29b624b1-a719-43f5-9b52-388cd4043c04" providerId="ADAL" clId="{CDDEB43C-0F7B-410A-BDB2-FB8142E25293}" dt="2022-11-22T09:43:54.848" v="668" actId="27636"/>
        <pc:sldMkLst>
          <pc:docMk/>
          <pc:sldMk cId="3311259099" sldId="268"/>
        </pc:sldMkLst>
        <pc:spChg chg="mod">
          <ac:chgData name="Sara Muneeb" userId="29b624b1-a719-43f5-9b52-388cd4043c04" providerId="ADAL" clId="{CDDEB43C-0F7B-410A-BDB2-FB8142E25293}" dt="2022-11-22T09:41:30.882" v="640" actId="20577"/>
          <ac:spMkLst>
            <pc:docMk/>
            <pc:sldMk cId="3311259099" sldId="268"/>
            <ac:spMk id="2" creationId="{F7533A8E-B8A5-36AB-4AF6-6E27C3C8D572}"/>
          </ac:spMkLst>
        </pc:spChg>
        <pc:spChg chg="mod">
          <ac:chgData name="Sara Muneeb" userId="29b624b1-a719-43f5-9b52-388cd4043c04" providerId="ADAL" clId="{CDDEB43C-0F7B-410A-BDB2-FB8142E25293}" dt="2022-11-22T09:43:54.848" v="668" actId="27636"/>
          <ac:spMkLst>
            <pc:docMk/>
            <pc:sldMk cId="3311259099" sldId="268"/>
            <ac:spMk id="3" creationId="{2DF93EF8-2A26-6A8F-6F1C-2CDC47E877A7}"/>
          </ac:spMkLst>
        </pc:spChg>
      </pc:sldChg>
      <pc:sldChg chg="modSp new mod">
        <pc:chgData name="Sara Muneeb" userId="29b624b1-a719-43f5-9b52-388cd4043c04" providerId="ADAL" clId="{CDDEB43C-0F7B-410A-BDB2-FB8142E25293}" dt="2022-11-22T09:45:20.301" v="730" actId="27636"/>
        <pc:sldMkLst>
          <pc:docMk/>
          <pc:sldMk cId="1027124531" sldId="269"/>
        </pc:sldMkLst>
        <pc:spChg chg="mod">
          <ac:chgData name="Sara Muneeb" userId="29b624b1-a719-43f5-9b52-388cd4043c04" providerId="ADAL" clId="{CDDEB43C-0F7B-410A-BDB2-FB8142E25293}" dt="2022-11-22T09:44:25.108" v="685" actId="20577"/>
          <ac:spMkLst>
            <pc:docMk/>
            <pc:sldMk cId="1027124531" sldId="269"/>
            <ac:spMk id="2" creationId="{5D99BA29-02F2-5C23-A80A-191898D9341C}"/>
          </ac:spMkLst>
        </pc:spChg>
        <pc:spChg chg="mod">
          <ac:chgData name="Sara Muneeb" userId="29b624b1-a719-43f5-9b52-388cd4043c04" providerId="ADAL" clId="{CDDEB43C-0F7B-410A-BDB2-FB8142E25293}" dt="2022-11-22T09:45:20.301" v="730" actId="27636"/>
          <ac:spMkLst>
            <pc:docMk/>
            <pc:sldMk cId="1027124531" sldId="269"/>
            <ac:spMk id="3" creationId="{D550945F-C60C-DA56-8C30-42AFA16B391C}"/>
          </ac:spMkLst>
        </pc:spChg>
      </pc:sldChg>
      <pc:sldChg chg="modSp new mod">
        <pc:chgData name="Sara Muneeb" userId="29b624b1-a719-43f5-9b52-388cd4043c04" providerId="ADAL" clId="{CDDEB43C-0F7B-410A-BDB2-FB8142E25293}" dt="2022-11-22T09:46:33.561" v="775" actId="20577"/>
        <pc:sldMkLst>
          <pc:docMk/>
          <pc:sldMk cId="4065404976" sldId="270"/>
        </pc:sldMkLst>
        <pc:spChg chg="mod">
          <ac:chgData name="Sara Muneeb" userId="29b624b1-a719-43f5-9b52-388cd4043c04" providerId="ADAL" clId="{CDDEB43C-0F7B-410A-BDB2-FB8142E25293}" dt="2022-11-22T09:45:38.618" v="754" actId="20577"/>
          <ac:spMkLst>
            <pc:docMk/>
            <pc:sldMk cId="4065404976" sldId="270"/>
            <ac:spMk id="2" creationId="{AAE982F8-13CA-5F6F-7853-1CEF8725307F}"/>
          </ac:spMkLst>
        </pc:spChg>
        <pc:spChg chg="mod">
          <ac:chgData name="Sara Muneeb" userId="29b624b1-a719-43f5-9b52-388cd4043c04" providerId="ADAL" clId="{CDDEB43C-0F7B-410A-BDB2-FB8142E25293}" dt="2022-11-22T09:46:33.561" v="775" actId="20577"/>
          <ac:spMkLst>
            <pc:docMk/>
            <pc:sldMk cId="4065404976" sldId="270"/>
            <ac:spMk id="3" creationId="{3668B7B5-904A-5D82-A648-17214417B13B}"/>
          </ac:spMkLst>
        </pc:spChg>
      </pc:sldChg>
      <pc:sldChg chg="modSp new mod">
        <pc:chgData name="Sara Muneeb" userId="29b624b1-a719-43f5-9b52-388cd4043c04" providerId="ADAL" clId="{CDDEB43C-0F7B-410A-BDB2-FB8142E25293}" dt="2022-11-22T09:47:55.155" v="815" actId="20577"/>
        <pc:sldMkLst>
          <pc:docMk/>
          <pc:sldMk cId="4199156068" sldId="271"/>
        </pc:sldMkLst>
        <pc:spChg chg="mod">
          <ac:chgData name="Sara Muneeb" userId="29b624b1-a719-43f5-9b52-388cd4043c04" providerId="ADAL" clId="{CDDEB43C-0F7B-410A-BDB2-FB8142E25293}" dt="2022-11-22T09:46:42.772" v="781" actId="20577"/>
          <ac:spMkLst>
            <pc:docMk/>
            <pc:sldMk cId="4199156068" sldId="271"/>
            <ac:spMk id="2" creationId="{670AC527-79F4-B567-214F-280E0ED3FC00}"/>
          </ac:spMkLst>
        </pc:spChg>
        <pc:spChg chg="mod">
          <ac:chgData name="Sara Muneeb" userId="29b624b1-a719-43f5-9b52-388cd4043c04" providerId="ADAL" clId="{CDDEB43C-0F7B-410A-BDB2-FB8142E25293}" dt="2022-11-22T09:47:55.155" v="815" actId="20577"/>
          <ac:spMkLst>
            <pc:docMk/>
            <pc:sldMk cId="4199156068" sldId="271"/>
            <ac:spMk id="3" creationId="{4CE737F1-D202-F669-8999-746001FD8E24}"/>
          </ac:spMkLst>
        </pc:spChg>
      </pc:sldChg>
      <pc:sldChg chg="modSp new mod">
        <pc:chgData name="Sara Muneeb" userId="29b624b1-a719-43f5-9b52-388cd4043c04" providerId="ADAL" clId="{CDDEB43C-0F7B-410A-BDB2-FB8142E25293}" dt="2022-11-22T09:50:09.276" v="874" actId="123"/>
        <pc:sldMkLst>
          <pc:docMk/>
          <pc:sldMk cId="2475071258" sldId="272"/>
        </pc:sldMkLst>
        <pc:spChg chg="mod">
          <ac:chgData name="Sara Muneeb" userId="29b624b1-a719-43f5-9b52-388cd4043c04" providerId="ADAL" clId="{CDDEB43C-0F7B-410A-BDB2-FB8142E25293}" dt="2022-11-22T09:48:16.816" v="827" actId="20577"/>
          <ac:spMkLst>
            <pc:docMk/>
            <pc:sldMk cId="2475071258" sldId="272"/>
            <ac:spMk id="2" creationId="{1DDE51B9-7ED2-48DF-06AB-20AFD2C98FD2}"/>
          </ac:spMkLst>
        </pc:spChg>
        <pc:spChg chg="mod">
          <ac:chgData name="Sara Muneeb" userId="29b624b1-a719-43f5-9b52-388cd4043c04" providerId="ADAL" clId="{CDDEB43C-0F7B-410A-BDB2-FB8142E25293}" dt="2022-11-22T09:50:09.276" v="874" actId="123"/>
          <ac:spMkLst>
            <pc:docMk/>
            <pc:sldMk cId="2475071258" sldId="272"/>
            <ac:spMk id="3" creationId="{42707BE9-130D-1462-7BBD-65E4A2D07EC8}"/>
          </ac:spMkLst>
        </pc:spChg>
      </pc:sldChg>
      <pc:sldChg chg="modSp new mod">
        <pc:chgData name="Sara Muneeb" userId="29b624b1-a719-43f5-9b52-388cd4043c04" providerId="ADAL" clId="{CDDEB43C-0F7B-410A-BDB2-FB8142E25293}" dt="2022-11-22T09:50:31.514" v="898" actId="20577"/>
        <pc:sldMkLst>
          <pc:docMk/>
          <pc:sldMk cId="1256280144" sldId="273"/>
        </pc:sldMkLst>
        <pc:spChg chg="mod">
          <ac:chgData name="Sara Muneeb" userId="29b624b1-a719-43f5-9b52-388cd4043c04" providerId="ADAL" clId="{CDDEB43C-0F7B-410A-BDB2-FB8142E25293}" dt="2022-11-22T09:50:31.514" v="898" actId="20577"/>
          <ac:spMkLst>
            <pc:docMk/>
            <pc:sldMk cId="1256280144" sldId="273"/>
            <ac:spMk id="2" creationId="{6EAF2AFE-EC6A-CFA0-2DAF-1AA1329E9823}"/>
          </ac:spMkLst>
        </pc:spChg>
      </pc:sldChg>
    </pc:docChg>
  </pc:docChgLst>
  <pc:docChgLst>
    <pc:chgData name="Sara Muneeb" userId="29b624b1-a719-43f5-9b52-388cd4043c04" providerId="ADAL" clId="{07B87C65-7BF0-4289-BFF5-6A43FACCF6DC}"/>
    <pc:docChg chg="undo custSel addSld delSld modSld sldOrd">
      <pc:chgData name="Sara Muneeb" userId="29b624b1-a719-43f5-9b52-388cd4043c04" providerId="ADAL" clId="{07B87C65-7BF0-4289-BFF5-6A43FACCF6DC}" dt="2022-12-06T04:47:21.753" v="3609" actId="313"/>
      <pc:docMkLst>
        <pc:docMk/>
      </pc:docMkLst>
      <pc:sldChg chg="modSp mod">
        <pc:chgData name="Sara Muneeb" userId="29b624b1-a719-43f5-9b52-388cd4043c04" providerId="ADAL" clId="{07B87C65-7BF0-4289-BFF5-6A43FACCF6DC}" dt="2022-11-25T04:27:15.196" v="57" actId="20577"/>
        <pc:sldMkLst>
          <pc:docMk/>
          <pc:sldMk cId="2984185032" sldId="256"/>
        </pc:sldMkLst>
        <pc:spChg chg="mod">
          <ac:chgData name="Sara Muneeb" userId="29b624b1-a719-43f5-9b52-388cd4043c04" providerId="ADAL" clId="{07B87C65-7BF0-4289-BFF5-6A43FACCF6DC}" dt="2022-11-25T04:27:15.196" v="57" actId="20577"/>
          <ac:spMkLst>
            <pc:docMk/>
            <pc:sldMk cId="2984185032" sldId="256"/>
            <ac:spMk id="2" creationId="{00000000-0000-0000-0000-000000000000}"/>
          </ac:spMkLst>
        </pc:spChg>
      </pc:sldChg>
      <pc:sldChg chg="del">
        <pc:chgData name="Sara Muneeb" userId="29b624b1-a719-43f5-9b52-388cd4043c04" providerId="ADAL" clId="{07B87C65-7BF0-4289-BFF5-6A43FACCF6DC}" dt="2022-11-25T04:26:49.041" v="0" actId="47"/>
        <pc:sldMkLst>
          <pc:docMk/>
          <pc:sldMk cId="2231384248" sldId="257"/>
        </pc:sldMkLst>
      </pc:sldChg>
      <pc:sldChg chg="modSp new mod">
        <pc:chgData name="Sara Muneeb" userId="29b624b1-a719-43f5-9b52-388cd4043c04" providerId="ADAL" clId="{07B87C65-7BF0-4289-BFF5-6A43FACCF6DC}" dt="2022-11-28T09:13:19.759" v="330" actId="20577"/>
        <pc:sldMkLst>
          <pc:docMk/>
          <pc:sldMk cId="4052696622" sldId="257"/>
        </pc:sldMkLst>
        <pc:spChg chg="mod">
          <ac:chgData name="Sara Muneeb" userId="29b624b1-a719-43f5-9b52-388cd4043c04" providerId="ADAL" clId="{07B87C65-7BF0-4289-BFF5-6A43FACCF6DC}" dt="2022-11-28T09:12:24.147" v="315" actId="20577"/>
          <ac:spMkLst>
            <pc:docMk/>
            <pc:sldMk cId="4052696622" sldId="257"/>
            <ac:spMk id="2" creationId="{605A284A-6EAD-D9E5-121D-7190C5C5F6DC}"/>
          </ac:spMkLst>
        </pc:spChg>
        <pc:spChg chg="mod">
          <ac:chgData name="Sara Muneeb" userId="29b624b1-a719-43f5-9b52-388cd4043c04" providerId="ADAL" clId="{07B87C65-7BF0-4289-BFF5-6A43FACCF6DC}" dt="2022-11-28T09:13:19.759" v="330" actId="20577"/>
          <ac:spMkLst>
            <pc:docMk/>
            <pc:sldMk cId="4052696622" sldId="257"/>
            <ac:spMk id="3" creationId="{3AAF61C5-C0AB-856C-C03F-AA8037EE74A2}"/>
          </ac:spMkLst>
        </pc:spChg>
      </pc:sldChg>
      <pc:sldChg chg="modSp new mod">
        <pc:chgData name="Sara Muneeb" userId="29b624b1-a719-43f5-9b52-388cd4043c04" providerId="ADAL" clId="{07B87C65-7BF0-4289-BFF5-6A43FACCF6DC}" dt="2022-11-28T08:58:55.154" v="293" actId="20577"/>
        <pc:sldMkLst>
          <pc:docMk/>
          <pc:sldMk cId="1361134221" sldId="258"/>
        </pc:sldMkLst>
        <pc:spChg chg="mod">
          <ac:chgData name="Sara Muneeb" userId="29b624b1-a719-43f5-9b52-388cd4043c04" providerId="ADAL" clId="{07B87C65-7BF0-4289-BFF5-6A43FACCF6DC}" dt="2022-11-28T07:49:11.415" v="73" actId="20577"/>
          <ac:spMkLst>
            <pc:docMk/>
            <pc:sldMk cId="1361134221" sldId="258"/>
            <ac:spMk id="2" creationId="{1C188CF2-0564-3A20-372A-AE243A9F5DD2}"/>
          </ac:spMkLst>
        </pc:spChg>
        <pc:spChg chg="mod">
          <ac:chgData name="Sara Muneeb" userId="29b624b1-a719-43f5-9b52-388cd4043c04" providerId="ADAL" clId="{07B87C65-7BF0-4289-BFF5-6A43FACCF6DC}" dt="2022-11-28T08:58:55.154" v="293" actId="20577"/>
          <ac:spMkLst>
            <pc:docMk/>
            <pc:sldMk cId="1361134221" sldId="258"/>
            <ac:spMk id="3" creationId="{C788ECBF-C509-42ED-9D7D-A0AD5C1043DD}"/>
          </ac:spMkLst>
        </pc:spChg>
      </pc:sldChg>
      <pc:sldChg chg="del">
        <pc:chgData name="Sara Muneeb" userId="29b624b1-a719-43f5-9b52-388cd4043c04" providerId="ADAL" clId="{07B87C65-7BF0-4289-BFF5-6A43FACCF6DC}" dt="2022-11-25T04:26:49.041" v="0" actId="47"/>
        <pc:sldMkLst>
          <pc:docMk/>
          <pc:sldMk cId="2741597001" sldId="259"/>
        </pc:sldMkLst>
      </pc:sldChg>
      <pc:sldChg chg="modSp new mod">
        <pc:chgData name="Sara Muneeb" userId="29b624b1-a719-43f5-9b52-388cd4043c04" providerId="ADAL" clId="{07B87C65-7BF0-4289-BFF5-6A43FACCF6DC}" dt="2022-11-28T09:15:04.754" v="379" actId="20577"/>
        <pc:sldMkLst>
          <pc:docMk/>
          <pc:sldMk cId="4265269636" sldId="259"/>
        </pc:sldMkLst>
        <pc:spChg chg="mod">
          <ac:chgData name="Sara Muneeb" userId="29b624b1-a719-43f5-9b52-388cd4043c04" providerId="ADAL" clId="{07B87C65-7BF0-4289-BFF5-6A43FACCF6DC}" dt="2022-11-28T09:13:30.460" v="358" actId="20577"/>
          <ac:spMkLst>
            <pc:docMk/>
            <pc:sldMk cId="4265269636" sldId="259"/>
            <ac:spMk id="2" creationId="{6A9359AB-2089-CDD9-3C5C-6C127216FB6E}"/>
          </ac:spMkLst>
        </pc:spChg>
        <pc:spChg chg="mod">
          <ac:chgData name="Sara Muneeb" userId="29b624b1-a719-43f5-9b52-388cd4043c04" providerId="ADAL" clId="{07B87C65-7BF0-4289-BFF5-6A43FACCF6DC}" dt="2022-11-28T09:15:04.754" v="379" actId="20577"/>
          <ac:spMkLst>
            <pc:docMk/>
            <pc:sldMk cId="4265269636" sldId="259"/>
            <ac:spMk id="3" creationId="{5FC31DFC-EC75-4865-B5E9-3F0E3FF8BDCA}"/>
          </ac:spMkLst>
        </pc:spChg>
      </pc:sldChg>
      <pc:sldChg chg="del">
        <pc:chgData name="Sara Muneeb" userId="29b624b1-a719-43f5-9b52-388cd4043c04" providerId="ADAL" clId="{07B87C65-7BF0-4289-BFF5-6A43FACCF6DC}" dt="2022-11-25T04:26:49.041" v="0" actId="47"/>
        <pc:sldMkLst>
          <pc:docMk/>
          <pc:sldMk cId="2600276571" sldId="260"/>
        </pc:sldMkLst>
      </pc:sldChg>
      <pc:sldChg chg="addSp delSp modSp new mod">
        <pc:chgData name="Sara Muneeb" userId="29b624b1-a719-43f5-9b52-388cd4043c04" providerId="ADAL" clId="{07B87C65-7BF0-4289-BFF5-6A43FACCF6DC}" dt="2022-11-28T09:16:09.242" v="409" actId="22"/>
        <pc:sldMkLst>
          <pc:docMk/>
          <pc:sldMk cId="3053092613" sldId="260"/>
        </pc:sldMkLst>
        <pc:spChg chg="mod">
          <ac:chgData name="Sara Muneeb" userId="29b624b1-a719-43f5-9b52-388cd4043c04" providerId="ADAL" clId="{07B87C65-7BF0-4289-BFF5-6A43FACCF6DC}" dt="2022-11-28T09:15:47.999" v="408" actId="20577"/>
          <ac:spMkLst>
            <pc:docMk/>
            <pc:sldMk cId="3053092613" sldId="260"/>
            <ac:spMk id="2" creationId="{68FEAE9E-AD7D-92B7-4A13-D87C8C1CC399}"/>
          </ac:spMkLst>
        </pc:spChg>
        <pc:spChg chg="del">
          <ac:chgData name="Sara Muneeb" userId="29b624b1-a719-43f5-9b52-388cd4043c04" providerId="ADAL" clId="{07B87C65-7BF0-4289-BFF5-6A43FACCF6DC}" dt="2022-11-28T09:16:09.242" v="409" actId="22"/>
          <ac:spMkLst>
            <pc:docMk/>
            <pc:sldMk cId="3053092613" sldId="260"/>
            <ac:spMk id="3" creationId="{497C2FE3-5E55-1AC7-5D6D-80575406B5F8}"/>
          </ac:spMkLst>
        </pc:spChg>
        <pc:picChg chg="add mod ord">
          <ac:chgData name="Sara Muneeb" userId="29b624b1-a719-43f5-9b52-388cd4043c04" providerId="ADAL" clId="{07B87C65-7BF0-4289-BFF5-6A43FACCF6DC}" dt="2022-11-28T09:16:09.242" v="409" actId="22"/>
          <ac:picMkLst>
            <pc:docMk/>
            <pc:sldMk cId="3053092613" sldId="260"/>
            <ac:picMk id="5" creationId="{43B55A1C-152E-2A37-CF03-23AFC8E16CEC}"/>
          </ac:picMkLst>
        </pc:picChg>
      </pc:sldChg>
      <pc:sldChg chg="modSp new mod">
        <pc:chgData name="Sara Muneeb" userId="29b624b1-a719-43f5-9b52-388cd4043c04" providerId="ADAL" clId="{07B87C65-7BF0-4289-BFF5-6A43FACCF6DC}" dt="2022-11-29T07:31:58.307" v="507" actId="113"/>
        <pc:sldMkLst>
          <pc:docMk/>
          <pc:sldMk cId="148806529" sldId="261"/>
        </pc:sldMkLst>
        <pc:spChg chg="mod">
          <ac:chgData name="Sara Muneeb" userId="29b624b1-a719-43f5-9b52-388cd4043c04" providerId="ADAL" clId="{07B87C65-7BF0-4289-BFF5-6A43FACCF6DC}" dt="2022-11-28T10:18:16.079" v="445" actId="20577"/>
          <ac:spMkLst>
            <pc:docMk/>
            <pc:sldMk cId="148806529" sldId="261"/>
            <ac:spMk id="2" creationId="{6EB53279-B1E6-E8CE-D724-5006DC985BA2}"/>
          </ac:spMkLst>
        </pc:spChg>
        <pc:spChg chg="mod">
          <ac:chgData name="Sara Muneeb" userId="29b624b1-a719-43f5-9b52-388cd4043c04" providerId="ADAL" clId="{07B87C65-7BF0-4289-BFF5-6A43FACCF6DC}" dt="2022-11-29T07:31:58.307" v="507" actId="113"/>
          <ac:spMkLst>
            <pc:docMk/>
            <pc:sldMk cId="148806529" sldId="261"/>
            <ac:spMk id="3" creationId="{F120CFDE-1724-1B54-E2DA-5486F8C81118}"/>
          </ac:spMkLst>
        </pc:spChg>
      </pc:sldChg>
      <pc:sldChg chg="del">
        <pc:chgData name="Sara Muneeb" userId="29b624b1-a719-43f5-9b52-388cd4043c04" providerId="ADAL" clId="{07B87C65-7BF0-4289-BFF5-6A43FACCF6DC}" dt="2022-11-25T04:26:49.041" v="0" actId="47"/>
        <pc:sldMkLst>
          <pc:docMk/>
          <pc:sldMk cId="3302378807" sldId="261"/>
        </pc:sldMkLst>
      </pc:sldChg>
      <pc:sldChg chg="addSp delSp modSp new mod">
        <pc:chgData name="Sara Muneeb" userId="29b624b1-a719-43f5-9b52-388cd4043c04" providerId="ADAL" clId="{07B87C65-7BF0-4289-BFF5-6A43FACCF6DC}" dt="2022-11-29T07:50:05.931" v="531" actId="1076"/>
        <pc:sldMkLst>
          <pc:docMk/>
          <pc:sldMk cId="2076603548" sldId="262"/>
        </pc:sldMkLst>
        <pc:spChg chg="mod">
          <ac:chgData name="Sara Muneeb" userId="29b624b1-a719-43f5-9b52-388cd4043c04" providerId="ADAL" clId="{07B87C65-7BF0-4289-BFF5-6A43FACCF6DC}" dt="2022-11-29T07:48:47.763" v="511" actId="20577"/>
          <ac:spMkLst>
            <pc:docMk/>
            <pc:sldMk cId="2076603548" sldId="262"/>
            <ac:spMk id="2" creationId="{F3785345-9836-C81A-8C43-B254A70CD2C5}"/>
          </ac:spMkLst>
        </pc:spChg>
        <pc:spChg chg="del">
          <ac:chgData name="Sara Muneeb" userId="29b624b1-a719-43f5-9b52-388cd4043c04" providerId="ADAL" clId="{07B87C65-7BF0-4289-BFF5-6A43FACCF6DC}" dt="2022-11-29T07:49:12.743" v="512" actId="22"/>
          <ac:spMkLst>
            <pc:docMk/>
            <pc:sldMk cId="2076603548" sldId="262"/>
            <ac:spMk id="3" creationId="{8AC7FDA9-411B-4E31-CB67-182247C44DC8}"/>
          </ac:spMkLst>
        </pc:spChg>
        <pc:spChg chg="add mod">
          <ac:chgData name="Sara Muneeb" userId="29b624b1-a719-43f5-9b52-388cd4043c04" providerId="ADAL" clId="{07B87C65-7BF0-4289-BFF5-6A43FACCF6DC}" dt="2022-11-29T07:50:02.514" v="530"/>
          <ac:spMkLst>
            <pc:docMk/>
            <pc:sldMk cId="2076603548" sldId="262"/>
            <ac:spMk id="7" creationId="{15F9C096-6822-8F54-8D7A-3910E101A2E2}"/>
          </ac:spMkLst>
        </pc:spChg>
        <pc:picChg chg="add del mod ord">
          <ac:chgData name="Sara Muneeb" userId="29b624b1-a719-43f5-9b52-388cd4043c04" providerId="ADAL" clId="{07B87C65-7BF0-4289-BFF5-6A43FACCF6DC}" dt="2022-11-29T07:49:18.791" v="514" actId="21"/>
          <ac:picMkLst>
            <pc:docMk/>
            <pc:sldMk cId="2076603548" sldId="262"/>
            <ac:picMk id="5" creationId="{4A14F249-C638-D630-C27C-BF3814884256}"/>
          </ac:picMkLst>
        </pc:picChg>
        <pc:picChg chg="add mod">
          <ac:chgData name="Sara Muneeb" userId="29b624b1-a719-43f5-9b52-388cd4043c04" providerId="ADAL" clId="{07B87C65-7BF0-4289-BFF5-6A43FACCF6DC}" dt="2022-11-29T07:50:05.931" v="531" actId="1076"/>
          <ac:picMkLst>
            <pc:docMk/>
            <pc:sldMk cId="2076603548" sldId="262"/>
            <ac:picMk id="8" creationId="{C1D63230-9C36-E8E1-81D1-0411475521F0}"/>
          </ac:picMkLst>
        </pc:picChg>
      </pc:sldChg>
      <pc:sldChg chg="del">
        <pc:chgData name="Sara Muneeb" userId="29b624b1-a719-43f5-9b52-388cd4043c04" providerId="ADAL" clId="{07B87C65-7BF0-4289-BFF5-6A43FACCF6DC}" dt="2022-11-25T04:26:49.041" v="0" actId="47"/>
        <pc:sldMkLst>
          <pc:docMk/>
          <pc:sldMk cId="3153897923" sldId="262"/>
        </pc:sldMkLst>
      </pc:sldChg>
      <pc:sldChg chg="del">
        <pc:chgData name="Sara Muneeb" userId="29b624b1-a719-43f5-9b52-388cd4043c04" providerId="ADAL" clId="{07B87C65-7BF0-4289-BFF5-6A43FACCF6DC}" dt="2022-11-25T04:26:49.041" v="0" actId="47"/>
        <pc:sldMkLst>
          <pc:docMk/>
          <pc:sldMk cId="549192520" sldId="263"/>
        </pc:sldMkLst>
      </pc:sldChg>
      <pc:sldChg chg="modSp new mod">
        <pc:chgData name="Sara Muneeb" userId="29b624b1-a719-43f5-9b52-388cd4043c04" providerId="ADAL" clId="{07B87C65-7BF0-4289-BFF5-6A43FACCF6DC}" dt="2022-11-29T07:52:26.693" v="613" actId="27636"/>
        <pc:sldMkLst>
          <pc:docMk/>
          <pc:sldMk cId="1694070568" sldId="263"/>
        </pc:sldMkLst>
        <pc:spChg chg="mod">
          <ac:chgData name="Sara Muneeb" userId="29b624b1-a719-43f5-9b52-388cd4043c04" providerId="ADAL" clId="{07B87C65-7BF0-4289-BFF5-6A43FACCF6DC}" dt="2022-11-29T07:50:16.468" v="534" actId="27636"/>
          <ac:spMkLst>
            <pc:docMk/>
            <pc:sldMk cId="1694070568" sldId="263"/>
            <ac:spMk id="2" creationId="{48FB18CF-CEE8-E867-3852-C8F63BB3E30F}"/>
          </ac:spMkLst>
        </pc:spChg>
        <pc:spChg chg="mod">
          <ac:chgData name="Sara Muneeb" userId="29b624b1-a719-43f5-9b52-388cd4043c04" providerId="ADAL" clId="{07B87C65-7BF0-4289-BFF5-6A43FACCF6DC}" dt="2022-11-29T07:52:26.693" v="613" actId="27636"/>
          <ac:spMkLst>
            <pc:docMk/>
            <pc:sldMk cId="1694070568" sldId="263"/>
            <ac:spMk id="3" creationId="{99F183BB-C036-3B0B-5546-C112AA1D206D}"/>
          </ac:spMkLst>
        </pc:spChg>
      </pc:sldChg>
      <pc:sldChg chg="del">
        <pc:chgData name="Sara Muneeb" userId="29b624b1-a719-43f5-9b52-388cd4043c04" providerId="ADAL" clId="{07B87C65-7BF0-4289-BFF5-6A43FACCF6DC}" dt="2022-11-25T04:26:49.041" v="0" actId="47"/>
        <pc:sldMkLst>
          <pc:docMk/>
          <pc:sldMk cId="65336695" sldId="264"/>
        </pc:sldMkLst>
      </pc:sldChg>
      <pc:sldChg chg="addSp delSp modSp new mod">
        <pc:chgData name="Sara Muneeb" userId="29b624b1-a719-43f5-9b52-388cd4043c04" providerId="ADAL" clId="{07B87C65-7BF0-4289-BFF5-6A43FACCF6DC}" dt="2022-11-29T07:55:35.208" v="668" actId="20577"/>
        <pc:sldMkLst>
          <pc:docMk/>
          <pc:sldMk cId="588564377" sldId="264"/>
        </pc:sldMkLst>
        <pc:spChg chg="mod">
          <ac:chgData name="Sara Muneeb" userId="29b624b1-a719-43f5-9b52-388cd4043c04" providerId="ADAL" clId="{07B87C65-7BF0-4289-BFF5-6A43FACCF6DC}" dt="2022-11-29T07:52:58.224" v="617" actId="27636"/>
          <ac:spMkLst>
            <pc:docMk/>
            <pc:sldMk cId="588564377" sldId="264"/>
            <ac:spMk id="2" creationId="{B1ABD304-B4C0-5476-67EE-75E27ED46C4A}"/>
          </ac:spMkLst>
        </pc:spChg>
        <pc:spChg chg="del">
          <ac:chgData name="Sara Muneeb" userId="29b624b1-a719-43f5-9b52-388cd4043c04" providerId="ADAL" clId="{07B87C65-7BF0-4289-BFF5-6A43FACCF6DC}" dt="2022-11-29T07:52:49.073" v="615" actId="22"/>
          <ac:spMkLst>
            <pc:docMk/>
            <pc:sldMk cId="588564377" sldId="264"/>
            <ac:spMk id="3" creationId="{6AC37CC5-B942-070B-F4CD-DDCB71A088AE}"/>
          </ac:spMkLst>
        </pc:spChg>
        <pc:spChg chg="add del mod">
          <ac:chgData name="Sara Muneeb" userId="29b624b1-a719-43f5-9b52-388cd4043c04" providerId="ADAL" clId="{07B87C65-7BF0-4289-BFF5-6A43FACCF6DC}" dt="2022-11-29T07:53:19.460" v="621"/>
          <ac:spMkLst>
            <pc:docMk/>
            <pc:sldMk cId="588564377" sldId="264"/>
            <ac:spMk id="7" creationId="{4711964E-5778-B5DA-45D3-8A9EB1673AF2}"/>
          </ac:spMkLst>
        </pc:spChg>
        <pc:spChg chg="add mod">
          <ac:chgData name="Sara Muneeb" userId="29b624b1-a719-43f5-9b52-388cd4043c04" providerId="ADAL" clId="{07B87C65-7BF0-4289-BFF5-6A43FACCF6DC}" dt="2022-11-29T07:53:57.471" v="631" actId="20577"/>
          <ac:spMkLst>
            <pc:docMk/>
            <pc:sldMk cId="588564377" sldId="264"/>
            <ac:spMk id="11" creationId="{0E5E5843-45B8-8455-5511-C0D3A6A9CCFF}"/>
          </ac:spMkLst>
        </pc:spChg>
        <pc:spChg chg="add mod">
          <ac:chgData name="Sara Muneeb" userId="29b624b1-a719-43f5-9b52-388cd4043c04" providerId="ADAL" clId="{07B87C65-7BF0-4289-BFF5-6A43FACCF6DC}" dt="2022-11-29T07:55:35.208" v="668" actId="20577"/>
          <ac:spMkLst>
            <pc:docMk/>
            <pc:sldMk cId="588564377" sldId="264"/>
            <ac:spMk id="13" creationId="{F48BCAEB-802E-2B3E-3F2B-31314851D28F}"/>
          </ac:spMkLst>
        </pc:spChg>
        <pc:picChg chg="add del mod ord">
          <ac:chgData name="Sara Muneeb" userId="29b624b1-a719-43f5-9b52-388cd4043c04" providerId="ADAL" clId="{07B87C65-7BF0-4289-BFF5-6A43FACCF6DC}" dt="2022-11-29T07:53:14.867" v="618" actId="21"/>
          <ac:picMkLst>
            <pc:docMk/>
            <pc:sldMk cId="588564377" sldId="264"/>
            <ac:picMk id="5" creationId="{31C5C8D7-BD16-C51E-46C5-BE0339527AC7}"/>
          </ac:picMkLst>
        </pc:picChg>
        <pc:picChg chg="add del mod">
          <ac:chgData name="Sara Muneeb" userId="29b624b1-a719-43f5-9b52-388cd4043c04" providerId="ADAL" clId="{07B87C65-7BF0-4289-BFF5-6A43FACCF6DC}" dt="2022-11-29T07:53:17.727" v="620"/>
          <ac:picMkLst>
            <pc:docMk/>
            <pc:sldMk cId="588564377" sldId="264"/>
            <ac:picMk id="8" creationId="{56793790-D8F3-371D-0A20-4BE2F81CCBBF}"/>
          </ac:picMkLst>
        </pc:picChg>
        <pc:picChg chg="add mod">
          <ac:chgData name="Sara Muneeb" userId="29b624b1-a719-43f5-9b52-388cd4043c04" providerId="ADAL" clId="{07B87C65-7BF0-4289-BFF5-6A43FACCF6DC}" dt="2022-11-29T07:54:26.747" v="632" actId="1076"/>
          <ac:picMkLst>
            <pc:docMk/>
            <pc:sldMk cId="588564377" sldId="264"/>
            <ac:picMk id="9" creationId="{D5895A0E-C046-FCDC-344F-B4794F5612C5}"/>
          </ac:picMkLst>
        </pc:picChg>
      </pc:sldChg>
      <pc:sldChg chg="del">
        <pc:chgData name="Sara Muneeb" userId="29b624b1-a719-43f5-9b52-388cd4043c04" providerId="ADAL" clId="{07B87C65-7BF0-4289-BFF5-6A43FACCF6DC}" dt="2022-11-25T04:26:49.041" v="0" actId="47"/>
        <pc:sldMkLst>
          <pc:docMk/>
          <pc:sldMk cId="696826166" sldId="265"/>
        </pc:sldMkLst>
      </pc:sldChg>
      <pc:sldChg chg="addSp modSp new mod">
        <pc:chgData name="Sara Muneeb" userId="29b624b1-a719-43f5-9b52-388cd4043c04" providerId="ADAL" clId="{07B87C65-7BF0-4289-BFF5-6A43FACCF6DC}" dt="2022-11-29T07:57:54.787" v="692" actId="113"/>
        <pc:sldMkLst>
          <pc:docMk/>
          <pc:sldMk cId="920584413" sldId="265"/>
        </pc:sldMkLst>
        <pc:spChg chg="mod">
          <ac:chgData name="Sara Muneeb" userId="29b624b1-a719-43f5-9b52-388cd4043c04" providerId="ADAL" clId="{07B87C65-7BF0-4289-BFF5-6A43FACCF6DC}" dt="2022-11-29T07:55:55.988" v="671" actId="27636"/>
          <ac:spMkLst>
            <pc:docMk/>
            <pc:sldMk cId="920584413" sldId="265"/>
            <ac:spMk id="2" creationId="{55A387FB-BA6D-1A53-26B1-232A9A538C8F}"/>
          </ac:spMkLst>
        </pc:spChg>
        <pc:spChg chg="mod">
          <ac:chgData name="Sara Muneeb" userId="29b624b1-a719-43f5-9b52-388cd4043c04" providerId="ADAL" clId="{07B87C65-7BF0-4289-BFF5-6A43FACCF6DC}" dt="2022-11-29T07:57:54.787" v="692" actId="113"/>
          <ac:spMkLst>
            <pc:docMk/>
            <pc:sldMk cId="920584413" sldId="265"/>
            <ac:spMk id="3" creationId="{75E70F34-49A5-0390-AAA7-861E241AE01D}"/>
          </ac:spMkLst>
        </pc:spChg>
        <pc:picChg chg="add mod">
          <ac:chgData name="Sara Muneeb" userId="29b624b1-a719-43f5-9b52-388cd4043c04" providerId="ADAL" clId="{07B87C65-7BF0-4289-BFF5-6A43FACCF6DC}" dt="2022-11-29T07:57:43.801" v="689" actId="1038"/>
          <ac:picMkLst>
            <pc:docMk/>
            <pc:sldMk cId="920584413" sldId="265"/>
            <ac:picMk id="5" creationId="{EEF9386D-5A1C-134C-37B3-67300E28828C}"/>
          </ac:picMkLst>
        </pc:picChg>
      </pc:sldChg>
      <pc:sldChg chg="modSp new mod">
        <pc:chgData name="Sara Muneeb" userId="29b624b1-a719-43f5-9b52-388cd4043c04" providerId="ADAL" clId="{07B87C65-7BF0-4289-BFF5-6A43FACCF6DC}" dt="2022-11-29T08:07:39.622" v="826" actId="15"/>
        <pc:sldMkLst>
          <pc:docMk/>
          <pc:sldMk cId="480505665" sldId="266"/>
        </pc:sldMkLst>
        <pc:spChg chg="mod">
          <ac:chgData name="Sara Muneeb" userId="29b624b1-a719-43f5-9b52-388cd4043c04" providerId="ADAL" clId="{07B87C65-7BF0-4289-BFF5-6A43FACCF6DC}" dt="2022-11-29T08:01:25.846" v="762" actId="20577"/>
          <ac:spMkLst>
            <pc:docMk/>
            <pc:sldMk cId="480505665" sldId="266"/>
            <ac:spMk id="2" creationId="{F87C91DA-CDDA-10E7-254B-C9F11A90D94F}"/>
          </ac:spMkLst>
        </pc:spChg>
        <pc:spChg chg="mod">
          <ac:chgData name="Sara Muneeb" userId="29b624b1-a719-43f5-9b52-388cd4043c04" providerId="ADAL" clId="{07B87C65-7BF0-4289-BFF5-6A43FACCF6DC}" dt="2022-11-29T08:07:39.622" v="826" actId="15"/>
          <ac:spMkLst>
            <pc:docMk/>
            <pc:sldMk cId="480505665" sldId="266"/>
            <ac:spMk id="3" creationId="{B3D98B26-ED18-2AD7-2E13-DC5AEB001770}"/>
          </ac:spMkLst>
        </pc:spChg>
      </pc:sldChg>
      <pc:sldChg chg="del">
        <pc:chgData name="Sara Muneeb" userId="29b624b1-a719-43f5-9b52-388cd4043c04" providerId="ADAL" clId="{07B87C65-7BF0-4289-BFF5-6A43FACCF6DC}" dt="2022-11-25T04:26:49.041" v="0" actId="47"/>
        <pc:sldMkLst>
          <pc:docMk/>
          <pc:sldMk cId="922512695" sldId="266"/>
        </pc:sldMkLst>
      </pc:sldChg>
      <pc:sldChg chg="modSp new mod">
        <pc:chgData name="Sara Muneeb" userId="29b624b1-a719-43f5-9b52-388cd4043c04" providerId="ADAL" clId="{07B87C65-7BF0-4289-BFF5-6A43FACCF6DC}" dt="2022-11-29T08:10:54.056" v="881" actId="20577"/>
        <pc:sldMkLst>
          <pc:docMk/>
          <pc:sldMk cId="814825275" sldId="267"/>
        </pc:sldMkLst>
        <pc:spChg chg="mod">
          <ac:chgData name="Sara Muneeb" userId="29b624b1-a719-43f5-9b52-388cd4043c04" providerId="ADAL" clId="{07B87C65-7BF0-4289-BFF5-6A43FACCF6DC}" dt="2022-11-29T08:09:30.695" v="835" actId="20577"/>
          <ac:spMkLst>
            <pc:docMk/>
            <pc:sldMk cId="814825275" sldId="267"/>
            <ac:spMk id="2" creationId="{9DD101A9-675F-B073-0FCF-69CCACAA4509}"/>
          </ac:spMkLst>
        </pc:spChg>
        <pc:spChg chg="mod">
          <ac:chgData name="Sara Muneeb" userId="29b624b1-a719-43f5-9b52-388cd4043c04" providerId="ADAL" clId="{07B87C65-7BF0-4289-BFF5-6A43FACCF6DC}" dt="2022-11-29T08:10:54.056" v="881" actId="20577"/>
          <ac:spMkLst>
            <pc:docMk/>
            <pc:sldMk cId="814825275" sldId="267"/>
            <ac:spMk id="3" creationId="{CAF53B9D-DE20-BE50-D0FE-318EBDD60E08}"/>
          </ac:spMkLst>
        </pc:spChg>
      </pc:sldChg>
      <pc:sldChg chg="del">
        <pc:chgData name="Sara Muneeb" userId="29b624b1-a719-43f5-9b52-388cd4043c04" providerId="ADAL" clId="{07B87C65-7BF0-4289-BFF5-6A43FACCF6DC}" dt="2022-11-25T04:26:49.041" v="0" actId="47"/>
        <pc:sldMkLst>
          <pc:docMk/>
          <pc:sldMk cId="2171506608" sldId="267"/>
        </pc:sldMkLst>
      </pc:sldChg>
      <pc:sldChg chg="addSp delSp modSp new mod">
        <pc:chgData name="Sara Muneeb" userId="29b624b1-a719-43f5-9b52-388cd4043c04" providerId="ADAL" clId="{07B87C65-7BF0-4289-BFF5-6A43FACCF6DC}" dt="2022-11-29T08:15:01.445" v="944" actId="20577"/>
        <pc:sldMkLst>
          <pc:docMk/>
          <pc:sldMk cId="793564404" sldId="268"/>
        </pc:sldMkLst>
        <pc:spChg chg="mod">
          <ac:chgData name="Sara Muneeb" userId="29b624b1-a719-43f5-9b52-388cd4043c04" providerId="ADAL" clId="{07B87C65-7BF0-4289-BFF5-6A43FACCF6DC}" dt="2022-11-29T08:15:01.445" v="944" actId="20577"/>
          <ac:spMkLst>
            <pc:docMk/>
            <pc:sldMk cId="793564404" sldId="268"/>
            <ac:spMk id="2" creationId="{E26AC86E-A5C8-6B45-D4B0-F1DD6A181F56}"/>
          </ac:spMkLst>
        </pc:spChg>
        <pc:spChg chg="del">
          <ac:chgData name="Sara Muneeb" userId="29b624b1-a719-43f5-9b52-388cd4043c04" providerId="ADAL" clId="{07B87C65-7BF0-4289-BFF5-6A43FACCF6DC}" dt="2022-11-29T08:12:47.301" v="918" actId="22"/>
          <ac:spMkLst>
            <pc:docMk/>
            <pc:sldMk cId="793564404" sldId="268"/>
            <ac:spMk id="3" creationId="{B7A91D8B-19E1-1478-079B-5DCF3872C373}"/>
          </ac:spMkLst>
        </pc:spChg>
        <pc:spChg chg="add mod">
          <ac:chgData name="Sara Muneeb" userId="29b624b1-a719-43f5-9b52-388cd4043c04" providerId="ADAL" clId="{07B87C65-7BF0-4289-BFF5-6A43FACCF6DC}" dt="2022-11-29T08:13:31.767" v="938" actId="20577"/>
          <ac:spMkLst>
            <pc:docMk/>
            <pc:sldMk cId="793564404" sldId="268"/>
            <ac:spMk id="7" creationId="{945C77B3-6FA1-3FDF-7B7E-1C5E743D52E6}"/>
          </ac:spMkLst>
        </pc:spChg>
        <pc:picChg chg="add mod ord">
          <ac:chgData name="Sara Muneeb" userId="29b624b1-a719-43f5-9b52-388cd4043c04" providerId="ADAL" clId="{07B87C65-7BF0-4289-BFF5-6A43FACCF6DC}" dt="2022-11-29T08:12:50.359" v="919" actId="1076"/>
          <ac:picMkLst>
            <pc:docMk/>
            <pc:sldMk cId="793564404" sldId="268"/>
            <ac:picMk id="5" creationId="{29E05507-6C91-2A3B-D391-21CA998F7235}"/>
          </ac:picMkLst>
        </pc:picChg>
      </pc:sldChg>
      <pc:sldChg chg="del">
        <pc:chgData name="Sara Muneeb" userId="29b624b1-a719-43f5-9b52-388cd4043c04" providerId="ADAL" clId="{07B87C65-7BF0-4289-BFF5-6A43FACCF6DC}" dt="2022-11-25T04:26:49.041" v="0" actId="47"/>
        <pc:sldMkLst>
          <pc:docMk/>
          <pc:sldMk cId="3311259099" sldId="268"/>
        </pc:sldMkLst>
      </pc:sldChg>
      <pc:sldChg chg="del">
        <pc:chgData name="Sara Muneeb" userId="29b624b1-a719-43f5-9b52-388cd4043c04" providerId="ADAL" clId="{07B87C65-7BF0-4289-BFF5-6A43FACCF6DC}" dt="2022-11-25T04:26:49.041" v="0" actId="47"/>
        <pc:sldMkLst>
          <pc:docMk/>
          <pc:sldMk cId="1027124531" sldId="269"/>
        </pc:sldMkLst>
      </pc:sldChg>
      <pc:sldChg chg="addSp delSp modSp new mod">
        <pc:chgData name="Sara Muneeb" userId="29b624b1-a719-43f5-9b52-388cd4043c04" providerId="ADAL" clId="{07B87C65-7BF0-4289-BFF5-6A43FACCF6DC}" dt="2022-11-29T08:15:09.432" v="959" actId="20577"/>
        <pc:sldMkLst>
          <pc:docMk/>
          <pc:sldMk cId="3179164803" sldId="269"/>
        </pc:sldMkLst>
        <pc:spChg chg="mod">
          <ac:chgData name="Sara Muneeb" userId="29b624b1-a719-43f5-9b52-388cd4043c04" providerId="ADAL" clId="{07B87C65-7BF0-4289-BFF5-6A43FACCF6DC}" dt="2022-11-29T08:15:09.432" v="959" actId="20577"/>
          <ac:spMkLst>
            <pc:docMk/>
            <pc:sldMk cId="3179164803" sldId="269"/>
            <ac:spMk id="2" creationId="{1D97CD13-E0C4-2982-F017-A2F4563742E6}"/>
          </ac:spMkLst>
        </pc:spChg>
        <pc:spChg chg="del">
          <ac:chgData name="Sara Muneeb" userId="29b624b1-a719-43f5-9b52-388cd4043c04" providerId="ADAL" clId="{07B87C65-7BF0-4289-BFF5-6A43FACCF6DC}" dt="2022-11-29T08:14:49.877" v="940" actId="22"/>
          <ac:spMkLst>
            <pc:docMk/>
            <pc:sldMk cId="3179164803" sldId="269"/>
            <ac:spMk id="3" creationId="{8CDBDA02-E953-9A98-51CF-7413A2B497EF}"/>
          </ac:spMkLst>
        </pc:spChg>
        <pc:picChg chg="add mod ord">
          <ac:chgData name="Sara Muneeb" userId="29b624b1-a719-43f5-9b52-388cd4043c04" providerId="ADAL" clId="{07B87C65-7BF0-4289-BFF5-6A43FACCF6DC}" dt="2022-11-29T08:14:49.877" v="940" actId="22"/>
          <ac:picMkLst>
            <pc:docMk/>
            <pc:sldMk cId="3179164803" sldId="269"/>
            <ac:picMk id="5" creationId="{2D056AF0-4B09-2295-772D-391C386EBACE}"/>
          </ac:picMkLst>
        </pc:picChg>
      </pc:sldChg>
      <pc:sldChg chg="addSp delSp modSp new mod">
        <pc:chgData name="Sara Muneeb" userId="29b624b1-a719-43f5-9b52-388cd4043c04" providerId="ADAL" clId="{07B87C65-7BF0-4289-BFF5-6A43FACCF6DC}" dt="2022-11-29T08:15:30.731" v="974" actId="22"/>
        <pc:sldMkLst>
          <pc:docMk/>
          <pc:sldMk cId="1469265427" sldId="270"/>
        </pc:sldMkLst>
        <pc:spChg chg="mod">
          <ac:chgData name="Sara Muneeb" userId="29b624b1-a719-43f5-9b52-388cd4043c04" providerId="ADAL" clId="{07B87C65-7BF0-4289-BFF5-6A43FACCF6DC}" dt="2022-11-29T08:15:28.284" v="973" actId="20577"/>
          <ac:spMkLst>
            <pc:docMk/>
            <pc:sldMk cId="1469265427" sldId="270"/>
            <ac:spMk id="2" creationId="{560AB7A3-7D9C-4835-C5CF-29EFE68DCAB7}"/>
          </ac:spMkLst>
        </pc:spChg>
        <pc:spChg chg="del">
          <ac:chgData name="Sara Muneeb" userId="29b624b1-a719-43f5-9b52-388cd4043c04" providerId="ADAL" clId="{07B87C65-7BF0-4289-BFF5-6A43FACCF6DC}" dt="2022-11-29T08:15:30.731" v="974" actId="22"/>
          <ac:spMkLst>
            <pc:docMk/>
            <pc:sldMk cId="1469265427" sldId="270"/>
            <ac:spMk id="3" creationId="{984402B9-F4B0-5D55-41A4-9ADFA28C5E1F}"/>
          </ac:spMkLst>
        </pc:spChg>
        <pc:picChg chg="add mod ord">
          <ac:chgData name="Sara Muneeb" userId="29b624b1-a719-43f5-9b52-388cd4043c04" providerId="ADAL" clId="{07B87C65-7BF0-4289-BFF5-6A43FACCF6DC}" dt="2022-11-29T08:15:30.731" v="974" actId="22"/>
          <ac:picMkLst>
            <pc:docMk/>
            <pc:sldMk cId="1469265427" sldId="270"/>
            <ac:picMk id="5" creationId="{AA3A4857-EF54-D2A6-2DF0-68E4FF6BE937}"/>
          </ac:picMkLst>
        </pc:picChg>
      </pc:sldChg>
      <pc:sldChg chg="del">
        <pc:chgData name="Sara Muneeb" userId="29b624b1-a719-43f5-9b52-388cd4043c04" providerId="ADAL" clId="{07B87C65-7BF0-4289-BFF5-6A43FACCF6DC}" dt="2022-11-25T04:26:49.041" v="0" actId="47"/>
        <pc:sldMkLst>
          <pc:docMk/>
          <pc:sldMk cId="4065404976" sldId="270"/>
        </pc:sldMkLst>
      </pc:sldChg>
      <pc:sldChg chg="addSp delSp modSp new mod">
        <pc:chgData name="Sara Muneeb" userId="29b624b1-a719-43f5-9b52-388cd4043c04" providerId="ADAL" clId="{07B87C65-7BF0-4289-BFF5-6A43FACCF6DC}" dt="2022-11-29T08:16:57.616" v="992" actId="14100"/>
        <pc:sldMkLst>
          <pc:docMk/>
          <pc:sldMk cId="3856423633" sldId="271"/>
        </pc:sldMkLst>
        <pc:spChg chg="mod">
          <ac:chgData name="Sara Muneeb" userId="29b624b1-a719-43f5-9b52-388cd4043c04" providerId="ADAL" clId="{07B87C65-7BF0-4289-BFF5-6A43FACCF6DC}" dt="2022-11-29T08:16:42.539" v="989" actId="20577"/>
          <ac:spMkLst>
            <pc:docMk/>
            <pc:sldMk cId="3856423633" sldId="271"/>
            <ac:spMk id="2" creationId="{A0F64CB3-843D-9F4E-5594-21FDA5E05DA2}"/>
          </ac:spMkLst>
        </pc:spChg>
        <pc:spChg chg="del">
          <ac:chgData name="Sara Muneeb" userId="29b624b1-a719-43f5-9b52-388cd4043c04" providerId="ADAL" clId="{07B87C65-7BF0-4289-BFF5-6A43FACCF6DC}" dt="2022-11-29T08:16:35.935" v="976" actId="22"/>
          <ac:spMkLst>
            <pc:docMk/>
            <pc:sldMk cId="3856423633" sldId="271"/>
            <ac:spMk id="3" creationId="{7EF17957-3D7B-D327-A2A2-C955BF68DBBC}"/>
          </ac:spMkLst>
        </pc:spChg>
        <pc:spChg chg="add mod">
          <ac:chgData name="Sara Muneeb" userId="29b624b1-a719-43f5-9b52-388cd4043c04" providerId="ADAL" clId="{07B87C65-7BF0-4289-BFF5-6A43FACCF6DC}" dt="2022-11-29T08:16:57.616" v="992" actId="14100"/>
          <ac:spMkLst>
            <pc:docMk/>
            <pc:sldMk cId="3856423633" sldId="271"/>
            <ac:spMk id="7" creationId="{F180F789-D42C-49BF-B849-C1035DF2E2EE}"/>
          </ac:spMkLst>
        </pc:spChg>
        <pc:picChg chg="add mod ord">
          <ac:chgData name="Sara Muneeb" userId="29b624b1-a719-43f5-9b52-388cd4043c04" providerId="ADAL" clId="{07B87C65-7BF0-4289-BFF5-6A43FACCF6DC}" dt="2022-11-29T08:16:35.935" v="976" actId="22"/>
          <ac:picMkLst>
            <pc:docMk/>
            <pc:sldMk cId="3856423633" sldId="271"/>
            <ac:picMk id="5" creationId="{91913426-7371-9E7F-528F-D90DB59A1FA9}"/>
          </ac:picMkLst>
        </pc:picChg>
      </pc:sldChg>
      <pc:sldChg chg="del">
        <pc:chgData name="Sara Muneeb" userId="29b624b1-a719-43f5-9b52-388cd4043c04" providerId="ADAL" clId="{07B87C65-7BF0-4289-BFF5-6A43FACCF6DC}" dt="2022-11-25T04:26:49.041" v="0" actId="47"/>
        <pc:sldMkLst>
          <pc:docMk/>
          <pc:sldMk cId="4199156068" sldId="271"/>
        </pc:sldMkLst>
      </pc:sldChg>
      <pc:sldChg chg="addSp modSp new mod">
        <pc:chgData name="Sara Muneeb" userId="29b624b1-a719-43f5-9b52-388cd4043c04" providerId="ADAL" clId="{07B87C65-7BF0-4289-BFF5-6A43FACCF6DC}" dt="2022-11-29T08:36:37.703" v="1298" actId="20577"/>
        <pc:sldMkLst>
          <pc:docMk/>
          <pc:sldMk cId="1763966239" sldId="272"/>
        </pc:sldMkLst>
        <pc:spChg chg="mod">
          <ac:chgData name="Sara Muneeb" userId="29b624b1-a719-43f5-9b52-388cd4043c04" providerId="ADAL" clId="{07B87C65-7BF0-4289-BFF5-6A43FACCF6DC}" dt="2022-11-29T08:36:37.703" v="1298" actId="20577"/>
          <ac:spMkLst>
            <pc:docMk/>
            <pc:sldMk cId="1763966239" sldId="272"/>
            <ac:spMk id="2" creationId="{0EFABA8F-AEDC-4298-66B0-95A31E9E4D1C}"/>
          </ac:spMkLst>
        </pc:spChg>
        <pc:spChg chg="mod">
          <ac:chgData name="Sara Muneeb" userId="29b624b1-a719-43f5-9b52-388cd4043c04" providerId="ADAL" clId="{07B87C65-7BF0-4289-BFF5-6A43FACCF6DC}" dt="2022-11-29T08:32:57.662" v="1190" actId="20577"/>
          <ac:spMkLst>
            <pc:docMk/>
            <pc:sldMk cId="1763966239" sldId="272"/>
            <ac:spMk id="3" creationId="{93C5E084-5FA3-9105-9E29-426351B0CE7D}"/>
          </ac:spMkLst>
        </pc:spChg>
        <pc:graphicFrameChg chg="add mod modGraphic">
          <ac:chgData name="Sara Muneeb" userId="29b624b1-a719-43f5-9b52-388cd4043c04" providerId="ADAL" clId="{07B87C65-7BF0-4289-BFF5-6A43FACCF6DC}" dt="2022-11-29T08:33:33.481" v="1200" actId="14734"/>
          <ac:graphicFrameMkLst>
            <pc:docMk/>
            <pc:sldMk cId="1763966239" sldId="272"/>
            <ac:graphicFrameMk id="4" creationId="{BCA46073-627B-4C73-4D9D-428566E4A9AA}"/>
          </ac:graphicFrameMkLst>
        </pc:graphicFrameChg>
      </pc:sldChg>
      <pc:sldChg chg="del">
        <pc:chgData name="Sara Muneeb" userId="29b624b1-a719-43f5-9b52-388cd4043c04" providerId="ADAL" clId="{07B87C65-7BF0-4289-BFF5-6A43FACCF6DC}" dt="2022-11-25T04:26:49.041" v="0" actId="47"/>
        <pc:sldMkLst>
          <pc:docMk/>
          <pc:sldMk cId="2475071258" sldId="272"/>
        </pc:sldMkLst>
      </pc:sldChg>
      <pc:sldChg chg="addSp delSp modSp new mod">
        <pc:chgData name="Sara Muneeb" userId="29b624b1-a719-43f5-9b52-388cd4043c04" providerId="ADAL" clId="{07B87C65-7BF0-4289-BFF5-6A43FACCF6DC}" dt="2022-11-29T08:36:45.976" v="1309" actId="20577"/>
        <pc:sldMkLst>
          <pc:docMk/>
          <pc:sldMk cId="1205803140" sldId="273"/>
        </pc:sldMkLst>
        <pc:spChg chg="mod">
          <ac:chgData name="Sara Muneeb" userId="29b624b1-a719-43f5-9b52-388cd4043c04" providerId="ADAL" clId="{07B87C65-7BF0-4289-BFF5-6A43FACCF6DC}" dt="2022-11-29T08:36:45.976" v="1309" actId="20577"/>
          <ac:spMkLst>
            <pc:docMk/>
            <pc:sldMk cId="1205803140" sldId="273"/>
            <ac:spMk id="2" creationId="{D03637D0-2AB2-8227-573D-0D36001F8875}"/>
          </ac:spMkLst>
        </pc:spChg>
        <pc:spChg chg="del">
          <ac:chgData name="Sara Muneeb" userId="29b624b1-a719-43f5-9b52-388cd4043c04" providerId="ADAL" clId="{07B87C65-7BF0-4289-BFF5-6A43FACCF6DC}" dt="2022-11-29T08:34:29.471" v="1202" actId="22"/>
          <ac:spMkLst>
            <pc:docMk/>
            <pc:sldMk cId="1205803140" sldId="273"/>
            <ac:spMk id="3" creationId="{38582C34-C804-BBE5-002C-E4D9A9E1E98D}"/>
          </ac:spMkLst>
        </pc:spChg>
        <pc:spChg chg="add del mod">
          <ac:chgData name="Sara Muneeb" userId="29b624b1-a719-43f5-9b52-388cd4043c04" providerId="ADAL" clId="{07B87C65-7BF0-4289-BFF5-6A43FACCF6DC}" dt="2022-11-29T08:35:39.069" v="1243" actId="21"/>
          <ac:spMkLst>
            <pc:docMk/>
            <pc:sldMk cId="1205803140" sldId="273"/>
            <ac:spMk id="7" creationId="{710C18A3-5D88-4117-0B0F-B6EE6716CCA7}"/>
          </ac:spMkLst>
        </pc:spChg>
        <pc:picChg chg="add mod ord">
          <ac:chgData name="Sara Muneeb" userId="29b624b1-a719-43f5-9b52-388cd4043c04" providerId="ADAL" clId="{07B87C65-7BF0-4289-BFF5-6A43FACCF6DC}" dt="2022-11-29T08:34:29.471" v="1202" actId="22"/>
          <ac:picMkLst>
            <pc:docMk/>
            <pc:sldMk cId="1205803140" sldId="273"/>
            <ac:picMk id="5" creationId="{22C765FF-56C4-5A30-8AC3-564FF69B7411}"/>
          </ac:picMkLst>
        </pc:picChg>
      </pc:sldChg>
      <pc:sldChg chg="del">
        <pc:chgData name="Sara Muneeb" userId="29b624b1-a719-43f5-9b52-388cd4043c04" providerId="ADAL" clId="{07B87C65-7BF0-4289-BFF5-6A43FACCF6DC}" dt="2022-11-25T04:26:49.041" v="0" actId="47"/>
        <pc:sldMkLst>
          <pc:docMk/>
          <pc:sldMk cId="1256280144" sldId="273"/>
        </pc:sldMkLst>
      </pc:sldChg>
      <pc:sldChg chg="addSp delSp modSp new mod">
        <pc:chgData name="Sara Muneeb" userId="29b624b1-a719-43f5-9b52-388cd4043c04" providerId="ADAL" clId="{07B87C65-7BF0-4289-BFF5-6A43FACCF6DC}" dt="2022-11-29T08:36:59.374" v="1315" actId="20577"/>
        <pc:sldMkLst>
          <pc:docMk/>
          <pc:sldMk cId="1972697422" sldId="274"/>
        </pc:sldMkLst>
        <pc:spChg chg="mod">
          <ac:chgData name="Sara Muneeb" userId="29b624b1-a719-43f5-9b52-388cd4043c04" providerId="ADAL" clId="{07B87C65-7BF0-4289-BFF5-6A43FACCF6DC}" dt="2022-11-29T08:36:59.374" v="1315" actId="20577"/>
          <ac:spMkLst>
            <pc:docMk/>
            <pc:sldMk cId="1972697422" sldId="274"/>
            <ac:spMk id="2" creationId="{440FF1F6-3A89-C0C5-FD6C-4559D1235B65}"/>
          </ac:spMkLst>
        </pc:spChg>
        <pc:spChg chg="del">
          <ac:chgData name="Sara Muneeb" userId="29b624b1-a719-43f5-9b52-388cd4043c04" providerId="ADAL" clId="{07B87C65-7BF0-4289-BFF5-6A43FACCF6DC}" dt="2022-11-29T08:34:51.113" v="1204" actId="22"/>
          <ac:spMkLst>
            <pc:docMk/>
            <pc:sldMk cId="1972697422" sldId="274"/>
            <ac:spMk id="3" creationId="{80D1A473-A26B-2AB1-C873-B62F65754999}"/>
          </ac:spMkLst>
        </pc:spChg>
        <pc:picChg chg="add mod ord">
          <ac:chgData name="Sara Muneeb" userId="29b624b1-a719-43f5-9b52-388cd4043c04" providerId="ADAL" clId="{07B87C65-7BF0-4289-BFF5-6A43FACCF6DC}" dt="2022-11-29T08:34:51.113" v="1204" actId="22"/>
          <ac:picMkLst>
            <pc:docMk/>
            <pc:sldMk cId="1972697422" sldId="274"/>
            <ac:picMk id="5" creationId="{0534981D-3462-4712-2B16-CEB1266643E4}"/>
          </ac:picMkLst>
        </pc:picChg>
      </pc:sldChg>
      <pc:sldChg chg="del">
        <pc:chgData name="Sara Muneeb" userId="29b624b1-a719-43f5-9b52-388cd4043c04" providerId="ADAL" clId="{07B87C65-7BF0-4289-BFF5-6A43FACCF6DC}" dt="2022-11-25T04:26:49.041" v="0" actId="47"/>
        <pc:sldMkLst>
          <pc:docMk/>
          <pc:sldMk cId="2120313278" sldId="274"/>
        </pc:sldMkLst>
      </pc:sldChg>
      <pc:sldChg chg="addSp modSp new mod">
        <pc:chgData name="Sara Muneeb" userId="29b624b1-a719-43f5-9b52-388cd4043c04" providerId="ADAL" clId="{07B87C65-7BF0-4289-BFF5-6A43FACCF6DC}" dt="2022-11-29T08:38:23.757" v="1343" actId="1076"/>
        <pc:sldMkLst>
          <pc:docMk/>
          <pc:sldMk cId="709167848" sldId="275"/>
        </pc:sldMkLst>
        <pc:spChg chg="mod">
          <ac:chgData name="Sara Muneeb" userId="29b624b1-a719-43f5-9b52-388cd4043c04" providerId="ADAL" clId="{07B87C65-7BF0-4289-BFF5-6A43FACCF6DC}" dt="2022-11-29T08:37:04.136" v="1324" actId="20577"/>
          <ac:spMkLst>
            <pc:docMk/>
            <pc:sldMk cId="709167848" sldId="275"/>
            <ac:spMk id="2" creationId="{BFF9D3F2-0B1B-074B-3109-FAE922FF2D0A}"/>
          </ac:spMkLst>
        </pc:spChg>
        <pc:spChg chg="mod">
          <ac:chgData name="Sara Muneeb" userId="29b624b1-a719-43f5-9b52-388cd4043c04" providerId="ADAL" clId="{07B87C65-7BF0-4289-BFF5-6A43FACCF6DC}" dt="2022-11-29T08:38:16.139" v="1340" actId="404"/>
          <ac:spMkLst>
            <pc:docMk/>
            <pc:sldMk cId="709167848" sldId="275"/>
            <ac:spMk id="3" creationId="{8808EE11-1509-F5BE-B64A-BA71406F16EC}"/>
          </ac:spMkLst>
        </pc:spChg>
        <pc:picChg chg="add mod">
          <ac:chgData name="Sara Muneeb" userId="29b624b1-a719-43f5-9b52-388cd4043c04" providerId="ADAL" clId="{07B87C65-7BF0-4289-BFF5-6A43FACCF6DC}" dt="2022-11-29T08:38:23.757" v="1343" actId="1076"/>
          <ac:picMkLst>
            <pc:docMk/>
            <pc:sldMk cId="709167848" sldId="275"/>
            <ac:picMk id="5" creationId="{3EB1779E-6616-6B00-1604-EADA9A3BC209}"/>
          </ac:picMkLst>
        </pc:picChg>
      </pc:sldChg>
      <pc:sldChg chg="del">
        <pc:chgData name="Sara Muneeb" userId="29b624b1-a719-43f5-9b52-388cd4043c04" providerId="ADAL" clId="{07B87C65-7BF0-4289-BFF5-6A43FACCF6DC}" dt="2022-11-25T04:26:49.041" v="0" actId="47"/>
        <pc:sldMkLst>
          <pc:docMk/>
          <pc:sldMk cId="3670279967" sldId="275"/>
        </pc:sldMkLst>
      </pc:sldChg>
      <pc:sldChg chg="del">
        <pc:chgData name="Sara Muneeb" userId="29b624b1-a719-43f5-9b52-388cd4043c04" providerId="ADAL" clId="{07B87C65-7BF0-4289-BFF5-6A43FACCF6DC}" dt="2022-11-25T04:26:49.041" v="0" actId="47"/>
        <pc:sldMkLst>
          <pc:docMk/>
          <pc:sldMk cId="1201384780" sldId="276"/>
        </pc:sldMkLst>
      </pc:sldChg>
      <pc:sldChg chg="addSp delSp modSp new mod">
        <pc:chgData name="Sara Muneeb" userId="29b624b1-a719-43f5-9b52-388cd4043c04" providerId="ADAL" clId="{07B87C65-7BF0-4289-BFF5-6A43FACCF6DC}" dt="2022-11-29T08:38:50.440" v="1369" actId="22"/>
        <pc:sldMkLst>
          <pc:docMk/>
          <pc:sldMk cId="3316731035" sldId="276"/>
        </pc:sldMkLst>
        <pc:spChg chg="mod">
          <ac:chgData name="Sara Muneeb" userId="29b624b1-a719-43f5-9b52-388cd4043c04" providerId="ADAL" clId="{07B87C65-7BF0-4289-BFF5-6A43FACCF6DC}" dt="2022-11-29T08:38:49.025" v="1368" actId="20577"/>
          <ac:spMkLst>
            <pc:docMk/>
            <pc:sldMk cId="3316731035" sldId="276"/>
            <ac:spMk id="2" creationId="{DDD21BE6-6601-DAB8-A99B-88AD59AA14FA}"/>
          </ac:spMkLst>
        </pc:spChg>
        <pc:spChg chg="del">
          <ac:chgData name="Sara Muneeb" userId="29b624b1-a719-43f5-9b52-388cd4043c04" providerId="ADAL" clId="{07B87C65-7BF0-4289-BFF5-6A43FACCF6DC}" dt="2022-11-29T08:38:50.440" v="1369" actId="22"/>
          <ac:spMkLst>
            <pc:docMk/>
            <pc:sldMk cId="3316731035" sldId="276"/>
            <ac:spMk id="3" creationId="{9A02462D-A768-80BE-271B-60D8C458D4D8}"/>
          </ac:spMkLst>
        </pc:spChg>
        <pc:picChg chg="add mod ord">
          <ac:chgData name="Sara Muneeb" userId="29b624b1-a719-43f5-9b52-388cd4043c04" providerId="ADAL" clId="{07B87C65-7BF0-4289-BFF5-6A43FACCF6DC}" dt="2022-11-29T08:38:50.440" v="1369" actId="22"/>
          <ac:picMkLst>
            <pc:docMk/>
            <pc:sldMk cId="3316731035" sldId="276"/>
            <ac:picMk id="5" creationId="{87C019E9-A20A-FE9F-7402-416CC8E98C84}"/>
          </ac:picMkLst>
        </pc:picChg>
      </pc:sldChg>
      <pc:sldChg chg="addSp delSp modSp new mod">
        <pc:chgData name="Sara Muneeb" userId="29b624b1-a719-43f5-9b52-388cd4043c04" providerId="ADAL" clId="{07B87C65-7BF0-4289-BFF5-6A43FACCF6DC}" dt="2022-11-29T08:39:18.928" v="1391" actId="22"/>
        <pc:sldMkLst>
          <pc:docMk/>
          <pc:sldMk cId="312312546" sldId="277"/>
        </pc:sldMkLst>
        <pc:spChg chg="mod">
          <ac:chgData name="Sara Muneeb" userId="29b624b1-a719-43f5-9b52-388cd4043c04" providerId="ADAL" clId="{07B87C65-7BF0-4289-BFF5-6A43FACCF6DC}" dt="2022-11-29T08:39:06.134" v="1390" actId="20577"/>
          <ac:spMkLst>
            <pc:docMk/>
            <pc:sldMk cId="312312546" sldId="277"/>
            <ac:spMk id="2" creationId="{6307FF82-B7C7-3F05-A81B-122B549E1FBE}"/>
          </ac:spMkLst>
        </pc:spChg>
        <pc:spChg chg="del">
          <ac:chgData name="Sara Muneeb" userId="29b624b1-a719-43f5-9b52-388cd4043c04" providerId="ADAL" clId="{07B87C65-7BF0-4289-BFF5-6A43FACCF6DC}" dt="2022-11-29T08:39:18.928" v="1391" actId="22"/>
          <ac:spMkLst>
            <pc:docMk/>
            <pc:sldMk cId="312312546" sldId="277"/>
            <ac:spMk id="3" creationId="{C9689D3C-DC3E-53D0-83A6-24DD42F423C5}"/>
          </ac:spMkLst>
        </pc:spChg>
        <pc:picChg chg="add mod ord">
          <ac:chgData name="Sara Muneeb" userId="29b624b1-a719-43f5-9b52-388cd4043c04" providerId="ADAL" clId="{07B87C65-7BF0-4289-BFF5-6A43FACCF6DC}" dt="2022-11-29T08:39:18.928" v="1391" actId="22"/>
          <ac:picMkLst>
            <pc:docMk/>
            <pc:sldMk cId="312312546" sldId="277"/>
            <ac:picMk id="5" creationId="{F5BBE050-DE0A-0271-C01C-57C4036F0E4C}"/>
          </ac:picMkLst>
        </pc:picChg>
      </pc:sldChg>
      <pc:sldChg chg="del">
        <pc:chgData name="Sara Muneeb" userId="29b624b1-a719-43f5-9b52-388cd4043c04" providerId="ADAL" clId="{07B87C65-7BF0-4289-BFF5-6A43FACCF6DC}" dt="2022-11-25T04:26:49.041" v="0" actId="47"/>
        <pc:sldMkLst>
          <pc:docMk/>
          <pc:sldMk cId="3823172309" sldId="277"/>
        </pc:sldMkLst>
      </pc:sldChg>
      <pc:sldChg chg="del">
        <pc:chgData name="Sara Muneeb" userId="29b624b1-a719-43f5-9b52-388cd4043c04" providerId="ADAL" clId="{07B87C65-7BF0-4289-BFF5-6A43FACCF6DC}" dt="2022-11-25T04:26:49.041" v="0" actId="47"/>
        <pc:sldMkLst>
          <pc:docMk/>
          <pc:sldMk cId="42086703" sldId="278"/>
        </pc:sldMkLst>
      </pc:sldChg>
      <pc:sldChg chg="addSp delSp modSp new mod">
        <pc:chgData name="Sara Muneeb" userId="29b624b1-a719-43f5-9b52-388cd4043c04" providerId="ADAL" clId="{07B87C65-7BF0-4289-BFF5-6A43FACCF6DC}" dt="2022-11-29T08:40:47.778" v="1459" actId="20577"/>
        <pc:sldMkLst>
          <pc:docMk/>
          <pc:sldMk cId="255357008" sldId="278"/>
        </pc:sldMkLst>
        <pc:spChg chg="mod">
          <ac:chgData name="Sara Muneeb" userId="29b624b1-a719-43f5-9b52-388cd4043c04" providerId="ADAL" clId="{07B87C65-7BF0-4289-BFF5-6A43FACCF6DC}" dt="2022-11-29T08:40:22.146" v="1453" actId="20577"/>
          <ac:spMkLst>
            <pc:docMk/>
            <pc:sldMk cId="255357008" sldId="278"/>
            <ac:spMk id="2" creationId="{EF3B071B-43A1-AF33-7304-03C646545978}"/>
          </ac:spMkLst>
        </pc:spChg>
        <pc:spChg chg="del">
          <ac:chgData name="Sara Muneeb" userId="29b624b1-a719-43f5-9b52-388cd4043c04" providerId="ADAL" clId="{07B87C65-7BF0-4289-BFF5-6A43FACCF6DC}" dt="2022-11-29T08:40:02.332" v="1393" actId="22"/>
          <ac:spMkLst>
            <pc:docMk/>
            <pc:sldMk cId="255357008" sldId="278"/>
            <ac:spMk id="3" creationId="{AF6671FC-030F-8A1D-3AE0-CBABE5E9DF2F}"/>
          </ac:spMkLst>
        </pc:spChg>
        <pc:spChg chg="add mod">
          <ac:chgData name="Sara Muneeb" userId="29b624b1-a719-43f5-9b52-388cd4043c04" providerId="ADAL" clId="{07B87C65-7BF0-4289-BFF5-6A43FACCF6DC}" dt="2022-11-29T08:40:47.778" v="1459" actId="20577"/>
          <ac:spMkLst>
            <pc:docMk/>
            <pc:sldMk cId="255357008" sldId="278"/>
            <ac:spMk id="7" creationId="{46C6F546-B13F-366D-24B3-C848829294BB}"/>
          </ac:spMkLst>
        </pc:spChg>
        <pc:picChg chg="add mod ord">
          <ac:chgData name="Sara Muneeb" userId="29b624b1-a719-43f5-9b52-388cd4043c04" providerId="ADAL" clId="{07B87C65-7BF0-4289-BFF5-6A43FACCF6DC}" dt="2022-11-29T08:40:02.332" v="1393" actId="22"/>
          <ac:picMkLst>
            <pc:docMk/>
            <pc:sldMk cId="255357008" sldId="278"/>
            <ac:picMk id="5" creationId="{000FDB27-B96B-9DF3-1D77-7586EFB5C1B1}"/>
          </ac:picMkLst>
        </pc:picChg>
      </pc:sldChg>
      <pc:sldChg chg="del">
        <pc:chgData name="Sara Muneeb" userId="29b624b1-a719-43f5-9b52-388cd4043c04" providerId="ADAL" clId="{07B87C65-7BF0-4289-BFF5-6A43FACCF6DC}" dt="2022-11-25T04:26:49.041" v="0" actId="47"/>
        <pc:sldMkLst>
          <pc:docMk/>
          <pc:sldMk cId="607249761" sldId="279"/>
        </pc:sldMkLst>
      </pc:sldChg>
      <pc:sldChg chg="modSp new mod">
        <pc:chgData name="Sara Muneeb" userId="29b624b1-a719-43f5-9b52-388cd4043c04" providerId="ADAL" clId="{07B87C65-7BF0-4289-BFF5-6A43FACCF6DC}" dt="2022-11-29T08:46:51.670" v="1505" actId="5793"/>
        <pc:sldMkLst>
          <pc:docMk/>
          <pc:sldMk cId="1358696121" sldId="279"/>
        </pc:sldMkLst>
        <pc:spChg chg="mod">
          <ac:chgData name="Sara Muneeb" userId="29b624b1-a719-43f5-9b52-388cd4043c04" providerId="ADAL" clId="{07B87C65-7BF0-4289-BFF5-6A43FACCF6DC}" dt="2022-11-29T08:44:36.898" v="1483" actId="20577"/>
          <ac:spMkLst>
            <pc:docMk/>
            <pc:sldMk cId="1358696121" sldId="279"/>
            <ac:spMk id="2" creationId="{0AC444B3-CEC8-2562-5F25-0E7D03AD0226}"/>
          </ac:spMkLst>
        </pc:spChg>
        <pc:spChg chg="mod">
          <ac:chgData name="Sara Muneeb" userId="29b624b1-a719-43f5-9b52-388cd4043c04" providerId="ADAL" clId="{07B87C65-7BF0-4289-BFF5-6A43FACCF6DC}" dt="2022-11-29T08:46:51.670" v="1505" actId="5793"/>
          <ac:spMkLst>
            <pc:docMk/>
            <pc:sldMk cId="1358696121" sldId="279"/>
            <ac:spMk id="3" creationId="{E2D86466-CD8F-B261-B016-6D61855687AC}"/>
          </ac:spMkLst>
        </pc:spChg>
      </pc:sldChg>
      <pc:sldChg chg="del">
        <pc:chgData name="Sara Muneeb" userId="29b624b1-a719-43f5-9b52-388cd4043c04" providerId="ADAL" clId="{07B87C65-7BF0-4289-BFF5-6A43FACCF6DC}" dt="2022-11-25T04:26:49.041" v="0" actId="47"/>
        <pc:sldMkLst>
          <pc:docMk/>
          <pc:sldMk cId="1915487802" sldId="280"/>
        </pc:sldMkLst>
      </pc:sldChg>
      <pc:sldChg chg="modSp new mod ord">
        <pc:chgData name="Sara Muneeb" userId="29b624b1-a719-43f5-9b52-388cd4043c04" providerId="ADAL" clId="{07B87C65-7BF0-4289-BFF5-6A43FACCF6DC}" dt="2022-11-29T11:25:44.196" v="2666"/>
        <pc:sldMkLst>
          <pc:docMk/>
          <pc:sldMk cId="2517784485" sldId="280"/>
        </pc:sldMkLst>
        <pc:spChg chg="mod">
          <ac:chgData name="Sara Muneeb" userId="29b624b1-a719-43f5-9b52-388cd4043c04" providerId="ADAL" clId="{07B87C65-7BF0-4289-BFF5-6A43FACCF6DC}" dt="2022-11-29T08:47:36.775" v="1526" actId="20577"/>
          <ac:spMkLst>
            <pc:docMk/>
            <pc:sldMk cId="2517784485" sldId="280"/>
            <ac:spMk id="2" creationId="{39FA079D-7B41-B4C7-D776-EA71FE7D9226}"/>
          </ac:spMkLst>
        </pc:spChg>
        <pc:spChg chg="mod">
          <ac:chgData name="Sara Muneeb" userId="29b624b1-a719-43f5-9b52-388cd4043c04" providerId="ADAL" clId="{07B87C65-7BF0-4289-BFF5-6A43FACCF6DC}" dt="2022-11-29T09:13:12.395" v="1546" actId="20577"/>
          <ac:spMkLst>
            <pc:docMk/>
            <pc:sldMk cId="2517784485" sldId="280"/>
            <ac:spMk id="3" creationId="{BFAF7095-93AA-FC88-CA00-086F34A6F5DB}"/>
          </ac:spMkLst>
        </pc:spChg>
      </pc:sldChg>
      <pc:sldChg chg="addSp delSp modSp new mod">
        <pc:chgData name="Sara Muneeb" userId="29b624b1-a719-43f5-9b52-388cd4043c04" providerId="ADAL" clId="{07B87C65-7BF0-4289-BFF5-6A43FACCF6DC}" dt="2022-11-29T11:25:19.531" v="2663" actId="20577"/>
        <pc:sldMkLst>
          <pc:docMk/>
          <pc:sldMk cId="2369126632" sldId="281"/>
        </pc:sldMkLst>
        <pc:spChg chg="mod">
          <ac:chgData name="Sara Muneeb" userId="29b624b1-a719-43f5-9b52-388cd4043c04" providerId="ADAL" clId="{07B87C65-7BF0-4289-BFF5-6A43FACCF6DC}" dt="2022-11-29T11:25:19.531" v="2663" actId="20577"/>
          <ac:spMkLst>
            <pc:docMk/>
            <pc:sldMk cId="2369126632" sldId="281"/>
            <ac:spMk id="2" creationId="{7E28A6A1-DD59-FC39-3A17-A548CE73C800}"/>
          </ac:spMkLst>
        </pc:spChg>
        <pc:spChg chg="del mod">
          <ac:chgData name="Sara Muneeb" userId="29b624b1-a719-43f5-9b52-388cd4043c04" providerId="ADAL" clId="{07B87C65-7BF0-4289-BFF5-6A43FACCF6DC}" dt="2022-11-29T09:27:23.796" v="1643"/>
          <ac:spMkLst>
            <pc:docMk/>
            <pc:sldMk cId="2369126632" sldId="281"/>
            <ac:spMk id="3" creationId="{0DB19D48-5A32-4006-5F22-CF4990FCA0B3}"/>
          </ac:spMkLst>
        </pc:spChg>
        <pc:spChg chg="add mod">
          <ac:chgData name="Sara Muneeb" userId="29b624b1-a719-43f5-9b52-388cd4043c04" providerId="ADAL" clId="{07B87C65-7BF0-4289-BFF5-6A43FACCF6DC}" dt="2022-11-29T09:31:48.234" v="1825" actId="20577"/>
          <ac:spMkLst>
            <pc:docMk/>
            <pc:sldMk cId="2369126632" sldId="281"/>
            <ac:spMk id="4" creationId="{599628CE-9B8F-99C5-1CE2-055D98535E98}"/>
          </ac:spMkLst>
        </pc:spChg>
        <pc:picChg chg="add del mod">
          <ac:chgData name="Sara Muneeb" userId="29b624b1-a719-43f5-9b52-388cd4043c04" providerId="ADAL" clId="{07B87C65-7BF0-4289-BFF5-6A43FACCF6DC}" dt="2022-11-29T09:30:00.537" v="1648" actId="478"/>
          <ac:picMkLst>
            <pc:docMk/>
            <pc:sldMk cId="2369126632" sldId="281"/>
            <ac:picMk id="1026" creationId="{0067553B-466B-F9DF-E16D-7255EC40F64E}"/>
          </ac:picMkLst>
        </pc:picChg>
      </pc:sldChg>
      <pc:sldChg chg="del">
        <pc:chgData name="Sara Muneeb" userId="29b624b1-a719-43f5-9b52-388cd4043c04" providerId="ADAL" clId="{07B87C65-7BF0-4289-BFF5-6A43FACCF6DC}" dt="2022-11-25T04:26:49.041" v="0" actId="47"/>
        <pc:sldMkLst>
          <pc:docMk/>
          <pc:sldMk cId="3190139180" sldId="281"/>
        </pc:sldMkLst>
      </pc:sldChg>
      <pc:sldChg chg="modSp new mod ord">
        <pc:chgData name="Sara Muneeb" userId="29b624b1-a719-43f5-9b52-388cd4043c04" providerId="ADAL" clId="{07B87C65-7BF0-4289-BFF5-6A43FACCF6DC}" dt="2022-11-29T11:25:24.632" v="2664"/>
        <pc:sldMkLst>
          <pc:docMk/>
          <pc:sldMk cId="2392264234" sldId="282"/>
        </pc:sldMkLst>
        <pc:spChg chg="mod">
          <ac:chgData name="Sara Muneeb" userId="29b624b1-a719-43f5-9b52-388cd4043c04" providerId="ADAL" clId="{07B87C65-7BF0-4289-BFF5-6A43FACCF6DC}" dt="2022-11-29T11:25:24.632" v="2664"/>
          <ac:spMkLst>
            <pc:docMk/>
            <pc:sldMk cId="2392264234" sldId="282"/>
            <ac:spMk id="2" creationId="{17557D2D-1682-02E7-4908-A91756A1B878}"/>
          </ac:spMkLst>
        </pc:spChg>
        <pc:spChg chg="mod">
          <ac:chgData name="Sara Muneeb" userId="29b624b1-a719-43f5-9b52-388cd4043c04" providerId="ADAL" clId="{07B87C65-7BF0-4289-BFF5-6A43FACCF6DC}" dt="2022-11-29T09:36:38.540" v="1983" actId="20577"/>
          <ac:spMkLst>
            <pc:docMk/>
            <pc:sldMk cId="2392264234" sldId="282"/>
            <ac:spMk id="3" creationId="{CD034C90-F797-E818-8131-91E382ACE961}"/>
          </ac:spMkLst>
        </pc:spChg>
      </pc:sldChg>
      <pc:sldChg chg="del">
        <pc:chgData name="Sara Muneeb" userId="29b624b1-a719-43f5-9b52-388cd4043c04" providerId="ADAL" clId="{07B87C65-7BF0-4289-BFF5-6A43FACCF6DC}" dt="2022-11-25T04:26:49.041" v="0" actId="47"/>
        <pc:sldMkLst>
          <pc:docMk/>
          <pc:sldMk cId="2415073261" sldId="282"/>
        </pc:sldMkLst>
      </pc:sldChg>
      <pc:sldChg chg="modSp new mod ord">
        <pc:chgData name="Sara Muneeb" userId="29b624b1-a719-43f5-9b52-388cd4043c04" providerId="ADAL" clId="{07B87C65-7BF0-4289-BFF5-6A43FACCF6DC}" dt="2022-11-29T11:24:52.583" v="2646"/>
        <pc:sldMkLst>
          <pc:docMk/>
          <pc:sldMk cId="2561454925" sldId="283"/>
        </pc:sldMkLst>
        <pc:spChg chg="mod">
          <ac:chgData name="Sara Muneeb" userId="29b624b1-a719-43f5-9b52-388cd4043c04" providerId="ADAL" clId="{07B87C65-7BF0-4289-BFF5-6A43FACCF6DC}" dt="2022-11-29T09:40:37.774" v="2001" actId="20577"/>
          <ac:spMkLst>
            <pc:docMk/>
            <pc:sldMk cId="2561454925" sldId="283"/>
            <ac:spMk id="2" creationId="{E036136D-D5CA-6B80-32CB-D1AABFAF2705}"/>
          </ac:spMkLst>
        </pc:spChg>
        <pc:spChg chg="mod">
          <ac:chgData name="Sara Muneeb" userId="29b624b1-a719-43f5-9b52-388cd4043c04" providerId="ADAL" clId="{07B87C65-7BF0-4289-BFF5-6A43FACCF6DC}" dt="2022-11-29T10:44:51.078" v="2097" actId="20577"/>
          <ac:spMkLst>
            <pc:docMk/>
            <pc:sldMk cId="2561454925" sldId="283"/>
            <ac:spMk id="3" creationId="{8257ED5A-40DC-CC92-7BDA-C75BA13ADFB1}"/>
          </ac:spMkLst>
        </pc:spChg>
      </pc:sldChg>
      <pc:sldChg chg="del">
        <pc:chgData name="Sara Muneeb" userId="29b624b1-a719-43f5-9b52-388cd4043c04" providerId="ADAL" clId="{07B87C65-7BF0-4289-BFF5-6A43FACCF6DC}" dt="2022-11-25T04:26:49.041" v="0" actId="47"/>
        <pc:sldMkLst>
          <pc:docMk/>
          <pc:sldMk cId="3214258101" sldId="283"/>
        </pc:sldMkLst>
      </pc:sldChg>
      <pc:sldChg chg="del">
        <pc:chgData name="Sara Muneeb" userId="29b624b1-a719-43f5-9b52-388cd4043c04" providerId="ADAL" clId="{07B87C65-7BF0-4289-BFF5-6A43FACCF6DC}" dt="2022-11-25T04:26:49.041" v="0" actId="47"/>
        <pc:sldMkLst>
          <pc:docMk/>
          <pc:sldMk cId="2598223408" sldId="284"/>
        </pc:sldMkLst>
      </pc:sldChg>
      <pc:sldChg chg="addSp delSp modSp new mod">
        <pc:chgData name="Sara Muneeb" userId="29b624b1-a719-43f5-9b52-388cd4043c04" providerId="ADAL" clId="{07B87C65-7BF0-4289-BFF5-6A43FACCF6DC}" dt="2022-11-29T11:26:50.100" v="2696" actId="20577"/>
        <pc:sldMkLst>
          <pc:docMk/>
          <pc:sldMk cId="3142686621" sldId="284"/>
        </pc:sldMkLst>
        <pc:spChg chg="mod">
          <ac:chgData name="Sara Muneeb" userId="29b624b1-a719-43f5-9b52-388cd4043c04" providerId="ADAL" clId="{07B87C65-7BF0-4289-BFF5-6A43FACCF6DC}" dt="2022-11-29T11:26:50.100" v="2696" actId="20577"/>
          <ac:spMkLst>
            <pc:docMk/>
            <pc:sldMk cId="3142686621" sldId="284"/>
            <ac:spMk id="2" creationId="{74117765-1FD5-FAA9-A764-A434AFD4928A}"/>
          </ac:spMkLst>
        </pc:spChg>
        <pc:spChg chg="del">
          <ac:chgData name="Sara Muneeb" userId="29b624b1-a719-43f5-9b52-388cd4043c04" providerId="ADAL" clId="{07B87C65-7BF0-4289-BFF5-6A43FACCF6DC}" dt="2022-11-29T11:14:16.888" v="2505" actId="22"/>
          <ac:spMkLst>
            <pc:docMk/>
            <pc:sldMk cId="3142686621" sldId="284"/>
            <ac:spMk id="3" creationId="{53AE8B04-5B04-101B-B82B-C156A44C51D5}"/>
          </ac:spMkLst>
        </pc:spChg>
        <pc:spChg chg="add mod">
          <ac:chgData name="Sara Muneeb" userId="29b624b1-a719-43f5-9b52-388cd4043c04" providerId="ADAL" clId="{07B87C65-7BF0-4289-BFF5-6A43FACCF6DC}" dt="2022-11-29T11:14:57.358" v="2512" actId="20577"/>
          <ac:spMkLst>
            <pc:docMk/>
            <pc:sldMk cId="3142686621" sldId="284"/>
            <ac:spMk id="7" creationId="{FD406F00-5ED0-A147-5F22-31FA3D8A95F0}"/>
          </ac:spMkLst>
        </pc:spChg>
        <pc:picChg chg="add mod ord">
          <ac:chgData name="Sara Muneeb" userId="29b624b1-a719-43f5-9b52-388cd4043c04" providerId="ADAL" clId="{07B87C65-7BF0-4289-BFF5-6A43FACCF6DC}" dt="2022-11-29T11:15:11.673" v="2514" actId="1076"/>
          <ac:picMkLst>
            <pc:docMk/>
            <pc:sldMk cId="3142686621" sldId="284"/>
            <ac:picMk id="5" creationId="{DCEE26BA-8BAD-D1FD-CCBB-DB5E5FAD6285}"/>
          </ac:picMkLst>
        </pc:picChg>
      </pc:sldChg>
      <pc:sldChg chg="del">
        <pc:chgData name="Sara Muneeb" userId="29b624b1-a719-43f5-9b52-388cd4043c04" providerId="ADAL" clId="{07B87C65-7BF0-4289-BFF5-6A43FACCF6DC}" dt="2022-11-25T04:26:49.041" v="0" actId="47"/>
        <pc:sldMkLst>
          <pc:docMk/>
          <pc:sldMk cId="1163340828" sldId="285"/>
        </pc:sldMkLst>
      </pc:sldChg>
      <pc:sldChg chg="modSp new mod">
        <pc:chgData name="Sara Muneeb" userId="29b624b1-a719-43f5-9b52-388cd4043c04" providerId="ADAL" clId="{07B87C65-7BF0-4289-BFF5-6A43FACCF6DC}" dt="2022-11-29T11:25:57.800" v="2674" actId="20577"/>
        <pc:sldMkLst>
          <pc:docMk/>
          <pc:sldMk cId="1885256380" sldId="285"/>
        </pc:sldMkLst>
        <pc:spChg chg="mod">
          <ac:chgData name="Sara Muneeb" userId="29b624b1-a719-43f5-9b52-388cd4043c04" providerId="ADAL" clId="{07B87C65-7BF0-4289-BFF5-6A43FACCF6DC}" dt="2022-11-29T11:25:57.800" v="2674" actId="20577"/>
          <ac:spMkLst>
            <pc:docMk/>
            <pc:sldMk cId="1885256380" sldId="285"/>
            <ac:spMk id="2" creationId="{669A6618-CED7-C31D-FC22-6F7BB9CA64DD}"/>
          </ac:spMkLst>
        </pc:spChg>
        <pc:spChg chg="mod">
          <ac:chgData name="Sara Muneeb" userId="29b624b1-a719-43f5-9b52-388cd4043c04" providerId="ADAL" clId="{07B87C65-7BF0-4289-BFF5-6A43FACCF6DC}" dt="2022-11-29T10:59:12.436" v="2283" actId="5793"/>
          <ac:spMkLst>
            <pc:docMk/>
            <pc:sldMk cId="1885256380" sldId="285"/>
            <ac:spMk id="3" creationId="{44CCEE1F-4C9A-E669-373A-F73A8BEFC6AB}"/>
          </ac:spMkLst>
        </pc:spChg>
      </pc:sldChg>
      <pc:sldChg chg="addSp modSp new mod">
        <pc:chgData name="Sara Muneeb" userId="29b624b1-a719-43f5-9b52-388cd4043c04" providerId="ADAL" clId="{07B87C65-7BF0-4289-BFF5-6A43FACCF6DC}" dt="2022-11-29T11:04:29.199" v="2444" actId="123"/>
        <pc:sldMkLst>
          <pc:docMk/>
          <pc:sldMk cId="3176274497" sldId="286"/>
        </pc:sldMkLst>
        <pc:spChg chg="mod">
          <ac:chgData name="Sara Muneeb" userId="29b624b1-a719-43f5-9b52-388cd4043c04" providerId="ADAL" clId="{07B87C65-7BF0-4289-BFF5-6A43FACCF6DC}" dt="2022-11-29T11:02:07.060" v="2303" actId="20577"/>
          <ac:spMkLst>
            <pc:docMk/>
            <pc:sldMk cId="3176274497" sldId="286"/>
            <ac:spMk id="2" creationId="{F609F421-FABD-2DC4-A9CF-DFA524163C8A}"/>
          </ac:spMkLst>
        </pc:spChg>
        <pc:spChg chg="mod">
          <ac:chgData name="Sara Muneeb" userId="29b624b1-a719-43f5-9b52-388cd4043c04" providerId="ADAL" clId="{07B87C65-7BF0-4289-BFF5-6A43FACCF6DC}" dt="2022-11-29T11:04:29.199" v="2444" actId="123"/>
          <ac:spMkLst>
            <pc:docMk/>
            <pc:sldMk cId="3176274497" sldId="286"/>
            <ac:spMk id="3" creationId="{ED570677-F200-ACEB-DF90-6F9261439FE0}"/>
          </ac:spMkLst>
        </pc:spChg>
        <pc:picChg chg="add mod">
          <ac:chgData name="Sara Muneeb" userId="29b624b1-a719-43f5-9b52-388cd4043c04" providerId="ADAL" clId="{07B87C65-7BF0-4289-BFF5-6A43FACCF6DC}" dt="2022-11-29T11:04:23.264" v="2443" actId="1076"/>
          <ac:picMkLst>
            <pc:docMk/>
            <pc:sldMk cId="3176274497" sldId="286"/>
            <ac:picMk id="5" creationId="{C4949DA2-4E8C-08B4-80BE-003ACAAF81CF}"/>
          </ac:picMkLst>
        </pc:picChg>
      </pc:sldChg>
      <pc:sldChg chg="del">
        <pc:chgData name="Sara Muneeb" userId="29b624b1-a719-43f5-9b52-388cd4043c04" providerId="ADAL" clId="{07B87C65-7BF0-4289-BFF5-6A43FACCF6DC}" dt="2022-11-25T04:26:49.041" v="0" actId="47"/>
        <pc:sldMkLst>
          <pc:docMk/>
          <pc:sldMk cId="3764304900" sldId="286"/>
        </pc:sldMkLst>
      </pc:sldChg>
      <pc:sldChg chg="del">
        <pc:chgData name="Sara Muneeb" userId="29b624b1-a719-43f5-9b52-388cd4043c04" providerId="ADAL" clId="{07B87C65-7BF0-4289-BFF5-6A43FACCF6DC}" dt="2022-11-25T04:26:49.041" v="0" actId="47"/>
        <pc:sldMkLst>
          <pc:docMk/>
          <pc:sldMk cId="610554424" sldId="287"/>
        </pc:sldMkLst>
      </pc:sldChg>
      <pc:sldChg chg="addSp delSp modSp new mod">
        <pc:chgData name="Sara Muneeb" userId="29b624b1-a719-43f5-9b52-388cd4043c04" providerId="ADAL" clId="{07B87C65-7BF0-4289-BFF5-6A43FACCF6DC}" dt="2022-11-29T11:18:03.399" v="2633" actId="20577"/>
        <pc:sldMkLst>
          <pc:docMk/>
          <pc:sldMk cId="957256394" sldId="287"/>
        </pc:sldMkLst>
        <pc:spChg chg="mod">
          <ac:chgData name="Sara Muneeb" userId="29b624b1-a719-43f5-9b52-388cd4043c04" providerId="ADAL" clId="{07B87C65-7BF0-4289-BFF5-6A43FACCF6DC}" dt="2022-11-29T11:18:03.399" v="2633" actId="20577"/>
          <ac:spMkLst>
            <pc:docMk/>
            <pc:sldMk cId="957256394" sldId="287"/>
            <ac:spMk id="2" creationId="{476E1F84-7DB8-78A2-F113-374714747B10}"/>
          </ac:spMkLst>
        </pc:spChg>
        <pc:spChg chg="del">
          <ac:chgData name="Sara Muneeb" userId="29b624b1-a719-43f5-9b52-388cd4043c04" providerId="ADAL" clId="{07B87C65-7BF0-4289-BFF5-6A43FACCF6DC}" dt="2022-11-29T11:15:33.173" v="2516" actId="22"/>
          <ac:spMkLst>
            <pc:docMk/>
            <pc:sldMk cId="957256394" sldId="287"/>
            <ac:spMk id="3" creationId="{25D8C5BD-5260-E044-E3D8-3BBCB89A6D4D}"/>
          </ac:spMkLst>
        </pc:spChg>
        <pc:spChg chg="add mod">
          <ac:chgData name="Sara Muneeb" userId="29b624b1-a719-43f5-9b52-388cd4043c04" providerId="ADAL" clId="{07B87C65-7BF0-4289-BFF5-6A43FACCF6DC}" dt="2022-11-29T11:15:59.920" v="2525" actId="1036"/>
          <ac:spMkLst>
            <pc:docMk/>
            <pc:sldMk cId="957256394" sldId="287"/>
            <ac:spMk id="7" creationId="{D131E308-2B61-DDCD-31BA-B3467F85EA57}"/>
          </ac:spMkLst>
        </pc:spChg>
        <pc:picChg chg="add mod ord">
          <ac:chgData name="Sara Muneeb" userId="29b624b1-a719-43f5-9b52-388cd4043c04" providerId="ADAL" clId="{07B87C65-7BF0-4289-BFF5-6A43FACCF6DC}" dt="2022-11-29T11:16:05.019" v="2530" actId="1037"/>
          <ac:picMkLst>
            <pc:docMk/>
            <pc:sldMk cId="957256394" sldId="287"/>
            <ac:picMk id="5" creationId="{0303B0A9-A161-5381-EFD5-5FAC6D5FDCFD}"/>
          </ac:picMkLst>
        </pc:picChg>
      </pc:sldChg>
      <pc:sldChg chg="addSp delSp modSp new mod">
        <pc:chgData name="Sara Muneeb" userId="29b624b1-a719-43f5-9b52-388cd4043c04" providerId="ADAL" clId="{07B87C65-7BF0-4289-BFF5-6A43FACCF6DC}" dt="2022-11-29T11:20:53.590" v="2642" actId="1076"/>
        <pc:sldMkLst>
          <pc:docMk/>
          <pc:sldMk cId="927710118" sldId="288"/>
        </pc:sldMkLst>
        <pc:spChg chg="mod">
          <ac:chgData name="Sara Muneeb" userId="29b624b1-a719-43f5-9b52-388cd4043c04" providerId="ADAL" clId="{07B87C65-7BF0-4289-BFF5-6A43FACCF6DC}" dt="2022-11-29T11:20:41.871" v="2640" actId="20577"/>
          <ac:spMkLst>
            <pc:docMk/>
            <pc:sldMk cId="927710118" sldId="288"/>
            <ac:spMk id="2" creationId="{DB52FACB-75BA-A7AB-3AA4-842CDD8A7E3F}"/>
          </ac:spMkLst>
        </pc:spChg>
        <pc:spChg chg="del">
          <ac:chgData name="Sara Muneeb" userId="29b624b1-a719-43f5-9b52-388cd4043c04" providerId="ADAL" clId="{07B87C65-7BF0-4289-BFF5-6A43FACCF6DC}" dt="2022-11-29T11:16:51.904" v="2532" actId="22"/>
          <ac:spMkLst>
            <pc:docMk/>
            <pc:sldMk cId="927710118" sldId="288"/>
            <ac:spMk id="3" creationId="{3548B374-4C18-7363-2801-010C1A1AAB20}"/>
          </ac:spMkLst>
        </pc:spChg>
        <pc:spChg chg="add mod">
          <ac:chgData name="Sara Muneeb" userId="29b624b1-a719-43f5-9b52-388cd4043c04" providerId="ADAL" clId="{07B87C65-7BF0-4289-BFF5-6A43FACCF6DC}" dt="2022-11-29T11:17:57.874" v="2626" actId="1076"/>
          <ac:spMkLst>
            <pc:docMk/>
            <pc:sldMk cId="927710118" sldId="288"/>
            <ac:spMk id="8" creationId="{7DABC08A-4031-F839-EC45-62FF3A0DD116}"/>
          </ac:spMkLst>
        </pc:spChg>
        <pc:picChg chg="add mod ord">
          <ac:chgData name="Sara Muneeb" userId="29b624b1-a719-43f5-9b52-388cd4043c04" providerId="ADAL" clId="{07B87C65-7BF0-4289-BFF5-6A43FACCF6DC}" dt="2022-11-29T11:20:53.590" v="2642" actId="1076"/>
          <ac:picMkLst>
            <pc:docMk/>
            <pc:sldMk cId="927710118" sldId="288"/>
            <ac:picMk id="5" creationId="{1A3C4100-CD8F-FE69-91DF-75AC87737D0C}"/>
          </ac:picMkLst>
        </pc:picChg>
        <pc:picChg chg="add mod">
          <ac:chgData name="Sara Muneeb" userId="29b624b1-a719-43f5-9b52-388cd4043c04" providerId="ADAL" clId="{07B87C65-7BF0-4289-BFF5-6A43FACCF6DC}" dt="2022-11-29T11:17:03.385" v="2534" actId="571"/>
          <ac:picMkLst>
            <pc:docMk/>
            <pc:sldMk cId="927710118" sldId="288"/>
            <ac:picMk id="6" creationId="{9D137113-722F-DA2C-2BAA-8FEC6FECF4AE}"/>
          </ac:picMkLst>
        </pc:picChg>
      </pc:sldChg>
      <pc:sldChg chg="del">
        <pc:chgData name="Sara Muneeb" userId="29b624b1-a719-43f5-9b52-388cd4043c04" providerId="ADAL" clId="{07B87C65-7BF0-4289-BFF5-6A43FACCF6DC}" dt="2022-11-25T04:26:49.041" v="0" actId="47"/>
        <pc:sldMkLst>
          <pc:docMk/>
          <pc:sldMk cId="3020482031" sldId="288"/>
        </pc:sldMkLst>
      </pc:sldChg>
      <pc:sldChg chg="del">
        <pc:chgData name="Sara Muneeb" userId="29b624b1-a719-43f5-9b52-388cd4043c04" providerId="ADAL" clId="{07B87C65-7BF0-4289-BFF5-6A43FACCF6DC}" dt="2022-11-25T04:26:49.041" v="0" actId="47"/>
        <pc:sldMkLst>
          <pc:docMk/>
          <pc:sldMk cId="25240944" sldId="289"/>
        </pc:sldMkLst>
      </pc:sldChg>
      <pc:sldChg chg="modSp new mod">
        <pc:chgData name="Sara Muneeb" userId="29b624b1-a719-43f5-9b52-388cd4043c04" providerId="ADAL" clId="{07B87C65-7BF0-4289-BFF5-6A43FACCF6DC}" dt="2022-11-29T11:34:15.723" v="2762" actId="20577"/>
        <pc:sldMkLst>
          <pc:docMk/>
          <pc:sldMk cId="3407071435" sldId="289"/>
        </pc:sldMkLst>
        <pc:spChg chg="mod">
          <ac:chgData name="Sara Muneeb" userId="29b624b1-a719-43f5-9b52-388cd4043c04" providerId="ADAL" clId="{07B87C65-7BF0-4289-BFF5-6A43FACCF6DC}" dt="2022-11-29T11:28:36.147" v="2726" actId="20577"/>
          <ac:spMkLst>
            <pc:docMk/>
            <pc:sldMk cId="3407071435" sldId="289"/>
            <ac:spMk id="2" creationId="{D2E5623C-D4C2-E389-A25D-D4D07CE0D85B}"/>
          </ac:spMkLst>
        </pc:spChg>
        <pc:spChg chg="mod">
          <ac:chgData name="Sara Muneeb" userId="29b624b1-a719-43f5-9b52-388cd4043c04" providerId="ADAL" clId="{07B87C65-7BF0-4289-BFF5-6A43FACCF6DC}" dt="2022-11-29T11:34:15.723" v="2762" actId="20577"/>
          <ac:spMkLst>
            <pc:docMk/>
            <pc:sldMk cId="3407071435" sldId="289"/>
            <ac:spMk id="3" creationId="{47C376BF-7C97-832F-EA94-30F6672F5B6F}"/>
          </ac:spMkLst>
        </pc:spChg>
      </pc:sldChg>
      <pc:sldChg chg="del">
        <pc:chgData name="Sara Muneeb" userId="29b624b1-a719-43f5-9b52-388cd4043c04" providerId="ADAL" clId="{07B87C65-7BF0-4289-BFF5-6A43FACCF6DC}" dt="2022-11-25T04:26:49.041" v="0" actId="47"/>
        <pc:sldMkLst>
          <pc:docMk/>
          <pc:sldMk cId="2249725786" sldId="290"/>
        </pc:sldMkLst>
      </pc:sldChg>
      <pc:sldChg chg="modSp new mod">
        <pc:chgData name="Sara Muneeb" userId="29b624b1-a719-43f5-9b52-388cd4043c04" providerId="ADAL" clId="{07B87C65-7BF0-4289-BFF5-6A43FACCF6DC}" dt="2022-11-29T11:28:11.711" v="2723"/>
        <pc:sldMkLst>
          <pc:docMk/>
          <pc:sldMk cId="2531843012" sldId="290"/>
        </pc:sldMkLst>
        <pc:spChg chg="mod">
          <ac:chgData name="Sara Muneeb" userId="29b624b1-a719-43f5-9b52-388cd4043c04" providerId="ADAL" clId="{07B87C65-7BF0-4289-BFF5-6A43FACCF6DC}" dt="2022-11-29T11:26:56.876" v="2698"/>
          <ac:spMkLst>
            <pc:docMk/>
            <pc:sldMk cId="2531843012" sldId="290"/>
            <ac:spMk id="2" creationId="{E42D7C93-6859-A3C0-85DF-07EE3EB0D51B}"/>
          </ac:spMkLst>
        </pc:spChg>
        <pc:spChg chg="mod">
          <ac:chgData name="Sara Muneeb" userId="29b624b1-a719-43f5-9b52-388cd4043c04" providerId="ADAL" clId="{07B87C65-7BF0-4289-BFF5-6A43FACCF6DC}" dt="2022-11-29T11:28:11.711" v="2723"/>
          <ac:spMkLst>
            <pc:docMk/>
            <pc:sldMk cId="2531843012" sldId="290"/>
            <ac:spMk id="3" creationId="{1B394C12-627F-A0C6-6B91-25D8641D5311}"/>
          </ac:spMkLst>
        </pc:spChg>
      </pc:sldChg>
      <pc:sldChg chg="modSp new mod">
        <pc:chgData name="Sara Muneeb" userId="29b624b1-a719-43f5-9b52-388cd4043c04" providerId="ADAL" clId="{07B87C65-7BF0-4289-BFF5-6A43FACCF6DC}" dt="2022-11-29T11:42:45.521" v="2771" actId="123"/>
        <pc:sldMkLst>
          <pc:docMk/>
          <pc:sldMk cId="86561532" sldId="291"/>
        </pc:sldMkLst>
        <pc:spChg chg="mod">
          <ac:chgData name="Sara Muneeb" userId="29b624b1-a719-43f5-9b52-388cd4043c04" providerId="ADAL" clId="{07B87C65-7BF0-4289-BFF5-6A43FACCF6DC}" dt="2022-11-29T11:35:33.419" v="2764"/>
          <ac:spMkLst>
            <pc:docMk/>
            <pc:sldMk cId="86561532" sldId="291"/>
            <ac:spMk id="2" creationId="{50AF3626-0B7A-8E58-8059-7315E2D5F4D6}"/>
          </ac:spMkLst>
        </pc:spChg>
        <pc:spChg chg="mod">
          <ac:chgData name="Sara Muneeb" userId="29b624b1-a719-43f5-9b52-388cd4043c04" providerId="ADAL" clId="{07B87C65-7BF0-4289-BFF5-6A43FACCF6DC}" dt="2022-11-29T11:42:45.521" v="2771" actId="123"/>
          <ac:spMkLst>
            <pc:docMk/>
            <pc:sldMk cId="86561532" sldId="291"/>
            <ac:spMk id="3" creationId="{1DA344A0-0273-7FBC-0C27-BFE1398E5277}"/>
          </ac:spMkLst>
        </pc:spChg>
      </pc:sldChg>
      <pc:sldChg chg="del">
        <pc:chgData name="Sara Muneeb" userId="29b624b1-a719-43f5-9b52-388cd4043c04" providerId="ADAL" clId="{07B87C65-7BF0-4289-BFF5-6A43FACCF6DC}" dt="2022-11-25T04:26:49.041" v="0" actId="47"/>
        <pc:sldMkLst>
          <pc:docMk/>
          <pc:sldMk cId="3610408976" sldId="291"/>
        </pc:sldMkLst>
      </pc:sldChg>
      <pc:sldChg chg="del">
        <pc:chgData name="Sara Muneeb" userId="29b624b1-a719-43f5-9b52-388cd4043c04" providerId="ADAL" clId="{07B87C65-7BF0-4289-BFF5-6A43FACCF6DC}" dt="2022-11-25T04:26:49.041" v="0" actId="47"/>
        <pc:sldMkLst>
          <pc:docMk/>
          <pc:sldMk cId="192924341" sldId="292"/>
        </pc:sldMkLst>
      </pc:sldChg>
      <pc:sldChg chg="addSp delSp modSp new mod">
        <pc:chgData name="Sara Muneeb" userId="29b624b1-a719-43f5-9b52-388cd4043c04" providerId="ADAL" clId="{07B87C65-7BF0-4289-BFF5-6A43FACCF6DC}" dt="2022-11-29T11:45:20.243" v="2790" actId="1035"/>
        <pc:sldMkLst>
          <pc:docMk/>
          <pc:sldMk cId="1372548100" sldId="292"/>
        </pc:sldMkLst>
        <pc:spChg chg="mod">
          <ac:chgData name="Sara Muneeb" userId="29b624b1-a719-43f5-9b52-388cd4043c04" providerId="ADAL" clId="{07B87C65-7BF0-4289-BFF5-6A43FACCF6DC}" dt="2022-11-29T11:43:42.642" v="2775" actId="20577"/>
          <ac:spMkLst>
            <pc:docMk/>
            <pc:sldMk cId="1372548100" sldId="292"/>
            <ac:spMk id="2" creationId="{897DCEC5-A4CA-1A35-FFB9-CEB4FA7745D0}"/>
          </ac:spMkLst>
        </pc:spChg>
        <pc:spChg chg="del">
          <ac:chgData name="Sara Muneeb" userId="29b624b1-a719-43f5-9b52-388cd4043c04" providerId="ADAL" clId="{07B87C65-7BF0-4289-BFF5-6A43FACCF6DC}" dt="2022-11-29T11:44:46.150" v="2776" actId="22"/>
          <ac:spMkLst>
            <pc:docMk/>
            <pc:sldMk cId="1372548100" sldId="292"/>
            <ac:spMk id="3" creationId="{8F76EA25-8077-4704-1F7C-18BAE8207F10}"/>
          </ac:spMkLst>
        </pc:spChg>
        <pc:spChg chg="add mod">
          <ac:chgData name="Sara Muneeb" userId="29b624b1-a719-43f5-9b52-388cd4043c04" providerId="ADAL" clId="{07B87C65-7BF0-4289-BFF5-6A43FACCF6DC}" dt="2022-11-29T11:45:20.243" v="2790" actId="1035"/>
          <ac:spMkLst>
            <pc:docMk/>
            <pc:sldMk cId="1372548100" sldId="292"/>
            <ac:spMk id="7" creationId="{A0F71DF1-5FB7-8367-4AF9-6471CE300FBF}"/>
          </ac:spMkLst>
        </pc:spChg>
        <pc:picChg chg="add mod ord">
          <ac:chgData name="Sara Muneeb" userId="29b624b1-a719-43f5-9b52-388cd4043c04" providerId="ADAL" clId="{07B87C65-7BF0-4289-BFF5-6A43FACCF6DC}" dt="2022-11-29T11:45:14.933" v="2789" actId="1038"/>
          <ac:picMkLst>
            <pc:docMk/>
            <pc:sldMk cId="1372548100" sldId="292"/>
            <ac:picMk id="5" creationId="{7A0C6368-596F-BB5F-A5F0-3650B7F64D5D}"/>
          </ac:picMkLst>
        </pc:picChg>
      </pc:sldChg>
      <pc:sldChg chg="del">
        <pc:chgData name="Sara Muneeb" userId="29b624b1-a719-43f5-9b52-388cd4043c04" providerId="ADAL" clId="{07B87C65-7BF0-4289-BFF5-6A43FACCF6DC}" dt="2022-11-25T04:26:49.041" v="0" actId="47"/>
        <pc:sldMkLst>
          <pc:docMk/>
          <pc:sldMk cId="2012698245" sldId="293"/>
        </pc:sldMkLst>
      </pc:sldChg>
      <pc:sldChg chg="del">
        <pc:chgData name="Sara Muneeb" userId="29b624b1-a719-43f5-9b52-388cd4043c04" providerId="ADAL" clId="{07B87C65-7BF0-4289-BFF5-6A43FACCF6DC}" dt="2022-11-25T04:26:49.041" v="0" actId="47"/>
        <pc:sldMkLst>
          <pc:docMk/>
          <pc:sldMk cId="4002966167" sldId="294"/>
        </pc:sldMkLst>
      </pc:sldChg>
      <pc:sldChg chg="del">
        <pc:chgData name="Sara Muneeb" userId="29b624b1-a719-43f5-9b52-388cd4043c04" providerId="ADAL" clId="{07B87C65-7BF0-4289-BFF5-6A43FACCF6DC}" dt="2022-11-25T04:26:49.041" v="0" actId="47"/>
        <pc:sldMkLst>
          <pc:docMk/>
          <pc:sldMk cId="2954718911" sldId="295"/>
        </pc:sldMkLst>
      </pc:sldChg>
      <pc:sldChg chg="del">
        <pc:chgData name="Sara Muneeb" userId="29b624b1-a719-43f5-9b52-388cd4043c04" providerId="ADAL" clId="{07B87C65-7BF0-4289-BFF5-6A43FACCF6DC}" dt="2022-11-25T04:26:49.041" v="0" actId="47"/>
        <pc:sldMkLst>
          <pc:docMk/>
          <pc:sldMk cId="2279228112" sldId="296"/>
        </pc:sldMkLst>
      </pc:sldChg>
      <pc:sldChg chg="del">
        <pc:chgData name="Sara Muneeb" userId="29b624b1-a719-43f5-9b52-388cd4043c04" providerId="ADAL" clId="{07B87C65-7BF0-4289-BFF5-6A43FACCF6DC}" dt="2022-11-25T04:26:49.041" v="0" actId="47"/>
        <pc:sldMkLst>
          <pc:docMk/>
          <pc:sldMk cId="3713014717" sldId="297"/>
        </pc:sldMkLst>
      </pc:sldChg>
      <pc:sldChg chg="del">
        <pc:chgData name="Sara Muneeb" userId="29b624b1-a719-43f5-9b52-388cd4043c04" providerId="ADAL" clId="{07B87C65-7BF0-4289-BFF5-6A43FACCF6DC}" dt="2022-11-25T04:26:49.041" v="0" actId="47"/>
        <pc:sldMkLst>
          <pc:docMk/>
          <pc:sldMk cId="1079184309" sldId="298"/>
        </pc:sldMkLst>
      </pc:sldChg>
      <pc:sldChg chg="del">
        <pc:chgData name="Sara Muneeb" userId="29b624b1-a719-43f5-9b52-388cd4043c04" providerId="ADAL" clId="{07B87C65-7BF0-4289-BFF5-6A43FACCF6DC}" dt="2022-11-25T04:26:49.041" v="0" actId="47"/>
        <pc:sldMkLst>
          <pc:docMk/>
          <pc:sldMk cId="3554821673" sldId="299"/>
        </pc:sldMkLst>
      </pc:sldChg>
      <pc:sldChg chg="del">
        <pc:chgData name="Sara Muneeb" userId="29b624b1-a719-43f5-9b52-388cd4043c04" providerId="ADAL" clId="{07B87C65-7BF0-4289-BFF5-6A43FACCF6DC}" dt="2022-11-25T04:26:49.041" v="0" actId="47"/>
        <pc:sldMkLst>
          <pc:docMk/>
          <pc:sldMk cId="3411595474" sldId="300"/>
        </pc:sldMkLst>
      </pc:sldChg>
      <pc:sldChg chg="del">
        <pc:chgData name="Sara Muneeb" userId="29b624b1-a719-43f5-9b52-388cd4043c04" providerId="ADAL" clId="{07B87C65-7BF0-4289-BFF5-6A43FACCF6DC}" dt="2022-11-25T04:26:49.041" v="0" actId="47"/>
        <pc:sldMkLst>
          <pc:docMk/>
          <pc:sldMk cId="7699154" sldId="301"/>
        </pc:sldMkLst>
      </pc:sldChg>
      <pc:sldChg chg="del">
        <pc:chgData name="Sara Muneeb" userId="29b624b1-a719-43f5-9b52-388cd4043c04" providerId="ADAL" clId="{07B87C65-7BF0-4289-BFF5-6A43FACCF6DC}" dt="2022-11-25T04:26:49.041" v="0" actId="47"/>
        <pc:sldMkLst>
          <pc:docMk/>
          <pc:sldMk cId="4157430830" sldId="302"/>
        </pc:sldMkLst>
      </pc:sldChg>
      <pc:sldChg chg="del">
        <pc:chgData name="Sara Muneeb" userId="29b624b1-a719-43f5-9b52-388cd4043c04" providerId="ADAL" clId="{07B87C65-7BF0-4289-BFF5-6A43FACCF6DC}" dt="2022-11-25T04:26:49.041" v="0" actId="47"/>
        <pc:sldMkLst>
          <pc:docMk/>
          <pc:sldMk cId="3213821226" sldId="303"/>
        </pc:sldMkLst>
      </pc:sldChg>
      <pc:sldChg chg="del">
        <pc:chgData name="Sara Muneeb" userId="29b624b1-a719-43f5-9b52-388cd4043c04" providerId="ADAL" clId="{07B87C65-7BF0-4289-BFF5-6A43FACCF6DC}" dt="2022-11-25T04:26:49.041" v="0" actId="47"/>
        <pc:sldMkLst>
          <pc:docMk/>
          <pc:sldMk cId="205969955" sldId="304"/>
        </pc:sldMkLst>
      </pc:sldChg>
      <pc:sldChg chg="del">
        <pc:chgData name="Sara Muneeb" userId="29b624b1-a719-43f5-9b52-388cd4043c04" providerId="ADAL" clId="{07B87C65-7BF0-4289-BFF5-6A43FACCF6DC}" dt="2022-11-25T04:26:49.041" v="0" actId="47"/>
        <pc:sldMkLst>
          <pc:docMk/>
          <pc:sldMk cId="3459373187" sldId="305"/>
        </pc:sldMkLst>
      </pc:sldChg>
      <pc:sldChg chg="del">
        <pc:chgData name="Sara Muneeb" userId="29b624b1-a719-43f5-9b52-388cd4043c04" providerId="ADAL" clId="{07B87C65-7BF0-4289-BFF5-6A43FACCF6DC}" dt="2022-11-25T04:26:49.041" v="0" actId="47"/>
        <pc:sldMkLst>
          <pc:docMk/>
          <pc:sldMk cId="4049550503" sldId="306"/>
        </pc:sldMkLst>
      </pc:sldChg>
      <pc:sldChg chg="del">
        <pc:chgData name="Sara Muneeb" userId="29b624b1-a719-43f5-9b52-388cd4043c04" providerId="ADAL" clId="{07B87C65-7BF0-4289-BFF5-6A43FACCF6DC}" dt="2022-11-25T04:26:49.041" v="0" actId="47"/>
        <pc:sldMkLst>
          <pc:docMk/>
          <pc:sldMk cId="3508365302" sldId="307"/>
        </pc:sldMkLst>
      </pc:sldChg>
      <pc:sldChg chg="del">
        <pc:chgData name="Sara Muneeb" userId="29b624b1-a719-43f5-9b52-388cd4043c04" providerId="ADAL" clId="{07B87C65-7BF0-4289-BFF5-6A43FACCF6DC}" dt="2022-11-25T04:26:49.041" v="0" actId="47"/>
        <pc:sldMkLst>
          <pc:docMk/>
          <pc:sldMk cId="4222737946" sldId="308"/>
        </pc:sldMkLst>
      </pc:sldChg>
      <pc:sldChg chg="del">
        <pc:chgData name="Sara Muneeb" userId="29b624b1-a719-43f5-9b52-388cd4043c04" providerId="ADAL" clId="{07B87C65-7BF0-4289-BFF5-6A43FACCF6DC}" dt="2022-11-25T04:26:49.041" v="0" actId="47"/>
        <pc:sldMkLst>
          <pc:docMk/>
          <pc:sldMk cId="547706082" sldId="309"/>
        </pc:sldMkLst>
      </pc:sldChg>
      <pc:sldChg chg="del">
        <pc:chgData name="Sara Muneeb" userId="29b624b1-a719-43f5-9b52-388cd4043c04" providerId="ADAL" clId="{07B87C65-7BF0-4289-BFF5-6A43FACCF6DC}" dt="2022-11-25T04:26:49.041" v="0" actId="47"/>
        <pc:sldMkLst>
          <pc:docMk/>
          <pc:sldMk cId="321608399" sldId="310"/>
        </pc:sldMkLst>
      </pc:sldChg>
      <pc:sldChg chg="del">
        <pc:chgData name="Sara Muneeb" userId="29b624b1-a719-43f5-9b52-388cd4043c04" providerId="ADAL" clId="{07B87C65-7BF0-4289-BFF5-6A43FACCF6DC}" dt="2022-11-25T04:26:49.041" v="0" actId="47"/>
        <pc:sldMkLst>
          <pc:docMk/>
          <pc:sldMk cId="90341570" sldId="311"/>
        </pc:sldMkLst>
      </pc:sldChg>
      <pc:sldChg chg="del">
        <pc:chgData name="Sara Muneeb" userId="29b624b1-a719-43f5-9b52-388cd4043c04" providerId="ADAL" clId="{07B87C65-7BF0-4289-BFF5-6A43FACCF6DC}" dt="2022-11-25T04:26:49.041" v="0" actId="47"/>
        <pc:sldMkLst>
          <pc:docMk/>
          <pc:sldMk cId="1394940076" sldId="312"/>
        </pc:sldMkLst>
      </pc:sldChg>
      <pc:sldChg chg="modSp mod">
        <pc:chgData name="Sara Muneeb" userId="29b624b1-a719-43f5-9b52-388cd4043c04" providerId="ADAL" clId="{07B87C65-7BF0-4289-BFF5-6A43FACCF6DC}" dt="2022-12-06T04:04:56.169" v="2988" actId="27636"/>
        <pc:sldMkLst>
          <pc:docMk/>
          <pc:sldMk cId="2877534449" sldId="312"/>
        </pc:sldMkLst>
        <pc:spChg chg="mod">
          <ac:chgData name="Sara Muneeb" userId="29b624b1-a719-43f5-9b52-388cd4043c04" providerId="ADAL" clId="{07B87C65-7BF0-4289-BFF5-6A43FACCF6DC}" dt="2022-12-06T04:04:56.169" v="2988" actId="27636"/>
          <ac:spMkLst>
            <pc:docMk/>
            <pc:sldMk cId="2877534449" sldId="312"/>
            <ac:spMk id="3" creationId="{FCCD0A07-289D-85C2-1087-F1A4570E8380}"/>
          </ac:spMkLst>
        </pc:spChg>
      </pc:sldChg>
      <pc:sldChg chg="new del">
        <pc:chgData name="Sara Muneeb" userId="29b624b1-a719-43f5-9b52-388cd4043c04" providerId="ADAL" clId="{07B87C65-7BF0-4289-BFF5-6A43FACCF6DC}" dt="2022-12-06T04:47:16.707" v="3608" actId="47"/>
        <pc:sldMkLst>
          <pc:docMk/>
          <pc:sldMk cId="597740062" sldId="313"/>
        </pc:sldMkLst>
      </pc:sldChg>
      <pc:sldChg chg="del">
        <pc:chgData name="Sara Muneeb" userId="29b624b1-a719-43f5-9b52-388cd4043c04" providerId="ADAL" clId="{07B87C65-7BF0-4289-BFF5-6A43FACCF6DC}" dt="2022-11-25T04:26:49.041" v="0" actId="47"/>
        <pc:sldMkLst>
          <pc:docMk/>
          <pc:sldMk cId="1759940775" sldId="313"/>
        </pc:sldMkLst>
      </pc:sldChg>
      <pc:sldChg chg="del">
        <pc:chgData name="Sara Muneeb" userId="29b624b1-a719-43f5-9b52-388cd4043c04" providerId="ADAL" clId="{07B87C65-7BF0-4289-BFF5-6A43FACCF6DC}" dt="2022-11-25T04:26:49.041" v="0" actId="47"/>
        <pc:sldMkLst>
          <pc:docMk/>
          <pc:sldMk cId="2269165914" sldId="314"/>
        </pc:sldMkLst>
      </pc:sldChg>
      <pc:sldChg chg="modSp new mod">
        <pc:chgData name="Sara Muneeb" userId="29b624b1-a719-43f5-9b52-388cd4043c04" providerId="ADAL" clId="{07B87C65-7BF0-4289-BFF5-6A43FACCF6DC}" dt="2022-12-06T04:30:50.123" v="3060" actId="5793"/>
        <pc:sldMkLst>
          <pc:docMk/>
          <pc:sldMk cId="3347304787" sldId="314"/>
        </pc:sldMkLst>
        <pc:spChg chg="mod">
          <ac:chgData name="Sara Muneeb" userId="29b624b1-a719-43f5-9b52-388cd4043c04" providerId="ADAL" clId="{07B87C65-7BF0-4289-BFF5-6A43FACCF6DC}" dt="2022-12-06T04:05:24.419" v="3019" actId="20577"/>
          <ac:spMkLst>
            <pc:docMk/>
            <pc:sldMk cId="3347304787" sldId="314"/>
            <ac:spMk id="2" creationId="{07A518C9-3CA1-6356-CDAA-C0D10987064D}"/>
          </ac:spMkLst>
        </pc:spChg>
        <pc:spChg chg="mod">
          <ac:chgData name="Sara Muneeb" userId="29b624b1-a719-43f5-9b52-388cd4043c04" providerId="ADAL" clId="{07B87C65-7BF0-4289-BFF5-6A43FACCF6DC}" dt="2022-12-06T04:30:50.123" v="3060" actId="5793"/>
          <ac:spMkLst>
            <pc:docMk/>
            <pc:sldMk cId="3347304787" sldId="314"/>
            <ac:spMk id="3" creationId="{56F3B97D-F19B-E175-4023-F27DEAACAA77}"/>
          </ac:spMkLst>
        </pc:spChg>
      </pc:sldChg>
      <pc:sldChg chg="addSp delSp modSp new mod">
        <pc:chgData name="Sara Muneeb" userId="29b624b1-a719-43f5-9b52-388cd4043c04" providerId="ADAL" clId="{07B87C65-7BF0-4289-BFF5-6A43FACCF6DC}" dt="2022-12-06T04:32:25.212" v="3103" actId="1076"/>
        <pc:sldMkLst>
          <pc:docMk/>
          <pc:sldMk cId="1401089230" sldId="315"/>
        </pc:sldMkLst>
        <pc:spChg chg="mod">
          <ac:chgData name="Sara Muneeb" userId="29b624b1-a719-43f5-9b52-388cd4043c04" providerId="ADAL" clId="{07B87C65-7BF0-4289-BFF5-6A43FACCF6DC}" dt="2022-12-06T04:31:31.106" v="3083" actId="20577"/>
          <ac:spMkLst>
            <pc:docMk/>
            <pc:sldMk cId="1401089230" sldId="315"/>
            <ac:spMk id="2" creationId="{006433C3-B2C6-39DC-C62C-A571019231E1}"/>
          </ac:spMkLst>
        </pc:spChg>
        <pc:spChg chg="del">
          <ac:chgData name="Sara Muneeb" userId="29b624b1-a719-43f5-9b52-388cd4043c04" providerId="ADAL" clId="{07B87C65-7BF0-4289-BFF5-6A43FACCF6DC}" dt="2022-12-06T04:31:26.209" v="3069"/>
          <ac:spMkLst>
            <pc:docMk/>
            <pc:sldMk cId="1401089230" sldId="315"/>
            <ac:spMk id="3" creationId="{DFB44034-6310-85E8-25A0-4882FC913531}"/>
          </ac:spMkLst>
        </pc:spChg>
        <pc:picChg chg="add mod">
          <ac:chgData name="Sara Muneeb" userId="29b624b1-a719-43f5-9b52-388cd4043c04" providerId="ADAL" clId="{07B87C65-7BF0-4289-BFF5-6A43FACCF6DC}" dt="2022-12-06T04:32:25.212" v="3103" actId="1076"/>
          <ac:picMkLst>
            <pc:docMk/>
            <pc:sldMk cId="1401089230" sldId="315"/>
            <ac:picMk id="1026" creationId="{D58A4EC9-0780-1EF8-30A8-118929C0C116}"/>
          </ac:picMkLst>
        </pc:picChg>
      </pc:sldChg>
      <pc:sldChg chg="del">
        <pc:chgData name="Sara Muneeb" userId="29b624b1-a719-43f5-9b52-388cd4043c04" providerId="ADAL" clId="{07B87C65-7BF0-4289-BFF5-6A43FACCF6DC}" dt="2022-11-25T04:26:49.041" v="0" actId="47"/>
        <pc:sldMkLst>
          <pc:docMk/>
          <pc:sldMk cId="1574604444" sldId="315"/>
        </pc:sldMkLst>
      </pc:sldChg>
      <pc:sldChg chg="addSp delSp modSp new mod">
        <pc:chgData name="Sara Muneeb" userId="29b624b1-a719-43f5-9b52-388cd4043c04" providerId="ADAL" clId="{07B87C65-7BF0-4289-BFF5-6A43FACCF6DC}" dt="2022-12-06T04:34:49.307" v="3116" actId="1076"/>
        <pc:sldMkLst>
          <pc:docMk/>
          <pc:sldMk cId="2929702152" sldId="316"/>
        </pc:sldMkLst>
        <pc:spChg chg="mod">
          <ac:chgData name="Sara Muneeb" userId="29b624b1-a719-43f5-9b52-388cd4043c04" providerId="ADAL" clId="{07B87C65-7BF0-4289-BFF5-6A43FACCF6DC}" dt="2022-12-06T04:31:37.363" v="3099" actId="5793"/>
          <ac:spMkLst>
            <pc:docMk/>
            <pc:sldMk cId="2929702152" sldId="316"/>
            <ac:spMk id="2" creationId="{FA709AF4-A790-41F4-E656-E39D6FB07DF1}"/>
          </ac:spMkLst>
        </pc:spChg>
        <pc:spChg chg="del">
          <ac:chgData name="Sara Muneeb" userId="29b624b1-a719-43f5-9b52-388cd4043c04" providerId="ADAL" clId="{07B87C65-7BF0-4289-BFF5-6A43FACCF6DC}" dt="2022-12-06T04:32:13.143" v="3100"/>
          <ac:spMkLst>
            <pc:docMk/>
            <pc:sldMk cId="2929702152" sldId="316"/>
            <ac:spMk id="3" creationId="{AA877C5E-E468-D837-369A-25D4EE92AE9E}"/>
          </ac:spMkLst>
        </pc:spChg>
        <pc:spChg chg="add del mod">
          <ac:chgData name="Sara Muneeb" userId="29b624b1-a719-43f5-9b52-388cd4043c04" providerId="ADAL" clId="{07B87C65-7BF0-4289-BFF5-6A43FACCF6DC}" dt="2022-12-06T04:33:27.759" v="3111" actId="478"/>
          <ac:spMkLst>
            <pc:docMk/>
            <pc:sldMk cId="2929702152" sldId="316"/>
            <ac:spMk id="4" creationId="{AB2D90F0-CF23-7059-8EBD-2CB5BE35251A}"/>
          </ac:spMkLst>
        </pc:spChg>
        <pc:spChg chg="add mod">
          <ac:chgData name="Sara Muneeb" userId="29b624b1-a719-43f5-9b52-388cd4043c04" providerId="ADAL" clId="{07B87C65-7BF0-4289-BFF5-6A43FACCF6DC}" dt="2022-12-06T04:34:40.615" v="3112" actId="478"/>
          <ac:spMkLst>
            <pc:docMk/>
            <pc:sldMk cId="2929702152" sldId="316"/>
            <ac:spMk id="5" creationId="{5A52007E-C1E7-05EB-3805-980316459094}"/>
          </ac:spMkLst>
        </pc:spChg>
        <pc:picChg chg="add del mod">
          <ac:chgData name="Sara Muneeb" userId="29b624b1-a719-43f5-9b52-388cd4043c04" providerId="ADAL" clId="{07B87C65-7BF0-4289-BFF5-6A43FACCF6DC}" dt="2022-12-06T04:34:40.615" v="3112" actId="478"/>
          <ac:picMkLst>
            <pc:docMk/>
            <pc:sldMk cId="2929702152" sldId="316"/>
            <ac:picMk id="2050" creationId="{C223B538-C532-7D2E-27ED-79A38174B04D}"/>
          </ac:picMkLst>
        </pc:picChg>
        <pc:picChg chg="add del mod">
          <ac:chgData name="Sara Muneeb" userId="29b624b1-a719-43f5-9b52-388cd4043c04" providerId="ADAL" clId="{07B87C65-7BF0-4289-BFF5-6A43FACCF6DC}" dt="2022-12-06T04:33:27.332" v="3110"/>
          <ac:picMkLst>
            <pc:docMk/>
            <pc:sldMk cId="2929702152" sldId="316"/>
            <ac:picMk id="2052" creationId="{47E13A5E-6662-BCAA-1A50-211BD5F311DC}"/>
          </ac:picMkLst>
        </pc:picChg>
        <pc:picChg chg="add mod">
          <ac:chgData name="Sara Muneeb" userId="29b624b1-a719-43f5-9b52-388cd4043c04" providerId="ADAL" clId="{07B87C65-7BF0-4289-BFF5-6A43FACCF6DC}" dt="2022-12-06T04:34:49.307" v="3116" actId="1076"/>
          <ac:picMkLst>
            <pc:docMk/>
            <pc:sldMk cId="2929702152" sldId="316"/>
            <ac:picMk id="2054" creationId="{C38A788A-8AE3-E5AA-D8A6-87EE714449DE}"/>
          </ac:picMkLst>
        </pc:picChg>
      </pc:sldChg>
      <pc:sldChg chg="del">
        <pc:chgData name="Sara Muneeb" userId="29b624b1-a719-43f5-9b52-388cd4043c04" providerId="ADAL" clId="{07B87C65-7BF0-4289-BFF5-6A43FACCF6DC}" dt="2022-11-25T04:26:49.041" v="0" actId="47"/>
        <pc:sldMkLst>
          <pc:docMk/>
          <pc:sldMk cId="3785957644" sldId="316"/>
        </pc:sldMkLst>
      </pc:sldChg>
      <pc:sldChg chg="modSp new mod">
        <pc:chgData name="Sara Muneeb" userId="29b624b1-a719-43f5-9b52-388cd4043c04" providerId="ADAL" clId="{07B87C65-7BF0-4289-BFF5-6A43FACCF6DC}" dt="2022-12-06T04:41:02.838" v="3173" actId="20577"/>
        <pc:sldMkLst>
          <pc:docMk/>
          <pc:sldMk cId="207355886" sldId="317"/>
        </pc:sldMkLst>
        <pc:spChg chg="mod">
          <ac:chgData name="Sara Muneeb" userId="29b624b1-a719-43f5-9b52-388cd4043c04" providerId="ADAL" clId="{07B87C65-7BF0-4289-BFF5-6A43FACCF6DC}" dt="2022-12-06T04:35:55.411" v="3152" actId="5793"/>
          <ac:spMkLst>
            <pc:docMk/>
            <pc:sldMk cId="207355886" sldId="317"/>
            <ac:spMk id="2" creationId="{0AED4CBA-FA3D-2C1E-275E-36C488978C9D}"/>
          </ac:spMkLst>
        </pc:spChg>
        <pc:spChg chg="mod">
          <ac:chgData name="Sara Muneeb" userId="29b624b1-a719-43f5-9b52-388cd4043c04" providerId="ADAL" clId="{07B87C65-7BF0-4289-BFF5-6A43FACCF6DC}" dt="2022-12-06T04:41:02.838" v="3173" actId="20577"/>
          <ac:spMkLst>
            <pc:docMk/>
            <pc:sldMk cId="207355886" sldId="317"/>
            <ac:spMk id="3" creationId="{57599E7F-2088-53D3-280B-FDAD066380DB}"/>
          </ac:spMkLst>
        </pc:spChg>
      </pc:sldChg>
      <pc:sldChg chg="del">
        <pc:chgData name="Sara Muneeb" userId="29b624b1-a719-43f5-9b52-388cd4043c04" providerId="ADAL" clId="{07B87C65-7BF0-4289-BFF5-6A43FACCF6DC}" dt="2022-11-25T04:26:49.041" v="0" actId="47"/>
        <pc:sldMkLst>
          <pc:docMk/>
          <pc:sldMk cId="996644715" sldId="317"/>
        </pc:sldMkLst>
      </pc:sldChg>
      <pc:sldChg chg="del">
        <pc:chgData name="Sara Muneeb" userId="29b624b1-a719-43f5-9b52-388cd4043c04" providerId="ADAL" clId="{07B87C65-7BF0-4289-BFF5-6A43FACCF6DC}" dt="2022-11-25T04:26:49.041" v="0" actId="47"/>
        <pc:sldMkLst>
          <pc:docMk/>
          <pc:sldMk cId="1545905496" sldId="318"/>
        </pc:sldMkLst>
      </pc:sldChg>
      <pc:sldChg chg="modSp new mod">
        <pc:chgData name="Sara Muneeb" userId="29b624b1-a719-43f5-9b52-388cd4043c04" providerId="ADAL" clId="{07B87C65-7BF0-4289-BFF5-6A43FACCF6DC}" dt="2022-12-06T04:44:34.103" v="3385" actId="20577"/>
        <pc:sldMkLst>
          <pc:docMk/>
          <pc:sldMk cId="3253479535" sldId="318"/>
        </pc:sldMkLst>
        <pc:spChg chg="mod">
          <ac:chgData name="Sara Muneeb" userId="29b624b1-a719-43f5-9b52-388cd4043c04" providerId="ADAL" clId="{07B87C65-7BF0-4289-BFF5-6A43FACCF6DC}" dt="2022-12-06T04:41:46.186" v="3200" actId="313"/>
          <ac:spMkLst>
            <pc:docMk/>
            <pc:sldMk cId="3253479535" sldId="318"/>
            <ac:spMk id="2" creationId="{566F3255-E094-8C40-D68F-0EDAA9B7F434}"/>
          </ac:spMkLst>
        </pc:spChg>
        <pc:spChg chg="mod">
          <ac:chgData name="Sara Muneeb" userId="29b624b1-a719-43f5-9b52-388cd4043c04" providerId="ADAL" clId="{07B87C65-7BF0-4289-BFF5-6A43FACCF6DC}" dt="2022-12-06T04:44:34.103" v="3385" actId="20577"/>
          <ac:spMkLst>
            <pc:docMk/>
            <pc:sldMk cId="3253479535" sldId="318"/>
            <ac:spMk id="3" creationId="{B99DA845-C627-B6FB-CEEC-ADAA9AFA0385}"/>
          </ac:spMkLst>
        </pc:spChg>
      </pc:sldChg>
      <pc:sldChg chg="modSp new mod">
        <pc:chgData name="Sara Muneeb" userId="29b624b1-a719-43f5-9b52-388cd4043c04" providerId="ADAL" clId="{07B87C65-7BF0-4289-BFF5-6A43FACCF6DC}" dt="2022-12-06T04:47:21.753" v="3609" actId="313"/>
        <pc:sldMkLst>
          <pc:docMk/>
          <pc:sldMk cId="3258948435" sldId="319"/>
        </pc:sldMkLst>
        <pc:spChg chg="mod">
          <ac:chgData name="Sara Muneeb" userId="29b624b1-a719-43f5-9b52-388cd4043c04" providerId="ADAL" clId="{07B87C65-7BF0-4289-BFF5-6A43FACCF6DC}" dt="2022-12-06T04:47:21.753" v="3609" actId="313"/>
          <ac:spMkLst>
            <pc:docMk/>
            <pc:sldMk cId="3258948435" sldId="319"/>
            <ac:spMk id="2" creationId="{83495DE6-22E5-D63D-EEAD-AE7DF5EE3560}"/>
          </ac:spMkLst>
        </pc:spChg>
        <pc:spChg chg="mod">
          <ac:chgData name="Sara Muneeb" userId="29b624b1-a719-43f5-9b52-388cd4043c04" providerId="ADAL" clId="{07B87C65-7BF0-4289-BFF5-6A43FACCF6DC}" dt="2022-12-06T04:47:11.039" v="3607" actId="20577"/>
          <ac:spMkLst>
            <pc:docMk/>
            <pc:sldMk cId="3258948435" sldId="319"/>
            <ac:spMk id="3" creationId="{CB41A3DD-CFB2-EEC0-1AE9-C9556D65C8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12/7/2022</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BB7214D6-A4AC-4000-A560-6C4470252B5B}" type="slidenum">
              <a:rPr lang="en-US" smtClean="0"/>
              <a:t>11</a:t>
            </a:fld>
            <a:endParaRPr lang="en-US"/>
          </a:p>
        </p:txBody>
      </p:sp>
    </p:spTree>
    <p:extLst>
      <p:ext uri="{BB962C8B-B14F-4D97-AF65-F5344CB8AC3E}">
        <p14:creationId xmlns:p14="http://schemas.microsoft.com/office/powerpoint/2010/main" val="1470169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12/7/2022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12/7/2022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12/7/2022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12/7/2022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12/7/2022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at Scale</a:t>
            </a:r>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An Introduction to Big Data Analytics| What It Is &amp; How It Works? - anteelo">
            <a:extLst>
              <a:ext uri="{FF2B5EF4-FFF2-40B4-BE49-F238E27FC236}">
                <a16:creationId xmlns:a16="http://schemas.microsoft.com/office/drawing/2014/main" id="{F43BF084-CDA6-DF22-5CA0-76703CDC29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653"/>
          <a:stretch/>
        </p:blipFill>
        <p:spPr bwMode="auto">
          <a:xfrm>
            <a:off x="4800600" y="4719418"/>
            <a:ext cx="4133088" cy="1965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6D919B-68BD-4476-86FD-F0566FCA1E72}"/>
              </a:ext>
            </a:extLst>
          </p:cNvPr>
          <p:cNvSpPr>
            <a:spLocks noGrp="1"/>
          </p:cNvSpPr>
          <p:nvPr>
            <p:ph type="title"/>
          </p:nvPr>
        </p:nvSpPr>
        <p:spPr/>
        <p:txBody>
          <a:bodyPr/>
          <a:lstStyle/>
          <a:p>
            <a:r>
              <a:rPr lang="en-US" dirty="0"/>
              <a:t>Introduction</a:t>
            </a:r>
            <a:endParaRPr lang="en-PK" dirty="0"/>
          </a:p>
        </p:txBody>
      </p:sp>
      <p:sp>
        <p:nvSpPr>
          <p:cNvPr id="3" name="Content Placeholder 2">
            <a:extLst>
              <a:ext uri="{FF2B5EF4-FFF2-40B4-BE49-F238E27FC236}">
                <a16:creationId xmlns:a16="http://schemas.microsoft.com/office/drawing/2014/main" id="{90AF1FA9-BC96-9025-809A-CB7FBD0773E0}"/>
              </a:ext>
            </a:extLst>
          </p:cNvPr>
          <p:cNvSpPr>
            <a:spLocks noGrp="1"/>
          </p:cNvSpPr>
          <p:nvPr>
            <p:ph idx="1"/>
          </p:nvPr>
        </p:nvSpPr>
        <p:spPr/>
        <p:txBody>
          <a:bodyPr>
            <a:normAutofit/>
          </a:bodyPr>
          <a:lstStyle/>
          <a:p>
            <a:pPr marL="82296" indent="0" algn="just">
              <a:buNone/>
            </a:pPr>
            <a:r>
              <a:rPr lang="en-GB" dirty="0"/>
              <a:t>Data at scale (big data) describes all kinds of data including </a:t>
            </a:r>
          </a:p>
          <a:p>
            <a:pPr algn="just"/>
            <a:r>
              <a:rPr lang="en-GB" sz="2400" dirty="0"/>
              <a:t>databases of numbers</a:t>
            </a:r>
          </a:p>
          <a:p>
            <a:pPr algn="just"/>
            <a:r>
              <a:rPr lang="en-GB" sz="2400" dirty="0"/>
              <a:t>images of people, things and places</a:t>
            </a:r>
          </a:p>
          <a:p>
            <a:pPr algn="just"/>
            <a:r>
              <a:rPr lang="en-GB" sz="2400" dirty="0"/>
              <a:t>footage of conversations recorded</a:t>
            </a:r>
          </a:p>
          <a:p>
            <a:pPr algn="just"/>
            <a:r>
              <a:rPr lang="en-GB" sz="2400" dirty="0"/>
              <a:t>Videos</a:t>
            </a:r>
          </a:p>
          <a:p>
            <a:pPr algn="just"/>
            <a:r>
              <a:rPr lang="en-GB" sz="2400" dirty="0"/>
              <a:t>Texts</a:t>
            </a:r>
          </a:p>
          <a:p>
            <a:pPr algn="just"/>
            <a:r>
              <a:rPr lang="en-GB" sz="2400" dirty="0"/>
              <a:t>environmentally sensed data.</a:t>
            </a:r>
          </a:p>
          <a:p>
            <a:pPr marL="82296" indent="0" algn="just">
              <a:buNone/>
            </a:pPr>
            <a:endParaRPr lang="en-GB" dirty="0"/>
          </a:p>
        </p:txBody>
      </p:sp>
    </p:spTree>
    <p:extLst>
      <p:ext uri="{BB962C8B-B14F-4D97-AF65-F5344CB8AC3E}">
        <p14:creationId xmlns:p14="http://schemas.microsoft.com/office/powerpoint/2010/main" val="1746396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0AE7-E8D9-D0FC-3E1F-23C3C7057DB6}"/>
              </a:ext>
            </a:extLst>
          </p:cNvPr>
          <p:cNvSpPr>
            <a:spLocks noGrp="1"/>
          </p:cNvSpPr>
          <p:nvPr>
            <p:ph type="title"/>
          </p:nvPr>
        </p:nvSpPr>
        <p:spPr/>
        <p:txBody>
          <a:bodyPr/>
          <a:lstStyle/>
          <a:p>
            <a:r>
              <a:rPr lang="en-US" dirty="0"/>
              <a:t>Data at Scale</a:t>
            </a:r>
            <a:endParaRPr lang="en-PK" dirty="0"/>
          </a:p>
        </p:txBody>
      </p:sp>
      <p:sp>
        <p:nvSpPr>
          <p:cNvPr id="3" name="Content Placeholder 2">
            <a:extLst>
              <a:ext uri="{FF2B5EF4-FFF2-40B4-BE49-F238E27FC236}">
                <a16:creationId xmlns:a16="http://schemas.microsoft.com/office/drawing/2014/main" id="{C43F6602-D41C-1E60-8D60-EA0206CAFCDB}"/>
              </a:ext>
            </a:extLst>
          </p:cNvPr>
          <p:cNvSpPr>
            <a:spLocks noGrp="1"/>
          </p:cNvSpPr>
          <p:nvPr>
            <p:ph idx="1"/>
          </p:nvPr>
        </p:nvSpPr>
        <p:spPr/>
        <p:txBody>
          <a:bodyPr>
            <a:normAutofit/>
          </a:bodyPr>
          <a:lstStyle/>
          <a:p>
            <a:pPr algn="just"/>
            <a:r>
              <a:rPr lang="en-GB" sz="2400" dirty="0"/>
              <a:t>Data at scale has huge potential for grounding and elucidating problems</a:t>
            </a:r>
          </a:p>
          <a:p>
            <a:pPr algn="just"/>
            <a:endParaRPr lang="en-GB" sz="2400" dirty="0"/>
          </a:p>
          <a:p>
            <a:pPr algn="just"/>
            <a:r>
              <a:rPr lang="en-GB" sz="2400" dirty="0"/>
              <a:t>It can be collected, used, and communicated in a wide variety of ways</a:t>
            </a:r>
          </a:p>
          <a:p>
            <a:pPr algn="just"/>
            <a:endParaRPr lang="en-GB" sz="2400" dirty="0"/>
          </a:p>
          <a:p>
            <a:endParaRPr lang="en-US" sz="2400" dirty="0"/>
          </a:p>
          <a:p>
            <a:endParaRPr lang="en-PK" sz="2400" dirty="0"/>
          </a:p>
        </p:txBody>
      </p:sp>
      <p:pic>
        <p:nvPicPr>
          <p:cNvPr id="4098" name="Picture 2" descr="Top 15 Big Data Applications Across Industries - TechVidvan">
            <a:extLst>
              <a:ext uri="{FF2B5EF4-FFF2-40B4-BE49-F238E27FC236}">
                <a16:creationId xmlns:a16="http://schemas.microsoft.com/office/drawing/2014/main" id="{DD73AAF0-86FF-9B2D-14CB-33E8EBE2ED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33" t="14963" r="13333"/>
          <a:stretch/>
        </p:blipFill>
        <p:spPr bwMode="auto">
          <a:xfrm>
            <a:off x="2743200" y="3773408"/>
            <a:ext cx="4614252" cy="2799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371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638C-23D9-4086-4665-113A5CBDEB05}"/>
              </a:ext>
            </a:extLst>
          </p:cNvPr>
          <p:cNvSpPr>
            <a:spLocks noGrp="1"/>
          </p:cNvSpPr>
          <p:nvPr>
            <p:ph type="title"/>
          </p:nvPr>
        </p:nvSpPr>
        <p:spPr/>
        <p:txBody>
          <a:bodyPr/>
          <a:lstStyle/>
          <a:p>
            <a:r>
              <a:rPr lang="en-US" dirty="0"/>
              <a:t>Big Data and Issues</a:t>
            </a:r>
            <a:endParaRPr lang="en-PK" dirty="0"/>
          </a:p>
        </p:txBody>
      </p:sp>
      <p:sp>
        <p:nvSpPr>
          <p:cNvPr id="3" name="Content Placeholder 2">
            <a:extLst>
              <a:ext uri="{FF2B5EF4-FFF2-40B4-BE49-F238E27FC236}">
                <a16:creationId xmlns:a16="http://schemas.microsoft.com/office/drawing/2014/main" id="{71FFDB5D-541C-F5EE-B426-EC9D8161D9A8}"/>
              </a:ext>
            </a:extLst>
          </p:cNvPr>
          <p:cNvSpPr>
            <a:spLocks noGrp="1"/>
          </p:cNvSpPr>
          <p:nvPr>
            <p:ph idx="1"/>
          </p:nvPr>
        </p:nvSpPr>
        <p:spPr/>
        <p:txBody>
          <a:bodyPr>
            <a:normAutofit fontScale="77500" lnSpcReduction="20000"/>
          </a:bodyPr>
          <a:lstStyle/>
          <a:p>
            <a:pPr marL="82296" indent="0" algn="just">
              <a:buNone/>
            </a:pPr>
            <a:r>
              <a:rPr lang="en-GB" sz="2800" dirty="0"/>
              <a:t>However, beyond societal benefits, data can also be used in potentially harmful ways</a:t>
            </a:r>
          </a:p>
          <a:p>
            <a:pPr marL="82296" indent="0" algn="just">
              <a:buNone/>
            </a:pPr>
            <a:endParaRPr lang="en-GB" sz="2800" dirty="0"/>
          </a:p>
          <a:p>
            <a:pPr lvl="1" algn="just"/>
            <a:r>
              <a:rPr lang="en-US" sz="2400" b="1" dirty="0"/>
              <a:t>Security Issues</a:t>
            </a:r>
          </a:p>
          <a:p>
            <a:pPr marL="411480" lvl="1" indent="0" algn="just">
              <a:buNone/>
            </a:pPr>
            <a:r>
              <a:rPr lang="en-US" sz="2400" dirty="0"/>
              <a:t>Data collected by multiple organization contains sensitive information which is always prone to being attacked by hackers and leaked online. </a:t>
            </a:r>
          </a:p>
          <a:p>
            <a:pPr marL="411480" lvl="1" indent="0" algn="just">
              <a:buNone/>
            </a:pPr>
            <a:endParaRPr lang="en-US" sz="2400" dirty="0"/>
          </a:p>
          <a:p>
            <a:pPr lvl="1" algn="just"/>
            <a:r>
              <a:rPr lang="en-US" sz="2400" b="1" dirty="0"/>
              <a:t>Privacy Risk</a:t>
            </a:r>
          </a:p>
          <a:p>
            <a:pPr marL="411480" lvl="1" indent="0" algn="just">
              <a:buNone/>
            </a:pPr>
            <a:r>
              <a:rPr lang="en-US" sz="2400" dirty="0"/>
              <a:t>The collected information can be used for malicious activities, and lead to elimination of freedom of anonymity. </a:t>
            </a:r>
          </a:p>
          <a:p>
            <a:pPr marL="411480" lvl="1" indent="0" algn="just">
              <a:buNone/>
            </a:pPr>
            <a:endParaRPr lang="en-US" sz="2400" dirty="0"/>
          </a:p>
          <a:p>
            <a:pPr lvl="1" algn="just"/>
            <a:r>
              <a:rPr lang="en-US" sz="2400" b="1" dirty="0"/>
              <a:t>Unintentional Data Discrimination </a:t>
            </a:r>
          </a:p>
          <a:p>
            <a:pPr marL="411480" lvl="1" indent="0" algn="just">
              <a:buNone/>
            </a:pPr>
            <a:r>
              <a:rPr lang="en-US" sz="2400" dirty="0"/>
              <a:t>Inaccurate big data may create an analytical biases, and unintentionally discriminate individuals based on age, race, gender and ethnicity. </a:t>
            </a:r>
            <a:endParaRPr lang="en-PK" sz="2400" dirty="0"/>
          </a:p>
          <a:p>
            <a:endParaRPr lang="en-PK" sz="3600" dirty="0"/>
          </a:p>
        </p:txBody>
      </p:sp>
    </p:spTree>
    <p:extLst>
      <p:ext uri="{BB962C8B-B14F-4D97-AF65-F5344CB8AC3E}">
        <p14:creationId xmlns:p14="http://schemas.microsoft.com/office/powerpoint/2010/main" val="2084209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6CABA-CA83-CBBA-2F53-AC06F966E641}"/>
              </a:ext>
            </a:extLst>
          </p:cNvPr>
          <p:cNvSpPr>
            <a:spLocks noGrp="1"/>
          </p:cNvSpPr>
          <p:nvPr>
            <p:ph type="title"/>
          </p:nvPr>
        </p:nvSpPr>
        <p:spPr/>
        <p:txBody>
          <a:bodyPr>
            <a:normAutofit fontScale="90000"/>
          </a:bodyPr>
          <a:lstStyle/>
          <a:p>
            <a:r>
              <a:rPr lang="en-US" dirty="0"/>
              <a:t>Approaches for Collecting and Analyzing Data</a:t>
            </a:r>
            <a:endParaRPr lang="en-PK" dirty="0"/>
          </a:p>
        </p:txBody>
      </p:sp>
      <p:sp>
        <p:nvSpPr>
          <p:cNvPr id="3" name="Content Placeholder 2">
            <a:extLst>
              <a:ext uri="{FF2B5EF4-FFF2-40B4-BE49-F238E27FC236}">
                <a16:creationId xmlns:a16="http://schemas.microsoft.com/office/drawing/2014/main" id="{0C9C6AC8-E212-7E96-4848-B255D7EB7AE3}"/>
              </a:ext>
            </a:extLst>
          </p:cNvPr>
          <p:cNvSpPr>
            <a:spLocks noGrp="1"/>
          </p:cNvSpPr>
          <p:nvPr>
            <p:ph idx="1"/>
          </p:nvPr>
        </p:nvSpPr>
        <p:spPr/>
        <p:txBody>
          <a:bodyPr/>
          <a:lstStyle/>
          <a:p>
            <a:pPr marL="596646" indent="-514350">
              <a:buFont typeface="+mj-lt"/>
              <a:buAutoNum type="arabicPeriod"/>
            </a:pPr>
            <a:r>
              <a:rPr lang="en-US" dirty="0"/>
              <a:t>Scrapping and 2</a:t>
            </a:r>
            <a:r>
              <a:rPr lang="en-US" baseline="30000" dirty="0"/>
              <a:t>nd</a:t>
            </a:r>
            <a:r>
              <a:rPr lang="en-US" dirty="0"/>
              <a:t> Source Data</a:t>
            </a:r>
          </a:p>
          <a:p>
            <a:pPr marL="596646" indent="-514350">
              <a:buFont typeface="+mj-lt"/>
              <a:buAutoNum type="arabicPeriod"/>
            </a:pPr>
            <a:r>
              <a:rPr lang="en-US" dirty="0"/>
              <a:t>Collecting Personal Data</a:t>
            </a:r>
          </a:p>
          <a:p>
            <a:pPr marL="596646" indent="-514350">
              <a:buFont typeface="+mj-lt"/>
              <a:buAutoNum type="arabicPeriod"/>
            </a:pPr>
            <a:r>
              <a:rPr lang="en-US" dirty="0"/>
              <a:t>Crowdsourcing Data</a:t>
            </a:r>
          </a:p>
          <a:p>
            <a:pPr marL="596646" indent="-514350">
              <a:buFont typeface="+mj-lt"/>
              <a:buAutoNum type="arabicPeriod"/>
            </a:pPr>
            <a:r>
              <a:rPr lang="en-US" dirty="0"/>
              <a:t>Sentiment Analysis</a:t>
            </a:r>
          </a:p>
          <a:p>
            <a:pPr marL="596646" indent="-514350">
              <a:buFont typeface="+mj-lt"/>
              <a:buAutoNum type="arabicPeriod"/>
            </a:pPr>
            <a:r>
              <a:rPr lang="en-US" dirty="0"/>
              <a:t>Social Network Analysis</a:t>
            </a:r>
          </a:p>
          <a:p>
            <a:pPr marL="596646" indent="-514350">
              <a:buFont typeface="+mj-lt"/>
              <a:buAutoNum type="arabicPeriod"/>
            </a:pPr>
            <a:r>
              <a:rPr lang="en-US" dirty="0"/>
              <a:t>Combining Multiple Source of Data</a:t>
            </a:r>
            <a:endParaRPr lang="en-PK" dirty="0"/>
          </a:p>
        </p:txBody>
      </p:sp>
    </p:spTree>
    <p:extLst>
      <p:ext uri="{BB962C8B-B14F-4D97-AF65-F5344CB8AC3E}">
        <p14:creationId xmlns:p14="http://schemas.microsoft.com/office/powerpoint/2010/main" val="332105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8433-BF47-7878-9478-00B34BE787A0}"/>
              </a:ext>
            </a:extLst>
          </p:cNvPr>
          <p:cNvSpPr>
            <a:spLocks noGrp="1"/>
          </p:cNvSpPr>
          <p:nvPr>
            <p:ph type="title"/>
          </p:nvPr>
        </p:nvSpPr>
        <p:spPr/>
        <p:txBody>
          <a:bodyPr>
            <a:normAutofit/>
          </a:bodyPr>
          <a:lstStyle/>
          <a:p>
            <a:r>
              <a:rPr lang="en-US" dirty="0"/>
              <a:t>Scrapping and 2</a:t>
            </a:r>
            <a:r>
              <a:rPr lang="en-US" baseline="30000" dirty="0"/>
              <a:t>nd</a:t>
            </a:r>
            <a:r>
              <a:rPr lang="en-US" dirty="0"/>
              <a:t> Source Data</a:t>
            </a:r>
            <a:endParaRPr lang="en-PK" dirty="0"/>
          </a:p>
        </p:txBody>
      </p:sp>
      <p:sp>
        <p:nvSpPr>
          <p:cNvPr id="3" name="Content Placeholder 2">
            <a:extLst>
              <a:ext uri="{FF2B5EF4-FFF2-40B4-BE49-F238E27FC236}">
                <a16:creationId xmlns:a16="http://schemas.microsoft.com/office/drawing/2014/main" id="{48507441-FF76-03B6-2E1A-3AEF5105983A}"/>
              </a:ext>
            </a:extLst>
          </p:cNvPr>
          <p:cNvSpPr>
            <a:spLocks noGrp="1"/>
          </p:cNvSpPr>
          <p:nvPr>
            <p:ph idx="1"/>
          </p:nvPr>
        </p:nvSpPr>
        <p:spPr/>
        <p:txBody>
          <a:bodyPr>
            <a:normAutofit/>
          </a:bodyPr>
          <a:lstStyle/>
          <a:p>
            <a:pPr marL="82296" indent="0">
              <a:buNone/>
            </a:pPr>
            <a:r>
              <a:rPr lang="en-GB" sz="2800" dirty="0"/>
              <a:t>Scrapping</a:t>
            </a:r>
          </a:p>
          <a:p>
            <a:r>
              <a:rPr lang="en-GB" sz="2400" dirty="0"/>
              <a:t>One way to extract data is by “scraping” it from the websites (assuming that this is allowed by the application). </a:t>
            </a:r>
          </a:p>
          <a:p>
            <a:endParaRPr lang="en-GB" sz="2800" dirty="0"/>
          </a:p>
          <a:p>
            <a:r>
              <a:rPr lang="en-GB" sz="2400" dirty="0"/>
              <a:t>Once the data is scraped, it can be entered into a spreadsheet (human readable) for study and </a:t>
            </a:r>
            <a:r>
              <a:rPr lang="en-GB" sz="2400" dirty="0" err="1"/>
              <a:t>analyzed</a:t>
            </a:r>
            <a:r>
              <a:rPr lang="en-GB" sz="2400" dirty="0"/>
              <a:t> using data science tools. </a:t>
            </a:r>
            <a:endParaRPr lang="en-PK" sz="2400" dirty="0"/>
          </a:p>
        </p:txBody>
      </p:sp>
      <p:pic>
        <p:nvPicPr>
          <p:cNvPr id="1026" name="Picture 2" descr="What Is Data Scraping? Definition &amp; Usage | Okta">
            <a:extLst>
              <a:ext uri="{FF2B5EF4-FFF2-40B4-BE49-F238E27FC236}">
                <a16:creationId xmlns:a16="http://schemas.microsoft.com/office/drawing/2014/main" id="{457EFE12-53E1-317F-BA94-7398E4966D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225"/>
          <a:stretch/>
        </p:blipFill>
        <p:spPr bwMode="auto">
          <a:xfrm>
            <a:off x="2819400" y="4825788"/>
            <a:ext cx="4267200" cy="2022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412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32193-8A40-2A47-8ED9-D44350C2BC32}"/>
              </a:ext>
            </a:extLst>
          </p:cNvPr>
          <p:cNvSpPr>
            <a:spLocks noGrp="1"/>
          </p:cNvSpPr>
          <p:nvPr>
            <p:ph type="title"/>
          </p:nvPr>
        </p:nvSpPr>
        <p:spPr/>
        <p:txBody>
          <a:bodyPr/>
          <a:lstStyle/>
          <a:p>
            <a:r>
              <a:rPr lang="en-US" dirty="0"/>
              <a:t>Scrapping and 2</a:t>
            </a:r>
            <a:r>
              <a:rPr lang="en-US" baseline="30000" dirty="0"/>
              <a:t>nd</a:t>
            </a:r>
            <a:r>
              <a:rPr lang="en-US" dirty="0"/>
              <a:t> Source Data</a:t>
            </a:r>
            <a:endParaRPr lang="en-PK" dirty="0"/>
          </a:p>
        </p:txBody>
      </p:sp>
      <p:sp>
        <p:nvSpPr>
          <p:cNvPr id="3" name="Content Placeholder 2">
            <a:extLst>
              <a:ext uri="{FF2B5EF4-FFF2-40B4-BE49-F238E27FC236}">
                <a16:creationId xmlns:a16="http://schemas.microsoft.com/office/drawing/2014/main" id="{40826A6F-3E45-8940-48F0-0A569DA89FE4}"/>
              </a:ext>
            </a:extLst>
          </p:cNvPr>
          <p:cNvSpPr>
            <a:spLocks noGrp="1"/>
          </p:cNvSpPr>
          <p:nvPr>
            <p:ph idx="1"/>
          </p:nvPr>
        </p:nvSpPr>
        <p:spPr/>
        <p:txBody>
          <a:bodyPr>
            <a:normAutofit/>
          </a:bodyPr>
          <a:lstStyle/>
          <a:p>
            <a:pPr marL="82296" indent="0">
              <a:buNone/>
            </a:pPr>
            <a:r>
              <a:rPr lang="en-GB" dirty="0"/>
              <a:t>Second Source</a:t>
            </a:r>
          </a:p>
          <a:p>
            <a:r>
              <a:rPr lang="en-GB" dirty="0"/>
              <a:t>The openly available big data that Google and other companies now provide for researchers to mine offers a “second source” methodology</a:t>
            </a:r>
          </a:p>
          <a:p>
            <a:pPr marL="658368" lvl="2" indent="0">
              <a:buNone/>
            </a:pPr>
            <a:r>
              <a:rPr lang="en-GB" dirty="0"/>
              <a:t>Search terms, </a:t>
            </a:r>
          </a:p>
          <a:p>
            <a:pPr marL="658368" lvl="2" indent="0">
              <a:buNone/>
            </a:pPr>
            <a:r>
              <a:rPr lang="en-GB" dirty="0"/>
              <a:t>Facebook posts, </a:t>
            </a:r>
          </a:p>
          <a:p>
            <a:pPr marL="658368" lvl="2" indent="0">
              <a:buNone/>
            </a:pPr>
            <a:r>
              <a:rPr lang="en-GB" dirty="0"/>
              <a:t>Instagram comments, and so on</a:t>
            </a:r>
          </a:p>
          <a:p>
            <a:pPr marL="658368" lvl="2" indent="0">
              <a:buNone/>
            </a:pPr>
            <a:r>
              <a:rPr lang="en-GB" i="1" dirty="0"/>
              <a:t>Analytical Tool: Google Trend</a:t>
            </a:r>
          </a:p>
          <a:p>
            <a:pPr marL="658368" lvl="2" indent="0">
              <a:buNone/>
            </a:pPr>
            <a:endParaRPr lang="en-GB" dirty="0"/>
          </a:p>
        </p:txBody>
      </p:sp>
      <p:pic>
        <p:nvPicPr>
          <p:cNvPr id="2050" name="Picture 2" descr="What are Primary Data and Secondary Data in PhD">
            <a:extLst>
              <a:ext uri="{FF2B5EF4-FFF2-40B4-BE49-F238E27FC236}">
                <a16:creationId xmlns:a16="http://schemas.microsoft.com/office/drawing/2014/main" id="{C406DF67-BC20-6968-257C-889FD9A716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721038"/>
            <a:ext cx="2918929" cy="298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207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57CAC-EC86-4C16-8229-91360890C803}"/>
              </a:ext>
            </a:extLst>
          </p:cNvPr>
          <p:cNvSpPr>
            <a:spLocks noGrp="1"/>
          </p:cNvSpPr>
          <p:nvPr>
            <p:ph type="title"/>
          </p:nvPr>
        </p:nvSpPr>
        <p:spPr/>
        <p:txBody>
          <a:bodyPr/>
          <a:lstStyle/>
          <a:p>
            <a:r>
              <a:rPr lang="en-US" dirty="0"/>
              <a:t>Scrapping and 2</a:t>
            </a:r>
            <a:r>
              <a:rPr lang="en-US" baseline="30000" dirty="0"/>
              <a:t>nd</a:t>
            </a:r>
            <a:r>
              <a:rPr lang="en-US" dirty="0"/>
              <a:t> Source Data</a:t>
            </a:r>
            <a:endParaRPr lang="en-PK" dirty="0"/>
          </a:p>
        </p:txBody>
      </p:sp>
      <p:sp>
        <p:nvSpPr>
          <p:cNvPr id="3" name="Content Placeholder 2">
            <a:extLst>
              <a:ext uri="{FF2B5EF4-FFF2-40B4-BE49-F238E27FC236}">
                <a16:creationId xmlns:a16="http://schemas.microsoft.com/office/drawing/2014/main" id="{42E557E4-7D36-DEC3-6240-1B15850D4CA8}"/>
              </a:ext>
            </a:extLst>
          </p:cNvPr>
          <p:cNvSpPr>
            <a:spLocks noGrp="1"/>
          </p:cNvSpPr>
          <p:nvPr>
            <p:ph idx="1"/>
          </p:nvPr>
        </p:nvSpPr>
        <p:spPr/>
        <p:txBody>
          <a:bodyPr/>
          <a:lstStyle/>
          <a:p>
            <a:pPr marL="594360" indent="-457200"/>
            <a:r>
              <a:rPr lang="en-GB" dirty="0"/>
              <a:t>Analysis of this data can indirectly reveal new insights about the users’ concerns, desires, </a:t>
            </a:r>
            <a:r>
              <a:rPr lang="en-GB" dirty="0" err="1"/>
              <a:t>behaviors</a:t>
            </a:r>
            <a:r>
              <a:rPr lang="en-GB" dirty="0"/>
              <a:t>, and habits. </a:t>
            </a:r>
          </a:p>
          <a:p>
            <a:pPr marL="594360" indent="-457200"/>
            <a:endParaRPr lang="en-GB" dirty="0"/>
          </a:p>
          <a:p>
            <a:pPr marL="594360" indent="-457200"/>
            <a:r>
              <a:rPr lang="en-GB" dirty="0"/>
              <a:t>Important is what is done with the new available data?</a:t>
            </a:r>
            <a:endParaRPr lang="en-PK" dirty="0"/>
          </a:p>
          <a:p>
            <a:endParaRPr lang="en-PK" dirty="0"/>
          </a:p>
        </p:txBody>
      </p:sp>
    </p:spTree>
    <p:extLst>
      <p:ext uri="{BB962C8B-B14F-4D97-AF65-F5344CB8AC3E}">
        <p14:creationId xmlns:p14="http://schemas.microsoft.com/office/powerpoint/2010/main" val="3110555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C4538-1C9C-E389-735E-0C422E9385F0}"/>
              </a:ext>
            </a:extLst>
          </p:cNvPr>
          <p:cNvSpPr>
            <a:spLocks noGrp="1"/>
          </p:cNvSpPr>
          <p:nvPr>
            <p:ph type="title"/>
          </p:nvPr>
        </p:nvSpPr>
        <p:spPr/>
        <p:txBody>
          <a:bodyPr/>
          <a:lstStyle/>
          <a:p>
            <a:r>
              <a:rPr lang="en-US" dirty="0"/>
              <a:t>Collecting Personal Data</a:t>
            </a:r>
            <a:endParaRPr lang="en-PK" dirty="0"/>
          </a:p>
        </p:txBody>
      </p:sp>
      <p:sp>
        <p:nvSpPr>
          <p:cNvPr id="3" name="Content Placeholder 2">
            <a:extLst>
              <a:ext uri="{FF2B5EF4-FFF2-40B4-BE49-F238E27FC236}">
                <a16:creationId xmlns:a16="http://schemas.microsoft.com/office/drawing/2014/main" id="{32ACA20A-46DC-7ABA-B504-E54CA02BFBC7}"/>
              </a:ext>
            </a:extLst>
          </p:cNvPr>
          <p:cNvSpPr>
            <a:spLocks noGrp="1"/>
          </p:cNvSpPr>
          <p:nvPr>
            <p:ph idx="1"/>
          </p:nvPr>
        </p:nvSpPr>
        <p:spPr/>
        <p:txBody>
          <a:bodyPr>
            <a:normAutofit/>
          </a:bodyPr>
          <a:lstStyle/>
          <a:p>
            <a:pPr algn="just"/>
            <a:r>
              <a:rPr lang="en-GB" sz="2800" dirty="0"/>
              <a:t>Nowadays, many apps and wearable devices exist that people can buy off the shelf, which can collect all sorts of personal data and visualize it. </a:t>
            </a:r>
          </a:p>
          <a:p>
            <a:pPr marL="603504" lvl="2" indent="0">
              <a:buNone/>
            </a:pPr>
            <a:r>
              <a:rPr lang="en-GB" sz="2000" dirty="0"/>
              <a:t>For example quantify health, screen time, and sleep.</a:t>
            </a:r>
          </a:p>
          <a:p>
            <a:pPr marL="603504" lvl="2" indent="0">
              <a:buNone/>
            </a:pPr>
            <a:endParaRPr lang="en-GB" sz="2000" dirty="0"/>
          </a:p>
          <a:p>
            <a:r>
              <a:rPr lang="en-GB" sz="2800" dirty="0"/>
              <a:t>Self-tracking is also increasingly being used by people who have a condition or disease as a form of self-care.</a:t>
            </a:r>
          </a:p>
          <a:p>
            <a:pPr marL="82296" indent="0">
              <a:buNone/>
            </a:pPr>
            <a:endParaRPr lang="en-PK" sz="2800" dirty="0"/>
          </a:p>
        </p:txBody>
      </p:sp>
    </p:spTree>
    <p:extLst>
      <p:ext uri="{BB962C8B-B14F-4D97-AF65-F5344CB8AC3E}">
        <p14:creationId xmlns:p14="http://schemas.microsoft.com/office/powerpoint/2010/main" val="2319099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3E8D-6509-04E5-492D-80A9996256E6}"/>
              </a:ext>
            </a:extLst>
          </p:cNvPr>
          <p:cNvSpPr>
            <a:spLocks noGrp="1"/>
          </p:cNvSpPr>
          <p:nvPr>
            <p:ph type="title"/>
          </p:nvPr>
        </p:nvSpPr>
        <p:spPr/>
        <p:txBody>
          <a:bodyPr/>
          <a:lstStyle/>
          <a:p>
            <a:r>
              <a:rPr lang="en-US" dirty="0"/>
              <a:t>Collecting Personal Data</a:t>
            </a:r>
            <a:endParaRPr lang="en-PK" dirty="0"/>
          </a:p>
        </p:txBody>
      </p:sp>
      <p:sp>
        <p:nvSpPr>
          <p:cNvPr id="3" name="Content Placeholder 2">
            <a:extLst>
              <a:ext uri="{FF2B5EF4-FFF2-40B4-BE49-F238E27FC236}">
                <a16:creationId xmlns:a16="http://schemas.microsoft.com/office/drawing/2014/main" id="{4ACCCBCC-0D95-4399-BCA0-1CE274345BD8}"/>
              </a:ext>
            </a:extLst>
          </p:cNvPr>
          <p:cNvSpPr>
            <a:spLocks noGrp="1"/>
          </p:cNvSpPr>
          <p:nvPr>
            <p:ph idx="1"/>
          </p:nvPr>
        </p:nvSpPr>
        <p:spPr/>
        <p:txBody>
          <a:bodyPr/>
          <a:lstStyle/>
          <a:p>
            <a:pPr marL="82296" indent="0" algn="just">
              <a:buNone/>
            </a:pPr>
            <a:r>
              <a:rPr lang="en-GB" sz="3200" dirty="0"/>
              <a:t>Quantified-self projects generate lots of data.</a:t>
            </a:r>
          </a:p>
          <a:p>
            <a:pPr marL="82296" indent="0" algn="just">
              <a:buNone/>
            </a:pPr>
            <a:endParaRPr lang="en-PK" dirty="0"/>
          </a:p>
        </p:txBody>
      </p:sp>
      <p:pic>
        <p:nvPicPr>
          <p:cNvPr id="5122" name="Picture 2" descr="Have you ever wondered how personal data is collected?">
            <a:extLst>
              <a:ext uri="{FF2B5EF4-FFF2-40B4-BE49-F238E27FC236}">
                <a16:creationId xmlns:a16="http://schemas.microsoft.com/office/drawing/2014/main" id="{B9E26AB3-BEC0-8BB5-E242-D5ED2129E4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445" r="10834" b="7037"/>
          <a:stretch/>
        </p:blipFill>
        <p:spPr bwMode="auto">
          <a:xfrm>
            <a:off x="1565148" y="2819400"/>
            <a:ext cx="7239000" cy="3585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58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C072-1643-AC0E-72CB-13AEE01DC25D}"/>
              </a:ext>
            </a:extLst>
          </p:cNvPr>
          <p:cNvSpPr>
            <a:spLocks noGrp="1"/>
          </p:cNvSpPr>
          <p:nvPr>
            <p:ph type="title"/>
          </p:nvPr>
        </p:nvSpPr>
        <p:spPr/>
        <p:txBody>
          <a:bodyPr/>
          <a:lstStyle/>
          <a:p>
            <a:r>
              <a:rPr lang="en-US" dirty="0"/>
              <a:t>Crowdsourcing Data</a:t>
            </a:r>
            <a:endParaRPr lang="en-PK" dirty="0"/>
          </a:p>
        </p:txBody>
      </p:sp>
      <p:sp>
        <p:nvSpPr>
          <p:cNvPr id="3" name="Content Placeholder 2">
            <a:extLst>
              <a:ext uri="{FF2B5EF4-FFF2-40B4-BE49-F238E27FC236}">
                <a16:creationId xmlns:a16="http://schemas.microsoft.com/office/drawing/2014/main" id="{1CC60E78-FC79-76B4-2AC9-D6914EB5F1F3}"/>
              </a:ext>
            </a:extLst>
          </p:cNvPr>
          <p:cNvSpPr>
            <a:spLocks noGrp="1"/>
          </p:cNvSpPr>
          <p:nvPr>
            <p:ph idx="1"/>
          </p:nvPr>
        </p:nvSpPr>
        <p:spPr/>
        <p:txBody>
          <a:bodyPr>
            <a:normAutofit/>
          </a:bodyPr>
          <a:lstStyle/>
          <a:p>
            <a:pPr algn="just"/>
            <a:r>
              <a:rPr lang="en-GB" sz="2800" dirty="0"/>
              <a:t>People crowdsource information or work together using online technologies to collect and share data.</a:t>
            </a:r>
          </a:p>
          <a:p>
            <a:pPr marL="82296" indent="0" algn="just">
              <a:buNone/>
            </a:pPr>
            <a:endParaRPr lang="en-GB" sz="2800" dirty="0"/>
          </a:p>
          <a:p>
            <a:pPr algn="just"/>
            <a:r>
              <a:rPr lang="en-GB" sz="2800" dirty="0"/>
              <a:t>Crowd Research, where many researchers from all over the world come together to work on large problems. </a:t>
            </a:r>
          </a:p>
          <a:p>
            <a:pPr marL="923544" lvl="3" indent="0" algn="just">
              <a:buNone/>
            </a:pPr>
            <a:r>
              <a:rPr lang="en-GB" sz="1800" dirty="0"/>
              <a:t>For example climate science</a:t>
            </a:r>
            <a:endParaRPr lang="en-PK" sz="1800" dirty="0"/>
          </a:p>
        </p:txBody>
      </p:sp>
      <p:pic>
        <p:nvPicPr>
          <p:cNvPr id="4" name="Picture 2" descr="Crowdsourcing Data | 10 Important Crowdsourcing Strategies for Success">
            <a:extLst>
              <a:ext uri="{FF2B5EF4-FFF2-40B4-BE49-F238E27FC236}">
                <a16:creationId xmlns:a16="http://schemas.microsoft.com/office/drawing/2014/main" id="{374319CC-3C69-DA46-1E07-0B1E6267BF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3544"/>
          <a:stretch/>
        </p:blipFill>
        <p:spPr bwMode="auto">
          <a:xfrm>
            <a:off x="5791200" y="4419600"/>
            <a:ext cx="2362200" cy="232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761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A1BD-D0BE-1CD1-2C4A-35CEA632689D}"/>
              </a:ext>
            </a:extLst>
          </p:cNvPr>
          <p:cNvSpPr>
            <a:spLocks noGrp="1"/>
          </p:cNvSpPr>
          <p:nvPr>
            <p:ph type="title"/>
          </p:nvPr>
        </p:nvSpPr>
        <p:spPr/>
        <p:txBody>
          <a:bodyPr/>
          <a:lstStyle/>
          <a:p>
            <a:r>
              <a:rPr lang="en-US" dirty="0"/>
              <a:t>Crowdsourcing Data</a:t>
            </a:r>
            <a:endParaRPr lang="en-PK" dirty="0"/>
          </a:p>
        </p:txBody>
      </p:sp>
      <p:sp>
        <p:nvSpPr>
          <p:cNvPr id="3" name="Content Placeholder 2">
            <a:extLst>
              <a:ext uri="{FF2B5EF4-FFF2-40B4-BE49-F238E27FC236}">
                <a16:creationId xmlns:a16="http://schemas.microsoft.com/office/drawing/2014/main" id="{71D702BD-0A98-DDB7-AD13-D744318D25BF}"/>
              </a:ext>
            </a:extLst>
          </p:cNvPr>
          <p:cNvSpPr>
            <a:spLocks noGrp="1"/>
          </p:cNvSpPr>
          <p:nvPr>
            <p:ph idx="1"/>
          </p:nvPr>
        </p:nvSpPr>
        <p:spPr/>
        <p:txBody>
          <a:bodyPr>
            <a:normAutofit/>
          </a:bodyPr>
          <a:lstStyle/>
          <a:p>
            <a:pPr algn="just"/>
            <a:r>
              <a:rPr lang="en-GB" sz="2800" dirty="0"/>
              <a:t>Conducting research on a massive scale enables potentially hundreds or thousands of people to work on a single project.</a:t>
            </a:r>
          </a:p>
          <a:p>
            <a:pPr marL="603504" lvl="2" indent="0" algn="just">
              <a:buNone/>
            </a:pPr>
            <a:r>
              <a:rPr lang="en-GB" sz="2000" dirty="0"/>
              <a:t>Examples: </a:t>
            </a:r>
            <a:r>
              <a:rPr lang="en-US" sz="2000" dirty="0" err="1"/>
              <a:t>iSpotNature</a:t>
            </a:r>
            <a:r>
              <a:rPr lang="en-US" sz="2000" dirty="0"/>
              <a:t>, eBird, </a:t>
            </a:r>
            <a:r>
              <a:rPr lang="en-US" sz="2000" dirty="0" err="1"/>
              <a:t>iNaturalist</a:t>
            </a:r>
            <a:r>
              <a:rPr lang="en-GB" sz="2000" dirty="0"/>
              <a:t> a</a:t>
            </a:r>
            <a:r>
              <a:rPr lang="en-US" sz="2000" dirty="0" err="1"/>
              <a:t>nd</a:t>
            </a:r>
            <a:r>
              <a:rPr lang="en-US" sz="2000" dirty="0"/>
              <a:t> the Zooniverse.</a:t>
            </a:r>
          </a:p>
          <a:p>
            <a:pPr marL="603504" lvl="2" indent="0" algn="just">
              <a:buNone/>
            </a:pPr>
            <a:endParaRPr lang="en-US" sz="2000" dirty="0"/>
          </a:p>
          <a:p>
            <a:pPr algn="just"/>
            <a:r>
              <a:rPr lang="en-GB" sz="2800" dirty="0"/>
              <a:t>Crowd projects raise a number of issues as to who owns and manages the data.</a:t>
            </a:r>
            <a:endParaRPr lang="en-US" sz="2800" dirty="0"/>
          </a:p>
        </p:txBody>
      </p:sp>
    </p:spTree>
    <p:extLst>
      <p:ext uri="{BB962C8B-B14F-4D97-AF65-F5344CB8AC3E}">
        <p14:creationId xmlns:p14="http://schemas.microsoft.com/office/powerpoint/2010/main" val="2035522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69E2-0429-0590-C171-E886D4563B73}"/>
              </a:ext>
            </a:extLst>
          </p:cNvPr>
          <p:cNvSpPr>
            <a:spLocks noGrp="1"/>
          </p:cNvSpPr>
          <p:nvPr>
            <p:ph type="title"/>
          </p:nvPr>
        </p:nvSpPr>
        <p:spPr/>
        <p:txBody>
          <a:bodyPr/>
          <a:lstStyle/>
          <a:p>
            <a:r>
              <a:rPr lang="en-US" dirty="0"/>
              <a:t>Sentiment Analysis</a:t>
            </a:r>
            <a:endParaRPr lang="en-PK" dirty="0"/>
          </a:p>
        </p:txBody>
      </p:sp>
      <p:sp>
        <p:nvSpPr>
          <p:cNvPr id="3" name="Content Placeholder 2">
            <a:extLst>
              <a:ext uri="{FF2B5EF4-FFF2-40B4-BE49-F238E27FC236}">
                <a16:creationId xmlns:a16="http://schemas.microsoft.com/office/drawing/2014/main" id="{AE937DE8-9520-D6C3-F714-E36B4A70036B}"/>
              </a:ext>
            </a:extLst>
          </p:cNvPr>
          <p:cNvSpPr>
            <a:spLocks noGrp="1"/>
          </p:cNvSpPr>
          <p:nvPr>
            <p:ph idx="1"/>
          </p:nvPr>
        </p:nvSpPr>
        <p:spPr/>
        <p:txBody>
          <a:bodyPr>
            <a:normAutofit/>
          </a:bodyPr>
          <a:lstStyle/>
          <a:p>
            <a:pPr algn="just"/>
            <a:r>
              <a:rPr lang="en-GB" sz="2800" dirty="0"/>
              <a:t>Sentiment analysis is a technique that is used to infer the effect of what a group of people or a crowd is feeling or saying. </a:t>
            </a:r>
          </a:p>
          <a:p>
            <a:pPr algn="just"/>
            <a:endParaRPr lang="en-GB" sz="2800" dirty="0"/>
          </a:p>
          <a:p>
            <a:pPr algn="just"/>
            <a:r>
              <a:rPr lang="en-GB" sz="2800" dirty="0"/>
              <a:t>The phrases that people use when offering their opinions or views are scored as being negative, positive, or neutral.</a:t>
            </a:r>
          </a:p>
          <a:p>
            <a:pPr marL="356616" lvl="1" indent="0" algn="just">
              <a:buNone/>
            </a:pPr>
            <a:r>
              <a:rPr lang="en-GB" sz="1600" dirty="0"/>
              <a:t>For Example </a:t>
            </a:r>
          </a:p>
          <a:p>
            <a:pPr marL="356616" lvl="1" indent="0" algn="just">
              <a:buNone/>
            </a:pPr>
            <a:r>
              <a:rPr lang="en-GB" sz="1600" dirty="0"/>
              <a:t>anger, sadness, or fear (negative feelings)</a:t>
            </a:r>
          </a:p>
          <a:p>
            <a:pPr marL="356616" lvl="1" indent="0" algn="just">
              <a:buNone/>
            </a:pPr>
            <a:r>
              <a:rPr lang="en-GB" sz="1600" dirty="0"/>
              <a:t>happiness, joy, or enthusiasm (positive feelings). </a:t>
            </a:r>
            <a:endParaRPr lang="en-PK" sz="1600" dirty="0"/>
          </a:p>
        </p:txBody>
      </p:sp>
      <p:pic>
        <p:nvPicPr>
          <p:cNvPr id="7170" name="Picture 2" descr="A Guide to Customer Sentiment Analysis (and Why It Matters)">
            <a:extLst>
              <a:ext uri="{FF2B5EF4-FFF2-40B4-BE49-F238E27FC236}">
                <a16:creationId xmlns:a16="http://schemas.microsoft.com/office/drawing/2014/main" id="{DE3C83B4-BAEB-2080-03AF-F13EAEE701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694"/>
          <a:stretch/>
        </p:blipFill>
        <p:spPr bwMode="auto">
          <a:xfrm>
            <a:off x="5820068" y="4724400"/>
            <a:ext cx="3194026"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30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F001D-8E2C-64E3-774C-6BF96C0C9721}"/>
              </a:ext>
            </a:extLst>
          </p:cNvPr>
          <p:cNvSpPr>
            <a:spLocks noGrp="1"/>
          </p:cNvSpPr>
          <p:nvPr>
            <p:ph type="title"/>
          </p:nvPr>
        </p:nvSpPr>
        <p:spPr/>
        <p:txBody>
          <a:bodyPr/>
          <a:lstStyle/>
          <a:p>
            <a:r>
              <a:rPr lang="en-US" dirty="0"/>
              <a:t>Sentiment Analysis</a:t>
            </a:r>
            <a:endParaRPr lang="en-PK" dirty="0"/>
          </a:p>
        </p:txBody>
      </p:sp>
      <p:sp>
        <p:nvSpPr>
          <p:cNvPr id="3" name="Content Placeholder 2">
            <a:extLst>
              <a:ext uri="{FF2B5EF4-FFF2-40B4-BE49-F238E27FC236}">
                <a16:creationId xmlns:a16="http://schemas.microsoft.com/office/drawing/2014/main" id="{724E1C29-E5A8-2F59-582F-F43811835532}"/>
              </a:ext>
            </a:extLst>
          </p:cNvPr>
          <p:cNvSpPr>
            <a:spLocks noGrp="1"/>
          </p:cNvSpPr>
          <p:nvPr>
            <p:ph idx="1"/>
          </p:nvPr>
        </p:nvSpPr>
        <p:spPr/>
        <p:txBody>
          <a:bodyPr>
            <a:normAutofit lnSpcReduction="10000"/>
          </a:bodyPr>
          <a:lstStyle/>
          <a:p>
            <a:r>
              <a:rPr lang="en-US" dirty="0"/>
              <a:t>Sources</a:t>
            </a:r>
          </a:p>
          <a:p>
            <a:pPr lvl="1"/>
            <a:r>
              <a:rPr lang="en-US" dirty="0"/>
              <a:t>Tweets</a:t>
            </a:r>
          </a:p>
          <a:p>
            <a:pPr lvl="1"/>
            <a:r>
              <a:rPr lang="en-US" dirty="0"/>
              <a:t>Text</a:t>
            </a:r>
          </a:p>
          <a:p>
            <a:pPr lvl="1"/>
            <a:r>
              <a:rPr lang="en-US" dirty="0"/>
              <a:t>Online reviews</a:t>
            </a:r>
          </a:p>
          <a:p>
            <a:pPr lvl="1"/>
            <a:r>
              <a:rPr lang="en-US" dirty="0"/>
              <a:t>Social media</a:t>
            </a:r>
          </a:p>
          <a:p>
            <a:pPr lvl="1"/>
            <a:r>
              <a:rPr lang="en-US" dirty="0"/>
              <a:t>Facial expressions</a:t>
            </a:r>
          </a:p>
          <a:p>
            <a:r>
              <a:rPr lang="en-US" dirty="0"/>
              <a:t>Tools</a:t>
            </a:r>
          </a:p>
          <a:p>
            <a:pPr lvl="1"/>
            <a:r>
              <a:rPr lang="en-US" dirty="0" err="1"/>
              <a:t>DisplayR</a:t>
            </a:r>
            <a:endParaRPr lang="en-US" dirty="0"/>
          </a:p>
          <a:p>
            <a:pPr lvl="1"/>
            <a:r>
              <a:rPr lang="en-US" dirty="0"/>
              <a:t>CrowdFlower</a:t>
            </a:r>
          </a:p>
          <a:p>
            <a:pPr lvl="1"/>
            <a:r>
              <a:rPr lang="en-US" dirty="0" err="1"/>
              <a:t>MonkeyLearn</a:t>
            </a:r>
            <a:endParaRPr lang="en-US" dirty="0"/>
          </a:p>
        </p:txBody>
      </p:sp>
      <p:pic>
        <p:nvPicPr>
          <p:cNvPr id="9218" name="Picture 2" descr="These Emotional Memes May Make You Cry - Leading With Your Emotions | Memes">
            <a:extLst>
              <a:ext uri="{FF2B5EF4-FFF2-40B4-BE49-F238E27FC236}">
                <a16:creationId xmlns:a16="http://schemas.microsoft.com/office/drawing/2014/main" id="{28B8CA0C-A687-A6A3-550A-C4E0F3D31E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046098"/>
            <a:ext cx="3138487" cy="3604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321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436D5-20A5-9147-CDFC-B639FC75F995}"/>
              </a:ext>
            </a:extLst>
          </p:cNvPr>
          <p:cNvSpPr>
            <a:spLocks noGrp="1"/>
          </p:cNvSpPr>
          <p:nvPr>
            <p:ph type="title"/>
          </p:nvPr>
        </p:nvSpPr>
        <p:spPr/>
        <p:txBody>
          <a:bodyPr/>
          <a:lstStyle/>
          <a:p>
            <a:r>
              <a:rPr lang="en-US" dirty="0"/>
              <a:t>Sentiment Analysis</a:t>
            </a:r>
            <a:endParaRPr lang="en-PK" dirty="0"/>
          </a:p>
        </p:txBody>
      </p:sp>
      <p:sp>
        <p:nvSpPr>
          <p:cNvPr id="3" name="Content Placeholder 2">
            <a:extLst>
              <a:ext uri="{FF2B5EF4-FFF2-40B4-BE49-F238E27FC236}">
                <a16:creationId xmlns:a16="http://schemas.microsoft.com/office/drawing/2014/main" id="{B125224E-38BE-6F62-85A4-313B09BB7C70}"/>
              </a:ext>
            </a:extLst>
          </p:cNvPr>
          <p:cNvSpPr>
            <a:spLocks noGrp="1"/>
          </p:cNvSpPr>
          <p:nvPr>
            <p:ph idx="1"/>
          </p:nvPr>
        </p:nvSpPr>
        <p:spPr/>
        <p:txBody>
          <a:bodyPr>
            <a:normAutofit/>
          </a:bodyPr>
          <a:lstStyle/>
          <a:p>
            <a:pPr algn="just"/>
            <a:r>
              <a:rPr lang="en-GB" sz="2800" dirty="0"/>
              <a:t>Sentiment analysis is commonly used by marketing and advertising companies to decide on what types of ads to design and place. </a:t>
            </a:r>
          </a:p>
          <a:p>
            <a:pPr algn="just"/>
            <a:endParaRPr lang="en-GB" sz="2800" dirty="0"/>
          </a:p>
          <a:p>
            <a:pPr algn="just"/>
            <a:endParaRPr lang="en-GB" sz="2800" dirty="0"/>
          </a:p>
          <a:p>
            <a:pPr algn="just"/>
            <a:r>
              <a:rPr lang="en-GB" sz="2800" dirty="0"/>
              <a:t>Sentiment analysis as a technique is not an exact science and should be viewed more as a heuristic than as an objective evaluation method.</a:t>
            </a:r>
            <a:endParaRPr lang="en-PK" sz="2800" dirty="0"/>
          </a:p>
        </p:txBody>
      </p:sp>
    </p:spTree>
    <p:extLst>
      <p:ext uri="{BB962C8B-B14F-4D97-AF65-F5344CB8AC3E}">
        <p14:creationId xmlns:p14="http://schemas.microsoft.com/office/powerpoint/2010/main" val="3433099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41B9F-EE25-994A-3B7A-F1A137857284}"/>
              </a:ext>
            </a:extLst>
          </p:cNvPr>
          <p:cNvSpPr>
            <a:spLocks noGrp="1"/>
          </p:cNvSpPr>
          <p:nvPr>
            <p:ph type="title"/>
          </p:nvPr>
        </p:nvSpPr>
        <p:spPr/>
        <p:txBody>
          <a:bodyPr/>
          <a:lstStyle/>
          <a:p>
            <a:r>
              <a:rPr lang="en-US" dirty="0"/>
              <a:t>Social Network Analysis</a:t>
            </a:r>
            <a:endParaRPr lang="en-PK" dirty="0"/>
          </a:p>
        </p:txBody>
      </p:sp>
      <p:sp>
        <p:nvSpPr>
          <p:cNvPr id="3" name="Content Placeholder 2">
            <a:extLst>
              <a:ext uri="{FF2B5EF4-FFF2-40B4-BE49-F238E27FC236}">
                <a16:creationId xmlns:a16="http://schemas.microsoft.com/office/drawing/2014/main" id="{E138EFF9-149F-80FA-DEC2-0389CB41B2DD}"/>
              </a:ext>
            </a:extLst>
          </p:cNvPr>
          <p:cNvSpPr>
            <a:spLocks noGrp="1"/>
          </p:cNvSpPr>
          <p:nvPr>
            <p:ph idx="1"/>
          </p:nvPr>
        </p:nvSpPr>
        <p:spPr/>
        <p:txBody>
          <a:bodyPr>
            <a:normAutofit fontScale="92500" lnSpcReduction="10000"/>
          </a:bodyPr>
          <a:lstStyle/>
          <a:p>
            <a:pPr algn="just"/>
            <a:r>
              <a:rPr lang="en-GB" dirty="0"/>
              <a:t>Social network analysis (SNA) is a method based on social network theory for </a:t>
            </a:r>
            <a:r>
              <a:rPr lang="en-GB" dirty="0" err="1"/>
              <a:t>analyzing</a:t>
            </a:r>
            <a:r>
              <a:rPr lang="en-GB" dirty="0"/>
              <a:t> and evaluating the strength of social ties within a network.</a:t>
            </a:r>
          </a:p>
          <a:p>
            <a:pPr algn="just"/>
            <a:endParaRPr lang="en-GB" dirty="0"/>
          </a:p>
          <a:p>
            <a:pPr marL="82296" indent="0" algn="just">
              <a:buNone/>
            </a:pPr>
            <a:endParaRPr lang="en-GB" dirty="0"/>
          </a:p>
          <a:p>
            <a:pPr algn="just"/>
            <a:r>
              <a:rPr lang="en-GB" dirty="0"/>
              <a:t>Used to understand the relationships that form among people and groups within and across different social media platforms, and with offline social networks too.</a:t>
            </a:r>
            <a:endParaRPr lang="en-PK" dirty="0"/>
          </a:p>
        </p:txBody>
      </p:sp>
    </p:spTree>
    <p:extLst>
      <p:ext uri="{BB962C8B-B14F-4D97-AF65-F5344CB8AC3E}">
        <p14:creationId xmlns:p14="http://schemas.microsoft.com/office/powerpoint/2010/main" val="194271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C1C8B-21FF-C565-7EC8-26CBC61C4615}"/>
              </a:ext>
            </a:extLst>
          </p:cNvPr>
          <p:cNvSpPr>
            <a:spLocks noGrp="1"/>
          </p:cNvSpPr>
          <p:nvPr>
            <p:ph type="title"/>
          </p:nvPr>
        </p:nvSpPr>
        <p:spPr/>
        <p:txBody>
          <a:bodyPr/>
          <a:lstStyle/>
          <a:p>
            <a:r>
              <a:rPr lang="en-US" dirty="0"/>
              <a:t>Social Network Analysis</a:t>
            </a:r>
            <a:endParaRPr lang="en-PK" dirty="0"/>
          </a:p>
        </p:txBody>
      </p:sp>
      <p:sp>
        <p:nvSpPr>
          <p:cNvPr id="3" name="Content Placeholder 2">
            <a:extLst>
              <a:ext uri="{FF2B5EF4-FFF2-40B4-BE49-F238E27FC236}">
                <a16:creationId xmlns:a16="http://schemas.microsoft.com/office/drawing/2014/main" id="{093D55B3-57C7-3ED9-E771-1B77B21B51A9}"/>
              </a:ext>
            </a:extLst>
          </p:cNvPr>
          <p:cNvSpPr>
            <a:spLocks noGrp="1"/>
          </p:cNvSpPr>
          <p:nvPr>
            <p:ph idx="1"/>
          </p:nvPr>
        </p:nvSpPr>
        <p:spPr/>
        <p:txBody>
          <a:bodyPr/>
          <a:lstStyle/>
          <a:p>
            <a:r>
              <a:rPr lang="en-US" dirty="0"/>
              <a:t>Sources</a:t>
            </a:r>
          </a:p>
          <a:p>
            <a:pPr marL="870966" lvl="1" indent="-514350">
              <a:buFont typeface="+mj-lt"/>
              <a:buAutoNum type="arabicPeriod"/>
            </a:pPr>
            <a:r>
              <a:rPr lang="en-GB" dirty="0"/>
              <a:t>Weibo</a:t>
            </a:r>
          </a:p>
          <a:p>
            <a:pPr marL="870966" lvl="1" indent="-514350">
              <a:buFont typeface="+mj-lt"/>
              <a:buAutoNum type="arabicPeriod"/>
            </a:pPr>
            <a:r>
              <a:rPr lang="en-GB" dirty="0"/>
              <a:t>Tencent</a:t>
            </a:r>
          </a:p>
          <a:p>
            <a:pPr marL="870966" lvl="1" indent="-514350">
              <a:buFont typeface="+mj-lt"/>
              <a:buAutoNum type="arabicPeriod"/>
            </a:pPr>
            <a:r>
              <a:rPr lang="en-GB" dirty="0"/>
              <a:t>Baidu</a:t>
            </a:r>
          </a:p>
          <a:p>
            <a:pPr marL="870966" lvl="1" indent="-514350">
              <a:buFont typeface="+mj-lt"/>
              <a:buAutoNum type="arabicPeriod"/>
            </a:pPr>
            <a:r>
              <a:rPr lang="en-GB" dirty="0"/>
              <a:t>Facebook</a:t>
            </a:r>
          </a:p>
          <a:p>
            <a:pPr marL="870966" lvl="1" indent="-514350">
              <a:buFont typeface="+mj-lt"/>
              <a:buAutoNum type="arabicPeriod"/>
            </a:pPr>
            <a:r>
              <a:rPr lang="en-GB" dirty="0"/>
              <a:t>Twitter</a:t>
            </a:r>
          </a:p>
          <a:p>
            <a:pPr marL="870966" lvl="1" indent="-514350">
              <a:buFont typeface="+mj-lt"/>
              <a:buAutoNum type="arabicPeriod"/>
            </a:pPr>
            <a:r>
              <a:rPr lang="en-GB" dirty="0"/>
              <a:t>Instagram</a:t>
            </a:r>
          </a:p>
          <a:p>
            <a:pPr marL="870966" lvl="1" indent="-514350">
              <a:buFont typeface="+mj-lt"/>
              <a:buAutoNum type="arabicPeriod"/>
            </a:pPr>
            <a:r>
              <a:rPr lang="en-GB" dirty="0"/>
              <a:t>YouTube.</a:t>
            </a:r>
            <a:endParaRPr lang="en-PK" dirty="0"/>
          </a:p>
        </p:txBody>
      </p:sp>
      <p:pic>
        <p:nvPicPr>
          <p:cNvPr id="10242" name="Picture 2" descr="When You've Created The Biggest Social Network In The World And The Only  Thing People Use It For Is To Share Memes Pictures, Photos, and Images for  Facebook, Tumblr, Pinterest, and Twitter">
            <a:extLst>
              <a:ext uri="{FF2B5EF4-FFF2-40B4-BE49-F238E27FC236}">
                <a16:creationId xmlns:a16="http://schemas.microsoft.com/office/drawing/2014/main" id="{E31FE2AD-AE81-59BF-6E81-7233CDCD6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006600"/>
            <a:ext cx="3810000" cy="368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34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99EA-BB26-06C1-6C43-3E88C4BE7BD8}"/>
              </a:ext>
            </a:extLst>
          </p:cNvPr>
          <p:cNvSpPr>
            <a:spLocks noGrp="1"/>
          </p:cNvSpPr>
          <p:nvPr>
            <p:ph type="title"/>
          </p:nvPr>
        </p:nvSpPr>
        <p:spPr/>
        <p:txBody>
          <a:bodyPr/>
          <a:lstStyle/>
          <a:p>
            <a:r>
              <a:rPr lang="en-US" dirty="0"/>
              <a:t>Social Network Analysis</a:t>
            </a:r>
            <a:endParaRPr lang="en-PK" dirty="0"/>
          </a:p>
        </p:txBody>
      </p:sp>
      <p:sp>
        <p:nvSpPr>
          <p:cNvPr id="3" name="Content Placeholder 2">
            <a:extLst>
              <a:ext uri="{FF2B5EF4-FFF2-40B4-BE49-F238E27FC236}">
                <a16:creationId xmlns:a16="http://schemas.microsoft.com/office/drawing/2014/main" id="{E8AF45F0-6100-F118-0891-67AEAD09C48C}"/>
              </a:ext>
            </a:extLst>
          </p:cNvPr>
          <p:cNvSpPr>
            <a:spLocks noGrp="1"/>
          </p:cNvSpPr>
          <p:nvPr>
            <p:ph idx="1"/>
          </p:nvPr>
        </p:nvSpPr>
        <p:spPr/>
        <p:txBody>
          <a:bodyPr>
            <a:normAutofit/>
          </a:bodyPr>
          <a:lstStyle/>
          <a:p>
            <a:pPr marL="82296" indent="0" algn="just">
              <a:buNone/>
            </a:pPr>
            <a:r>
              <a:rPr lang="en-GB" sz="2800" dirty="0"/>
              <a:t>Two main entities make up a social network. </a:t>
            </a:r>
          </a:p>
          <a:p>
            <a:pPr marL="596646" indent="-514350" algn="just">
              <a:buFont typeface="+mj-lt"/>
              <a:buAutoNum type="arabicPeriod"/>
            </a:pPr>
            <a:r>
              <a:rPr lang="en-GB" sz="2800" b="1" dirty="0"/>
              <a:t>Nodes</a:t>
            </a:r>
            <a:r>
              <a:rPr lang="en-GB" sz="2800" dirty="0"/>
              <a:t>, which are also sometimes called entities or vertices, represent people and topics. </a:t>
            </a:r>
          </a:p>
          <a:p>
            <a:pPr marL="596646" indent="-514350" algn="just">
              <a:buFont typeface="+mj-lt"/>
              <a:buAutoNum type="arabicPeriod"/>
            </a:pPr>
            <a:endParaRPr lang="en-GB" sz="2800" dirty="0"/>
          </a:p>
          <a:p>
            <a:pPr marL="596646" indent="-514350" algn="just">
              <a:buFont typeface="+mj-lt"/>
              <a:buAutoNum type="arabicPeriod"/>
            </a:pPr>
            <a:r>
              <a:rPr lang="en-GB" sz="2800" b="1" dirty="0"/>
              <a:t>Edges</a:t>
            </a:r>
            <a:r>
              <a:rPr lang="en-GB" sz="2800" dirty="0"/>
              <a:t> are the connections between the nodes, which are also known as links or ties. The edges show the connections among nodes, for example, the members of a family.</a:t>
            </a:r>
          </a:p>
          <a:p>
            <a:pPr marL="603504" lvl="2" indent="0" algn="just">
              <a:buNone/>
            </a:pPr>
            <a:r>
              <a:rPr lang="en-GB" sz="2000" dirty="0"/>
              <a:t>Directional and Nondirectional Edges</a:t>
            </a:r>
          </a:p>
        </p:txBody>
      </p:sp>
    </p:spTree>
    <p:extLst>
      <p:ext uri="{BB962C8B-B14F-4D97-AF65-F5344CB8AC3E}">
        <p14:creationId xmlns:p14="http://schemas.microsoft.com/office/powerpoint/2010/main" val="3180318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The Power BI Dashboards &amp; Data Online Course - Excel Campus">
            <a:extLst>
              <a:ext uri="{FF2B5EF4-FFF2-40B4-BE49-F238E27FC236}">
                <a16:creationId xmlns:a16="http://schemas.microsoft.com/office/drawing/2014/main" id="{0D12754F-6189-753C-57C5-5094F0935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2113" y="3962400"/>
            <a:ext cx="3671887" cy="27437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F26B5E4-83DF-889C-0910-7641FB1B17CD}"/>
              </a:ext>
            </a:extLst>
          </p:cNvPr>
          <p:cNvSpPr>
            <a:spLocks noGrp="1"/>
          </p:cNvSpPr>
          <p:nvPr>
            <p:ph type="title"/>
          </p:nvPr>
        </p:nvSpPr>
        <p:spPr/>
        <p:txBody>
          <a:bodyPr>
            <a:normAutofit fontScale="90000"/>
          </a:bodyPr>
          <a:lstStyle/>
          <a:p>
            <a:r>
              <a:rPr lang="en-US" dirty="0"/>
              <a:t>Combining Multiple Sources of Data</a:t>
            </a:r>
            <a:endParaRPr lang="en-PK" dirty="0"/>
          </a:p>
        </p:txBody>
      </p:sp>
      <p:sp>
        <p:nvSpPr>
          <p:cNvPr id="3" name="Content Placeholder 2">
            <a:extLst>
              <a:ext uri="{FF2B5EF4-FFF2-40B4-BE49-F238E27FC236}">
                <a16:creationId xmlns:a16="http://schemas.microsoft.com/office/drawing/2014/main" id="{30944AC3-27C7-1AC4-0EA7-FD0B800CE0EC}"/>
              </a:ext>
            </a:extLst>
          </p:cNvPr>
          <p:cNvSpPr>
            <a:spLocks noGrp="1"/>
          </p:cNvSpPr>
          <p:nvPr>
            <p:ph idx="1"/>
          </p:nvPr>
        </p:nvSpPr>
        <p:spPr/>
        <p:txBody>
          <a:bodyPr>
            <a:normAutofit/>
          </a:bodyPr>
          <a:lstStyle/>
          <a:p>
            <a:pPr algn="just"/>
            <a:r>
              <a:rPr lang="en-GB" sz="2800" dirty="0"/>
              <a:t>Collecting data from multiple sources by combining automatic sensing and subjective reporting.</a:t>
            </a:r>
          </a:p>
          <a:p>
            <a:pPr algn="just"/>
            <a:endParaRPr lang="en-GB" sz="2800" dirty="0"/>
          </a:p>
          <a:p>
            <a:pPr algn="just"/>
            <a:r>
              <a:rPr lang="en-GB" sz="2800" dirty="0"/>
              <a:t>The goal is to obtain a more comprehensive picture about a domain</a:t>
            </a:r>
          </a:p>
          <a:p>
            <a:pPr marL="658368" lvl="2" indent="0" algn="just">
              <a:buNone/>
            </a:pPr>
            <a:r>
              <a:rPr lang="en-GB" sz="2000" dirty="0"/>
              <a:t>such as a population’s mental health</a:t>
            </a:r>
          </a:p>
          <a:p>
            <a:pPr marL="137160" indent="0" algn="just">
              <a:buNone/>
            </a:pPr>
            <a:endParaRPr lang="da-DK" sz="2000" dirty="0"/>
          </a:p>
          <a:p>
            <a:pPr marL="137160" indent="0" algn="just">
              <a:buNone/>
            </a:pPr>
            <a:endParaRPr lang="da-DK" sz="2000" dirty="0"/>
          </a:p>
        </p:txBody>
      </p:sp>
    </p:spTree>
    <p:extLst>
      <p:ext uri="{BB962C8B-B14F-4D97-AF65-F5344CB8AC3E}">
        <p14:creationId xmlns:p14="http://schemas.microsoft.com/office/powerpoint/2010/main" val="2830285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442B5-8B70-3B8A-E2C0-EF371DB060B1}"/>
              </a:ext>
            </a:extLst>
          </p:cNvPr>
          <p:cNvSpPr>
            <a:spLocks noGrp="1"/>
          </p:cNvSpPr>
          <p:nvPr>
            <p:ph type="title"/>
          </p:nvPr>
        </p:nvSpPr>
        <p:spPr/>
        <p:txBody>
          <a:bodyPr>
            <a:normAutofit fontScale="90000"/>
          </a:bodyPr>
          <a:lstStyle/>
          <a:p>
            <a:r>
              <a:rPr lang="en-US" dirty="0"/>
              <a:t>Combining Multiple Sources of Data</a:t>
            </a:r>
            <a:endParaRPr lang="en-PK" dirty="0"/>
          </a:p>
        </p:txBody>
      </p:sp>
      <p:sp>
        <p:nvSpPr>
          <p:cNvPr id="3" name="Content Placeholder 2">
            <a:extLst>
              <a:ext uri="{FF2B5EF4-FFF2-40B4-BE49-F238E27FC236}">
                <a16:creationId xmlns:a16="http://schemas.microsoft.com/office/drawing/2014/main" id="{4C0603BD-BAA9-209C-451D-668F2775E2E9}"/>
              </a:ext>
            </a:extLst>
          </p:cNvPr>
          <p:cNvSpPr>
            <a:spLocks noGrp="1"/>
          </p:cNvSpPr>
          <p:nvPr>
            <p:ph idx="1"/>
          </p:nvPr>
        </p:nvSpPr>
        <p:spPr/>
        <p:txBody>
          <a:bodyPr/>
          <a:lstStyle/>
          <a:p>
            <a:pPr marL="82296" indent="0">
              <a:buNone/>
            </a:pPr>
            <a:r>
              <a:rPr lang="da-DK" sz="3200" dirty="0"/>
              <a:t>Example: Studentlife (Harari et al., 2017</a:t>
            </a:r>
            <a:r>
              <a:rPr lang="da-DK" sz="3600" dirty="0"/>
              <a:t>)</a:t>
            </a:r>
            <a:endParaRPr lang="en-PK" sz="4000" dirty="0"/>
          </a:p>
          <a:p>
            <a:endParaRPr lang="en-PK" dirty="0"/>
          </a:p>
        </p:txBody>
      </p:sp>
      <p:pic>
        <p:nvPicPr>
          <p:cNvPr id="5" name="Picture 4">
            <a:extLst>
              <a:ext uri="{FF2B5EF4-FFF2-40B4-BE49-F238E27FC236}">
                <a16:creationId xmlns:a16="http://schemas.microsoft.com/office/drawing/2014/main" id="{662BAEAA-BFAE-44B2-9DA9-3508F329C304}"/>
              </a:ext>
            </a:extLst>
          </p:cNvPr>
          <p:cNvPicPr>
            <a:picLocks noChangeAspect="1"/>
          </p:cNvPicPr>
          <p:nvPr/>
        </p:nvPicPr>
        <p:blipFill>
          <a:blip r:embed="rId2"/>
          <a:stretch>
            <a:fillRect/>
          </a:stretch>
        </p:blipFill>
        <p:spPr>
          <a:xfrm>
            <a:off x="1795272" y="2482367"/>
            <a:ext cx="6778752" cy="3173386"/>
          </a:xfrm>
          <a:prstGeom prst="rect">
            <a:avLst/>
          </a:prstGeom>
        </p:spPr>
      </p:pic>
      <p:sp>
        <p:nvSpPr>
          <p:cNvPr id="7" name="TextBox 6">
            <a:extLst>
              <a:ext uri="{FF2B5EF4-FFF2-40B4-BE49-F238E27FC236}">
                <a16:creationId xmlns:a16="http://schemas.microsoft.com/office/drawing/2014/main" id="{B0C75D31-69BA-C3EE-774A-9724CA1B6EFD}"/>
              </a:ext>
            </a:extLst>
          </p:cNvPr>
          <p:cNvSpPr txBox="1"/>
          <p:nvPr/>
        </p:nvSpPr>
        <p:spPr>
          <a:xfrm>
            <a:off x="1508760" y="6078270"/>
            <a:ext cx="7635240" cy="646331"/>
          </a:xfrm>
          <a:prstGeom prst="rect">
            <a:avLst/>
          </a:prstGeom>
          <a:noFill/>
        </p:spPr>
        <p:txBody>
          <a:bodyPr wrap="square">
            <a:spAutoFit/>
          </a:bodyPr>
          <a:lstStyle/>
          <a:p>
            <a:r>
              <a:rPr lang="en-GB" dirty="0"/>
              <a:t>Student’s activity, sleep, and attendance levels against deadlines during a term Source: </a:t>
            </a:r>
            <a:r>
              <a:rPr lang="en-GB" dirty="0" err="1"/>
              <a:t>StudentLife</a:t>
            </a:r>
            <a:r>
              <a:rPr lang="en-GB" dirty="0"/>
              <a:t> Study</a:t>
            </a:r>
            <a:endParaRPr lang="en-PK" dirty="0"/>
          </a:p>
        </p:txBody>
      </p:sp>
    </p:spTree>
    <p:extLst>
      <p:ext uri="{BB962C8B-B14F-4D97-AF65-F5344CB8AC3E}">
        <p14:creationId xmlns:p14="http://schemas.microsoft.com/office/powerpoint/2010/main" val="2632730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8C8F8-3975-407B-4B7D-6856DF434713}"/>
              </a:ext>
            </a:extLst>
          </p:cNvPr>
          <p:cNvSpPr>
            <a:spLocks noGrp="1"/>
          </p:cNvSpPr>
          <p:nvPr>
            <p:ph type="title"/>
          </p:nvPr>
        </p:nvSpPr>
        <p:spPr/>
        <p:txBody>
          <a:bodyPr/>
          <a:lstStyle/>
          <a:p>
            <a:r>
              <a:rPr lang="en-US" dirty="0"/>
              <a:t>Visualizing and Exploring Data</a:t>
            </a:r>
            <a:endParaRPr lang="en-PK" dirty="0"/>
          </a:p>
        </p:txBody>
      </p:sp>
      <p:sp>
        <p:nvSpPr>
          <p:cNvPr id="3" name="Content Placeholder 2">
            <a:extLst>
              <a:ext uri="{FF2B5EF4-FFF2-40B4-BE49-F238E27FC236}">
                <a16:creationId xmlns:a16="http://schemas.microsoft.com/office/drawing/2014/main" id="{5E9D6049-6878-2302-A606-56F08EC9FDF0}"/>
              </a:ext>
            </a:extLst>
          </p:cNvPr>
          <p:cNvSpPr>
            <a:spLocks noGrp="1"/>
          </p:cNvSpPr>
          <p:nvPr>
            <p:ph idx="1"/>
          </p:nvPr>
        </p:nvSpPr>
        <p:spPr/>
        <p:txBody>
          <a:bodyPr>
            <a:normAutofit lnSpcReduction="10000"/>
          </a:bodyPr>
          <a:lstStyle/>
          <a:p>
            <a:pPr algn="just"/>
            <a:r>
              <a:rPr lang="en-GB" sz="2800" dirty="0"/>
              <a:t>Visualization include being able to see it and understand the way that it is represented and its context (data should be meaningful)</a:t>
            </a:r>
          </a:p>
          <a:p>
            <a:pPr marL="916686" lvl="1" indent="-514350" algn="just">
              <a:buFont typeface="+mj-lt"/>
              <a:buAutoNum type="arabicPeriod"/>
            </a:pPr>
            <a:r>
              <a:rPr lang="en-GB" sz="2400" dirty="0"/>
              <a:t>What kind of data is it? </a:t>
            </a:r>
          </a:p>
          <a:p>
            <a:pPr marL="916686" lvl="1" indent="-514350" algn="just">
              <a:buFont typeface="+mj-lt"/>
              <a:buAutoNum type="arabicPeriod"/>
            </a:pPr>
            <a:r>
              <a:rPr lang="en-GB" sz="2400" dirty="0"/>
              <a:t>What is the data about? </a:t>
            </a:r>
          </a:p>
          <a:p>
            <a:pPr marL="916686" lvl="1" indent="-514350" algn="just">
              <a:buFont typeface="+mj-lt"/>
              <a:buAutoNum type="arabicPeriod"/>
            </a:pPr>
            <a:r>
              <a:rPr lang="en-GB" sz="2400" dirty="0"/>
              <a:t>Why was it collected? </a:t>
            </a:r>
          </a:p>
          <a:p>
            <a:pPr marL="916686" lvl="1" indent="-514350" algn="just">
              <a:buFont typeface="+mj-lt"/>
              <a:buAutoNum type="arabicPeriod"/>
            </a:pPr>
            <a:r>
              <a:rPr lang="en-GB" sz="2400" dirty="0"/>
              <a:t>Why was it </a:t>
            </a:r>
            <a:r>
              <a:rPr lang="en-GB" sz="2400" dirty="0" err="1"/>
              <a:t>analyzed</a:t>
            </a:r>
            <a:r>
              <a:rPr lang="en-GB" sz="2400" dirty="0"/>
              <a:t> and represented in a particular way? </a:t>
            </a:r>
          </a:p>
          <a:p>
            <a:pPr marL="916686" lvl="1" indent="-514350" algn="just">
              <a:buFont typeface="+mj-lt"/>
              <a:buAutoNum type="arabicPeriod"/>
            </a:pPr>
            <a:endParaRPr lang="en-GB" sz="2400" dirty="0"/>
          </a:p>
          <a:p>
            <a:pPr algn="just"/>
            <a:r>
              <a:rPr lang="en-GB" sz="2800" dirty="0"/>
              <a:t>The skills needed to understand and interpret visualizations are referred to as </a:t>
            </a:r>
            <a:r>
              <a:rPr lang="en-GB" sz="2800" b="1" i="1" dirty="0">
                <a:solidFill>
                  <a:srgbClr val="FF0000"/>
                </a:solidFill>
              </a:rPr>
              <a:t>visual literacy</a:t>
            </a:r>
            <a:r>
              <a:rPr lang="en-GB" sz="2800" dirty="0"/>
              <a:t>.</a:t>
            </a:r>
            <a:endParaRPr lang="en-PK" sz="2800" dirty="0"/>
          </a:p>
        </p:txBody>
      </p:sp>
    </p:spTree>
    <p:extLst>
      <p:ext uri="{BB962C8B-B14F-4D97-AF65-F5344CB8AC3E}">
        <p14:creationId xmlns:p14="http://schemas.microsoft.com/office/powerpoint/2010/main" val="126390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6418-142A-E7E2-5972-92E812A2CA2F}"/>
              </a:ext>
            </a:extLst>
          </p:cNvPr>
          <p:cNvSpPr>
            <a:spLocks noGrp="1"/>
          </p:cNvSpPr>
          <p:nvPr>
            <p:ph type="title"/>
          </p:nvPr>
        </p:nvSpPr>
        <p:spPr/>
        <p:txBody>
          <a:bodyPr>
            <a:normAutofit/>
          </a:bodyPr>
          <a:lstStyle/>
          <a:p>
            <a:r>
              <a:rPr lang="en-US" dirty="0"/>
              <a:t>Visualizing and Exploring Data</a:t>
            </a:r>
            <a:endParaRPr lang="en-PK" dirty="0"/>
          </a:p>
        </p:txBody>
      </p:sp>
      <p:pic>
        <p:nvPicPr>
          <p:cNvPr id="5" name="Content Placeholder 4">
            <a:extLst>
              <a:ext uri="{FF2B5EF4-FFF2-40B4-BE49-F238E27FC236}">
                <a16:creationId xmlns:a16="http://schemas.microsoft.com/office/drawing/2014/main" id="{EA8611DE-9745-FF0A-5B3C-99B248894E19}"/>
              </a:ext>
            </a:extLst>
          </p:cNvPr>
          <p:cNvPicPr>
            <a:picLocks noGrp="1" noChangeAspect="1"/>
          </p:cNvPicPr>
          <p:nvPr>
            <p:ph idx="1"/>
          </p:nvPr>
        </p:nvPicPr>
        <p:blipFill>
          <a:blip r:embed="rId2"/>
          <a:stretch>
            <a:fillRect/>
          </a:stretch>
        </p:blipFill>
        <p:spPr>
          <a:xfrm>
            <a:off x="1657350" y="2057400"/>
            <a:ext cx="6572250" cy="3636422"/>
          </a:xfrm>
        </p:spPr>
      </p:pic>
      <p:sp>
        <p:nvSpPr>
          <p:cNvPr id="7" name="TextBox 6">
            <a:extLst>
              <a:ext uri="{FF2B5EF4-FFF2-40B4-BE49-F238E27FC236}">
                <a16:creationId xmlns:a16="http://schemas.microsoft.com/office/drawing/2014/main" id="{42D2344A-D30A-06CA-28DA-A069C5DCE4CF}"/>
              </a:ext>
            </a:extLst>
          </p:cNvPr>
          <p:cNvSpPr txBox="1"/>
          <p:nvPr/>
        </p:nvSpPr>
        <p:spPr>
          <a:xfrm>
            <a:off x="2971800" y="6253162"/>
            <a:ext cx="4572000" cy="369332"/>
          </a:xfrm>
          <a:prstGeom prst="rect">
            <a:avLst/>
          </a:prstGeom>
          <a:noFill/>
        </p:spPr>
        <p:txBody>
          <a:bodyPr wrap="square">
            <a:spAutoFit/>
          </a:bodyPr>
          <a:lstStyle/>
          <a:p>
            <a:r>
              <a:rPr lang="en-GB" dirty="0"/>
              <a:t>A simplified path for data to be meaningful</a:t>
            </a:r>
            <a:endParaRPr lang="en-PK" dirty="0"/>
          </a:p>
        </p:txBody>
      </p:sp>
    </p:spTree>
    <p:extLst>
      <p:ext uri="{BB962C8B-B14F-4D97-AF65-F5344CB8AC3E}">
        <p14:creationId xmlns:p14="http://schemas.microsoft.com/office/powerpoint/2010/main" val="3305001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4EBE-49E8-9AFD-2E31-F91057F5A032}"/>
              </a:ext>
            </a:extLst>
          </p:cNvPr>
          <p:cNvSpPr>
            <a:spLocks noGrp="1"/>
          </p:cNvSpPr>
          <p:nvPr>
            <p:ph type="title"/>
          </p:nvPr>
        </p:nvSpPr>
        <p:spPr/>
        <p:txBody>
          <a:bodyPr/>
          <a:lstStyle/>
          <a:p>
            <a:r>
              <a:rPr lang="en-US" dirty="0"/>
              <a:t>Visualizing and Exploring Data</a:t>
            </a:r>
            <a:endParaRPr lang="en-PK" dirty="0"/>
          </a:p>
        </p:txBody>
      </p:sp>
      <p:sp>
        <p:nvSpPr>
          <p:cNvPr id="3" name="Content Placeholder 2">
            <a:extLst>
              <a:ext uri="{FF2B5EF4-FFF2-40B4-BE49-F238E27FC236}">
                <a16:creationId xmlns:a16="http://schemas.microsoft.com/office/drawing/2014/main" id="{2F886C40-1135-7054-B007-FAF9C344D34B}"/>
              </a:ext>
            </a:extLst>
          </p:cNvPr>
          <p:cNvSpPr>
            <a:spLocks noGrp="1"/>
          </p:cNvSpPr>
          <p:nvPr>
            <p:ph idx="1"/>
          </p:nvPr>
        </p:nvSpPr>
        <p:spPr/>
        <p:txBody>
          <a:bodyPr>
            <a:normAutofit/>
          </a:bodyPr>
          <a:lstStyle/>
          <a:p>
            <a:pPr algn="just"/>
            <a:r>
              <a:rPr lang="en-GB" sz="2800" dirty="0"/>
              <a:t>The goal of data visualization tools is to amplify human cognition so that users can see patterns, trends, correlations, and anomalies in the data that lead them to gain new insights and make new discoveries</a:t>
            </a:r>
          </a:p>
          <a:p>
            <a:pPr algn="just"/>
            <a:endParaRPr lang="en-GB" sz="2800" dirty="0"/>
          </a:p>
          <a:p>
            <a:pPr algn="just"/>
            <a:r>
              <a:rPr lang="en-GB" sz="2800" dirty="0"/>
              <a:t>Data visualization tools can help users change and manipulate variables to see what happens</a:t>
            </a:r>
          </a:p>
          <a:p>
            <a:pPr marL="603504" lvl="2" indent="0" algn="just">
              <a:buNone/>
            </a:pPr>
            <a:r>
              <a:rPr lang="en-GB" sz="2000" dirty="0"/>
              <a:t>“overview first, zoom and filter, and then details on demand.”</a:t>
            </a:r>
            <a:r>
              <a:rPr lang="en-US" sz="2000" dirty="0"/>
              <a:t> Ben </a:t>
            </a:r>
            <a:r>
              <a:rPr lang="en-US" sz="2000" dirty="0" err="1"/>
              <a:t>Shneiderman</a:t>
            </a:r>
            <a:r>
              <a:rPr lang="en-US" sz="2000" dirty="0"/>
              <a:t> (1996)</a:t>
            </a:r>
            <a:endParaRPr lang="en-PK" sz="2000" dirty="0"/>
          </a:p>
        </p:txBody>
      </p:sp>
    </p:spTree>
    <p:extLst>
      <p:ext uri="{BB962C8B-B14F-4D97-AF65-F5344CB8AC3E}">
        <p14:creationId xmlns:p14="http://schemas.microsoft.com/office/powerpoint/2010/main" val="100861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25FF-57C0-43ED-F2B1-2947F9DA0154}"/>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129EECEB-5C6F-3B14-44BA-1051111003F8}"/>
              </a:ext>
            </a:extLst>
          </p:cNvPr>
          <p:cNvPicPr>
            <a:picLocks noGrp="1" noChangeAspect="1"/>
          </p:cNvPicPr>
          <p:nvPr>
            <p:ph idx="1"/>
          </p:nvPr>
        </p:nvPicPr>
        <p:blipFill>
          <a:blip r:embed="rId2"/>
          <a:stretch>
            <a:fillRect/>
          </a:stretch>
        </p:blipFill>
        <p:spPr>
          <a:xfrm>
            <a:off x="2244598" y="1524000"/>
            <a:ext cx="5880100" cy="3497593"/>
          </a:xfrm>
        </p:spPr>
      </p:pic>
      <p:sp>
        <p:nvSpPr>
          <p:cNvPr id="7" name="TextBox 6">
            <a:extLst>
              <a:ext uri="{FF2B5EF4-FFF2-40B4-BE49-F238E27FC236}">
                <a16:creationId xmlns:a16="http://schemas.microsoft.com/office/drawing/2014/main" id="{95486155-B905-7D9D-49E0-5AE4DF2F0AF7}"/>
              </a:ext>
            </a:extLst>
          </p:cNvPr>
          <p:cNvSpPr txBox="1"/>
          <p:nvPr/>
        </p:nvSpPr>
        <p:spPr>
          <a:xfrm>
            <a:off x="1676400" y="5398273"/>
            <a:ext cx="7010400" cy="923330"/>
          </a:xfrm>
          <a:prstGeom prst="rect">
            <a:avLst/>
          </a:prstGeom>
          <a:noFill/>
        </p:spPr>
        <p:txBody>
          <a:bodyPr wrap="square">
            <a:spAutoFit/>
          </a:bodyPr>
          <a:lstStyle/>
          <a:p>
            <a:pPr algn="just"/>
            <a:r>
              <a:rPr lang="en-GB" dirty="0"/>
              <a:t>A market map of the S&amp;P 500, which is a financial index for stocks. Green indicates stocks that increased in value, and red indicates stocks that decreased in value that day.</a:t>
            </a:r>
            <a:endParaRPr lang="en-PK" dirty="0"/>
          </a:p>
        </p:txBody>
      </p:sp>
    </p:spTree>
    <p:extLst>
      <p:ext uri="{BB962C8B-B14F-4D97-AF65-F5344CB8AC3E}">
        <p14:creationId xmlns:p14="http://schemas.microsoft.com/office/powerpoint/2010/main" val="4108301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B2FA-AB5E-282C-BCA5-7B04E85F411A}"/>
              </a:ext>
            </a:extLst>
          </p:cNvPr>
          <p:cNvSpPr>
            <a:spLocks noGrp="1"/>
          </p:cNvSpPr>
          <p:nvPr>
            <p:ph type="title"/>
          </p:nvPr>
        </p:nvSpPr>
        <p:spPr/>
        <p:txBody>
          <a:bodyPr>
            <a:normAutofit fontScale="90000"/>
          </a:bodyPr>
          <a:lstStyle/>
          <a:p>
            <a:r>
              <a:rPr lang="en-US" dirty="0"/>
              <a:t>Visualizing and Exploring Data - Dashboard</a:t>
            </a:r>
            <a:endParaRPr lang="en-PK" dirty="0"/>
          </a:p>
        </p:txBody>
      </p:sp>
      <p:sp>
        <p:nvSpPr>
          <p:cNvPr id="3" name="Content Placeholder 2">
            <a:extLst>
              <a:ext uri="{FF2B5EF4-FFF2-40B4-BE49-F238E27FC236}">
                <a16:creationId xmlns:a16="http://schemas.microsoft.com/office/drawing/2014/main" id="{40860024-6F5A-FD76-3AC8-0451FEB6A07E}"/>
              </a:ext>
            </a:extLst>
          </p:cNvPr>
          <p:cNvSpPr>
            <a:spLocks noGrp="1"/>
          </p:cNvSpPr>
          <p:nvPr>
            <p:ph idx="1"/>
          </p:nvPr>
        </p:nvSpPr>
        <p:spPr/>
        <p:txBody>
          <a:bodyPr>
            <a:normAutofit fontScale="92500"/>
          </a:bodyPr>
          <a:lstStyle/>
          <a:p>
            <a:pPr marL="82296" indent="0" algn="just">
              <a:buNone/>
            </a:pPr>
            <a:r>
              <a:rPr lang="en-GB" dirty="0"/>
              <a:t>The dashboard is an interactive panel of control widgets that contains </a:t>
            </a:r>
          </a:p>
          <a:p>
            <a:pPr marL="82296" indent="0" algn="just">
              <a:buNone/>
            </a:pPr>
            <a:r>
              <a:rPr lang="en-GB" dirty="0"/>
              <a:t>Sliders</a:t>
            </a:r>
          </a:p>
          <a:p>
            <a:pPr marL="82296" indent="0" algn="just">
              <a:buNone/>
            </a:pPr>
            <a:r>
              <a:rPr lang="en-GB" dirty="0"/>
              <a:t>Checkboxes</a:t>
            </a:r>
          </a:p>
          <a:p>
            <a:pPr marL="82296" indent="0" algn="just">
              <a:buNone/>
            </a:pPr>
            <a:r>
              <a:rPr lang="en-GB" dirty="0"/>
              <a:t>Radio buttons, </a:t>
            </a:r>
          </a:p>
          <a:p>
            <a:pPr marL="82296" indent="0" algn="just">
              <a:buNone/>
            </a:pPr>
            <a:r>
              <a:rPr lang="en-GB" dirty="0"/>
              <a:t>and coordinated multiple window displays of different kinds of graphical representations</a:t>
            </a:r>
          </a:p>
          <a:p>
            <a:pPr marL="603504" lvl="2" indent="0" algn="just">
              <a:buNone/>
            </a:pPr>
            <a:r>
              <a:rPr lang="en-GB" dirty="0"/>
              <a:t>such as bar and line graphs, heat maps, tree maps, infographics, word clouds, scatterplots, and other kinds of visualizations. </a:t>
            </a:r>
            <a:endParaRPr lang="en-PK" dirty="0"/>
          </a:p>
        </p:txBody>
      </p:sp>
    </p:spTree>
    <p:extLst>
      <p:ext uri="{BB962C8B-B14F-4D97-AF65-F5344CB8AC3E}">
        <p14:creationId xmlns:p14="http://schemas.microsoft.com/office/powerpoint/2010/main" val="816205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E3DD0-2D89-1001-37F8-4E080579E736}"/>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0782B215-DFB4-BCFB-8A47-288E1AF9F50A}"/>
              </a:ext>
            </a:extLst>
          </p:cNvPr>
          <p:cNvPicPr>
            <a:picLocks noGrp="1" noChangeAspect="1"/>
          </p:cNvPicPr>
          <p:nvPr>
            <p:ph idx="1"/>
          </p:nvPr>
        </p:nvPicPr>
        <p:blipFill>
          <a:blip r:embed="rId2"/>
          <a:stretch>
            <a:fillRect/>
          </a:stretch>
        </p:blipFill>
        <p:spPr>
          <a:xfrm>
            <a:off x="1524000" y="1828800"/>
            <a:ext cx="7023100" cy="3896736"/>
          </a:xfrm>
        </p:spPr>
      </p:pic>
      <p:sp>
        <p:nvSpPr>
          <p:cNvPr id="7" name="TextBox 6">
            <a:extLst>
              <a:ext uri="{FF2B5EF4-FFF2-40B4-BE49-F238E27FC236}">
                <a16:creationId xmlns:a16="http://schemas.microsoft.com/office/drawing/2014/main" id="{88D6A766-50F4-E24E-4423-DF0510C9FF7C}"/>
              </a:ext>
            </a:extLst>
          </p:cNvPr>
          <p:cNvSpPr txBox="1"/>
          <p:nvPr/>
        </p:nvSpPr>
        <p:spPr>
          <a:xfrm>
            <a:off x="1749298" y="6126538"/>
            <a:ext cx="6870700" cy="369332"/>
          </a:xfrm>
          <a:prstGeom prst="rect">
            <a:avLst/>
          </a:prstGeom>
          <a:noFill/>
        </p:spPr>
        <p:txBody>
          <a:bodyPr wrap="square">
            <a:spAutoFit/>
          </a:bodyPr>
          <a:lstStyle/>
          <a:p>
            <a:r>
              <a:rPr lang="en-GB" dirty="0"/>
              <a:t>A dashboard that was created to show changes in sales information.</a:t>
            </a:r>
            <a:endParaRPr lang="en-PK" dirty="0"/>
          </a:p>
        </p:txBody>
      </p:sp>
    </p:spTree>
    <p:extLst>
      <p:ext uri="{BB962C8B-B14F-4D97-AF65-F5344CB8AC3E}">
        <p14:creationId xmlns:p14="http://schemas.microsoft.com/office/powerpoint/2010/main" val="1257308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C55AA-CA70-2686-94C3-AE2574A6533B}"/>
              </a:ext>
            </a:extLst>
          </p:cNvPr>
          <p:cNvSpPr>
            <a:spLocks noGrp="1"/>
          </p:cNvSpPr>
          <p:nvPr>
            <p:ph type="title"/>
          </p:nvPr>
        </p:nvSpPr>
        <p:spPr/>
        <p:txBody>
          <a:bodyPr/>
          <a:lstStyle/>
          <a:p>
            <a:r>
              <a:rPr lang="en-US" dirty="0"/>
              <a:t>Ethical Design Concerns</a:t>
            </a:r>
            <a:endParaRPr lang="en-PK" dirty="0"/>
          </a:p>
        </p:txBody>
      </p:sp>
      <p:sp>
        <p:nvSpPr>
          <p:cNvPr id="3" name="Content Placeholder 2">
            <a:extLst>
              <a:ext uri="{FF2B5EF4-FFF2-40B4-BE49-F238E27FC236}">
                <a16:creationId xmlns:a16="http://schemas.microsoft.com/office/drawing/2014/main" id="{09277A98-CB9C-1AF1-588E-39E7D125EDD5}"/>
              </a:ext>
            </a:extLst>
          </p:cNvPr>
          <p:cNvSpPr>
            <a:spLocks noGrp="1"/>
          </p:cNvSpPr>
          <p:nvPr>
            <p:ph idx="1"/>
          </p:nvPr>
        </p:nvSpPr>
        <p:spPr/>
        <p:txBody>
          <a:bodyPr/>
          <a:lstStyle/>
          <a:p>
            <a:pPr algn="just"/>
            <a:r>
              <a:rPr lang="en-GB" dirty="0"/>
              <a:t>By “ethics,” this is usually taken to mean “the standards of conduct that distinguish between right and wrong, good and bad, and so on”</a:t>
            </a:r>
          </a:p>
          <a:p>
            <a:pPr algn="just"/>
            <a:endParaRPr lang="en-GB" dirty="0"/>
          </a:p>
          <a:p>
            <a:pPr algn="just"/>
            <a:r>
              <a:rPr lang="en-GB" dirty="0"/>
              <a:t>Privacy by design is a way to avoid collecting excessive data that might be sensitive but not needed</a:t>
            </a:r>
          </a:p>
          <a:p>
            <a:pPr algn="just"/>
            <a:endParaRPr lang="en-PK" dirty="0"/>
          </a:p>
        </p:txBody>
      </p:sp>
    </p:spTree>
    <p:extLst>
      <p:ext uri="{BB962C8B-B14F-4D97-AF65-F5344CB8AC3E}">
        <p14:creationId xmlns:p14="http://schemas.microsoft.com/office/powerpoint/2010/main" val="2256898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00EB-4683-CA04-9CEC-28FB1F9408C6}"/>
              </a:ext>
            </a:extLst>
          </p:cNvPr>
          <p:cNvSpPr>
            <a:spLocks noGrp="1"/>
          </p:cNvSpPr>
          <p:nvPr>
            <p:ph type="title"/>
          </p:nvPr>
        </p:nvSpPr>
        <p:spPr/>
        <p:txBody>
          <a:bodyPr/>
          <a:lstStyle/>
          <a:p>
            <a:r>
              <a:rPr lang="en-US" dirty="0"/>
              <a:t>Data Ethics Principles </a:t>
            </a:r>
            <a:endParaRPr lang="en-PK" dirty="0"/>
          </a:p>
        </p:txBody>
      </p:sp>
      <p:sp>
        <p:nvSpPr>
          <p:cNvPr id="3" name="Content Placeholder 2">
            <a:extLst>
              <a:ext uri="{FF2B5EF4-FFF2-40B4-BE49-F238E27FC236}">
                <a16:creationId xmlns:a16="http://schemas.microsoft.com/office/drawing/2014/main" id="{39AA94B1-10E0-4CFA-2C9A-230D17BAC9EA}"/>
              </a:ext>
            </a:extLst>
          </p:cNvPr>
          <p:cNvSpPr>
            <a:spLocks noGrp="1"/>
          </p:cNvSpPr>
          <p:nvPr>
            <p:ph idx="1"/>
          </p:nvPr>
        </p:nvSpPr>
        <p:spPr/>
        <p:txBody>
          <a:bodyPr>
            <a:normAutofit fontScale="70000" lnSpcReduction="20000"/>
          </a:bodyPr>
          <a:lstStyle/>
          <a:p>
            <a:pPr marL="596646" indent="-514350" algn="just">
              <a:buFont typeface="+mj-lt"/>
              <a:buAutoNum type="arabicPeriod"/>
            </a:pPr>
            <a:r>
              <a:rPr lang="en-GB" b="1" dirty="0"/>
              <a:t>Fairness </a:t>
            </a:r>
            <a:r>
              <a:rPr lang="en-GB" dirty="0"/>
              <a:t>refers to impartial and just treatment or </a:t>
            </a:r>
            <a:r>
              <a:rPr lang="en-GB" dirty="0" err="1"/>
              <a:t>behavior</a:t>
            </a:r>
            <a:r>
              <a:rPr lang="en-GB" dirty="0"/>
              <a:t> without </a:t>
            </a:r>
            <a:r>
              <a:rPr lang="en-GB" dirty="0" err="1"/>
              <a:t>favoritism</a:t>
            </a:r>
            <a:r>
              <a:rPr lang="en-GB" dirty="0"/>
              <a:t> or discrimination</a:t>
            </a:r>
          </a:p>
          <a:p>
            <a:pPr marL="596646" indent="-514350" algn="just">
              <a:buFont typeface="+mj-lt"/>
              <a:buAutoNum type="arabicPeriod"/>
            </a:pPr>
            <a:endParaRPr lang="en-GB" dirty="0"/>
          </a:p>
          <a:p>
            <a:pPr marL="596646" indent="-514350" algn="just">
              <a:buFont typeface="+mj-lt"/>
              <a:buAutoNum type="arabicPeriod"/>
            </a:pPr>
            <a:r>
              <a:rPr lang="en-GB" b="1" dirty="0"/>
              <a:t>Accountability</a:t>
            </a:r>
            <a:r>
              <a:rPr lang="en-GB" dirty="0"/>
              <a:t> refers to whether an intelligent or automated system that uses AI algorithms can explain its decisions in ways that enable people to believe they are accurate and correct. </a:t>
            </a:r>
          </a:p>
          <a:p>
            <a:pPr marL="596646" indent="-514350" algn="just">
              <a:buFont typeface="+mj-lt"/>
              <a:buAutoNum type="arabicPeriod"/>
            </a:pPr>
            <a:endParaRPr lang="en-GB" dirty="0"/>
          </a:p>
          <a:p>
            <a:pPr marL="596646" indent="-514350" algn="just">
              <a:buFont typeface="+mj-lt"/>
              <a:buAutoNum type="arabicPeriod"/>
            </a:pPr>
            <a:r>
              <a:rPr lang="en-GB" b="1" dirty="0"/>
              <a:t>Transparency</a:t>
            </a:r>
            <a:r>
              <a:rPr lang="en-GB" dirty="0"/>
              <a:t> refers to the extent to which a system makes its decisions visible and how they were derived</a:t>
            </a:r>
          </a:p>
          <a:p>
            <a:pPr marL="596646" indent="-514350" algn="just">
              <a:buFont typeface="+mj-lt"/>
              <a:buAutoNum type="arabicPeriod"/>
            </a:pPr>
            <a:endParaRPr lang="en-GB" dirty="0"/>
          </a:p>
          <a:p>
            <a:pPr marL="596646" indent="-514350" algn="just">
              <a:buFont typeface="+mj-lt"/>
              <a:buAutoNum type="arabicPeriod"/>
            </a:pPr>
            <a:r>
              <a:rPr lang="en-GB" b="1" dirty="0" err="1"/>
              <a:t>Explainability</a:t>
            </a:r>
            <a:r>
              <a:rPr lang="en-GB" dirty="0"/>
              <a:t> refers to a growing expectation in HCI and AI that systems, especially those that collect data and make decisions about people, provide explanations that laypeople can understand. </a:t>
            </a:r>
            <a:endParaRPr lang="en-US" dirty="0"/>
          </a:p>
        </p:txBody>
      </p:sp>
    </p:spTree>
    <p:extLst>
      <p:ext uri="{BB962C8B-B14F-4D97-AF65-F5344CB8AC3E}">
        <p14:creationId xmlns:p14="http://schemas.microsoft.com/office/powerpoint/2010/main" val="1243337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B581-F4A0-191D-FC19-639C77F4DBBD}"/>
              </a:ext>
            </a:extLst>
          </p:cNvPr>
          <p:cNvSpPr>
            <a:spLocks noGrp="1"/>
          </p:cNvSpPr>
          <p:nvPr>
            <p:ph type="title"/>
          </p:nvPr>
        </p:nvSpPr>
        <p:spPr/>
        <p:txBody>
          <a:bodyPr/>
          <a:lstStyle/>
          <a:p>
            <a:r>
              <a:rPr lang="en-US" dirty="0"/>
              <a:t>Conclusion </a:t>
            </a:r>
            <a:endParaRPr lang="en-PK" dirty="0"/>
          </a:p>
        </p:txBody>
      </p:sp>
      <p:sp>
        <p:nvSpPr>
          <p:cNvPr id="3" name="Content Placeholder 2">
            <a:extLst>
              <a:ext uri="{FF2B5EF4-FFF2-40B4-BE49-F238E27FC236}">
                <a16:creationId xmlns:a16="http://schemas.microsoft.com/office/drawing/2014/main" id="{EDBE6827-7FFA-4EF5-9BBA-BCC59AEE8504}"/>
              </a:ext>
            </a:extLst>
          </p:cNvPr>
          <p:cNvSpPr>
            <a:spLocks noGrp="1"/>
          </p:cNvSpPr>
          <p:nvPr>
            <p:ph idx="1"/>
          </p:nvPr>
        </p:nvSpPr>
        <p:spPr/>
        <p:txBody>
          <a:bodyPr/>
          <a:lstStyle/>
          <a:p>
            <a:r>
              <a:rPr lang="en-US" dirty="0"/>
              <a:t>Introduction</a:t>
            </a:r>
          </a:p>
          <a:p>
            <a:r>
              <a:rPr lang="en-US" dirty="0"/>
              <a:t>Approaches to collecting and analyzing data</a:t>
            </a:r>
          </a:p>
          <a:p>
            <a:r>
              <a:rPr lang="en-US" dirty="0"/>
              <a:t>Visualizing and exploring data</a:t>
            </a:r>
          </a:p>
          <a:p>
            <a:r>
              <a:rPr lang="en-US" dirty="0"/>
              <a:t>Ethical design concerns</a:t>
            </a:r>
          </a:p>
        </p:txBody>
      </p:sp>
    </p:spTree>
    <p:extLst>
      <p:ext uri="{BB962C8B-B14F-4D97-AF65-F5344CB8AC3E}">
        <p14:creationId xmlns:p14="http://schemas.microsoft.com/office/powerpoint/2010/main" val="1335980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11747</TotalTime>
  <Words>1267</Words>
  <Application>Microsoft Office PowerPoint</Application>
  <PresentationFormat>On-screen Show (4:3)</PresentationFormat>
  <Paragraphs>163</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Calibri</vt:lpstr>
      <vt:lpstr>Gill Sans MT</vt:lpstr>
      <vt:lpstr>Verdana</vt:lpstr>
      <vt:lpstr>Wingdings 2</vt:lpstr>
      <vt:lpstr>Solstice</vt:lpstr>
      <vt:lpstr>Data at Scale</vt:lpstr>
      <vt:lpstr>Introduction</vt:lpstr>
      <vt:lpstr>Data at Scale</vt:lpstr>
      <vt:lpstr>Big Data and Issues</vt:lpstr>
      <vt:lpstr>Approaches for Collecting and Analyzing Data</vt:lpstr>
      <vt:lpstr>Scrapping and 2nd Source Data</vt:lpstr>
      <vt:lpstr>Scrapping and 2nd Source Data</vt:lpstr>
      <vt:lpstr>Scrapping and 2nd Source Data</vt:lpstr>
      <vt:lpstr>Collecting Personal Data</vt:lpstr>
      <vt:lpstr>Collecting Personal Data</vt:lpstr>
      <vt:lpstr>Crowdsourcing Data</vt:lpstr>
      <vt:lpstr>Crowdsourcing Data</vt:lpstr>
      <vt:lpstr>Sentiment Analysis</vt:lpstr>
      <vt:lpstr>Sentiment Analysis</vt:lpstr>
      <vt:lpstr>Sentiment Analysis</vt:lpstr>
      <vt:lpstr>Social Network Analysis</vt:lpstr>
      <vt:lpstr>Social Network Analysis</vt:lpstr>
      <vt:lpstr>Social Network Analysis</vt:lpstr>
      <vt:lpstr>Combining Multiple Sources of Data</vt:lpstr>
      <vt:lpstr>Combining Multiple Sources of Data</vt:lpstr>
      <vt:lpstr>Visualizing and Exploring Data</vt:lpstr>
      <vt:lpstr>Visualizing and Exploring Data</vt:lpstr>
      <vt:lpstr>Visualizing and Exploring Data</vt:lpstr>
      <vt:lpstr>Example</vt:lpstr>
      <vt:lpstr>Visualizing and Exploring Data - Dashboard</vt:lpstr>
      <vt:lpstr>Example</vt:lpstr>
      <vt:lpstr>Ethical Design Concerns</vt:lpstr>
      <vt:lpstr>Data Ethics Principles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Sara Muneeb</cp:lastModifiedBy>
  <cp:revision>144</cp:revision>
  <cp:lastPrinted>2022-09-22T09:41:23Z</cp:lastPrinted>
  <dcterms:created xsi:type="dcterms:W3CDTF">2018-08-15T12:40:21Z</dcterms:created>
  <dcterms:modified xsi:type="dcterms:W3CDTF">2022-12-07T12:11:30Z</dcterms:modified>
</cp:coreProperties>
</file>