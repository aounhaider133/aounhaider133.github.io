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57" r:id="rId3"/>
    <p:sldId id="258" r:id="rId4"/>
    <p:sldId id="260" r:id="rId5"/>
    <p:sldId id="261" r:id="rId6"/>
    <p:sldId id="262" r:id="rId7"/>
    <p:sldId id="263" r:id="rId8"/>
    <p:sldId id="259" r:id="rId9"/>
    <p:sldId id="264" r:id="rId10"/>
    <p:sldId id="266" r:id="rId11"/>
    <p:sldId id="265" r:id="rId12"/>
    <p:sldId id="267" r:id="rId13"/>
    <p:sldId id="268" r:id="rId14"/>
    <p:sldId id="272" r:id="rId15"/>
    <p:sldId id="273" r:id="rId16"/>
    <p:sldId id="274" r:id="rId17"/>
    <p:sldId id="275" r:id="rId18"/>
    <p:sldId id="277" r:id="rId19"/>
    <p:sldId id="278" r:id="rId20"/>
    <p:sldId id="279" r:id="rId21"/>
    <p:sldId id="280" r:id="rId22"/>
    <p:sldId id="281" r:id="rId23"/>
    <p:sldId id="282" r:id="rId24"/>
    <p:sldId id="271" r:id="rId25"/>
    <p:sldId id="269" r:id="rId26"/>
    <p:sldId id="270" r:id="rId27"/>
    <p:sldId id="276"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304" r:id="rId43"/>
    <p:sldId id="297" r:id="rId44"/>
    <p:sldId id="298" r:id="rId45"/>
    <p:sldId id="299" r:id="rId46"/>
    <p:sldId id="300" r:id="rId47"/>
    <p:sldId id="305" r:id="rId48"/>
    <p:sldId id="301" r:id="rId49"/>
    <p:sldId id="302" r:id="rId50"/>
    <p:sldId id="303" r:id="rId51"/>
    <p:sldId id="306" r:id="rId52"/>
    <p:sldId id="307" r:id="rId53"/>
    <p:sldId id="308" r:id="rId54"/>
    <p:sldId id="309" r:id="rId55"/>
    <p:sldId id="310" r:id="rId56"/>
  </p:sldIdLst>
  <p:sldSz cx="9144000" cy="6858000" type="screen4x3"/>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49EC5B-3418-40D6-82D5-AD7C894D9B85}" v="70" dt="2022-12-14T10:05:15.259"/>
    <p1510:client id="{ABF93FB7-137C-49F8-97E0-D514822543EA}" v="3" dt="2022-12-14T02:02:17.3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6" autoAdjust="0"/>
    <p:restoredTop sz="94660"/>
  </p:normalViewPr>
  <p:slideViewPr>
    <p:cSldViewPr>
      <p:cViewPr>
        <p:scale>
          <a:sx n="94" d="100"/>
          <a:sy n="94" d="100"/>
        </p:scale>
        <p:origin x="108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Muneeb" userId="29b624b1-a719-43f5-9b52-388cd4043c04" providerId="ADAL" clId="{626D58DD-CAD1-41FD-B346-5DA3667E10E3}"/>
    <pc:docChg chg="undo custSel addSld delSld modSld">
      <pc:chgData name="Sara Muneeb" userId="29b624b1-a719-43f5-9b52-388cd4043c04" providerId="ADAL" clId="{626D58DD-CAD1-41FD-B346-5DA3667E10E3}" dt="2022-12-07T12:11:28.684" v="3033" actId="47"/>
      <pc:docMkLst>
        <pc:docMk/>
      </pc:docMkLst>
      <pc:sldChg chg="modSp mod">
        <pc:chgData name="Sara Muneeb" userId="29b624b1-a719-43f5-9b52-388cd4043c04" providerId="ADAL" clId="{626D58DD-CAD1-41FD-B346-5DA3667E10E3}" dt="2022-12-06T04:54:01.538" v="8" actId="20577"/>
        <pc:sldMkLst>
          <pc:docMk/>
          <pc:sldMk cId="2984185032" sldId="256"/>
        </pc:sldMkLst>
        <pc:spChg chg="mod">
          <ac:chgData name="Sara Muneeb" userId="29b624b1-a719-43f5-9b52-388cd4043c04" providerId="ADAL" clId="{626D58DD-CAD1-41FD-B346-5DA3667E10E3}" dt="2022-12-06T04:54:01.538" v="8" actId="20577"/>
          <ac:spMkLst>
            <pc:docMk/>
            <pc:sldMk cId="2984185032" sldId="256"/>
            <ac:spMk id="2" creationId="{00000000-0000-0000-0000-000000000000}"/>
          </ac:spMkLst>
        </pc:spChg>
      </pc:sldChg>
      <pc:sldChg chg="addSp delSp modSp new mod">
        <pc:chgData name="Sara Muneeb" userId="29b624b1-a719-43f5-9b52-388cd4043c04" providerId="ADAL" clId="{626D58DD-CAD1-41FD-B346-5DA3667E10E3}" dt="2022-12-07T09:25:18.194" v="711" actId="167"/>
        <pc:sldMkLst>
          <pc:docMk/>
          <pc:sldMk cId="1746396122" sldId="257"/>
        </pc:sldMkLst>
        <pc:spChg chg="mod">
          <ac:chgData name="Sara Muneeb" userId="29b624b1-a719-43f5-9b52-388cd4043c04" providerId="ADAL" clId="{626D58DD-CAD1-41FD-B346-5DA3667E10E3}" dt="2022-12-06T04:54:14.566" v="21" actId="20577"/>
          <ac:spMkLst>
            <pc:docMk/>
            <pc:sldMk cId="1746396122" sldId="257"/>
            <ac:spMk id="2" creationId="{2D6D919B-68BD-4476-86FD-F0566FCA1E72}"/>
          </ac:spMkLst>
        </pc:spChg>
        <pc:spChg chg="mod">
          <ac:chgData name="Sara Muneeb" userId="29b624b1-a719-43f5-9b52-388cd4043c04" providerId="ADAL" clId="{626D58DD-CAD1-41FD-B346-5DA3667E10E3}" dt="2022-12-07T09:25:05.410" v="708" actId="404"/>
          <ac:spMkLst>
            <pc:docMk/>
            <pc:sldMk cId="1746396122" sldId="257"/>
            <ac:spMk id="3" creationId="{90AF1FA9-BC96-9025-809A-CB7FBD0773E0}"/>
          </ac:spMkLst>
        </pc:spChg>
        <pc:picChg chg="add del mod">
          <ac:chgData name="Sara Muneeb" userId="29b624b1-a719-43f5-9b52-388cd4043c04" providerId="ADAL" clId="{626D58DD-CAD1-41FD-B346-5DA3667E10E3}" dt="2022-12-07T09:24:33.307" v="699" actId="478"/>
          <ac:picMkLst>
            <pc:docMk/>
            <pc:sldMk cId="1746396122" sldId="257"/>
            <ac:picMk id="3074" creationId="{81585607-DC9C-A10B-C0C0-FA37C76C10B6}"/>
          </ac:picMkLst>
        </pc:picChg>
        <pc:picChg chg="add mod">
          <ac:chgData name="Sara Muneeb" userId="29b624b1-a719-43f5-9b52-388cd4043c04" providerId="ADAL" clId="{626D58DD-CAD1-41FD-B346-5DA3667E10E3}" dt="2022-12-07T09:25:18.194" v="711" actId="167"/>
          <ac:picMkLst>
            <pc:docMk/>
            <pc:sldMk cId="1746396122" sldId="257"/>
            <ac:picMk id="3076" creationId="{F43BF084-CDA6-DF22-5CA0-76703CDC2900}"/>
          </ac:picMkLst>
        </pc:picChg>
      </pc:sldChg>
      <pc:sldChg chg="del">
        <pc:chgData name="Sara Muneeb" userId="29b624b1-a719-43f5-9b52-388cd4043c04" providerId="ADAL" clId="{626D58DD-CAD1-41FD-B346-5DA3667E10E3}" dt="2022-12-06T04:53:54.509" v="0" actId="47"/>
        <pc:sldMkLst>
          <pc:docMk/>
          <pc:sldMk cId="4052696622" sldId="257"/>
        </pc:sldMkLst>
      </pc:sldChg>
      <pc:sldChg chg="del">
        <pc:chgData name="Sara Muneeb" userId="29b624b1-a719-43f5-9b52-388cd4043c04" providerId="ADAL" clId="{626D58DD-CAD1-41FD-B346-5DA3667E10E3}" dt="2022-12-06T04:53:54.509" v="0" actId="47"/>
        <pc:sldMkLst>
          <pc:docMk/>
          <pc:sldMk cId="1361134221" sldId="258"/>
        </pc:sldMkLst>
      </pc:sldChg>
      <pc:sldChg chg="addSp modSp new mod">
        <pc:chgData name="Sara Muneeb" userId="29b624b1-a719-43f5-9b52-388cd4043c04" providerId="ADAL" clId="{626D58DD-CAD1-41FD-B346-5DA3667E10E3}" dt="2022-12-07T09:26:50.867" v="739" actId="1076"/>
        <pc:sldMkLst>
          <pc:docMk/>
          <pc:sldMk cId="3860371570" sldId="258"/>
        </pc:sldMkLst>
        <pc:spChg chg="mod">
          <ac:chgData name="Sara Muneeb" userId="29b624b1-a719-43f5-9b52-388cd4043c04" providerId="ADAL" clId="{626D58DD-CAD1-41FD-B346-5DA3667E10E3}" dt="2022-12-07T06:32:34.700" v="100" actId="20577"/>
          <ac:spMkLst>
            <pc:docMk/>
            <pc:sldMk cId="3860371570" sldId="258"/>
            <ac:spMk id="2" creationId="{C3560AE7-E8D9-D0FC-3E1F-23C3C7057DB6}"/>
          </ac:spMkLst>
        </pc:spChg>
        <pc:spChg chg="mod">
          <ac:chgData name="Sara Muneeb" userId="29b624b1-a719-43f5-9b52-388cd4043c04" providerId="ADAL" clId="{626D58DD-CAD1-41FD-B346-5DA3667E10E3}" dt="2022-12-07T09:26:42.060" v="736" actId="21"/>
          <ac:spMkLst>
            <pc:docMk/>
            <pc:sldMk cId="3860371570" sldId="258"/>
            <ac:spMk id="3" creationId="{C43F6602-D41C-1E60-8D60-EA0206CAFCDB}"/>
          </ac:spMkLst>
        </pc:spChg>
        <pc:picChg chg="add mod">
          <ac:chgData name="Sara Muneeb" userId="29b624b1-a719-43f5-9b52-388cd4043c04" providerId="ADAL" clId="{626D58DD-CAD1-41FD-B346-5DA3667E10E3}" dt="2022-12-07T09:26:50.867" v="739" actId="1076"/>
          <ac:picMkLst>
            <pc:docMk/>
            <pc:sldMk cId="3860371570" sldId="258"/>
            <ac:picMk id="4098" creationId="{DD73AAF0-86FF-9B2D-14CB-33E8EBE2ED85}"/>
          </ac:picMkLst>
        </pc:picChg>
      </pc:sldChg>
      <pc:sldChg chg="addSp modSp new mod">
        <pc:chgData name="Sara Muneeb" userId="29b624b1-a719-43f5-9b52-388cd4043c04" providerId="ADAL" clId="{626D58DD-CAD1-41FD-B346-5DA3667E10E3}" dt="2022-12-07T09:11:33.123" v="438" actId="1076"/>
        <pc:sldMkLst>
          <pc:docMk/>
          <pc:sldMk cId="2060412909" sldId="259"/>
        </pc:sldMkLst>
        <pc:spChg chg="mod">
          <ac:chgData name="Sara Muneeb" userId="29b624b1-a719-43f5-9b52-388cd4043c04" providerId="ADAL" clId="{626D58DD-CAD1-41FD-B346-5DA3667E10E3}" dt="2022-12-07T09:06:41.045" v="359" actId="27636"/>
          <ac:spMkLst>
            <pc:docMk/>
            <pc:sldMk cId="2060412909" sldId="259"/>
            <ac:spMk id="2" creationId="{BC618433-BF47-7878-9478-00B34BE787A0}"/>
          </ac:spMkLst>
        </pc:spChg>
        <pc:spChg chg="mod">
          <ac:chgData name="Sara Muneeb" userId="29b624b1-a719-43f5-9b52-388cd4043c04" providerId="ADAL" clId="{626D58DD-CAD1-41FD-B346-5DA3667E10E3}" dt="2022-12-07T09:11:17.056" v="435" actId="404"/>
          <ac:spMkLst>
            <pc:docMk/>
            <pc:sldMk cId="2060412909" sldId="259"/>
            <ac:spMk id="3" creationId="{48507441-FF76-03B6-2E1A-3AEF5105983A}"/>
          </ac:spMkLst>
        </pc:spChg>
        <pc:picChg chg="add mod">
          <ac:chgData name="Sara Muneeb" userId="29b624b1-a719-43f5-9b52-388cd4043c04" providerId="ADAL" clId="{626D58DD-CAD1-41FD-B346-5DA3667E10E3}" dt="2022-12-07T09:11:33.123" v="438" actId="1076"/>
          <ac:picMkLst>
            <pc:docMk/>
            <pc:sldMk cId="2060412909" sldId="259"/>
            <ac:picMk id="1026" creationId="{457EFE12-53E1-317F-BA94-7398E4966D0B}"/>
          </ac:picMkLst>
        </pc:picChg>
      </pc:sldChg>
      <pc:sldChg chg="del">
        <pc:chgData name="Sara Muneeb" userId="29b624b1-a719-43f5-9b52-388cd4043c04" providerId="ADAL" clId="{626D58DD-CAD1-41FD-B346-5DA3667E10E3}" dt="2022-12-06T04:53:54.509" v="0" actId="47"/>
        <pc:sldMkLst>
          <pc:docMk/>
          <pc:sldMk cId="4265269636" sldId="259"/>
        </pc:sldMkLst>
      </pc:sldChg>
      <pc:sldChg chg="del">
        <pc:chgData name="Sara Muneeb" userId="29b624b1-a719-43f5-9b52-388cd4043c04" providerId="ADAL" clId="{626D58DD-CAD1-41FD-B346-5DA3667E10E3}" dt="2022-12-06T04:53:54.509" v="0" actId="47"/>
        <pc:sldMkLst>
          <pc:docMk/>
          <pc:sldMk cId="3053092613" sldId="260"/>
        </pc:sldMkLst>
      </pc:sldChg>
      <pc:sldChg chg="modSp new mod">
        <pc:chgData name="Sara Muneeb" userId="29b624b1-a719-43f5-9b52-388cd4043c04" providerId="ADAL" clId="{626D58DD-CAD1-41FD-B346-5DA3667E10E3}" dt="2022-12-07T09:25:58.324" v="724" actId="20577"/>
        <pc:sldMkLst>
          <pc:docMk/>
          <pc:sldMk cId="3321054555" sldId="260"/>
        </pc:sldMkLst>
        <pc:spChg chg="mod">
          <ac:chgData name="Sara Muneeb" userId="29b624b1-a719-43f5-9b52-388cd4043c04" providerId="ADAL" clId="{626D58DD-CAD1-41FD-B346-5DA3667E10E3}" dt="2022-12-07T09:25:58.324" v="724" actId="20577"/>
          <ac:spMkLst>
            <pc:docMk/>
            <pc:sldMk cId="3321054555" sldId="260"/>
            <ac:spMk id="2" creationId="{C866CABA-CA83-CBBA-2F53-AC06F966E641}"/>
          </ac:spMkLst>
        </pc:spChg>
        <pc:spChg chg="mod">
          <ac:chgData name="Sara Muneeb" userId="29b624b1-a719-43f5-9b52-388cd4043c04" providerId="ADAL" clId="{626D58DD-CAD1-41FD-B346-5DA3667E10E3}" dt="2022-12-07T09:02:14.454" v="355" actId="20577"/>
          <ac:spMkLst>
            <pc:docMk/>
            <pc:sldMk cId="3321054555" sldId="260"/>
            <ac:spMk id="3" creationId="{0C9C6AC8-E212-7E96-4848-B255D7EB7AE3}"/>
          </ac:spMkLst>
        </pc:spChg>
      </pc:sldChg>
      <pc:sldChg chg="del">
        <pc:chgData name="Sara Muneeb" userId="29b624b1-a719-43f5-9b52-388cd4043c04" providerId="ADAL" clId="{626D58DD-CAD1-41FD-B346-5DA3667E10E3}" dt="2022-12-06T04:53:54.509" v="0" actId="47"/>
        <pc:sldMkLst>
          <pc:docMk/>
          <pc:sldMk cId="148806529" sldId="261"/>
        </pc:sldMkLst>
      </pc:sldChg>
      <pc:sldChg chg="addSp modSp new mod">
        <pc:chgData name="Sara Muneeb" userId="29b624b1-a719-43f5-9b52-388cd4043c04" providerId="ADAL" clId="{626D58DD-CAD1-41FD-B346-5DA3667E10E3}" dt="2022-12-07T09:21:47.993" v="691" actId="114"/>
        <pc:sldMkLst>
          <pc:docMk/>
          <pc:sldMk cId="1632207964" sldId="261"/>
        </pc:sldMkLst>
        <pc:spChg chg="mod">
          <ac:chgData name="Sara Muneeb" userId="29b624b1-a719-43f5-9b52-388cd4043c04" providerId="ADAL" clId="{626D58DD-CAD1-41FD-B346-5DA3667E10E3}" dt="2022-12-07T09:11:45.065" v="439"/>
          <ac:spMkLst>
            <pc:docMk/>
            <pc:sldMk cId="1632207964" sldId="261"/>
            <ac:spMk id="2" creationId="{07932193-8A40-2A47-8ED9-D44350C2BC32}"/>
          </ac:spMkLst>
        </pc:spChg>
        <pc:spChg chg="mod">
          <ac:chgData name="Sara Muneeb" userId="29b624b1-a719-43f5-9b52-388cd4043c04" providerId="ADAL" clId="{626D58DD-CAD1-41FD-B346-5DA3667E10E3}" dt="2022-12-07T09:21:47.993" v="691" actId="114"/>
          <ac:spMkLst>
            <pc:docMk/>
            <pc:sldMk cId="1632207964" sldId="261"/>
            <ac:spMk id="3" creationId="{40826A6F-3E45-8940-48F0-0A569DA89FE4}"/>
          </ac:spMkLst>
        </pc:spChg>
        <pc:picChg chg="add mod">
          <ac:chgData name="Sara Muneeb" userId="29b624b1-a719-43f5-9b52-388cd4043c04" providerId="ADAL" clId="{626D58DD-CAD1-41FD-B346-5DA3667E10E3}" dt="2022-12-07T09:20:55.081" v="664" actId="14100"/>
          <ac:picMkLst>
            <pc:docMk/>
            <pc:sldMk cId="1632207964" sldId="261"/>
            <ac:picMk id="2050" creationId="{C406DF67-BC20-6968-257C-889FD9A71601}"/>
          </ac:picMkLst>
        </pc:picChg>
      </pc:sldChg>
      <pc:sldChg chg="del">
        <pc:chgData name="Sara Muneeb" userId="29b624b1-a719-43f5-9b52-388cd4043c04" providerId="ADAL" clId="{626D58DD-CAD1-41FD-B346-5DA3667E10E3}" dt="2022-12-06T04:53:54.509" v="0" actId="47"/>
        <pc:sldMkLst>
          <pc:docMk/>
          <pc:sldMk cId="2076603548" sldId="262"/>
        </pc:sldMkLst>
      </pc:sldChg>
      <pc:sldChg chg="modSp new mod">
        <pc:chgData name="Sara Muneeb" userId="29b624b1-a719-43f5-9b52-388cd4043c04" providerId="ADAL" clId="{626D58DD-CAD1-41FD-B346-5DA3667E10E3}" dt="2022-12-07T10:05:52.351" v="1413" actId="20577"/>
        <pc:sldMkLst>
          <pc:docMk/>
          <pc:sldMk cId="3110555305" sldId="262"/>
        </pc:sldMkLst>
        <pc:spChg chg="mod">
          <ac:chgData name="Sara Muneeb" userId="29b624b1-a719-43f5-9b52-388cd4043c04" providerId="ADAL" clId="{626D58DD-CAD1-41FD-B346-5DA3667E10E3}" dt="2022-12-07T09:17:11.555" v="644"/>
          <ac:spMkLst>
            <pc:docMk/>
            <pc:sldMk cId="3110555305" sldId="262"/>
            <ac:spMk id="2" creationId="{73057CAC-EC86-4C16-8229-91360890C803}"/>
          </ac:spMkLst>
        </pc:spChg>
        <pc:spChg chg="mod">
          <ac:chgData name="Sara Muneeb" userId="29b624b1-a719-43f5-9b52-388cd4043c04" providerId="ADAL" clId="{626D58DD-CAD1-41FD-B346-5DA3667E10E3}" dt="2022-12-07T10:05:52.351" v="1413" actId="20577"/>
          <ac:spMkLst>
            <pc:docMk/>
            <pc:sldMk cId="3110555305" sldId="262"/>
            <ac:spMk id="3" creationId="{42E557E4-7D36-DEC3-6240-1B15850D4CA8}"/>
          </ac:spMkLst>
        </pc:spChg>
      </pc:sldChg>
      <pc:sldChg chg="del">
        <pc:chgData name="Sara Muneeb" userId="29b624b1-a719-43f5-9b52-388cd4043c04" providerId="ADAL" clId="{626D58DD-CAD1-41FD-B346-5DA3667E10E3}" dt="2022-12-06T04:53:54.509" v="0" actId="47"/>
        <pc:sldMkLst>
          <pc:docMk/>
          <pc:sldMk cId="1694070568" sldId="263"/>
        </pc:sldMkLst>
      </pc:sldChg>
      <pc:sldChg chg="modSp new mod">
        <pc:chgData name="Sara Muneeb" userId="29b624b1-a719-43f5-9b52-388cd4043c04" providerId="ADAL" clId="{626D58DD-CAD1-41FD-B346-5DA3667E10E3}" dt="2022-12-07T10:05:15.901" v="1402" actId="20577"/>
        <pc:sldMkLst>
          <pc:docMk/>
          <pc:sldMk cId="2084209913" sldId="263"/>
        </pc:sldMkLst>
        <pc:spChg chg="mod">
          <ac:chgData name="Sara Muneeb" userId="29b624b1-a719-43f5-9b52-388cd4043c04" providerId="ADAL" clId="{626D58DD-CAD1-41FD-B346-5DA3667E10E3}" dt="2022-12-07T10:05:15.901" v="1402" actId="20577"/>
          <ac:spMkLst>
            <pc:docMk/>
            <pc:sldMk cId="2084209913" sldId="263"/>
            <ac:spMk id="2" creationId="{6CD0638C-23D9-4086-4665-113A5CBDEB05}"/>
          </ac:spMkLst>
        </pc:spChg>
        <pc:spChg chg="mod">
          <ac:chgData name="Sara Muneeb" userId="29b624b1-a719-43f5-9b52-388cd4043c04" providerId="ADAL" clId="{626D58DD-CAD1-41FD-B346-5DA3667E10E3}" dt="2022-12-07T10:05:03.371" v="1383" actId="27636"/>
          <ac:spMkLst>
            <pc:docMk/>
            <pc:sldMk cId="2084209913" sldId="263"/>
            <ac:spMk id="3" creationId="{71FFDB5D-541C-F5EE-B426-EC9D8161D9A8}"/>
          </ac:spMkLst>
        </pc:spChg>
      </pc:sldChg>
      <pc:sldChg chg="del">
        <pc:chgData name="Sara Muneeb" userId="29b624b1-a719-43f5-9b52-388cd4043c04" providerId="ADAL" clId="{626D58DD-CAD1-41FD-B346-5DA3667E10E3}" dt="2022-12-06T04:53:54.509" v="0" actId="47"/>
        <pc:sldMkLst>
          <pc:docMk/>
          <pc:sldMk cId="588564377" sldId="264"/>
        </pc:sldMkLst>
      </pc:sldChg>
      <pc:sldChg chg="addSp delSp modSp new mod">
        <pc:chgData name="Sara Muneeb" userId="29b624b1-a719-43f5-9b52-388cd4043c04" providerId="ADAL" clId="{626D58DD-CAD1-41FD-B346-5DA3667E10E3}" dt="2022-12-07T10:11:04.068" v="1541" actId="6549"/>
        <pc:sldMkLst>
          <pc:docMk/>
          <pc:sldMk cId="2319099585" sldId="264"/>
        </pc:sldMkLst>
        <pc:spChg chg="mod">
          <ac:chgData name="Sara Muneeb" userId="29b624b1-a719-43f5-9b52-388cd4043c04" providerId="ADAL" clId="{626D58DD-CAD1-41FD-B346-5DA3667E10E3}" dt="2022-12-07T10:09:34.452" v="1512" actId="20577"/>
          <ac:spMkLst>
            <pc:docMk/>
            <pc:sldMk cId="2319099585" sldId="264"/>
            <ac:spMk id="2" creationId="{398C4538-1C9C-E389-735E-0C422E9385F0}"/>
          </ac:spMkLst>
        </pc:spChg>
        <pc:spChg chg="mod">
          <ac:chgData name="Sara Muneeb" userId="29b624b1-a719-43f5-9b52-388cd4043c04" providerId="ADAL" clId="{626D58DD-CAD1-41FD-B346-5DA3667E10E3}" dt="2022-12-07T10:11:04.068" v="1541" actId="6549"/>
          <ac:spMkLst>
            <pc:docMk/>
            <pc:sldMk cId="2319099585" sldId="264"/>
            <ac:spMk id="3" creationId="{32ACA20A-46DC-7ABA-B504-E54CA02BFBC7}"/>
          </ac:spMkLst>
        </pc:spChg>
        <pc:spChg chg="add del">
          <ac:chgData name="Sara Muneeb" userId="29b624b1-a719-43f5-9b52-388cd4043c04" providerId="ADAL" clId="{626D58DD-CAD1-41FD-B346-5DA3667E10E3}" dt="2022-12-07T10:10:48.725" v="1536" actId="22"/>
          <ac:spMkLst>
            <pc:docMk/>
            <pc:sldMk cId="2319099585" sldId="264"/>
            <ac:spMk id="5" creationId="{475B7698-41BE-F809-2873-763845FB49EE}"/>
          </ac:spMkLst>
        </pc:spChg>
      </pc:sldChg>
      <pc:sldChg chg="addSp modSp new mod">
        <pc:chgData name="Sara Muneeb" userId="29b624b1-a719-43f5-9b52-388cd4043c04" providerId="ADAL" clId="{626D58DD-CAD1-41FD-B346-5DA3667E10E3}" dt="2022-12-07T10:12:12.605" v="1555"/>
        <pc:sldMkLst>
          <pc:docMk/>
          <pc:sldMk cId="187458491" sldId="265"/>
        </pc:sldMkLst>
        <pc:spChg chg="mod">
          <ac:chgData name="Sara Muneeb" userId="29b624b1-a719-43f5-9b52-388cd4043c04" providerId="ADAL" clId="{626D58DD-CAD1-41FD-B346-5DA3667E10E3}" dt="2022-12-07T10:12:12.605" v="1555"/>
          <ac:spMkLst>
            <pc:docMk/>
            <pc:sldMk cId="187458491" sldId="265"/>
            <ac:spMk id="2" creationId="{F5D53E8D-6509-04E5-492D-80A9996256E6}"/>
          </ac:spMkLst>
        </pc:spChg>
        <pc:spChg chg="mod">
          <ac:chgData name="Sara Muneeb" userId="29b624b1-a719-43f5-9b52-388cd4043c04" providerId="ADAL" clId="{626D58DD-CAD1-41FD-B346-5DA3667E10E3}" dt="2022-12-07T10:11:23.985" v="1546" actId="20577"/>
          <ac:spMkLst>
            <pc:docMk/>
            <pc:sldMk cId="187458491" sldId="265"/>
            <ac:spMk id="3" creationId="{4ACCCBCC-0D95-4399-BCA0-1CE274345BD8}"/>
          </ac:spMkLst>
        </pc:spChg>
        <pc:picChg chg="add mod">
          <ac:chgData name="Sara Muneeb" userId="29b624b1-a719-43f5-9b52-388cd4043c04" providerId="ADAL" clId="{626D58DD-CAD1-41FD-B346-5DA3667E10E3}" dt="2022-12-07T10:11:55.365" v="1554" actId="1076"/>
          <ac:picMkLst>
            <pc:docMk/>
            <pc:sldMk cId="187458491" sldId="265"/>
            <ac:picMk id="5122" creationId="{B9E26AB3-BEC0-8BB5-E242-D5ED2129E429}"/>
          </ac:picMkLst>
        </pc:picChg>
      </pc:sldChg>
      <pc:sldChg chg="del">
        <pc:chgData name="Sara Muneeb" userId="29b624b1-a719-43f5-9b52-388cd4043c04" providerId="ADAL" clId="{626D58DD-CAD1-41FD-B346-5DA3667E10E3}" dt="2022-12-06T04:53:54.509" v="0" actId="47"/>
        <pc:sldMkLst>
          <pc:docMk/>
          <pc:sldMk cId="920584413" sldId="265"/>
        </pc:sldMkLst>
      </pc:sldChg>
      <pc:sldChg chg="del">
        <pc:chgData name="Sara Muneeb" userId="29b624b1-a719-43f5-9b52-388cd4043c04" providerId="ADAL" clId="{626D58DD-CAD1-41FD-B346-5DA3667E10E3}" dt="2022-12-06T04:53:54.509" v="0" actId="47"/>
        <pc:sldMkLst>
          <pc:docMk/>
          <pc:sldMk cId="480505665" sldId="266"/>
        </pc:sldMkLst>
      </pc:sldChg>
      <pc:sldChg chg="addSp delSp modSp new mod">
        <pc:chgData name="Sara Muneeb" userId="29b624b1-a719-43f5-9b52-388cd4043c04" providerId="ADAL" clId="{626D58DD-CAD1-41FD-B346-5DA3667E10E3}" dt="2022-12-07T10:20:56.959" v="1797" actId="1076"/>
        <pc:sldMkLst>
          <pc:docMk/>
          <pc:sldMk cId="3212761477" sldId="266"/>
        </pc:sldMkLst>
        <pc:spChg chg="mod">
          <ac:chgData name="Sara Muneeb" userId="29b624b1-a719-43f5-9b52-388cd4043c04" providerId="ADAL" clId="{626D58DD-CAD1-41FD-B346-5DA3667E10E3}" dt="2022-12-07T10:12:33.850" v="1614" actId="20577"/>
          <ac:spMkLst>
            <pc:docMk/>
            <pc:sldMk cId="3212761477" sldId="266"/>
            <ac:spMk id="2" creationId="{043EC072-1643-AC0E-72CB-13AEE01DC25D}"/>
          </ac:spMkLst>
        </pc:spChg>
        <pc:spChg chg="mod">
          <ac:chgData name="Sara Muneeb" userId="29b624b1-a719-43f5-9b52-388cd4043c04" providerId="ADAL" clId="{626D58DD-CAD1-41FD-B346-5DA3667E10E3}" dt="2022-12-07T10:20:41.050" v="1793" actId="404"/>
          <ac:spMkLst>
            <pc:docMk/>
            <pc:sldMk cId="3212761477" sldId="266"/>
            <ac:spMk id="3" creationId="{1CC60E78-FC79-76B4-2AC9-D6914EB5F1F3}"/>
          </ac:spMkLst>
        </pc:spChg>
        <pc:picChg chg="add mod">
          <ac:chgData name="Sara Muneeb" userId="29b624b1-a719-43f5-9b52-388cd4043c04" providerId="ADAL" clId="{626D58DD-CAD1-41FD-B346-5DA3667E10E3}" dt="2022-12-07T10:20:56.959" v="1797" actId="1076"/>
          <ac:picMkLst>
            <pc:docMk/>
            <pc:sldMk cId="3212761477" sldId="266"/>
            <ac:picMk id="4" creationId="{374319CC-3C69-DA46-1E07-0B1E6267BF09}"/>
          </ac:picMkLst>
        </pc:picChg>
        <pc:picChg chg="add del">
          <ac:chgData name="Sara Muneeb" userId="29b624b1-a719-43f5-9b52-388cd4043c04" providerId="ADAL" clId="{626D58DD-CAD1-41FD-B346-5DA3667E10E3}" dt="2022-12-07T10:15:58.829" v="1694" actId="21"/>
          <ac:picMkLst>
            <pc:docMk/>
            <pc:sldMk cId="3212761477" sldId="266"/>
            <ac:picMk id="6146" creationId="{6671E64E-4A81-7930-D032-3E17D6418A46}"/>
          </ac:picMkLst>
        </pc:picChg>
      </pc:sldChg>
      <pc:sldChg chg="del">
        <pc:chgData name="Sara Muneeb" userId="29b624b1-a719-43f5-9b52-388cd4043c04" providerId="ADAL" clId="{626D58DD-CAD1-41FD-B346-5DA3667E10E3}" dt="2022-12-06T04:53:54.509" v="0" actId="47"/>
        <pc:sldMkLst>
          <pc:docMk/>
          <pc:sldMk cId="814825275" sldId="267"/>
        </pc:sldMkLst>
      </pc:sldChg>
      <pc:sldChg chg="addSp delSp modSp new mod">
        <pc:chgData name="Sara Muneeb" userId="29b624b1-a719-43f5-9b52-388cd4043c04" providerId="ADAL" clId="{626D58DD-CAD1-41FD-B346-5DA3667E10E3}" dt="2022-12-07T10:20:30.241" v="1791" actId="21"/>
        <pc:sldMkLst>
          <pc:docMk/>
          <pc:sldMk cId="2035522379" sldId="267"/>
        </pc:sldMkLst>
        <pc:spChg chg="mod">
          <ac:chgData name="Sara Muneeb" userId="29b624b1-a719-43f5-9b52-388cd4043c04" providerId="ADAL" clId="{626D58DD-CAD1-41FD-B346-5DA3667E10E3}" dt="2022-12-07T10:16:28.407" v="1723" actId="313"/>
          <ac:spMkLst>
            <pc:docMk/>
            <pc:sldMk cId="2035522379" sldId="267"/>
            <ac:spMk id="2" creationId="{3522A1BD-D0BE-1CD1-2C4A-35CEA632689D}"/>
          </ac:spMkLst>
        </pc:spChg>
        <pc:spChg chg="mod">
          <ac:chgData name="Sara Muneeb" userId="29b624b1-a719-43f5-9b52-388cd4043c04" providerId="ADAL" clId="{626D58DD-CAD1-41FD-B346-5DA3667E10E3}" dt="2022-12-07T10:20:16.796" v="1789" actId="14100"/>
          <ac:spMkLst>
            <pc:docMk/>
            <pc:sldMk cId="2035522379" sldId="267"/>
            <ac:spMk id="3" creationId="{71D702BD-0A98-DDB7-AD13-D744318D25BF}"/>
          </ac:spMkLst>
        </pc:spChg>
        <pc:picChg chg="add del mod">
          <ac:chgData name="Sara Muneeb" userId="29b624b1-a719-43f5-9b52-388cd4043c04" providerId="ADAL" clId="{626D58DD-CAD1-41FD-B346-5DA3667E10E3}" dt="2022-12-07T10:20:30.241" v="1791" actId="21"/>
          <ac:picMkLst>
            <pc:docMk/>
            <pc:sldMk cId="2035522379" sldId="267"/>
            <ac:picMk id="4" creationId="{D5DDE515-995D-4CC6-BB28-CCDA4EF37ABB}"/>
          </ac:picMkLst>
        </pc:picChg>
      </pc:sldChg>
      <pc:sldChg chg="del">
        <pc:chgData name="Sara Muneeb" userId="29b624b1-a719-43f5-9b52-388cd4043c04" providerId="ADAL" clId="{626D58DD-CAD1-41FD-B346-5DA3667E10E3}" dt="2022-12-06T04:53:54.509" v="0" actId="47"/>
        <pc:sldMkLst>
          <pc:docMk/>
          <pc:sldMk cId="793564404" sldId="268"/>
        </pc:sldMkLst>
      </pc:sldChg>
      <pc:sldChg chg="addSp delSp modSp new mod">
        <pc:chgData name="Sara Muneeb" userId="29b624b1-a719-43f5-9b52-388cd4043c04" providerId="ADAL" clId="{626D58DD-CAD1-41FD-B346-5DA3667E10E3}" dt="2022-12-07T10:27:43.431" v="2058" actId="1035"/>
        <pc:sldMkLst>
          <pc:docMk/>
          <pc:sldMk cId="1886305423" sldId="268"/>
        </pc:sldMkLst>
        <pc:spChg chg="mod">
          <ac:chgData name="Sara Muneeb" userId="29b624b1-a719-43f5-9b52-388cd4043c04" providerId="ADAL" clId="{626D58DD-CAD1-41FD-B346-5DA3667E10E3}" dt="2022-12-07T10:23:32.976" v="1858" actId="20577"/>
          <ac:spMkLst>
            <pc:docMk/>
            <pc:sldMk cId="1886305423" sldId="268"/>
            <ac:spMk id="2" creationId="{38E369E2-0429-0590-C171-E886D4563B73}"/>
          </ac:spMkLst>
        </pc:spChg>
        <pc:spChg chg="add del mod">
          <ac:chgData name="Sara Muneeb" userId="29b624b1-a719-43f5-9b52-388cd4043c04" providerId="ADAL" clId="{626D58DD-CAD1-41FD-B346-5DA3667E10E3}" dt="2022-12-07T10:27:22.268" v="2051" actId="404"/>
          <ac:spMkLst>
            <pc:docMk/>
            <pc:sldMk cId="1886305423" sldId="268"/>
            <ac:spMk id="3" creationId="{AE937DE8-9520-D6C3-F714-E36B4A70036B}"/>
          </ac:spMkLst>
        </pc:spChg>
        <pc:picChg chg="add del mod">
          <ac:chgData name="Sara Muneeb" userId="29b624b1-a719-43f5-9b52-388cd4043c04" providerId="ADAL" clId="{626D58DD-CAD1-41FD-B346-5DA3667E10E3}" dt="2022-12-07T10:21:42.585" v="1817"/>
          <ac:picMkLst>
            <pc:docMk/>
            <pc:sldMk cId="1886305423" sldId="268"/>
            <ac:picMk id="4" creationId="{C676EFFD-4F8B-B8CA-78FA-9C41FD0D9CC9}"/>
          </ac:picMkLst>
        </pc:picChg>
        <pc:picChg chg="add mod">
          <ac:chgData name="Sara Muneeb" userId="29b624b1-a719-43f5-9b52-388cd4043c04" providerId="ADAL" clId="{626D58DD-CAD1-41FD-B346-5DA3667E10E3}" dt="2022-12-07T10:27:43.431" v="2058" actId="1035"/>
          <ac:picMkLst>
            <pc:docMk/>
            <pc:sldMk cId="1886305423" sldId="268"/>
            <ac:picMk id="7170" creationId="{DE3C83B4-BAEB-2080-03AF-F13EAEE701AF}"/>
          </ac:picMkLst>
        </pc:picChg>
      </pc:sldChg>
      <pc:sldChg chg="addSp modSp new mod">
        <pc:chgData name="Sara Muneeb" userId="29b624b1-a719-43f5-9b52-388cd4043c04" providerId="ADAL" clId="{626D58DD-CAD1-41FD-B346-5DA3667E10E3}" dt="2022-12-07T10:34:55.759" v="2101" actId="1076"/>
        <pc:sldMkLst>
          <pc:docMk/>
          <pc:sldMk cId="681321597" sldId="269"/>
        </pc:sldMkLst>
        <pc:spChg chg="mod">
          <ac:chgData name="Sara Muneeb" userId="29b624b1-a719-43f5-9b52-388cd4043c04" providerId="ADAL" clId="{626D58DD-CAD1-41FD-B346-5DA3667E10E3}" dt="2022-12-07T10:24:32.020" v="1877" actId="20577"/>
          <ac:spMkLst>
            <pc:docMk/>
            <pc:sldMk cId="681321597" sldId="269"/>
            <ac:spMk id="2" creationId="{E23F001D-8E2C-64E3-774C-6BF96C0C9721}"/>
          </ac:spMkLst>
        </pc:spChg>
        <pc:spChg chg="mod">
          <ac:chgData name="Sara Muneeb" userId="29b624b1-a719-43f5-9b52-388cd4043c04" providerId="ADAL" clId="{626D58DD-CAD1-41FD-B346-5DA3667E10E3}" dt="2022-12-07T10:25:43.697" v="2025" actId="20577"/>
          <ac:spMkLst>
            <pc:docMk/>
            <pc:sldMk cId="681321597" sldId="269"/>
            <ac:spMk id="3" creationId="{724E1C29-E5A8-2F59-582F-F43811835532}"/>
          </ac:spMkLst>
        </pc:spChg>
        <pc:picChg chg="add mod">
          <ac:chgData name="Sara Muneeb" userId="29b624b1-a719-43f5-9b52-388cd4043c04" providerId="ADAL" clId="{626D58DD-CAD1-41FD-B346-5DA3667E10E3}" dt="2022-12-07T10:34:55.759" v="2101" actId="1076"/>
          <ac:picMkLst>
            <pc:docMk/>
            <pc:sldMk cId="681321597" sldId="269"/>
            <ac:picMk id="9218" creationId="{28B8CA0C-A687-A6A3-550A-C4E0F3D31E30}"/>
          </ac:picMkLst>
        </pc:picChg>
      </pc:sldChg>
      <pc:sldChg chg="del">
        <pc:chgData name="Sara Muneeb" userId="29b624b1-a719-43f5-9b52-388cd4043c04" providerId="ADAL" clId="{626D58DD-CAD1-41FD-B346-5DA3667E10E3}" dt="2022-12-06T04:53:54.509" v="0" actId="47"/>
        <pc:sldMkLst>
          <pc:docMk/>
          <pc:sldMk cId="3179164803" sldId="269"/>
        </pc:sldMkLst>
      </pc:sldChg>
      <pc:sldChg chg="del">
        <pc:chgData name="Sara Muneeb" userId="29b624b1-a719-43f5-9b52-388cd4043c04" providerId="ADAL" clId="{626D58DD-CAD1-41FD-B346-5DA3667E10E3}" dt="2022-12-06T04:53:54.509" v="0" actId="47"/>
        <pc:sldMkLst>
          <pc:docMk/>
          <pc:sldMk cId="1469265427" sldId="270"/>
        </pc:sldMkLst>
      </pc:sldChg>
      <pc:sldChg chg="modSp new mod">
        <pc:chgData name="Sara Muneeb" userId="29b624b1-a719-43f5-9b52-388cd4043c04" providerId="ADAL" clId="{626D58DD-CAD1-41FD-B346-5DA3667E10E3}" dt="2022-12-07T10:28:49.501" v="2098" actId="20577"/>
        <pc:sldMkLst>
          <pc:docMk/>
          <pc:sldMk cId="3433099799" sldId="270"/>
        </pc:sldMkLst>
        <pc:spChg chg="mod">
          <ac:chgData name="Sara Muneeb" userId="29b624b1-a719-43f5-9b52-388cd4043c04" providerId="ADAL" clId="{626D58DD-CAD1-41FD-B346-5DA3667E10E3}" dt="2022-12-07T10:28:00.754" v="2077" actId="20577"/>
          <ac:spMkLst>
            <pc:docMk/>
            <pc:sldMk cId="3433099799" sldId="270"/>
            <ac:spMk id="2" creationId="{92A436D5-20A5-9147-CDFC-B639FC75F995}"/>
          </ac:spMkLst>
        </pc:spChg>
        <pc:spChg chg="mod">
          <ac:chgData name="Sara Muneeb" userId="29b624b1-a719-43f5-9b52-388cd4043c04" providerId="ADAL" clId="{626D58DD-CAD1-41FD-B346-5DA3667E10E3}" dt="2022-12-07T10:28:49.501" v="2098" actId="20577"/>
          <ac:spMkLst>
            <pc:docMk/>
            <pc:sldMk cId="3433099799" sldId="270"/>
            <ac:spMk id="3" creationId="{B125224E-38BE-6F62-85A4-313B09BB7C70}"/>
          </ac:spMkLst>
        </pc:spChg>
      </pc:sldChg>
      <pc:sldChg chg="modSp new mod">
        <pc:chgData name="Sara Muneeb" userId="29b624b1-a719-43f5-9b52-388cd4043c04" providerId="ADAL" clId="{626D58DD-CAD1-41FD-B346-5DA3667E10E3}" dt="2022-12-07T10:37:11.229" v="2170" actId="5793"/>
        <pc:sldMkLst>
          <pc:docMk/>
          <pc:sldMk cId="1942714225" sldId="271"/>
        </pc:sldMkLst>
        <pc:spChg chg="mod">
          <ac:chgData name="Sara Muneeb" userId="29b624b1-a719-43f5-9b52-388cd4043c04" providerId="ADAL" clId="{626D58DD-CAD1-41FD-B346-5DA3667E10E3}" dt="2022-12-07T10:35:21.600" v="2125" actId="20577"/>
          <ac:spMkLst>
            <pc:docMk/>
            <pc:sldMk cId="1942714225" sldId="271"/>
            <ac:spMk id="2" creationId="{B2C41B9F-EE25-994A-3B7A-F1A137857284}"/>
          </ac:spMkLst>
        </pc:spChg>
        <pc:spChg chg="mod">
          <ac:chgData name="Sara Muneeb" userId="29b624b1-a719-43f5-9b52-388cd4043c04" providerId="ADAL" clId="{626D58DD-CAD1-41FD-B346-5DA3667E10E3}" dt="2022-12-07T10:37:11.229" v="2170" actId="5793"/>
          <ac:spMkLst>
            <pc:docMk/>
            <pc:sldMk cId="1942714225" sldId="271"/>
            <ac:spMk id="3" creationId="{E138EFF9-149F-80FA-DEC2-0389CB41B2DD}"/>
          </ac:spMkLst>
        </pc:spChg>
      </pc:sldChg>
      <pc:sldChg chg="del">
        <pc:chgData name="Sara Muneeb" userId="29b624b1-a719-43f5-9b52-388cd4043c04" providerId="ADAL" clId="{626D58DD-CAD1-41FD-B346-5DA3667E10E3}" dt="2022-12-06T04:53:54.509" v="0" actId="47"/>
        <pc:sldMkLst>
          <pc:docMk/>
          <pc:sldMk cId="3856423633" sldId="271"/>
        </pc:sldMkLst>
      </pc:sldChg>
      <pc:sldChg chg="addSp modSp new mod">
        <pc:chgData name="Sara Muneeb" userId="29b624b1-a719-43f5-9b52-388cd4043c04" providerId="ADAL" clId="{626D58DD-CAD1-41FD-B346-5DA3667E10E3}" dt="2022-12-07T10:44:32.068" v="2214" actId="1076"/>
        <pc:sldMkLst>
          <pc:docMk/>
          <pc:sldMk cId="350534148" sldId="272"/>
        </pc:sldMkLst>
        <pc:spChg chg="mod">
          <ac:chgData name="Sara Muneeb" userId="29b624b1-a719-43f5-9b52-388cd4043c04" providerId="ADAL" clId="{626D58DD-CAD1-41FD-B346-5DA3667E10E3}" dt="2022-12-07T10:37:40.122" v="2172"/>
          <ac:spMkLst>
            <pc:docMk/>
            <pc:sldMk cId="350534148" sldId="272"/>
            <ac:spMk id="2" creationId="{594C1C8B-21FF-C565-7EC8-26CBC61C4615}"/>
          </ac:spMkLst>
        </pc:spChg>
        <pc:spChg chg="mod">
          <ac:chgData name="Sara Muneeb" userId="29b624b1-a719-43f5-9b52-388cd4043c04" providerId="ADAL" clId="{626D58DD-CAD1-41FD-B346-5DA3667E10E3}" dt="2022-12-07T10:44:25.560" v="2212" actId="14100"/>
          <ac:spMkLst>
            <pc:docMk/>
            <pc:sldMk cId="350534148" sldId="272"/>
            <ac:spMk id="3" creationId="{093D55B3-57C7-3ED9-E771-1B77B21B51A9}"/>
          </ac:spMkLst>
        </pc:spChg>
        <pc:picChg chg="add mod">
          <ac:chgData name="Sara Muneeb" userId="29b624b1-a719-43f5-9b52-388cd4043c04" providerId="ADAL" clId="{626D58DD-CAD1-41FD-B346-5DA3667E10E3}" dt="2022-12-07T10:44:32.068" v="2214" actId="1076"/>
          <ac:picMkLst>
            <pc:docMk/>
            <pc:sldMk cId="350534148" sldId="272"/>
            <ac:picMk id="10242" creationId="{E31FE2AD-AE81-59BF-6E81-7233CDCD6864}"/>
          </ac:picMkLst>
        </pc:picChg>
      </pc:sldChg>
      <pc:sldChg chg="del">
        <pc:chgData name="Sara Muneeb" userId="29b624b1-a719-43f5-9b52-388cd4043c04" providerId="ADAL" clId="{626D58DD-CAD1-41FD-B346-5DA3667E10E3}" dt="2022-12-06T04:53:54.509" v="0" actId="47"/>
        <pc:sldMkLst>
          <pc:docMk/>
          <pc:sldMk cId="1763966239" sldId="272"/>
        </pc:sldMkLst>
      </pc:sldChg>
      <pc:sldChg chg="del">
        <pc:chgData name="Sara Muneeb" userId="29b624b1-a719-43f5-9b52-388cd4043c04" providerId="ADAL" clId="{626D58DD-CAD1-41FD-B346-5DA3667E10E3}" dt="2022-12-06T04:53:54.509" v="0" actId="47"/>
        <pc:sldMkLst>
          <pc:docMk/>
          <pc:sldMk cId="1205803140" sldId="273"/>
        </pc:sldMkLst>
      </pc:sldChg>
      <pc:sldChg chg="modSp new mod">
        <pc:chgData name="Sara Muneeb" userId="29b624b1-a719-43f5-9b52-388cd4043c04" providerId="ADAL" clId="{626D58DD-CAD1-41FD-B346-5DA3667E10E3}" dt="2022-12-07T10:47:27.060" v="2352" actId="12"/>
        <pc:sldMkLst>
          <pc:docMk/>
          <pc:sldMk cId="3180318981" sldId="273"/>
        </pc:sldMkLst>
        <pc:spChg chg="mod">
          <ac:chgData name="Sara Muneeb" userId="29b624b1-a719-43f5-9b52-388cd4043c04" providerId="ADAL" clId="{626D58DD-CAD1-41FD-B346-5DA3667E10E3}" dt="2022-12-07T10:44:57.196" v="2238" actId="20577"/>
          <ac:spMkLst>
            <pc:docMk/>
            <pc:sldMk cId="3180318981" sldId="273"/>
            <ac:spMk id="2" creationId="{00BB99EA-BB26-06C1-6C43-3E88C4BE7BD8}"/>
          </ac:spMkLst>
        </pc:spChg>
        <pc:spChg chg="mod">
          <ac:chgData name="Sara Muneeb" userId="29b624b1-a719-43f5-9b52-388cd4043c04" providerId="ADAL" clId="{626D58DD-CAD1-41FD-B346-5DA3667E10E3}" dt="2022-12-07T10:47:27.060" v="2352" actId="12"/>
          <ac:spMkLst>
            <pc:docMk/>
            <pc:sldMk cId="3180318981" sldId="273"/>
            <ac:spMk id="3" creationId="{E8AF45F0-6100-F118-0891-67AEAD09C48C}"/>
          </ac:spMkLst>
        </pc:spChg>
      </pc:sldChg>
      <pc:sldChg chg="del">
        <pc:chgData name="Sara Muneeb" userId="29b624b1-a719-43f5-9b52-388cd4043c04" providerId="ADAL" clId="{626D58DD-CAD1-41FD-B346-5DA3667E10E3}" dt="2022-12-06T04:53:54.509" v="0" actId="47"/>
        <pc:sldMkLst>
          <pc:docMk/>
          <pc:sldMk cId="1972697422" sldId="274"/>
        </pc:sldMkLst>
      </pc:sldChg>
      <pc:sldChg chg="addSp modSp new mod">
        <pc:chgData name="Sara Muneeb" userId="29b624b1-a719-43f5-9b52-388cd4043c04" providerId="ADAL" clId="{626D58DD-CAD1-41FD-B346-5DA3667E10E3}" dt="2022-12-07T10:52:04.402" v="2452" actId="21"/>
        <pc:sldMkLst>
          <pc:docMk/>
          <pc:sldMk cId="2830285302" sldId="274"/>
        </pc:sldMkLst>
        <pc:spChg chg="mod">
          <ac:chgData name="Sara Muneeb" userId="29b624b1-a719-43f5-9b52-388cd4043c04" providerId="ADAL" clId="{626D58DD-CAD1-41FD-B346-5DA3667E10E3}" dt="2022-12-07T10:48:22.923" v="2390" actId="20577"/>
          <ac:spMkLst>
            <pc:docMk/>
            <pc:sldMk cId="2830285302" sldId="274"/>
            <ac:spMk id="2" creationId="{6F26B5E4-83DF-889C-0910-7641FB1B17CD}"/>
          </ac:spMkLst>
        </pc:spChg>
        <pc:spChg chg="mod">
          <ac:chgData name="Sara Muneeb" userId="29b624b1-a719-43f5-9b52-388cd4043c04" providerId="ADAL" clId="{626D58DD-CAD1-41FD-B346-5DA3667E10E3}" dt="2022-12-07T10:52:04.402" v="2452" actId="21"/>
          <ac:spMkLst>
            <pc:docMk/>
            <pc:sldMk cId="2830285302" sldId="274"/>
            <ac:spMk id="3" creationId="{30944AC3-27C7-1AC4-0EA7-FD0B800CE0EC}"/>
          </ac:spMkLst>
        </pc:spChg>
        <pc:picChg chg="add mod">
          <ac:chgData name="Sara Muneeb" userId="29b624b1-a719-43f5-9b52-388cd4043c04" providerId="ADAL" clId="{626D58DD-CAD1-41FD-B346-5DA3667E10E3}" dt="2022-12-07T10:50:43.742" v="2415" actId="1076"/>
          <ac:picMkLst>
            <pc:docMk/>
            <pc:sldMk cId="2830285302" sldId="274"/>
            <ac:picMk id="11266" creationId="{0D12754F-6189-753C-57C5-5094F0935278}"/>
          </ac:picMkLst>
        </pc:picChg>
      </pc:sldChg>
      <pc:sldChg chg="del">
        <pc:chgData name="Sara Muneeb" userId="29b624b1-a719-43f5-9b52-388cd4043c04" providerId="ADAL" clId="{626D58DD-CAD1-41FD-B346-5DA3667E10E3}" dt="2022-12-06T04:53:54.509" v="0" actId="47"/>
        <pc:sldMkLst>
          <pc:docMk/>
          <pc:sldMk cId="709167848" sldId="275"/>
        </pc:sldMkLst>
      </pc:sldChg>
      <pc:sldChg chg="addSp modSp new mod">
        <pc:chgData name="Sara Muneeb" userId="29b624b1-a719-43f5-9b52-388cd4043c04" providerId="ADAL" clId="{626D58DD-CAD1-41FD-B346-5DA3667E10E3}" dt="2022-12-07T10:54:52.986" v="2469" actId="1076"/>
        <pc:sldMkLst>
          <pc:docMk/>
          <pc:sldMk cId="2632730708" sldId="275"/>
        </pc:sldMkLst>
        <pc:spChg chg="mod">
          <ac:chgData name="Sara Muneeb" userId="29b624b1-a719-43f5-9b52-388cd4043c04" providerId="ADAL" clId="{626D58DD-CAD1-41FD-B346-5DA3667E10E3}" dt="2022-12-07T10:52:21.075" v="2457" actId="27636"/>
          <ac:spMkLst>
            <pc:docMk/>
            <pc:sldMk cId="2632730708" sldId="275"/>
            <ac:spMk id="2" creationId="{D30442B5-8B70-3B8A-E2C0-EF371DB060B1}"/>
          </ac:spMkLst>
        </pc:spChg>
        <pc:spChg chg="mod">
          <ac:chgData name="Sara Muneeb" userId="29b624b1-a719-43f5-9b52-388cd4043c04" providerId="ADAL" clId="{626D58DD-CAD1-41FD-B346-5DA3667E10E3}" dt="2022-12-07T10:52:12.757" v="2455" actId="5793"/>
          <ac:spMkLst>
            <pc:docMk/>
            <pc:sldMk cId="2632730708" sldId="275"/>
            <ac:spMk id="3" creationId="{4C0603BD-BAA9-209C-451D-668F2775E2E9}"/>
          </ac:spMkLst>
        </pc:spChg>
        <pc:spChg chg="add mod">
          <ac:chgData name="Sara Muneeb" userId="29b624b1-a719-43f5-9b52-388cd4043c04" providerId="ADAL" clId="{626D58DD-CAD1-41FD-B346-5DA3667E10E3}" dt="2022-12-07T10:54:42.330" v="2467" actId="1076"/>
          <ac:spMkLst>
            <pc:docMk/>
            <pc:sldMk cId="2632730708" sldId="275"/>
            <ac:spMk id="7" creationId="{B0C75D31-69BA-C3EE-774A-9724CA1B6EFD}"/>
          </ac:spMkLst>
        </pc:spChg>
        <pc:picChg chg="add mod">
          <ac:chgData name="Sara Muneeb" userId="29b624b1-a719-43f5-9b52-388cd4043c04" providerId="ADAL" clId="{626D58DD-CAD1-41FD-B346-5DA3667E10E3}" dt="2022-12-07T10:54:52.986" v="2469" actId="1076"/>
          <ac:picMkLst>
            <pc:docMk/>
            <pc:sldMk cId="2632730708" sldId="275"/>
            <ac:picMk id="5" creationId="{662BAEAA-BFAE-44B2-9DA9-3508F329C304}"/>
          </ac:picMkLst>
        </pc:picChg>
      </pc:sldChg>
      <pc:sldChg chg="modSp new mod">
        <pc:chgData name="Sara Muneeb" userId="29b624b1-a719-43f5-9b52-388cd4043c04" providerId="ADAL" clId="{626D58DD-CAD1-41FD-B346-5DA3667E10E3}" dt="2022-12-07T11:48:11.533" v="2584" actId="20577"/>
        <pc:sldMkLst>
          <pc:docMk/>
          <pc:sldMk cId="126390465" sldId="276"/>
        </pc:sldMkLst>
        <pc:spChg chg="mod">
          <ac:chgData name="Sara Muneeb" userId="29b624b1-a719-43f5-9b52-388cd4043c04" providerId="ADAL" clId="{626D58DD-CAD1-41FD-B346-5DA3667E10E3}" dt="2022-12-07T10:55:12.078" v="2500" actId="20577"/>
          <ac:spMkLst>
            <pc:docMk/>
            <pc:sldMk cId="126390465" sldId="276"/>
            <ac:spMk id="2" creationId="{12B8C8F8-3975-407B-4B7D-6856DF434713}"/>
          </ac:spMkLst>
        </pc:spChg>
        <pc:spChg chg="mod">
          <ac:chgData name="Sara Muneeb" userId="29b624b1-a719-43f5-9b52-388cd4043c04" providerId="ADAL" clId="{626D58DD-CAD1-41FD-B346-5DA3667E10E3}" dt="2022-12-07T11:48:11.533" v="2584" actId="20577"/>
          <ac:spMkLst>
            <pc:docMk/>
            <pc:sldMk cId="126390465" sldId="276"/>
            <ac:spMk id="3" creationId="{5E9D6049-6878-2302-A606-56F08EC9FDF0}"/>
          </ac:spMkLst>
        </pc:spChg>
      </pc:sldChg>
      <pc:sldChg chg="del">
        <pc:chgData name="Sara Muneeb" userId="29b624b1-a719-43f5-9b52-388cd4043c04" providerId="ADAL" clId="{626D58DD-CAD1-41FD-B346-5DA3667E10E3}" dt="2022-12-06T04:53:54.509" v="0" actId="47"/>
        <pc:sldMkLst>
          <pc:docMk/>
          <pc:sldMk cId="3316731035" sldId="276"/>
        </pc:sldMkLst>
      </pc:sldChg>
      <pc:sldChg chg="del">
        <pc:chgData name="Sara Muneeb" userId="29b624b1-a719-43f5-9b52-388cd4043c04" providerId="ADAL" clId="{626D58DD-CAD1-41FD-B346-5DA3667E10E3}" dt="2022-12-06T04:53:54.509" v="0" actId="47"/>
        <pc:sldMkLst>
          <pc:docMk/>
          <pc:sldMk cId="312312546" sldId="277"/>
        </pc:sldMkLst>
      </pc:sldChg>
      <pc:sldChg chg="addSp delSp modSp new mod">
        <pc:chgData name="Sara Muneeb" userId="29b624b1-a719-43f5-9b52-388cd4043c04" providerId="ADAL" clId="{626D58DD-CAD1-41FD-B346-5DA3667E10E3}" dt="2022-12-07T11:53:12.875" v="2635" actId="27636"/>
        <pc:sldMkLst>
          <pc:docMk/>
          <pc:sldMk cId="3305001275" sldId="277"/>
        </pc:sldMkLst>
        <pc:spChg chg="mod">
          <ac:chgData name="Sara Muneeb" userId="29b624b1-a719-43f5-9b52-388cd4043c04" providerId="ADAL" clId="{626D58DD-CAD1-41FD-B346-5DA3667E10E3}" dt="2022-12-07T11:53:12.875" v="2635" actId="27636"/>
          <ac:spMkLst>
            <pc:docMk/>
            <pc:sldMk cId="3305001275" sldId="277"/>
            <ac:spMk id="2" creationId="{F00B6418-142A-E7E2-5972-92E812A2CA2F}"/>
          </ac:spMkLst>
        </pc:spChg>
        <pc:spChg chg="del mod">
          <ac:chgData name="Sara Muneeb" userId="29b624b1-a719-43f5-9b52-388cd4043c04" providerId="ADAL" clId="{626D58DD-CAD1-41FD-B346-5DA3667E10E3}" dt="2022-12-07T11:50:07.365" v="2591" actId="22"/>
          <ac:spMkLst>
            <pc:docMk/>
            <pc:sldMk cId="3305001275" sldId="277"/>
            <ac:spMk id="3" creationId="{306BF179-AC94-09E4-4E6B-ACC073B7C5EC}"/>
          </ac:spMkLst>
        </pc:spChg>
        <pc:spChg chg="add mod">
          <ac:chgData name="Sara Muneeb" userId="29b624b1-a719-43f5-9b52-388cd4043c04" providerId="ADAL" clId="{626D58DD-CAD1-41FD-B346-5DA3667E10E3}" dt="2022-12-07T11:50:39.342" v="2599" actId="1076"/>
          <ac:spMkLst>
            <pc:docMk/>
            <pc:sldMk cId="3305001275" sldId="277"/>
            <ac:spMk id="7" creationId="{42D2344A-D30A-06CA-28DA-A069C5DCE4CF}"/>
          </ac:spMkLst>
        </pc:spChg>
        <pc:picChg chg="add mod ord">
          <ac:chgData name="Sara Muneeb" userId="29b624b1-a719-43f5-9b52-388cd4043c04" providerId="ADAL" clId="{626D58DD-CAD1-41FD-B346-5DA3667E10E3}" dt="2022-12-07T11:50:50.346" v="2603" actId="1038"/>
          <ac:picMkLst>
            <pc:docMk/>
            <pc:sldMk cId="3305001275" sldId="277"/>
            <ac:picMk id="5" creationId="{EA8611DE-9745-FF0A-5B3C-99B248894E19}"/>
          </ac:picMkLst>
        </pc:picChg>
      </pc:sldChg>
      <pc:sldChg chg="modSp new mod">
        <pc:chgData name="Sara Muneeb" userId="29b624b1-a719-43f5-9b52-388cd4043c04" providerId="ADAL" clId="{626D58DD-CAD1-41FD-B346-5DA3667E10E3}" dt="2022-12-07T11:53:15.243" v="2636"/>
        <pc:sldMkLst>
          <pc:docMk/>
          <pc:sldMk cId="100861930" sldId="278"/>
        </pc:sldMkLst>
        <pc:spChg chg="mod">
          <ac:chgData name="Sara Muneeb" userId="29b624b1-a719-43f5-9b52-388cd4043c04" providerId="ADAL" clId="{626D58DD-CAD1-41FD-B346-5DA3667E10E3}" dt="2022-12-07T11:53:15.243" v="2636"/>
          <ac:spMkLst>
            <pc:docMk/>
            <pc:sldMk cId="100861930" sldId="278"/>
            <ac:spMk id="2" creationId="{6BA44EBE-49E8-9AFD-2E31-F91057F5A032}"/>
          </ac:spMkLst>
        </pc:spChg>
        <pc:spChg chg="mod">
          <ac:chgData name="Sara Muneeb" userId="29b624b1-a719-43f5-9b52-388cd4043c04" providerId="ADAL" clId="{626D58DD-CAD1-41FD-B346-5DA3667E10E3}" dt="2022-12-07T11:52:59.838" v="2633" actId="27636"/>
          <ac:spMkLst>
            <pc:docMk/>
            <pc:sldMk cId="100861930" sldId="278"/>
            <ac:spMk id="3" creationId="{2F886C40-1135-7054-B007-FAF9C344D34B}"/>
          </ac:spMkLst>
        </pc:spChg>
      </pc:sldChg>
      <pc:sldChg chg="del">
        <pc:chgData name="Sara Muneeb" userId="29b624b1-a719-43f5-9b52-388cd4043c04" providerId="ADAL" clId="{626D58DD-CAD1-41FD-B346-5DA3667E10E3}" dt="2022-12-06T04:53:54.509" v="0" actId="47"/>
        <pc:sldMkLst>
          <pc:docMk/>
          <pc:sldMk cId="255357008" sldId="278"/>
        </pc:sldMkLst>
      </pc:sldChg>
      <pc:sldChg chg="del">
        <pc:chgData name="Sara Muneeb" userId="29b624b1-a719-43f5-9b52-388cd4043c04" providerId="ADAL" clId="{626D58DD-CAD1-41FD-B346-5DA3667E10E3}" dt="2022-12-06T04:53:54.509" v="0" actId="47"/>
        <pc:sldMkLst>
          <pc:docMk/>
          <pc:sldMk cId="1358696121" sldId="279"/>
        </pc:sldMkLst>
      </pc:sldChg>
      <pc:sldChg chg="addSp delSp modSp new mod">
        <pc:chgData name="Sara Muneeb" userId="29b624b1-a719-43f5-9b52-388cd4043c04" providerId="ADAL" clId="{626D58DD-CAD1-41FD-B346-5DA3667E10E3}" dt="2022-12-07T11:55:41.176" v="2655" actId="20577"/>
        <pc:sldMkLst>
          <pc:docMk/>
          <pc:sldMk cId="4108301402" sldId="279"/>
        </pc:sldMkLst>
        <pc:spChg chg="mod">
          <ac:chgData name="Sara Muneeb" userId="29b624b1-a719-43f5-9b52-388cd4043c04" providerId="ADAL" clId="{626D58DD-CAD1-41FD-B346-5DA3667E10E3}" dt="2022-12-07T11:54:01.269" v="2644" actId="20577"/>
          <ac:spMkLst>
            <pc:docMk/>
            <pc:sldMk cId="4108301402" sldId="279"/>
            <ac:spMk id="2" creationId="{C74A25FF-57C0-43ED-F2B1-2947F9DA0154}"/>
          </ac:spMkLst>
        </pc:spChg>
        <pc:spChg chg="del">
          <ac:chgData name="Sara Muneeb" userId="29b624b1-a719-43f5-9b52-388cd4043c04" providerId="ADAL" clId="{626D58DD-CAD1-41FD-B346-5DA3667E10E3}" dt="2022-12-07T11:54:14.675" v="2645" actId="22"/>
          <ac:spMkLst>
            <pc:docMk/>
            <pc:sldMk cId="4108301402" sldId="279"/>
            <ac:spMk id="3" creationId="{9FA2CF6F-F78E-19A4-1682-2327281A5A34}"/>
          </ac:spMkLst>
        </pc:spChg>
        <pc:spChg chg="add mod">
          <ac:chgData name="Sara Muneeb" userId="29b624b1-a719-43f5-9b52-388cd4043c04" providerId="ADAL" clId="{626D58DD-CAD1-41FD-B346-5DA3667E10E3}" dt="2022-12-07T11:55:41.176" v="2655" actId="20577"/>
          <ac:spMkLst>
            <pc:docMk/>
            <pc:sldMk cId="4108301402" sldId="279"/>
            <ac:spMk id="7" creationId="{95486155-B905-7D9D-49E0-5AE4DF2F0AF7}"/>
          </ac:spMkLst>
        </pc:spChg>
        <pc:picChg chg="add mod ord">
          <ac:chgData name="Sara Muneeb" userId="29b624b1-a719-43f5-9b52-388cd4043c04" providerId="ADAL" clId="{626D58DD-CAD1-41FD-B346-5DA3667E10E3}" dt="2022-12-07T11:55:21.655" v="2649" actId="1076"/>
          <ac:picMkLst>
            <pc:docMk/>
            <pc:sldMk cId="4108301402" sldId="279"/>
            <ac:picMk id="5" creationId="{129EECEB-5C6F-3B14-44BA-1051111003F8}"/>
          </ac:picMkLst>
        </pc:picChg>
      </pc:sldChg>
      <pc:sldChg chg="modSp new mod">
        <pc:chgData name="Sara Muneeb" userId="29b624b1-a719-43f5-9b52-388cd4043c04" providerId="ADAL" clId="{626D58DD-CAD1-41FD-B346-5DA3667E10E3}" dt="2022-12-07T11:57:40.903" v="2742" actId="20577"/>
        <pc:sldMkLst>
          <pc:docMk/>
          <pc:sldMk cId="816205269" sldId="280"/>
        </pc:sldMkLst>
        <pc:spChg chg="mod">
          <ac:chgData name="Sara Muneeb" userId="29b624b1-a719-43f5-9b52-388cd4043c04" providerId="ADAL" clId="{626D58DD-CAD1-41FD-B346-5DA3667E10E3}" dt="2022-12-07T11:56:19.905" v="2709" actId="20577"/>
          <ac:spMkLst>
            <pc:docMk/>
            <pc:sldMk cId="816205269" sldId="280"/>
            <ac:spMk id="2" creationId="{F664B2FA-AB5E-282C-BCA5-7B04E85F411A}"/>
          </ac:spMkLst>
        </pc:spChg>
        <pc:spChg chg="mod">
          <ac:chgData name="Sara Muneeb" userId="29b624b1-a719-43f5-9b52-388cd4043c04" providerId="ADAL" clId="{626D58DD-CAD1-41FD-B346-5DA3667E10E3}" dt="2022-12-07T11:57:40.903" v="2742" actId="20577"/>
          <ac:spMkLst>
            <pc:docMk/>
            <pc:sldMk cId="816205269" sldId="280"/>
            <ac:spMk id="3" creationId="{40860024-6F5A-FD76-3AC8-0451FEB6A07E}"/>
          </ac:spMkLst>
        </pc:spChg>
      </pc:sldChg>
      <pc:sldChg chg="del">
        <pc:chgData name="Sara Muneeb" userId="29b624b1-a719-43f5-9b52-388cd4043c04" providerId="ADAL" clId="{626D58DD-CAD1-41FD-B346-5DA3667E10E3}" dt="2022-12-06T04:53:54.509" v="0" actId="47"/>
        <pc:sldMkLst>
          <pc:docMk/>
          <pc:sldMk cId="2517784485" sldId="280"/>
        </pc:sldMkLst>
      </pc:sldChg>
      <pc:sldChg chg="addSp delSp modSp new mod">
        <pc:chgData name="Sara Muneeb" userId="29b624b1-a719-43f5-9b52-388cd4043c04" providerId="ADAL" clId="{626D58DD-CAD1-41FD-B346-5DA3667E10E3}" dt="2022-12-07T11:59:52.642" v="2758" actId="20577"/>
        <pc:sldMkLst>
          <pc:docMk/>
          <pc:sldMk cId="1257308498" sldId="281"/>
        </pc:sldMkLst>
        <pc:spChg chg="mod">
          <ac:chgData name="Sara Muneeb" userId="29b624b1-a719-43f5-9b52-388cd4043c04" providerId="ADAL" clId="{626D58DD-CAD1-41FD-B346-5DA3667E10E3}" dt="2022-12-07T11:58:05.314" v="2750" actId="20577"/>
          <ac:spMkLst>
            <pc:docMk/>
            <pc:sldMk cId="1257308498" sldId="281"/>
            <ac:spMk id="2" creationId="{16DE3DD0-2D89-1001-37F8-4E080579E736}"/>
          </ac:spMkLst>
        </pc:spChg>
        <pc:spChg chg="del">
          <ac:chgData name="Sara Muneeb" userId="29b624b1-a719-43f5-9b52-388cd4043c04" providerId="ADAL" clId="{626D58DD-CAD1-41FD-B346-5DA3667E10E3}" dt="2022-12-07T11:59:06.065" v="2751" actId="22"/>
          <ac:spMkLst>
            <pc:docMk/>
            <pc:sldMk cId="1257308498" sldId="281"/>
            <ac:spMk id="3" creationId="{9F0736B5-2575-F3F0-949F-CA341B45FA4D}"/>
          </ac:spMkLst>
        </pc:spChg>
        <pc:spChg chg="add mod">
          <ac:chgData name="Sara Muneeb" userId="29b624b1-a719-43f5-9b52-388cd4043c04" providerId="ADAL" clId="{626D58DD-CAD1-41FD-B346-5DA3667E10E3}" dt="2022-12-07T11:59:52.642" v="2758" actId="20577"/>
          <ac:spMkLst>
            <pc:docMk/>
            <pc:sldMk cId="1257308498" sldId="281"/>
            <ac:spMk id="7" creationId="{88D6A766-50F4-E24E-4423-DF0510C9FF7C}"/>
          </ac:spMkLst>
        </pc:spChg>
        <pc:picChg chg="add mod ord">
          <ac:chgData name="Sara Muneeb" userId="29b624b1-a719-43f5-9b52-388cd4043c04" providerId="ADAL" clId="{626D58DD-CAD1-41FD-B346-5DA3667E10E3}" dt="2022-12-07T11:59:10.099" v="2753" actId="1076"/>
          <ac:picMkLst>
            <pc:docMk/>
            <pc:sldMk cId="1257308498" sldId="281"/>
            <ac:picMk id="5" creationId="{0782B215-DFB4-BCFB-8A47-288E1AF9F50A}"/>
          </ac:picMkLst>
        </pc:picChg>
      </pc:sldChg>
      <pc:sldChg chg="del">
        <pc:chgData name="Sara Muneeb" userId="29b624b1-a719-43f5-9b52-388cd4043c04" providerId="ADAL" clId="{626D58DD-CAD1-41FD-B346-5DA3667E10E3}" dt="2022-12-06T04:53:54.509" v="0" actId="47"/>
        <pc:sldMkLst>
          <pc:docMk/>
          <pc:sldMk cId="2369126632" sldId="281"/>
        </pc:sldMkLst>
      </pc:sldChg>
      <pc:sldChg chg="modSp new mod">
        <pc:chgData name="Sara Muneeb" userId="29b624b1-a719-43f5-9b52-388cd4043c04" providerId="ADAL" clId="{626D58DD-CAD1-41FD-B346-5DA3667E10E3}" dt="2022-12-07T12:07:49.592" v="2836" actId="20577"/>
        <pc:sldMkLst>
          <pc:docMk/>
          <pc:sldMk cId="2256898020" sldId="282"/>
        </pc:sldMkLst>
        <pc:spChg chg="mod">
          <ac:chgData name="Sara Muneeb" userId="29b624b1-a719-43f5-9b52-388cd4043c04" providerId="ADAL" clId="{626D58DD-CAD1-41FD-B346-5DA3667E10E3}" dt="2022-12-07T12:00:56.703" v="2797" actId="20577"/>
          <ac:spMkLst>
            <pc:docMk/>
            <pc:sldMk cId="2256898020" sldId="282"/>
            <ac:spMk id="2" creationId="{407C55AA-CA70-2686-94C3-AE2574A6533B}"/>
          </ac:spMkLst>
        </pc:spChg>
        <pc:spChg chg="mod">
          <ac:chgData name="Sara Muneeb" userId="29b624b1-a719-43f5-9b52-388cd4043c04" providerId="ADAL" clId="{626D58DD-CAD1-41FD-B346-5DA3667E10E3}" dt="2022-12-07T12:07:49.592" v="2836" actId="20577"/>
          <ac:spMkLst>
            <pc:docMk/>
            <pc:sldMk cId="2256898020" sldId="282"/>
            <ac:spMk id="3" creationId="{09277A98-CB9C-1AF1-588E-39E7D125EDD5}"/>
          </ac:spMkLst>
        </pc:spChg>
      </pc:sldChg>
      <pc:sldChg chg="del">
        <pc:chgData name="Sara Muneeb" userId="29b624b1-a719-43f5-9b52-388cd4043c04" providerId="ADAL" clId="{626D58DD-CAD1-41FD-B346-5DA3667E10E3}" dt="2022-12-06T04:53:54.509" v="0" actId="47"/>
        <pc:sldMkLst>
          <pc:docMk/>
          <pc:sldMk cId="2392264234" sldId="282"/>
        </pc:sldMkLst>
      </pc:sldChg>
      <pc:sldChg chg="del">
        <pc:chgData name="Sara Muneeb" userId="29b624b1-a719-43f5-9b52-388cd4043c04" providerId="ADAL" clId="{626D58DD-CAD1-41FD-B346-5DA3667E10E3}" dt="2022-12-06T04:53:54.509" v="0" actId="47"/>
        <pc:sldMkLst>
          <pc:docMk/>
          <pc:sldMk cId="2561454925" sldId="283"/>
        </pc:sldMkLst>
      </pc:sldChg>
      <pc:sldChg chg="new del">
        <pc:chgData name="Sara Muneeb" userId="29b624b1-a719-43f5-9b52-388cd4043c04" providerId="ADAL" clId="{626D58DD-CAD1-41FD-B346-5DA3667E10E3}" dt="2022-12-07T12:11:28.684" v="3033" actId="47"/>
        <pc:sldMkLst>
          <pc:docMk/>
          <pc:sldMk cId="2750732346" sldId="283"/>
        </pc:sldMkLst>
      </pc:sldChg>
      <pc:sldChg chg="modSp new mod">
        <pc:chgData name="Sara Muneeb" userId="29b624b1-a719-43f5-9b52-388cd4043c04" providerId="ADAL" clId="{626D58DD-CAD1-41FD-B346-5DA3667E10E3}" dt="2022-12-07T12:10:13.873" v="2901" actId="20577"/>
        <pc:sldMkLst>
          <pc:docMk/>
          <pc:sldMk cId="1243337029" sldId="284"/>
        </pc:sldMkLst>
        <pc:spChg chg="mod">
          <ac:chgData name="Sara Muneeb" userId="29b624b1-a719-43f5-9b52-388cd4043c04" providerId="ADAL" clId="{626D58DD-CAD1-41FD-B346-5DA3667E10E3}" dt="2022-12-07T12:08:14.609" v="2864" actId="20577"/>
          <ac:spMkLst>
            <pc:docMk/>
            <pc:sldMk cId="1243337029" sldId="284"/>
            <ac:spMk id="2" creationId="{6C4100EB-4683-CA04-9CEC-28FB1F9408C6}"/>
          </ac:spMkLst>
        </pc:spChg>
        <pc:spChg chg="mod">
          <ac:chgData name="Sara Muneeb" userId="29b624b1-a719-43f5-9b52-388cd4043c04" providerId="ADAL" clId="{626D58DD-CAD1-41FD-B346-5DA3667E10E3}" dt="2022-12-07T12:10:13.873" v="2901" actId="20577"/>
          <ac:spMkLst>
            <pc:docMk/>
            <pc:sldMk cId="1243337029" sldId="284"/>
            <ac:spMk id="3" creationId="{39AA94B1-10E0-4CFA-2C9A-230D17BAC9EA}"/>
          </ac:spMkLst>
        </pc:spChg>
      </pc:sldChg>
      <pc:sldChg chg="del">
        <pc:chgData name="Sara Muneeb" userId="29b624b1-a719-43f5-9b52-388cd4043c04" providerId="ADAL" clId="{626D58DD-CAD1-41FD-B346-5DA3667E10E3}" dt="2022-12-06T04:53:54.509" v="0" actId="47"/>
        <pc:sldMkLst>
          <pc:docMk/>
          <pc:sldMk cId="3142686621" sldId="284"/>
        </pc:sldMkLst>
      </pc:sldChg>
      <pc:sldChg chg="modSp new mod">
        <pc:chgData name="Sara Muneeb" userId="29b624b1-a719-43f5-9b52-388cd4043c04" providerId="ADAL" clId="{626D58DD-CAD1-41FD-B346-5DA3667E10E3}" dt="2022-12-07T12:11:25.417" v="3032" actId="20577"/>
        <pc:sldMkLst>
          <pc:docMk/>
          <pc:sldMk cId="133598058" sldId="285"/>
        </pc:sldMkLst>
        <pc:spChg chg="mod">
          <ac:chgData name="Sara Muneeb" userId="29b624b1-a719-43f5-9b52-388cd4043c04" providerId="ADAL" clId="{626D58DD-CAD1-41FD-B346-5DA3667E10E3}" dt="2022-12-07T12:10:25.053" v="2913" actId="20577"/>
          <ac:spMkLst>
            <pc:docMk/>
            <pc:sldMk cId="133598058" sldId="285"/>
            <ac:spMk id="2" creationId="{8AA3B581-F4A0-191D-FC19-639C77F4DBBD}"/>
          </ac:spMkLst>
        </pc:spChg>
        <pc:spChg chg="mod">
          <ac:chgData name="Sara Muneeb" userId="29b624b1-a719-43f5-9b52-388cd4043c04" providerId="ADAL" clId="{626D58DD-CAD1-41FD-B346-5DA3667E10E3}" dt="2022-12-07T12:11:25.417" v="3032" actId="20577"/>
          <ac:spMkLst>
            <pc:docMk/>
            <pc:sldMk cId="133598058" sldId="285"/>
            <ac:spMk id="3" creationId="{EDBE6827-7FFA-4EF5-9BBA-BCC59AEE8504}"/>
          </ac:spMkLst>
        </pc:spChg>
      </pc:sldChg>
      <pc:sldChg chg="del">
        <pc:chgData name="Sara Muneeb" userId="29b624b1-a719-43f5-9b52-388cd4043c04" providerId="ADAL" clId="{626D58DD-CAD1-41FD-B346-5DA3667E10E3}" dt="2022-12-06T04:53:54.509" v="0" actId="47"/>
        <pc:sldMkLst>
          <pc:docMk/>
          <pc:sldMk cId="1885256380" sldId="285"/>
        </pc:sldMkLst>
      </pc:sldChg>
      <pc:sldChg chg="del">
        <pc:chgData name="Sara Muneeb" userId="29b624b1-a719-43f5-9b52-388cd4043c04" providerId="ADAL" clId="{626D58DD-CAD1-41FD-B346-5DA3667E10E3}" dt="2022-12-06T04:53:54.509" v="0" actId="47"/>
        <pc:sldMkLst>
          <pc:docMk/>
          <pc:sldMk cId="3176274497" sldId="286"/>
        </pc:sldMkLst>
      </pc:sldChg>
      <pc:sldChg chg="del">
        <pc:chgData name="Sara Muneeb" userId="29b624b1-a719-43f5-9b52-388cd4043c04" providerId="ADAL" clId="{626D58DD-CAD1-41FD-B346-5DA3667E10E3}" dt="2022-12-06T04:53:54.509" v="0" actId="47"/>
        <pc:sldMkLst>
          <pc:docMk/>
          <pc:sldMk cId="957256394" sldId="287"/>
        </pc:sldMkLst>
      </pc:sldChg>
      <pc:sldChg chg="del">
        <pc:chgData name="Sara Muneeb" userId="29b624b1-a719-43f5-9b52-388cd4043c04" providerId="ADAL" clId="{626D58DD-CAD1-41FD-B346-5DA3667E10E3}" dt="2022-12-06T04:53:54.509" v="0" actId="47"/>
        <pc:sldMkLst>
          <pc:docMk/>
          <pc:sldMk cId="927710118" sldId="288"/>
        </pc:sldMkLst>
      </pc:sldChg>
      <pc:sldChg chg="del">
        <pc:chgData name="Sara Muneeb" userId="29b624b1-a719-43f5-9b52-388cd4043c04" providerId="ADAL" clId="{626D58DD-CAD1-41FD-B346-5DA3667E10E3}" dt="2022-12-06T04:53:54.509" v="0" actId="47"/>
        <pc:sldMkLst>
          <pc:docMk/>
          <pc:sldMk cId="3407071435" sldId="289"/>
        </pc:sldMkLst>
      </pc:sldChg>
      <pc:sldChg chg="del">
        <pc:chgData name="Sara Muneeb" userId="29b624b1-a719-43f5-9b52-388cd4043c04" providerId="ADAL" clId="{626D58DD-CAD1-41FD-B346-5DA3667E10E3}" dt="2022-12-06T04:53:54.509" v="0" actId="47"/>
        <pc:sldMkLst>
          <pc:docMk/>
          <pc:sldMk cId="2531843012" sldId="290"/>
        </pc:sldMkLst>
      </pc:sldChg>
      <pc:sldChg chg="del">
        <pc:chgData name="Sara Muneeb" userId="29b624b1-a719-43f5-9b52-388cd4043c04" providerId="ADAL" clId="{626D58DD-CAD1-41FD-B346-5DA3667E10E3}" dt="2022-12-06T04:53:54.509" v="0" actId="47"/>
        <pc:sldMkLst>
          <pc:docMk/>
          <pc:sldMk cId="86561532" sldId="291"/>
        </pc:sldMkLst>
      </pc:sldChg>
      <pc:sldChg chg="del">
        <pc:chgData name="Sara Muneeb" userId="29b624b1-a719-43f5-9b52-388cd4043c04" providerId="ADAL" clId="{626D58DD-CAD1-41FD-B346-5DA3667E10E3}" dt="2022-12-06T04:53:54.509" v="0" actId="47"/>
        <pc:sldMkLst>
          <pc:docMk/>
          <pc:sldMk cId="1372548100" sldId="292"/>
        </pc:sldMkLst>
      </pc:sldChg>
      <pc:sldChg chg="del">
        <pc:chgData name="Sara Muneeb" userId="29b624b1-a719-43f5-9b52-388cd4043c04" providerId="ADAL" clId="{626D58DD-CAD1-41FD-B346-5DA3667E10E3}" dt="2022-12-06T04:53:54.509" v="0" actId="47"/>
        <pc:sldMkLst>
          <pc:docMk/>
          <pc:sldMk cId="2632021391" sldId="293"/>
        </pc:sldMkLst>
      </pc:sldChg>
      <pc:sldChg chg="del">
        <pc:chgData name="Sara Muneeb" userId="29b624b1-a719-43f5-9b52-388cd4043c04" providerId="ADAL" clId="{626D58DD-CAD1-41FD-B346-5DA3667E10E3}" dt="2022-12-06T04:53:54.509" v="0" actId="47"/>
        <pc:sldMkLst>
          <pc:docMk/>
          <pc:sldMk cId="1105634336" sldId="294"/>
        </pc:sldMkLst>
      </pc:sldChg>
      <pc:sldChg chg="del">
        <pc:chgData name="Sara Muneeb" userId="29b624b1-a719-43f5-9b52-388cd4043c04" providerId="ADAL" clId="{626D58DD-CAD1-41FD-B346-5DA3667E10E3}" dt="2022-12-06T04:53:54.509" v="0" actId="47"/>
        <pc:sldMkLst>
          <pc:docMk/>
          <pc:sldMk cId="2600266142" sldId="295"/>
        </pc:sldMkLst>
      </pc:sldChg>
      <pc:sldChg chg="del">
        <pc:chgData name="Sara Muneeb" userId="29b624b1-a719-43f5-9b52-388cd4043c04" providerId="ADAL" clId="{626D58DD-CAD1-41FD-B346-5DA3667E10E3}" dt="2022-12-06T04:53:54.509" v="0" actId="47"/>
        <pc:sldMkLst>
          <pc:docMk/>
          <pc:sldMk cId="2388722162" sldId="296"/>
        </pc:sldMkLst>
      </pc:sldChg>
      <pc:sldChg chg="del">
        <pc:chgData name="Sara Muneeb" userId="29b624b1-a719-43f5-9b52-388cd4043c04" providerId="ADAL" clId="{626D58DD-CAD1-41FD-B346-5DA3667E10E3}" dt="2022-12-06T04:53:54.509" v="0" actId="47"/>
        <pc:sldMkLst>
          <pc:docMk/>
          <pc:sldMk cId="1642543448" sldId="297"/>
        </pc:sldMkLst>
      </pc:sldChg>
      <pc:sldChg chg="del">
        <pc:chgData name="Sara Muneeb" userId="29b624b1-a719-43f5-9b52-388cd4043c04" providerId="ADAL" clId="{626D58DD-CAD1-41FD-B346-5DA3667E10E3}" dt="2022-12-06T04:53:54.509" v="0" actId="47"/>
        <pc:sldMkLst>
          <pc:docMk/>
          <pc:sldMk cId="130536532" sldId="299"/>
        </pc:sldMkLst>
      </pc:sldChg>
      <pc:sldChg chg="del">
        <pc:chgData name="Sara Muneeb" userId="29b624b1-a719-43f5-9b52-388cd4043c04" providerId="ADAL" clId="{626D58DD-CAD1-41FD-B346-5DA3667E10E3}" dt="2022-12-06T04:53:54.509" v="0" actId="47"/>
        <pc:sldMkLst>
          <pc:docMk/>
          <pc:sldMk cId="1878413688" sldId="300"/>
        </pc:sldMkLst>
      </pc:sldChg>
      <pc:sldChg chg="del">
        <pc:chgData name="Sara Muneeb" userId="29b624b1-a719-43f5-9b52-388cd4043c04" providerId="ADAL" clId="{626D58DD-CAD1-41FD-B346-5DA3667E10E3}" dt="2022-12-06T04:53:54.509" v="0" actId="47"/>
        <pc:sldMkLst>
          <pc:docMk/>
          <pc:sldMk cId="4037296267" sldId="301"/>
        </pc:sldMkLst>
      </pc:sldChg>
      <pc:sldChg chg="del">
        <pc:chgData name="Sara Muneeb" userId="29b624b1-a719-43f5-9b52-388cd4043c04" providerId="ADAL" clId="{626D58DD-CAD1-41FD-B346-5DA3667E10E3}" dt="2022-12-06T04:53:54.509" v="0" actId="47"/>
        <pc:sldMkLst>
          <pc:docMk/>
          <pc:sldMk cId="3956370830" sldId="302"/>
        </pc:sldMkLst>
      </pc:sldChg>
      <pc:sldChg chg="del">
        <pc:chgData name="Sara Muneeb" userId="29b624b1-a719-43f5-9b52-388cd4043c04" providerId="ADAL" clId="{626D58DD-CAD1-41FD-B346-5DA3667E10E3}" dt="2022-12-06T04:53:54.509" v="0" actId="47"/>
        <pc:sldMkLst>
          <pc:docMk/>
          <pc:sldMk cId="1055036240" sldId="303"/>
        </pc:sldMkLst>
      </pc:sldChg>
      <pc:sldChg chg="del">
        <pc:chgData name="Sara Muneeb" userId="29b624b1-a719-43f5-9b52-388cd4043c04" providerId="ADAL" clId="{626D58DD-CAD1-41FD-B346-5DA3667E10E3}" dt="2022-12-06T04:53:54.509" v="0" actId="47"/>
        <pc:sldMkLst>
          <pc:docMk/>
          <pc:sldMk cId="314095271" sldId="304"/>
        </pc:sldMkLst>
      </pc:sldChg>
      <pc:sldChg chg="del">
        <pc:chgData name="Sara Muneeb" userId="29b624b1-a719-43f5-9b52-388cd4043c04" providerId="ADAL" clId="{626D58DD-CAD1-41FD-B346-5DA3667E10E3}" dt="2022-12-06T04:53:54.509" v="0" actId="47"/>
        <pc:sldMkLst>
          <pc:docMk/>
          <pc:sldMk cId="167953533" sldId="305"/>
        </pc:sldMkLst>
      </pc:sldChg>
      <pc:sldChg chg="del">
        <pc:chgData name="Sara Muneeb" userId="29b624b1-a719-43f5-9b52-388cd4043c04" providerId="ADAL" clId="{626D58DD-CAD1-41FD-B346-5DA3667E10E3}" dt="2022-12-06T04:53:54.509" v="0" actId="47"/>
        <pc:sldMkLst>
          <pc:docMk/>
          <pc:sldMk cId="3299730876" sldId="306"/>
        </pc:sldMkLst>
      </pc:sldChg>
      <pc:sldChg chg="del">
        <pc:chgData name="Sara Muneeb" userId="29b624b1-a719-43f5-9b52-388cd4043c04" providerId="ADAL" clId="{626D58DD-CAD1-41FD-B346-5DA3667E10E3}" dt="2022-12-06T04:53:54.509" v="0" actId="47"/>
        <pc:sldMkLst>
          <pc:docMk/>
          <pc:sldMk cId="3803768667" sldId="307"/>
        </pc:sldMkLst>
      </pc:sldChg>
      <pc:sldChg chg="del">
        <pc:chgData name="Sara Muneeb" userId="29b624b1-a719-43f5-9b52-388cd4043c04" providerId="ADAL" clId="{626D58DD-CAD1-41FD-B346-5DA3667E10E3}" dt="2022-12-06T04:53:54.509" v="0" actId="47"/>
        <pc:sldMkLst>
          <pc:docMk/>
          <pc:sldMk cId="4234742429" sldId="308"/>
        </pc:sldMkLst>
      </pc:sldChg>
      <pc:sldChg chg="del">
        <pc:chgData name="Sara Muneeb" userId="29b624b1-a719-43f5-9b52-388cd4043c04" providerId="ADAL" clId="{626D58DD-CAD1-41FD-B346-5DA3667E10E3}" dt="2022-12-06T04:53:54.509" v="0" actId="47"/>
        <pc:sldMkLst>
          <pc:docMk/>
          <pc:sldMk cId="2621193280" sldId="309"/>
        </pc:sldMkLst>
      </pc:sldChg>
      <pc:sldChg chg="del">
        <pc:chgData name="Sara Muneeb" userId="29b624b1-a719-43f5-9b52-388cd4043c04" providerId="ADAL" clId="{626D58DD-CAD1-41FD-B346-5DA3667E10E3}" dt="2022-12-06T04:53:54.509" v="0" actId="47"/>
        <pc:sldMkLst>
          <pc:docMk/>
          <pc:sldMk cId="1338992350" sldId="310"/>
        </pc:sldMkLst>
      </pc:sldChg>
      <pc:sldChg chg="del">
        <pc:chgData name="Sara Muneeb" userId="29b624b1-a719-43f5-9b52-388cd4043c04" providerId="ADAL" clId="{626D58DD-CAD1-41FD-B346-5DA3667E10E3}" dt="2022-12-06T04:53:54.509" v="0" actId="47"/>
        <pc:sldMkLst>
          <pc:docMk/>
          <pc:sldMk cId="90414829" sldId="311"/>
        </pc:sldMkLst>
      </pc:sldChg>
      <pc:sldChg chg="del">
        <pc:chgData name="Sara Muneeb" userId="29b624b1-a719-43f5-9b52-388cd4043c04" providerId="ADAL" clId="{626D58DD-CAD1-41FD-B346-5DA3667E10E3}" dt="2022-12-06T04:53:54.509" v="0" actId="47"/>
        <pc:sldMkLst>
          <pc:docMk/>
          <pc:sldMk cId="2877534449" sldId="312"/>
        </pc:sldMkLst>
      </pc:sldChg>
      <pc:sldChg chg="del">
        <pc:chgData name="Sara Muneeb" userId="29b624b1-a719-43f5-9b52-388cd4043c04" providerId="ADAL" clId="{626D58DD-CAD1-41FD-B346-5DA3667E10E3}" dt="2022-12-06T04:53:54.509" v="0" actId="47"/>
        <pc:sldMkLst>
          <pc:docMk/>
          <pc:sldMk cId="3347304787" sldId="314"/>
        </pc:sldMkLst>
      </pc:sldChg>
      <pc:sldChg chg="del">
        <pc:chgData name="Sara Muneeb" userId="29b624b1-a719-43f5-9b52-388cd4043c04" providerId="ADAL" clId="{626D58DD-CAD1-41FD-B346-5DA3667E10E3}" dt="2022-12-06T04:53:54.509" v="0" actId="47"/>
        <pc:sldMkLst>
          <pc:docMk/>
          <pc:sldMk cId="1401089230" sldId="315"/>
        </pc:sldMkLst>
      </pc:sldChg>
      <pc:sldChg chg="del">
        <pc:chgData name="Sara Muneeb" userId="29b624b1-a719-43f5-9b52-388cd4043c04" providerId="ADAL" clId="{626D58DD-CAD1-41FD-B346-5DA3667E10E3}" dt="2022-12-06T04:53:54.509" v="0" actId="47"/>
        <pc:sldMkLst>
          <pc:docMk/>
          <pc:sldMk cId="2929702152" sldId="316"/>
        </pc:sldMkLst>
      </pc:sldChg>
      <pc:sldChg chg="del">
        <pc:chgData name="Sara Muneeb" userId="29b624b1-a719-43f5-9b52-388cd4043c04" providerId="ADAL" clId="{626D58DD-CAD1-41FD-B346-5DA3667E10E3}" dt="2022-12-06T04:53:54.509" v="0" actId="47"/>
        <pc:sldMkLst>
          <pc:docMk/>
          <pc:sldMk cId="207355886" sldId="317"/>
        </pc:sldMkLst>
      </pc:sldChg>
      <pc:sldChg chg="del">
        <pc:chgData name="Sara Muneeb" userId="29b624b1-a719-43f5-9b52-388cd4043c04" providerId="ADAL" clId="{626D58DD-CAD1-41FD-B346-5DA3667E10E3}" dt="2022-12-06T04:53:54.509" v="0" actId="47"/>
        <pc:sldMkLst>
          <pc:docMk/>
          <pc:sldMk cId="3253479535" sldId="318"/>
        </pc:sldMkLst>
      </pc:sldChg>
      <pc:sldChg chg="del">
        <pc:chgData name="Sara Muneeb" userId="29b624b1-a719-43f5-9b52-388cd4043c04" providerId="ADAL" clId="{626D58DD-CAD1-41FD-B346-5DA3667E10E3}" dt="2022-12-06T04:53:54.509" v="0" actId="47"/>
        <pc:sldMkLst>
          <pc:docMk/>
          <pc:sldMk cId="3258948435" sldId="319"/>
        </pc:sldMkLst>
      </pc:sldChg>
    </pc:docChg>
  </pc:docChgLst>
  <pc:docChgLst>
    <pc:chgData name="Sara Muneeb" userId="29b624b1-a719-43f5-9b52-388cd4043c04" providerId="ADAL" clId="{1B8306CC-3EB3-4E79-8CF8-E5FDA85816BB}"/>
    <pc:docChg chg="undo redo custSel addSld delSld modSld">
      <pc:chgData name="Sara Muneeb" userId="29b624b1-a719-43f5-9b52-388cd4043c04" providerId="ADAL" clId="{1B8306CC-3EB3-4E79-8CF8-E5FDA85816BB}" dt="2022-11-24T12:10:15.121" v="4967" actId="1035"/>
      <pc:docMkLst>
        <pc:docMk/>
      </pc:docMkLst>
      <pc:sldChg chg="addSp modSp mod">
        <pc:chgData name="Sara Muneeb" userId="29b624b1-a719-43f5-9b52-388cd4043c04" providerId="ADAL" clId="{1B8306CC-3EB3-4E79-8CF8-E5FDA85816BB}" dt="2022-11-24T11:11:02.245" v="4329" actId="1076"/>
        <pc:sldMkLst>
          <pc:docMk/>
          <pc:sldMk cId="3302378807" sldId="261"/>
        </pc:sldMkLst>
        <pc:spChg chg="mod">
          <ac:chgData name="Sara Muneeb" userId="29b624b1-a719-43f5-9b52-388cd4043c04" providerId="ADAL" clId="{1B8306CC-3EB3-4E79-8CF8-E5FDA85816BB}" dt="2022-11-24T11:10:58.448" v="4328" actId="404"/>
          <ac:spMkLst>
            <pc:docMk/>
            <pc:sldMk cId="3302378807" sldId="261"/>
            <ac:spMk id="3" creationId="{6D014B81-15AB-581F-75AA-21487DFCE582}"/>
          </ac:spMkLst>
        </pc:spChg>
        <pc:picChg chg="add mod">
          <ac:chgData name="Sara Muneeb" userId="29b624b1-a719-43f5-9b52-388cd4043c04" providerId="ADAL" clId="{1B8306CC-3EB3-4E79-8CF8-E5FDA85816BB}" dt="2022-11-24T11:11:02.245" v="4329" actId="1076"/>
          <ac:picMkLst>
            <pc:docMk/>
            <pc:sldMk cId="3302378807" sldId="261"/>
            <ac:picMk id="1026" creationId="{7AE869CB-D780-BB0B-B865-B11206D7CA1C}"/>
          </ac:picMkLst>
        </pc:picChg>
      </pc:sldChg>
      <pc:sldChg chg="addSp modSp">
        <pc:chgData name="Sara Muneeb" userId="29b624b1-a719-43f5-9b52-388cd4043c04" providerId="ADAL" clId="{1B8306CC-3EB3-4E79-8CF8-E5FDA85816BB}" dt="2022-11-24T11:12:29.228" v="4335" actId="1076"/>
        <pc:sldMkLst>
          <pc:docMk/>
          <pc:sldMk cId="3153897923" sldId="262"/>
        </pc:sldMkLst>
        <pc:picChg chg="add mod">
          <ac:chgData name="Sara Muneeb" userId="29b624b1-a719-43f5-9b52-388cd4043c04" providerId="ADAL" clId="{1B8306CC-3EB3-4E79-8CF8-E5FDA85816BB}" dt="2022-11-24T11:12:29.228" v="4335" actId="1076"/>
          <ac:picMkLst>
            <pc:docMk/>
            <pc:sldMk cId="3153897923" sldId="262"/>
            <ac:picMk id="2050" creationId="{182DD244-32BA-2CD2-6CE2-83C490B4EE70}"/>
          </ac:picMkLst>
        </pc:picChg>
      </pc:sldChg>
      <pc:sldChg chg="addSp modSp">
        <pc:chgData name="Sara Muneeb" userId="29b624b1-a719-43f5-9b52-388cd4043c04" providerId="ADAL" clId="{1B8306CC-3EB3-4E79-8CF8-E5FDA85816BB}" dt="2022-11-24T11:13:11.893" v="4339" actId="1076"/>
        <pc:sldMkLst>
          <pc:docMk/>
          <pc:sldMk cId="65336695" sldId="264"/>
        </pc:sldMkLst>
        <pc:spChg chg="mod">
          <ac:chgData name="Sara Muneeb" userId="29b624b1-a719-43f5-9b52-388cd4043c04" providerId="ADAL" clId="{1B8306CC-3EB3-4E79-8CF8-E5FDA85816BB}" dt="2022-11-24T11:13:07.191" v="4338" actId="1076"/>
          <ac:spMkLst>
            <pc:docMk/>
            <pc:sldMk cId="65336695" sldId="264"/>
            <ac:spMk id="3" creationId="{B03F32E2-44EF-53DB-1EEB-0423DFEA7E47}"/>
          </ac:spMkLst>
        </pc:spChg>
        <pc:picChg chg="add mod">
          <ac:chgData name="Sara Muneeb" userId="29b624b1-a719-43f5-9b52-388cd4043c04" providerId="ADAL" clId="{1B8306CC-3EB3-4E79-8CF8-E5FDA85816BB}" dt="2022-11-24T11:13:11.893" v="4339" actId="1076"/>
          <ac:picMkLst>
            <pc:docMk/>
            <pc:sldMk cId="65336695" sldId="264"/>
            <ac:picMk id="3074" creationId="{DF5411D7-2707-AE70-A064-02F3C76A4969}"/>
          </ac:picMkLst>
        </pc:picChg>
      </pc:sldChg>
      <pc:sldChg chg="addSp delSp modSp mod">
        <pc:chgData name="Sara Muneeb" userId="29b624b1-a719-43f5-9b52-388cd4043c04" providerId="ADAL" clId="{1B8306CC-3EB3-4E79-8CF8-E5FDA85816BB}" dt="2022-11-24T11:14:56.162" v="4351" actId="1076"/>
        <pc:sldMkLst>
          <pc:docMk/>
          <pc:sldMk cId="922512695" sldId="266"/>
        </pc:sldMkLst>
        <pc:spChg chg="mod">
          <ac:chgData name="Sara Muneeb" userId="29b624b1-a719-43f5-9b52-388cd4043c04" providerId="ADAL" clId="{1B8306CC-3EB3-4E79-8CF8-E5FDA85816BB}" dt="2022-11-24T11:14:36.902" v="4345" actId="403"/>
          <ac:spMkLst>
            <pc:docMk/>
            <pc:sldMk cId="922512695" sldId="266"/>
            <ac:spMk id="2" creationId="{C7369BA3-C875-804C-218F-249A37A4DBD1}"/>
          </ac:spMkLst>
        </pc:spChg>
        <pc:spChg chg="mod">
          <ac:chgData name="Sara Muneeb" userId="29b624b1-a719-43f5-9b52-388cd4043c04" providerId="ADAL" clId="{1B8306CC-3EB3-4E79-8CF8-E5FDA85816BB}" dt="2022-11-24T11:14:51.612" v="4350" actId="404"/>
          <ac:spMkLst>
            <pc:docMk/>
            <pc:sldMk cId="922512695" sldId="266"/>
            <ac:spMk id="3" creationId="{245686DD-A490-A9B3-63F8-FCEBD64DEBE0}"/>
          </ac:spMkLst>
        </pc:spChg>
        <pc:picChg chg="add del">
          <ac:chgData name="Sara Muneeb" userId="29b624b1-a719-43f5-9b52-388cd4043c04" providerId="ADAL" clId="{1B8306CC-3EB3-4E79-8CF8-E5FDA85816BB}" dt="2022-11-24T11:14:05.628" v="4341"/>
          <ac:picMkLst>
            <pc:docMk/>
            <pc:sldMk cId="922512695" sldId="266"/>
            <ac:picMk id="4098" creationId="{59F45B15-7EC7-5FF1-E7FA-E240301CE0B5}"/>
          </ac:picMkLst>
        </pc:picChg>
        <pc:picChg chg="add mod">
          <ac:chgData name="Sara Muneeb" userId="29b624b1-a719-43f5-9b52-388cd4043c04" providerId="ADAL" clId="{1B8306CC-3EB3-4E79-8CF8-E5FDA85816BB}" dt="2022-11-24T11:14:56.162" v="4351" actId="1076"/>
          <ac:picMkLst>
            <pc:docMk/>
            <pc:sldMk cId="922512695" sldId="266"/>
            <ac:picMk id="4100" creationId="{559139C3-1A8B-C1BE-3B4E-104B8D934928}"/>
          </ac:picMkLst>
        </pc:picChg>
      </pc:sldChg>
      <pc:sldChg chg="addSp modSp mod">
        <pc:chgData name="Sara Muneeb" userId="29b624b1-a719-43f5-9b52-388cd4043c04" providerId="ADAL" clId="{1B8306CC-3EB3-4E79-8CF8-E5FDA85816BB}" dt="2022-11-24T11:18:20.307" v="4388" actId="14100"/>
        <pc:sldMkLst>
          <pc:docMk/>
          <pc:sldMk cId="2171506608" sldId="267"/>
        </pc:sldMkLst>
        <pc:spChg chg="mod">
          <ac:chgData name="Sara Muneeb" userId="29b624b1-a719-43f5-9b52-388cd4043c04" providerId="ADAL" clId="{1B8306CC-3EB3-4E79-8CF8-E5FDA85816BB}" dt="2022-11-24T11:18:11.824" v="4385" actId="123"/>
          <ac:spMkLst>
            <pc:docMk/>
            <pc:sldMk cId="2171506608" sldId="267"/>
            <ac:spMk id="3" creationId="{21B7C262-5EF2-3EBD-2423-53C33D753C21}"/>
          </ac:spMkLst>
        </pc:spChg>
        <pc:picChg chg="add mod">
          <ac:chgData name="Sara Muneeb" userId="29b624b1-a719-43f5-9b52-388cd4043c04" providerId="ADAL" clId="{1B8306CC-3EB3-4E79-8CF8-E5FDA85816BB}" dt="2022-11-24T11:18:20.307" v="4388" actId="14100"/>
          <ac:picMkLst>
            <pc:docMk/>
            <pc:sldMk cId="2171506608" sldId="267"/>
            <ac:picMk id="5122" creationId="{3252392A-83D9-143E-6189-292FF60ABDD4}"/>
          </ac:picMkLst>
        </pc:picChg>
      </pc:sldChg>
      <pc:sldChg chg="addSp delSp modSp mod">
        <pc:chgData name="Sara Muneeb" userId="29b624b1-a719-43f5-9b52-388cd4043c04" providerId="ADAL" clId="{1B8306CC-3EB3-4E79-8CF8-E5FDA85816BB}" dt="2022-11-24T12:03:17.224" v="4751" actId="167"/>
        <pc:sldMkLst>
          <pc:docMk/>
          <pc:sldMk cId="3311259099" sldId="268"/>
        </pc:sldMkLst>
        <pc:spChg chg="mod">
          <ac:chgData name="Sara Muneeb" userId="29b624b1-a719-43f5-9b52-388cd4043c04" providerId="ADAL" clId="{1B8306CC-3EB3-4E79-8CF8-E5FDA85816BB}" dt="2022-11-24T11:19:12.629" v="4395" actId="14100"/>
          <ac:spMkLst>
            <pc:docMk/>
            <pc:sldMk cId="3311259099" sldId="268"/>
            <ac:spMk id="3" creationId="{2DF93EF8-2A26-6A8F-6F1C-2CDC47E877A7}"/>
          </ac:spMkLst>
        </pc:spChg>
        <pc:picChg chg="add del mod">
          <ac:chgData name="Sara Muneeb" userId="29b624b1-a719-43f5-9b52-388cd4043c04" providerId="ADAL" clId="{1B8306CC-3EB3-4E79-8CF8-E5FDA85816BB}" dt="2022-11-24T12:03:03.933" v="4746" actId="478"/>
          <ac:picMkLst>
            <pc:docMk/>
            <pc:sldMk cId="3311259099" sldId="268"/>
            <ac:picMk id="6146" creationId="{F082FECA-9A0C-A600-CCFB-E807CDB9B8C7}"/>
          </ac:picMkLst>
        </pc:picChg>
        <pc:picChg chg="add mod">
          <ac:chgData name="Sara Muneeb" userId="29b624b1-a719-43f5-9b52-388cd4043c04" providerId="ADAL" clId="{1B8306CC-3EB3-4E79-8CF8-E5FDA85816BB}" dt="2022-11-24T12:03:17.224" v="4751" actId="167"/>
          <ac:picMkLst>
            <pc:docMk/>
            <pc:sldMk cId="3311259099" sldId="268"/>
            <ac:picMk id="6148" creationId="{5C726ACD-5AC9-ADA9-B1A6-C80F9618DDA4}"/>
          </ac:picMkLst>
        </pc:picChg>
      </pc:sldChg>
      <pc:sldChg chg="addSp modSp mod">
        <pc:chgData name="Sara Muneeb" userId="29b624b1-a719-43f5-9b52-388cd4043c04" providerId="ADAL" clId="{1B8306CC-3EB3-4E79-8CF8-E5FDA85816BB}" dt="2022-11-24T11:22:16.191" v="4413" actId="1076"/>
        <pc:sldMkLst>
          <pc:docMk/>
          <pc:sldMk cId="4065404976" sldId="270"/>
        </pc:sldMkLst>
        <pc:spChg chg="mod">
          <ac:chgData name="Sara Muneeb" userId="29b624b1-a719-43f5-9b52-388cd4043c04" providerId="ADAL" clId="{1B8306CC-3EB3-4E79-8CF8-E5FDA85816BB}" dt="2022-11-24T11:22:02.483" v="4409" actId="123"/>
          <ac:spMkLst>
            <pc:docMk/>
            <pc:sldMk cId="4065404976" sldId="270"/>
            <ac:spMk id="3" creationId="{3668B7B5-904A-5D82-A648-17214417B13B}"/>
          </ac:spMkLst>
        </pc:spChg>
        <pc:picChg chg="add mod">
          <ac:chgData name="Sara Muneeb" userId="29b624b1-a719-43f5-9b52-388cd4043c04" providerId="ADAL" clId="{1B8306CC-3EB3-4E79-8CF8-E5FDA85816BB}" dt="2022-11-24T11:22:16.191" v="4413" actId="1076"/>
          <ac:picMkLst>
            <pc:docMk/>
            <pc:sldMk cId="4065404976" sldId="270"/>
            <ac:picMk id="7170" creationId="{06BA05AF-1CF5-BA3F-2F32-6B8C4D26A117}"/>
          </ac:picMkLst>
        </pc:picChg>
      </pc:sldChg>
      <pc:sldChg chg="addSp modSp mod">
        <pc:chgData name="Sara Muneeb" userId="29b624b1-a719-43f5-9b52-388cd4043c04" providerId="ADAL" clId="{1B8306CC-3EB3-4E79-8CF8-E5FDA85816BB}" dt="2022-11-24T11:24:13.973" v="4423" actId="1076"/>
        <pc:sldMkLst>
          <pc:docMk/>
          <pc:sldMk cId="4199156068" sldId="271"/>
        </pc:sldMkLst>
        <pc:spChg chg="mod">
          <ac:chgData name="Sara Muneeb" userId="29b624b1-a719-43f5-9b52-388cd4043c04" providerId="ADAL" clId="{1B8306CC-3EB3-4E79-8CF8-E5FDA85816BB}" dt="2022-11-24T11:22:39.320" v="4416" actId="123"/>
          <ac:spMkLst>
            <pc:docMk/>
            <pc:sldMk cId="4199156068" sldId="271"/>
            <ac:spMk id="3" creationId="{4CE737F1-D202-F669-8999-746001FD8E24}"/>
          </ac:spMkLst>
        </pc:spChg>
        <pc:picChg chg="add mod">
          <ac:chgData name="Sara Muneeb" userId="29b624b1-a719-43f5-9b52-388cd4043c04" providerId="ADAL" clId="{1B8306CC-3EB3-4E79-8CF8-E5FDA85816BB}" dt="2022-11-24T11:24:13.973" v="4423" actId="1076"/>
          <ac:picMkLst>
            <pc:docMk/>
            <pc:sldMk cId="4199156068" sldId="271"/>
            <ac:picMk id="8194" creationId="{37F93CD9-E98E-E7CC-24BB-4E1821AFC722}"/>
          </ac:picMkLst>
        </pc:picChg>
      </pc:sldChg>
      <pc:sldChg chg="addSp modSp mod">
        <pc:chgData name="Sara Muneeb" userId="29b624b1-a719-43f5-9b52-388cd4043c04" providerId="ADAL" clId="{1B8306CC-3EB3-4E79-8CF8-E5FDA85816BB}" dt="2022-11-24T11:24:59.785" v="4428" actId="1076"/>
        <pc:sldMkLst>
          <pc:docMk/>
          <pc:sldMk cId="2475071258" sldId="272"/>
        </pc:sldMkLst>
        <pc:spChg chg="mod">
          <ac:chgData name="Sara Muneeb" userId="29b624b1-a719-43f5-9b52-388cd4043c04" providerId="ADAL" clId="{1B8306CC-3EB3-4E79-8CF8-E5FDA85816BB}" dt="2022-11-23T08:23:13.957" v="1" actId="20577"/>
          <ac:spMkLst>
            <pc:docMk/>
            <pc:sldMk cId="2475071258" sldId="272"/>
            <ac:spMk id="3" creationId="{42707BE9-130D-1462-7BBD-65E4A2D07EC8}"/>
          </ac:spMkLst>
        </pc:spChg>
        <pc:picChg chg="add mod">
          <ac:chgData name="Sara Muneeb" userId="29b624b1-a719-43f5-9b52-388cd4043c04" providerId="ADAL" clId="{1B8306CC-3EB3-4E79-8CF8-E5FDA85816BB}" dt="2022-11-24T11:24:59.785" v="4428" actId="1076"/>
          <ac:picMkLst>
            <pc:docMk/>
            <pc:sldMk cId="2475071258" sldId="272"/>
            <ac:picMk id="9218" creationId="{6C0D6CEF-E2F4-384F-1F12-9371DDF793BB}"/>
          </ac:picMkLst>
        </pc:picChg>
      </pc:sldChg>
      <pc:sldChg chg="addSp delSp modSp mod">
        <pc:chgData name="Sara Muneeb" userId="29b624b1-a719-43f5-9b52-388cd4043c04" providerId="ADAL" clId="{1B8306CC-3EB3-4E79-8CF8-E5FDA85816BB}" dt="2022-11-24T11:32:19.373" v="4517" actId="404"/>
        <pc:sldMkLst>
          <pc:docMk/>
          <pc:sldMk cId="1256280144" sldId="273"/>
        </pc:sldMkLst>
        <pc:spChg chg="mod">
          <ac:chgData name="Sara Muneeb" userId="29b624b1-a719-43f5-9b52-388cd4043c04" providerId="ADAL" clId="{1B8306CC-3EB3-4E79-8CF8-E5FDA85816BB}" dt="2022-11-24T11:32:19.373" v="4517" actId="404"/>
          <ac:spMkLst>
            <pc:docMk/>
            <pc:sldMk cId="1256280144" sldId="273"/>
            <ac:spMk id="3" creationId="{515609BF-D224-9D29-E740-0DFD46317A62}"/>
          </ac:spMkLst>
        </pc:spChg>
        <pc:spChg chg="add del">
          <ac:chgData name="Sara Muneeb" userId="29b624b1-a719-43f5-9b52-388cd4043c04" providerId="ADAL" clId="{1B8306CC-3EB3-4E79-8CF8-E5FDA85816BB}" dt="2022-11-24T11:26:55.877" v="4450" actId="22"/>
          <ac:spMkLst>
            <pc:docMk/>
            <pc:sldMk cId="1256280144" sldId="273"/>
            <ac:spMk id="5" creationId="{8CEE2C5B-0A9A-031B-7BBA-7930F33CC8E0}"/>
          </ac:spMkLst>
        </pc:spChg>
        <pc:picChg chg="add mod">
          <ac:chgData name="Sara Muneeb" userId="29b624b1-a719-43f5-9b52-388cd4043c04" providerId="ADAL" clId="{1B8306CC-3EB3-4E79-8CF8-E5FDA85816BB}" dt="2022-11-24T11:27:30.067" v="4461" actId="1038"/>
          <ac:picMkLst>
            <pc:docMk/>
            <pc:sldMk cId="1256280144" sldId="273"/>
            <ac:picMk id="10242" creationId="{EF4CC3FA-0D5A-B8B0-2272-B30D7095A8F8}"/>
          </ac:picMkLst>
        </pc:picChg>
      </pc:sldChg>
      <pc:sldChg chg="modSp new mod">
        <pc:chgData name="Sara Muneeb" userId="29b624b1-a719-43f5-9b52-388cd4043c04" providerId="ADAL" clId="{1B8306CC-3EB3-4E79-8CF8-E5FDA85816BB}" dt="2022-11-24T11:32:25.937" v="4518" actId="123"/>
        <pc:sldMkLst>
          <pc:docMk/>
          <pc:sldMk cId="2120313278" sldId="274"/>
        </pc:sldMkLst>
        <pc:spChg chg="mod">
          <ac:chgData name="Sara Muneeb" userId="29b624b1-a719-43f5-9b52-388cd4043c04" providerId="ADAL" clId="{1B8306CC-3EB3-4E79-8CF8-E5FDA85816BB}" dt="2022-11-23T08:31:26.796" v="58" actId="313"/>
          <ac:spMkLst>
            <pc:docMk/>
            <pc:sldMk cId="2120313278" sldId="274"/>
            <ac:spMk id="2" creationId="{9B136D2C-CB79-B71B-EC82-BD8A2FE43C67}"/>
          </ac:spMkLst>
        </pc:spChg>
        <pc:spChg chg="mod">
          <ac:chgData name="Sara Muneeb" userId="29b624b1-a719-43f5-9b52-388cd4043c04" providerId="ADAL" clId="{1B8306CC-3EB3-4E79-8CF8-E5FDA85816BB}" dt="2022-11-24T11:32:25.937" v="4518" actId="123"/>
          <ac:spMkLst>
            <pc:docMk/>
            <pc:sldMk cId="2120313278" sldId="274"/>
            <ac:spMk id="3" creationId="{5DC79E7B-C6C1-6AB0-9100-E2E691667B18}"/>
          </ac:spMkLst>
        </pc:spChg>
      </pc:sldChg>
      <pc:sldChg chg="addSp modSp new mod">
        <pc:chgData name="Sara Muneeb" userId="29b624b1-a719-43f5-9b52-388cd4043c04" providerId="ADAL" clId="{1B8306CC-3EB3-4E79-8CF8-E5FDA85816BB}" dt="2022-11-24T11:32:30.858" v="4520" actId="404"/>
        <pc:sldMkLst>
          <pc:docMk/>
          <pc:sldMk cId="3670279967" sldId="275"/>
        </pc:sldMkLst>
        <pc:spChg chg="mod">
          <ac:chgData name="Sara Muneeb" userId="29b624b1-a719-43f5-9b52-388cd4043c04" providerId="ADAL" clId="{1B8306CC-3EB3-4E79-8CF8-E5FDA85816BB}" dt="2022-11-23T08:32:18.196" v="111" actId="20577"/>
          <ac:spMkLst>
            <pc:docMk/>
            <pc:sldMk cId="3670279967" sldId="275"/>
            <ac:spMk id="2" creationId="{F59F3CFD-DD80-ACE7-8D81-D267A47BAF8A}"/>
          </ac:spMkLst>
        </pc:spChg>
        <pc:spChg chg="mod">
          <ac:chgData name="Sara Muneeb" userId="29b624b1-a719-43f5-9b52-388cd4043c04" providerId="ADAL" clId="{1B8306CC-3EB3-4E79-8CF8-E5FDA85816BB}" dt="2022-11-24T11:32:30.858" v="4520" actId="404"/>
          <ac:spMkLst>
            <pc:docMk/>
            <pc:sldMk cId="3670279967" sldId="275"/>
            <ac:spMk id="3" creationId="{C961FF16-18D0-3F45-9132-885F488F1F38}"/>
          </ac:spMkLst>
        </pc:spChg>
        <pc:picChg chg="add mod">
          <ac:chgData name="Sara Muneeb" userId="29b624b1-a719-43f5-9b52-388cd4043c04" providerId="ADAL" clId="{1B8306CC-3EB3-4E79-8CF8-E5FDA85816BB}" dt="2022-11-24T11:29:05.819" v="4474" actId="1076"/>
          <ac:picMkLst>
            <pc:docMk/>
            <pc:sldMk cId="3670279967" sldId="275"/>
            <ac:picMk id="11266" creationId="{812542CB-F57C-221D-8EF8-4A1BC26391A7}"/>
          </ac:picMkLst>
        </pc:picChg>
      </pc:sldChg>
      <pc:sldChg chg="modSp new mod">
        <pc:chgData name="Sara Muneeb" userId="29b624b1-a719-43f5-9b52-388cd4043c04" providerId="ADAL" clId="{1B8306CC-3EB3-4E79-8CF8-E5FDA85816BB}" dt="2022-11-24T11:32:35.985" v="4521" actId="123"/>
        <pc:sldMkLst>
          <pc:docMk/>
          <pc:sldMk cId="1201384780" sldId="276"/>
        </pc:sldMkLst>
        <pc:spChg chg="mod">
          <ac:chgData name="Sara Muneeb" userId="29b624b1-a719-43f5-9b52-388cd4043c04" providerId="ADAL" clId="{1B8306CC-3EB3-4E79-8CF8-E5FDA85816BB}" dt="2022-11-24T11:29:43.440" v="4503" actId="20577"/>
          <ac:spMkLst>
            <pc:docMk/>
            <pc:sldMk cId="1201384780" sldId="276"/>
            <ac:spMk id="2" creationId="{4B1FC139-932D-7773-E70C-55A9F877E529}"/>
          </ac:spMkLst>
        </pc:spChg>
        <pc:spChg chg="mod">
          <ac:chgData name="Sara Muneeb" userId="29b624b1-a719-43f5-9b52-388cd4043c04" providerId="ADAL" clId="{1B8306CC-3EB3-4E79-8CF8-E5FDA85816BB}" dt="2022-11-24T11:32:35.985" v="4521" actId="123"/>
          <ac:spMkLst>
            <pc:docMk/>
            <pc:sldMk cId="1201384780" sldId="276"/>
            <ac:spMk id="3" creationId="{DEAB94E3-8DAA-715C-EA8E-79CAD69C1F55}"/>
          </ac:spMkLst>
        </pc:spChg>
      </pc:sldChg>
      <pc:sldChg chg="modSp new mod">
        <pc:chgData name="Sara Muneeb" userId="29b624b1-a719-43f5-9b52-388cd4043c04" providerId="ADAL" clId="{1B8306CC-3EB3-4E79-8CF8-E5FDA85816BB}" dt="2022-11-24T11:32:42.763" v="4523" actId="20577"/>
        <pc:sldMkLst>
          <pc:docMk/>
          <pc:sldMk cId="3823172309" sldId="277"/>
        </pc:sldMkLst>
        <pc:spChg chg="mod">
          <ac:chgData name="Sara Muneeb" userId="29b624b1-a719-43f5-9b52-388cd4043c04" providerId="ADAL" clId="{1B8306CC-3EB3-4E79-8CF8-E5FDA85816BB}" dt="2022-11-23T08:36:05.190" v="170" actId="20577"/>
          <ac:spMkLst>
            <pc:docMk/>
            <pc:sldMk cId="3823172309" sldId="277"/>
            <ac:spMk id="2" creationId="{7B626E82-9D22-3E18-5F14-F9F57CAD85F7}"/>
          </ac:spMkLst>
        </pc:spChg>
        <pc:spChg chg="mod">
          <ac:chgData name="Sara Muneeb" userId="29b624b1-a719-43f5-9b52-388cd4043c04" providerId="ADAL" clId="{1B8306CC-3EB3-4E79-8CF8-E5FDA85816BB}" dt="2022-11-24T11:32:42.763" v="4523" actId="20577"/>
          <ac:spMkLst>
            <pc:docMk/>
            <pc:sldMk cId="3823172309" sldId="277"/>
            <ac:spMk id="3" creationId="{D5F0E405-546F-861A-9D13-809D1DFDFE9B}"/>
          </ac:spMkLst>
        </pc:spChg>
      </pc:sldChg>
      <pc:sldChg chg="modSp new mod">
        <pc:chgData name="Sara Muneeb" userId="29b624b1-a719-43f5-9b52-388cd4043c04" providerId="ADAL" clId="{1B8306CC-3EB3-4E79-8CF8-E5FDA85816BB}" dt="2022-11-24T11:32:50.625" v="4528" actId="20577"/>
        <pc:sldMkLst>
          <pc:docMk/>
          <pc:sldMk cId="42086703" sldId="278"/>
        </pc:sldMkLst>
        <pc:spChg chg="mod">
          <ac:chgData name="Sara Muneeb" userId="29b624b1-a719-43f5-9b52-388cd4043c04" providerId="ADAL" clId="{1B8306CC-3EB3-4E79-8CF8-E5FDA85816BB}" dt="2022-11-23T08:37:51.822" v="211" actId="20577"/>
          <ac:spMkLst>
            <pc:docMk/>
            <pc:sldMk cId="42086703" sldId="278"/>
            <ac:spMk id="2" creationId="{141FE1F3-2665-2FD6-22B2-97D0343C19A9}"/>
          </ac:spMkLst>
        </pc:spChg>
        <pc:spChg chg="mod">
          <ac:chgData name="Sara Muneeb" userId="29b624b1-a719-43f5-9b52-388cd4043c04" providerId="ADAL" clId="{1B8306CC-3EB3-4E79-8CF8-E5FDA85816BB}" dt="2022-11-24T11:32:50.625" v="4528" actId="20577"/>
          <ac:spMkLst>
            <pc:docMk/>
            <pc:sldMk cId="42086703" sldId="278"/>
            <ac:spMk id="3" creationId="{2D5D4E2C-0D46-594E-F5F1-6B599D1C9520}"/>
          </ac:spMkLst>
        </pc:spChg>
      </pc:sldChg>
      <pc:sldChg chg="addSp modSp new mod">
        <pc:chgData name="Sara Muneeb" userId="29b624b1-a719-43f5-9b52-388cd4043c04" providerId="ADAL" clId="{1B8306CC-3EB3-4E79-8CF8-E5FDA85816BB}" dt="2022-11-24T11:33:38.975" v="4573" actId="1036"/>
        <pc:sldMkLst>
          <pc:docMk/>
          <pc:sldMk cId="607249761" sldId="279"/>
        </pc:sldMkLst>
        <pc:spChg chg="mod">
          <ac:chgData name="Sara Muneeb" userId="29b624b1-a719-43f5-9b52-388cd4043c04" providerId="ADAL" clId="{1B8306CC-3EB3-4E79-8CF8-E5FDA85816BB}" dt="2022-11-23T08:41:21.512" v="316" actId="20577"/>
          <ac:spMkLst>
            <pc:docMk/>
            <pc:sldMk cId="607249761" sldId="279"/>
            <ac:spMk id="2" creationId="{3C30C768-E1E2-18B4-4467-8DD551168D4E}"/>
          </ac:spMkLst>
        </pc:spChg>
        <pc:spChg chg="mod">
          <ac:chgData name="Sara Muneeb" userId="29b624b1-a719-43f5-9b52-388cd4043c04" providerId="ADAL" clId="{1B8306CC-3EB3-4E79-8CF8-E5FDA85816BB}" dt="2022-11-24T11:33:36.212" v="4568" actId="12"/>
          <ac:spMkLst>
            <pc:docMk/>
            <pc:sldMk cId="607249761" sldId="279"/>
            <ac:spMk id="3" creationId="{9F3149EA-A991-691D-D4F3-035A636EE4A2}"/>
          </ac:spMkLst>
        </pc:spChg>
        <pc:picChg chg="add mod">
          <ac:chgData name="Sara Muneeb" userId="29b624b1-a719-43f5-9b52-388cd4043c04" providerId="ADAL" clId="{1B8306CC-3EB3-4E79-8CF8-E5FDA85816BB}" dt="2022-11-24T11:33:38.975" v="4573" actId="1036"/>
          <ac:picMkLst>
            <pc:docMk/>
            <pc:sldMk cId="607249761" sldId="279"/>
            <ac:picMk id="5" creationId="{D659D4FD-8AD8-2497-B1C1-1D922529D61A}"/>
          </ac:picMkLst>
        </pc:picChg>
      </pc:sldChg>
      <pc:sldChg chg="addSp delSp modSp new mod">
        <pc:chgData name="Sara Muneeb" userId="29b624b1-a719-43f5-9b52-388cd4043c04" providerId="ADAL" clId="{1B8306CC-3EB3-4E79-8CF8-E5FDA85816BB}" dt="2022-11-24T11:32:01.079" v="4513" actId="123"/>
        <pc:sldMkLst>
          <pc:docMk/>
          <pc:sldMk cId="1915487802" sldId="280"/>
        </pc:sldMkLst>
        <pc:spChg chg="mod">
          <ac:chgData name="Sara Muneeb" userId="29b624b1-a719-43f5-9b52-388cd4043c04" providerId="ADAL" clId="{1B8306CC-3EB3-4E79-8CF8-E5FDA85816BB}" dt="2022-11-23T08:42:46.758" v="345" actId="20577"/>
          <ac:spMkLst>
            <pc:docMk/>
            <pc:sldMk cId="1915487802" sldId="280"/>
            <ac:spMk id="2" creationId="{FEB30658-A74B-8C9D-DBDB-17DC53CE3B02}"/>
          </ac:spMkLst>
        </pc:spChg>
        <pc:spChg chg="mod">
          <ac:chgData name="Sara Muneeb" userId="29b624b1-a719-43f5-9b52-388cd4043c04" providerId="ADAL" clId="{1B8306CC-3EB3-4E79-8CF8-E5FDA85816BB}" dt="2022-11-24T11:32:01.079" v="4513" actId="123"/>
          <ac:spMkLst>
            <pc:docMk/>
            <pc:sldMk cId="1915487802" sldId="280"/>
            <ac:spMk id="3" creationId="{029D93F4-A944-120B-74AA-4E960EE935C5}"/>
          </ac:spMkLst>
        </pc:spChg>
        <pc:spChg chg="add del">
          <ac:chgData name="Sara Muneeb" userId="29b624b1-a719-43f5-9b52-388cd4043c04" providerId="ADAL" clId="{1B8306CC-3EB3-4E79-8CF8-E5FDA85816BB}" dt="2022-11-24T11:31:10.514" v="4505"/>
          <ac:spMkLst>
            <pc:docMk/>
            <pc:sldMk cId="1915487802" sldId="280"/>
            <ac:spMk id="4" creationId="{5215EFB5-F634-F51A-FF0F-EFEB11F36976}"/>
          </ac:spMkLst>
        </pc:spChg>
        <pc:picChg chg="add mod">
          <ac:chgData name="Sara Muneeb" userId="29b624b1-a719-43f5-9b52-388cd4043c04" providerId="ADAL" clId="{1B8306CC-3EB3-4E79-8CF8-E5FDA85816BB}" dt="2022-11-24T11:31:57.500" v="4512" actId="1076"/>
          <ac:picMkLst>
            <pc:docMk/>
            <pc:sldMk cId="1915487802" sldId="280"/>
            <ac:picMk id="12292" creationId="{8D5A06D9-0AD9-621F-9859-9CB58F38B339}"/>
          </ac:picMkLst>
        </pc:picChg>
      </pc:sldChg>
      <pc:sldChg chg="addSp modSp new mod">
        <pc:chgData name="Sara Muneeb" userId="29b624b1-a719-43f5-9b52-388cd4043c04" providerId="ADAL" clId="{1B8306CC-3EB3-4E79-8CF8-E5FDA85816BB}" dt="2022-11-24T11:35:51.386" v="4594" actId="1076"/>
        <pc:sldMkLst>
          <pc:docMk/>
          <pc:sldMk cId="3190139180" sldId="281"/>
        </pc:sldMkLst>
        <pc:spChg chg="mod">
          <ac:chgData name="Sara Muneeb" userId="29b624b1-a719-43f5-9b52-388cd4043c04" providerId="ADAL" clId="{1B8306CC-3EB3-4E79-8CF8-E5FDA85816BB}" dt="2022-11-23T08:46:12.013" v="403" actId="20577"/>
          <ac:spMkLst>
            <pc:docMk/>
            <pc:sldMk cId="3190139180" sldId="281"/>
            <ac:spMk id="2" creationId="{0FDFE053-BB84-0BC9-304B-971A912B7E90}"/>
          </ac:spMkLst>
        </pc:spChg>
        <pc:spChg chg="mod">
          <ac:chgData name="Sara Muneeb" userId="29b624b1-a719-43f5-9b52-388cd4043c04" providerId="ADAL" clId="{1B8306CC-3EB3-4E79-8CF8-E5FDA85816BB}" dt="2022-11-24T11:34:13.590" v="4587" actId="27636"/>
          <ac:spMkLst>
            <pc:docMk/>
            <pc:sldMk cId="3190139180" sldId="281"/>
            <ac:spMk id="3" creationId="{516D0E45-CB98-FF5D-BC85-B8C72E326E1C}"/>
          </ac:spMkLst>
        </pc:spChg>
        <pc:picChg chg="add mod">
          <ac:chgData name="Sara Muneeb" userId="29b624b1-a719-43f5-9b52-388cd4043c04" providerId="ADAL" clId="{1B8306CC-3EB3-4E79-8CF8-E5FDA85816BB}" dt="2022-11-24T11:35:51.386" v="4594" actId="1076"/>
          <ac:picMkLst>
            <pc:docMk/>
            <pc:sldMk cId="3190139180" sldId="281"/>
            <ac:picMk id="14338" creationId="{3B95CEDD-426D-F78E-A8CD-7642ECF3C14E}"/>
          </ac:picMkLst>
        </pc:picChg>
      </pc:sldChg>
      <pc:sldChg chg="addSp modSp new mod">
        <pc:chgData name="Sara Muneeb" userId="29b624b1-a719-43f5-9b52-388cd4043c04" providerId="ADAL" clId="{1B8306CC-3EB3-4E79-8CF8-E5FDA85816BB}" dt="2022-11-24T11:35:18.357" v="4591" actId="1076"/>
        <pc:sldMkLst>
          <pc:docMk/>
          <pc:sldMk cId="2415073261" sldId="282"/>
        </pc:sldMkLst>
        <pc:spChg chg="mod">
          <ac:chgData name="Sara Muneeb" userId="29b624b1-a719-43f5-9b52-388cd4043c04" providerId="ADAL" clId="{1B8306CC-3EB3-4E79-8CF8-E5FDA85816BB}" dt="2022-11-23T09:23:09.829" v="463" actId="20577"/>
          <ac:spMkLst>
            <pc:docMk/>
            <pc:sldMk cId="2415073261" sldId="282"/>
            <ac:spMk id="2" creationId="{565F767A-389F-0E44-052A-64664E73D59B}"/>
          </ac:spMkLst>
        </pc:spChg>
        <pc:spChg chg="mod">
          <ac:chgData name="Sara Muneeb" userId="29b624b1-a719-43f5-9b52-388cd4043c04" providerId="ADAL" clId="{1B8306CC-3EB3-4E79-8CF8-E5FDA85816BB}" dt="2022-11-24T11:34:27.901" v="4589" actId="15"/>
          <ac:spMkLst>
            <pc:docMk/>
            <pc:sldMk cId="2415073261" sldId="282"/>
            <ac:spMk id="3" creationId="{AC5E4B85-C20C-36B3-3D21-4A7CA06123F9}"/>
          </ac:spMkLst>
        </pc:spChg>
        <pc:picChg chg="add mod">
          <ac:chgData name="Sara Muneeb" userId="29b624b1-a719-43f5-9b52-388cd4043c04" providerId="ADAL" clId="{1B8306CC-3EB3-4E79-8CF8-E5FDA85816BB}" dt="2022-11-24T11:35:18.357" v="4591" actId="1076"/>
          <ac:picMkLst>
            <pc:docMk/>
            <pc:sldMk cId="2415073261" sldId="282"/>
            <ac:picMk id="13314" creationId="{8CEFB6AA-4EE3-01F4-C210-D6FBAD12A577}"/>
          </ac:picMkLst>
        </pc:picChg>
      </pc:sldChg>
      <pc:sldChg chg="addSp delSp modSp new mod">
        <pc:chgData name="Sara Muneeb" userId="29b624b1-a719-43f5-9b52-388cd4043c04" providerId="ADAL" clId="{1B8306CC-3EB3-4E79-8CF8-E5FDA85816BB}" dt="2022-11-24T11:36:04.234" v="4597" actId="113"/>
        <pc:sldMkLst>
          <pc:docMk/>
          <pc:sldMk cId="3214258101" sldId="283"/>
        </pc:sldMkLst>
        <pc:spChg chg="mod">
          <ac:chgData name="Sara Muneeb" userId="29b624b1-a719-43f5-9b52-388cd4043c04" providerId="ADAL" clId="{1B8306CC-3EB3-4E79-8CF8-E5FDA85816BB}" dt="2022-11-23T09:25:27.262" v="552" actId="20577"/>
          <ac:spMkLst>
            <pc:docMk/>
            <pc:sldMk cId="3214258101" sldId="283"/>
            <ac:spMk id="2" creationId="{A5C40206-7549-D8DC-27DD-37510EA8596B}"/>
          </ac:spMkLst>
        </pc:spChg>
        <pc:spChg chg="mod">
          <ac:chgData name="Sara Muneeb" userId="29b624b1-a719-43f5-9b52-388cd4043c04" providerId="ADAL" clId="{1B8306CC-3EB3-4E79-8CF8-E5FDA85816BB}" dt="2022-11-24T11:36:04.234" v="4597" actId="113"/>
          <ac:spMkLst>
            <pc:docMk/>
            <pc:sldMk cId="3214258101" sldId="283"/>
            <ac:spMk id="3" creationId="{30933CDD-CDE3-C19C-F2B1-53C3354B629E}"/>
          </ac:spMkLst>
        </pc:spChg>
        <pc:picChg chg="add del">
          <ac:chgData name="Sara Muneeb" userId="29b624b1-a719-43f5-9b52-388cd4043c04" providerId="ADAL" clId="{1B8306CC-3EB3-4E79-8CF8-E5FDA85816BB}" dt="2022-11-24T11:36:03.280" v="4596"/>
          <ac:picMkLst>
            <pc:docMk/>
            <pc:sldMk cId="3214258101" sldId="283"/>
            <ac:picMk id="15362" creationId="{A91765E3-CC24-224E-593A-1258AF927527}"/>
          </ac:picMkLst>
        </pc:picChg>
      </pc:sldChg>
      <pc:sldChg chg="modSp new mod">
        <pc:chgData name="Sara Muneeb" userId="29b624b1-a719-43f5-9b52-388cd4043c04" providerId="ADAL" clId="{1B8306CC-3EB3-4E79-8CF8-E5FDA85816BB}" dt="2022-11-24T11:36:07.076" v="4598" actId="113"/>
        <pc:sldMkLst>
          <pc:docMk/>
          <pc:sldMk cId="2598223408" sldId="284"/>
        </pc:sldMkLst>
        <pc:spChg chg="mod">
          <ac:chgData name="Sara Muneeb" userId="29b624b1-a719-43f5-9b52-388cd4043c04" providerId="ADAL" clId="{1B8306CC-3EB3-4E79-8CF8-E5FDA85816BB}" dt="2022-11-24T04:57:56.270" v="629" actId="20577"/>
          <ac:spMkLst>
            <pc:docMk/>
            <pc:sldMk cId="2598223408" sldId="284"/>
            <ac:spMk id="2" creationId="{629CA22E-DE2D-3B0F-1892-A64F4353CBFC}"/>
          </ac:spMkLst>
        </pc:spChg>
        <pc:spChg chg="mod">
          <ac:chgData name="Sara Muneeb" userId="29b624b1-a719-43f5-9b52-388cd4043c04" providerId="ADAL" clId="{1B8306CC-3EB3-4E79-8CF8-E5FDA85816BB}" dt="2022-11-24T11:36:07.076" v="4598" actId="113"/>
          <ac:spMkLst>
            <pc:docMk/>
            <pc:sldMk cId="2598223408" sldId="284"/>
            <ac:spMk id="3" creationId="{A0498703-06F5-43B3-9860-B1DE926EAAF0}"/>
          </ac:spMkLst>
        </pc:spChg>
      </pc:sldChg>
      <pc:sldChg chg="modSp new mod">
        <pc:chgData name="Sara Muneeb" userId="29b624b1-a719-43f5-9b52-388cd4043c04" providerId="ADAL" clId="{1B8306CC-3EB3-4E79-8CF8-E5FDA85816BB}" dt="2022-11-24T11:36:15.114" v="4599" actId="20577"/>
        <pc:sldMkLst>
          <pc:docMk/>
          <pc:sldMk cId="1163340828" sldId="285"/>
        </pc:sldMkLst>
        <pc:spChg chg="mod">
          <ac:chgData name="Sara Muneeb" userId="29b624b1-a719-43f5-9b52-388cd4043c04" providerId="ADAL" clId="{1B8306CC-3EB3-4E79-8CF8-E5FDA85816BB}" dt="2022-11-24T04:59:13.311" v="677" actId="20577"/>
          <ac:spMkLst>
            <pc:docMk/>
            <pc:sldMk cId="1163340828" sldId="285"/>
            <ac:spMk id="2" creationId="{B7B1E24E-9C0D-6DC8-615F-FBA6FE9E0E07}"/>
          </ac:spMkLst>
        </pc:spChg>
        <pc:spChg chg="mod">
          <ac:chgData name="Sara Muneeb" userId="29b624b1-a719-43f5-9b52-388cd4043c04" providerId="ADAL" clId="{1B8306CC-3EB3-4E79-8CF8-E5FDA85816BB}" dt="2022-11-24T11:36:15.114" v="4599" actId="20577"/>
          <ac:spMkLst>
            <pc:docMk/>
            <pc:sldMk cId="1163340828" sldId="285"/>
            <ac:spMk id="3" creationId="{46E30DE5-77BA-57DA-26B6-8236C957DDBE}"/>
          </ac:spMkLst>
        </pc:spChg>
      </pc:sldChg>
      <pc:sldChg chg="modSp new mod">
        <pc:chgData name="Sara Muneeb" userId="29b624b1-a719-43f5-9b52-388cd4043c04" providerId="ADAL" clId="{1B8306CC-3EB3-4E79-8CF8-E5FDA85816BB}" dt="2022-11-24T11:36:37.209" v="4603" actId="27636"/>
        <pc:sldMkLst>
          <pc:docMk/>
          <pc:sldMk cId="3764304900" sldId="286"/>
        </pc:sldMkLst>
        <pc:spChg chg="mod">
          <ac:chgData name="Sara Muneeb" userId="29b624b1-a719-43f5-9b52-388cd4043c04" providerId="ADAL" clId="{1B8306CC-3EB3-4E79-8CF8-E5FDA85816BB}" dt="2022-11-24T05:00:28.237" v="700" actId="20577"/>
          <ac:spMkLst>
            <pc:docMk/>
            <pc:sldMk cId="3764304900" sldId="286"/>
            <ac:spMk id="2" creationId="{686205B4-D4A0-248D-FBDB-29ACE4CF9819}"/>
          </ac:spMkLst>
        </pc:spChg>
        <pc:spChg chg="mod">
          <ac:chgData name="Sara Muneeb" userId="29b624b1-a719-43f5-9b52-388cd4043c04" providerId="ADAL" clId="{1B8306CC-3EB3-4E79-8CF8-E5FDA85816BB}" dt="2022-11-24T11:36:37.209" v="4603" actId="27636"/>
          <ac:spMkLst>
            <pc:docMk/>
            <pc:sldMk cId="3764304900" sldId="286"/>
            <ac:spMk id="3" creationId="{5C5C3B9C-C314-AD0D-1F92-A0B3316DDC1E}"/>
          </ac:spMkLst>
        </pc:spChg>
      </pc:sldChg>
      <pc:sldChg chg="addSp modSp new mod">
        <pc:chgData name="Sara Muneeb" userId="29b624b1-a719-43f5-9b52-388cd4043c04" providerId="ADAL" clId="{1B8306CC-3EB3-4E79-8CF8-E5FDA85816BB}" dt="2022-11-24T11:38:35.685" v="4610" actId="1076"/>
        <pc:sldMkLst>
          <pc:docMk/>
          <pc:sldMk cId="610554424" sldId="287"/>
        </pc:sldMkLst>
        <pc:spChg chg="mod">
          <ac:chgData name="Sara Muneeb" userId="29b624b1-a719-43f5-9b52-388cd4043c04" providerId="ADAL" clId="{1B8306CC-3EB3-4E79-8CF8-E5FDA85816BB}" dt="2022-11-24T05:02:42.714" v="778" actId="20577"/>
          <ac:spMkLst>
            <pc:docMk/>
            <pc:sldMk cId="610554424" sldId="287"/>
            <ac:spMk id="2" creationId="{6772C05C-17FF-F418-0C5E-9E7E817277A5}"/>
          </ac:spMkLst>
        </pc:spChg>
        <pc:spChg chg="mod">
          <ac:chgData name="Sara Muneeb" userId="29b624b1-a719-43f5-9b52-388cd4043c04" providerId="ADAL" clId="{1B8306CC-3EB3-4E79-8CF8-E5FDA85816BB}" dt="2022-11-24T11:38:24.484" v="4607" actId="404"/>
          <ac:spMkLst>
            <pc:docMk/>
            <pc:sldMk cId="610554424" sldId="287"/>
            <ac:spMk id="3" creationId="{A1DAB5FA-AC2E-CEBD-7DB0-AEAE6EF479DE}"/>
          </ac:spMkLst>
        </pc:spChg>
        <pc:picChg chg="add mod">
          <ac:chgData name="Sara Muneeb" userId="29b624b1-a719-43f5-9b52-388cd4043c04" providerId="ADAL" clId="{1B8306CC-3EB3-4E79-8CF8-E5FDA85816BB}" dt="2022-11-24T11:38:35.685" v="4610" actId="1076"/>
          <ac:picMkLst>
            <pc:docMk/>
            <pc:sldMk cId="610554424" sldId="287"/>
            <ac:picMk id="16386" creationId="{55BC60D7-2199-C470-C37B-9A4D00D7157C}"/>
          </ac:picMkLst>
        </pc:picChg>
      </pc:sldChg>
      <pc:sldChg chg="addSp modSp new mod">
        <pc:chgData name="Sara Muneeb" userId="29b624b1-a719-43f5-9b52-388cd4043c04" providerId="ADAL" clId="{1B8306CC-3EB3-4E79-8CF8-E5FDA85816BB}" dt="2022-11-24T11:40:13.918" v="4624" actId="1076"/>
        <pc:sldMkLst>
          <pc:docMk/>
          <pc:sldMk cId="3020482031" sldId="288"/>
        </pc:sldMkLst>
        <pc:spChg chg="mod">
          <ac:chgData name="Sara Muneeb" userId="29b624b1-a719-43f5-9b52-388cd4043c04" providerId="ADAL" clId="{1B8306CC-3EB3-4E79-8CF8-E5FDA85816BB}" dt="2022-11-24T05:05:16.591" v="930" actId="20577"/>
          <ac:spMkLst>
            <pc:docMk/>
            <pc:sldMk cId="3020482031" sldId="288"/>
            <ac:spMk id="2" creationId="{F2744C4F-2ADA-2E7B-CF1B-114BCAF2B132}"/>
          </ac:spMkLst>
        </pc:spChg>
        <pc:spChg chg="mod">
          <ac:chgData name="Sara Muneeb" userId="29b624b1-a719-43f5-9b52-388cd4043c04" providerId="ADAL" clId="{1B8306CC-3EB3-4E79-8CF8-E5FDA85816BB}" dt="2022-11-24T11:39:08.751" v="4613" actId="123"/>
          <ac:spMkLst>
            <pc:docMk/>
            <pc:sldMk cId="3020482031" sldId="288"/>
            <ac:spMk id="3" creationId="{19C5CC02-8DA8-62C1-0037-BCEA7F71F149}"/>
          </ac:spMkLst>
        </pc:spChg>
        <pc:picChg chg="add mod">
          <ac:chgData name="Sara Muneeb" userId="29b624b1-a719-43f5-9b52-388cd4043c04" providerId="ADAL" clId="{1B8306CC-3EB3-4E79-8CF8-E5FDA85816BB}" dt="2022-11-24T11:40:13.918" v="4624" actId="1076"/>
          <ac:picMkLst>
            <pc:docMk/>
            <pc:sldMk cId="3020482031" sldId="288"/>
            <ac:picMk id="17410" creationId="{948F2CE4-FFB7-DAC0-1604-CD041BBB9FA5}"/>
          </ac:picMkLst>
        </pc:picChg>
      </pc:sldChg>
      <pc:sldChg chg="addSp modSp new mod">
        <pc:chgData name="Sara Muneeb" userId="29b624b1-a719-43f5-9b52-388cd4043c04" providerId="ADAL" clId="{1B8306CC-3EB3-4E79-8CF8-E5FDA85816BB}" dt="2022-11-24T11:43:21.851" v="4674" actId="1076"/>
        <pc:sldMkLst>
          <pc:docMk/>
          <pc:sldMk cId="25240944" sldId="289"/>
        </pc:sldMkLst>
        <pc:spChg chg="mod">
          <ac:chgData name="Sara Muneeb" userId="29b624b1-a719-43f5-9b52-388cd4043c04" providerId="ADAL" clId="{1B8306CC-3EB3-4E79-8CF8-E5FDA85816BB}" dt="2022-11-24T11:40:21.707" v="4626" actId="1076"/>
          <ac:spMkLst>
            <pc:docMk/>
            <pc:sldMk cId="25240944" sldId="289"/>
            <ac:spMk id="2" creationId="{924E335E-C24A-8A3A-4A6D-C61E74A4BE8C}"/>
          </ac:spMkLst>
        </pc:spChg>
        <pc:spChg chg="mod">
          <ac:chgData name="Sara Muneeb" userId="29b624b1-a719-43f5-9b52-388cd4043c04" providerId="ADAL" clId="{1B8306CC-3EB3-4E79-8CF8-E5FDA85816BB}" dt="2022-11-24T11:40:18.604" v="4625" actId="123"/>
          <ac:spMkLst>
            <pc:docMk/>
            <pc:sldMk cId="25240944" sldId="289"/>
            <ac:spMk id="3" creationId="{A8CFFD53-F00D-7ED9-03D3-7BB250350ABE}"/>
          </ac:spMkLst>
        </pc:spChg>
        <pc:picChg chg="add mod">
          <ac:chgData name="Sara Muneeb" userId="29b624b1-a719-43f5-9b52-388cd4043c04" providerId="ADAL" clId="{1B8306CC-3EB3-4E79-8CF8-E5FDA85816BB}" dt="2022-11-24T11:43:21.851" v="4674" actId="1076"/>
          <ac:picMkLst>
            <pc:docMk/>
            <pc:sldMk cId="25240944" sldId="289"/>
            <ac:picMk id="19458" creationId="{DD4303E1-7061-A7B7-BF23-D797FA4DC869}"/>
          </ac:picMkLst>
        </pc:picChg>
      </pc:sldChg>
      <pc:sldChg chg="addSp modSp new mod">
        <pc:chgData name="Sara Muneeb" userId="29b624b1-a719-43f5-9b52-388cd4043c04" providerId="ADAL" clId="{1B8306CC-3EB3-4E79-8CF8-E5FDA85816BB}" dt="2022-11-24T05:31:04.303" v="1072" actId="1076"/>
        <pc:sldMkLst>
          <pc:docMk/>
          <pc:sldMk cId="2249725786" sldId="290"/>
        </pc:sldMkLst>
        <pc:spChg chg="mod">
          <ac:chgData name="Sara Muneeb" userId="29b624b1-a719-43f5-9b52-388cd4043c04" providerId="ADAL" clId="{1B8306CC-3EB3-4E79-8CF8-E5FDA85816BB}" dt="2022-11-24T05:19:08.607" v="1058" actId="20577"/>
          <ac:spMkLst>
            <pc:docMk/>
            <pc:sldMk cId="2249725786" sldId="290"/>
            <ac:spMk id="2" creationId="{7167DA18-9C6C-9FFA-B00E-21186D41D72B}"/>
          </ac:spMkLst>
        </pc:spChg>
        <pc:spChg chg="mod">
          <ac:chgData name="Sara Muneeb" userId="29b624b1-a719-43f5-9b52-388cd4043c04" providerId="ADAL" clId="{1B8306CC-3EB3-4E79-8CF8-E5FDA85816BB}" dt="2022-11-24T05:29:50.013" v="1069" actId="20577"/>
          <ac:spMkLst>
            <pc:docMk/>
            <pc:sldMk cId="2249725786" sldId="290"/>
            <ac:spMk id="3" creationId="{DD43358B-1CD1-3E3D-CFE0-A750DB203430}"/>
          </ac:spMkLst>
        </pc:spChg>
        <pc:picChg chg="add mod">
          <ac:chgData name="Sara Muneeb" userId="29b624b1-a719-43f5-9b52-388cd4043c04" providerId="ADAL" clId="{1B8306CC-3EB3-4E79-8CF8-E5FDA85816BB}" dt="2022-11-24T05:31:04.303" v="1072" actId="1076"/>
          <ac:picMkLst>
            <pc:docMk/>
            <pc:sldMk cId="2249725786" sldId="290"/>
            <ac:picMk id="5" creationId="{333A8F63-F6ED-E063-25A5-187770B4C88C}"/>
          </ac:picMkLst>
        </pc:picChg>
      </pc:sldChg>
      <pc:sldChg chg="modSp new mod">
        <pc:chgData name="Sara Muneeb" userId="29b624b1-a719-43f5-9b52-388cd4043c04" providerId="ADAL" clId="{1B8306CC-3EB3-4E79-8CF8-E5FDA85816BB}" dt="2022-11-24T07:12:55.802" v="1216" actId="20577"/>
        <pc:sldMkLst>
          <pc:docMk/>
          <pc:sldMk cId="3610408976" sldId="291"/>
        </pc:sldMkLst>
        <pc:spChg chg="mod">
          <ac:chgData name="Sara Muneeb" userId="29b624b1-a719-43f5-9b52-388cd4043c04" providerId="ADAL" clId="{1B8306CC-3EB3-4E79-8CF8-E5FDA85816BB}" dt="2022-11-24T05:32:05.976" v="1089" actId="313"/>
          <ac:spMkLst>
            <pc:docMk/>
            <pc:sldMk cId="3610408976" sldId="291"/>
            <ac:spMk id="2" creationId="{58CF2B64-DA17-50C7-24CE-FDD09F661064}"/>
          </ac:spMkLst>
        </pc:spChg>
        <pc:spChg chg="mod">
          <ac:chgData name="Sara Muneeb" userId="29b624b1-a719-43f5-9b52-388cd4043c04" providerId="ADAL" clId="{1B8306CC-3EB3-4E79-8CF8-E5FDA85816BB}" dt="2022-11-24T07:12:55.802" v="1216" actId="20577"/>
          <ac:spMkLst>
            <pc:docMk/>
            <pc:sldMk cId="3610408976" sldId="291"/>
            <ac:spMk id="3" creationId="{666BA441-274D-6F01-D3D0-443A4E071061}"/>
          </ac:spMkLst>
        </pc:spChg>
      </pc:sldChg>
      <pc:sldChg chg="addSp delSp modSp new mod">
        <pc:chgData name="Sara Muneeb" userId="29b624b1-a719-43f5-9b52-388cd4043c04" providerId="ADAL" clId="{1B8306CC-3EB3-4E79-8CF8-E5FDA85816BB}" dt="2022-11-24T11:48:59.801" v="4681" actId="1076"/>
        <pc:sldMkLst>
          <pc:docMk/>
          <pc:sldMk cId="192924341" sldId="292"/>
        </pc:sldMkLst>
        <pc:spChg chg="mod">
          <ac:chgData name="Sara Muneeb" userId="29b624b1-a719-43f5-9b52-388cd4043c04" providerId="ADAL" clId="{1B8306CC-3EB3-4E79-8CF8-E5FDA85816BB}" dt="2022-11-24T07:14:14.476" v="1264" actId="20577"/>
          <ac:spMkLst>
            <pc:docMk/>
            <pc:sldMk cId="192924341" sldId="292"/>
            <ac:spMk id="2" creationId="{BFC93EED-57E1-89DE-A6EB-5AA0A4EB356E}"/>
          </ac:spMkLst>
        </pc:spChg>
        <pc:spChg chg="mod">
          <ac:chgData name="Sara Muneeb" userId="29b624b1-a719-43f5-9b52-388cd4043c04" providerId="ADAL" clId="{1B8306CC-3EB3-4E79-8CF8-E5FDA85816BB}" dt="2022-11-24T07:32:39.235" v="1286" actId="20577"/>
          <ac:spMkLst>
            <pc:docMk/>
            <pc:sldMk cId="192924341" sldId="292"/>
            <ac:spMk id="3" creationId="{E5686BDE-1F3E-CDC6-1F17-58236D66E4D3}"/>
          </ac:spMkLst>
        </pc:spChg>
        <pc:spChg chg="add del">
          <ac:chgData name="Sara Muneeb" userId="29b624b1-a719-43f5-9b52-388cd4043c04" providerId="ADAL" clId="{1B8306CC-3EB3-4E79-8CF8-E5FDA85816BB}" dt="2022-11-24T11:48:37.730" v="4676" actId="22"/>
          <ac:spMkLst>
            <pc:docMk/>
            <pc:sldMk cId="192924341" sldId="292"/>
            <ac:spMk id="5" creationId="{3DCB70B1-375E-3115-73CD-B7A3573479FB}"/>
          </ac:spMkLst>
        </pc:spChg>
        <pc:picChg chg="add mod">
          <ac:chgData name="Sara Muneeb" userId="29b624b1-a719-43f5-9b52-388cd4043c04" providerId="ADAL" clId="{1B8306CC-3EB3-4E79-8CF8-E5FDA85816BB}" dt="2022-11-24T11:48:59.801" v="4681" actId="1076"/>
          <ac:picMkLst>
            <pc:docMk/>
            <pc:sldMk cId="192924341" sldId="292"/>
            <ac:picMk id="7" creationId="{8590D1DC-CA73-F254-6546-B65CC01190B4}"/>
          </ac:picMkLst>
        </pc:picChg>
      </pc:sldChg>
      <pc:sldChg chg="modSp new mod">
        <pc:chgData name="Sara Muneeb" userId="29b624b1-a719-43f5-9b52-388cd4043c04" providerId="ADAL" clId="{1B8306CC-3EB3-4E79-8CF8-E5FDA85816BB}" dt="2022-11-24T08:06:29.704" v="1474" actId="20577"/>
        <pc:sldMkLst>
          <pc:docMk/>
          <pc:sldMk cId="2012698245" sldId="293"/>
        </pc:sldMkLst>
        <pc:spChg chg="mod">
          <ac:chgData name="Sara Muneeb" userId="29b624b1-a719-43f5-9b52-388cd4043c04" providerId="ADAL" clId="{1B8306CC-3EB3-4E79-8CF8-E5FDA85816BB}" dt="2022-11-24T07:32:54.729" v="1312" actId="20577"/>
          <ac:spMkLst>
            <pc:docMk/>
            <pc:sldMk cId="2012698245" sldId="293"/>
            <ac:spMk id="2" creationId="{3E5C9015-ACAC-6C7B-76AC-7CB638C817D7}"/>
          </ac:spMkLst>
        </pc:spChg>
        <pc:spChg chg="mod">
          <ac:chgData name="Sara Muneeb" userId="29b624b1-a719-43f5-9b52-388cd4043c04" providerId="ADAL" clId="{1B8306CC-3EB3-4E79-8CF8-E5FDA85816BB}" dt="2022-11-24T08:06:29.704" v="1474" actId="20577"/>
          <ac:spMkLst>
            <pc:docMk/>
            <pc:sldMk cId="2012698245" sldId="293"/>
            <ac:spMk id="3" creationId="{5BA8928C-F98C-7DFC-71C2-A665537505D7}"/>
          </ac:spMkLst>
        </pc:spChg>
      </pc:sldChg>
      <pc:sldChg chg="addSp modSp new mod">
        <pc:chgData name="Sara Muneeb" userId="29b624b1-a719-43f5-9b52-388cd4043c04" providerId="ADAL" clId="{1B8306CC-3EB3-4E79-8CF8-E5FDA85816BB}" dt="2022-11-24T11:51:28.448" v="4687" actId="1076"/>
        <pc:sldMkLst>
          <pc:docMk/>
          <pc:sldMk cId="4002966167" sldId="294"/>
        </pc:sldMkLst>
        <pc:spChg chg="mod">
          <ac:chgData name="Sara Muneeb" userId="29b624b1-a719-43f5-9b52-388cd4043c04" providerId="ADAL" clId="{1B8306CC-3EB3-4E79-8CF8-E5FDA85816BB}" dt="2022-11-24T08:06:51.339" v="1504" actId="20577"/>
          <ac:spMkLst>
            <pc:docMk/>
            <pc:sldMk cId="4002966167" sldId="294"/>
            <ac:spMk id="2" creationId="{34980EB5-294F-2FB4-381F-89DEA1FCA92C}"/>
          </ac:spMkLst>
        </pc:spChg>
        <pc:spChg chg="mod">
          <ac:chgData name="Sara Muneeb" userId="29b624b1-a719-43f5-9b52-388cd4043c04" providerId="ADAL" clId="{1B8306CC-3EB3-4E79-8CF8-E5FDA85816BB}" dt="2022-11-24T11:50:42.621" v="4682" actId="404"/>
          <ac:spMkLst>
            <pc:docMk/>
            <pc:sldMk cId="4002966167" sldId="294"/>
            <ac:spMk id="3" creationId="{7CE30D16-7612-6188-8F6C-3CD7AB3FBE0E}"/>
          </ac:spMkLst>
        </pc:spChg>
        <pc:picChg chg="add mod">
          <ac:chgData name="Sara Muneeb" userId="29b624b1-a719-43f5-9b52-388cd4043c04" providerId="ADAL" clId="{1B8306CC-3EB3-4E79-8CF8-E5FDA85816BB}" dt="2022-11-24T11:51:28.448" v="4687" actId="1076"/>
          <ac:picMkLst>
            <pc:docMk/>
            <pc:sldMk cId="4002966167" sldId="294"/>
            <ac:picMk id="20482" creationId="{2029C145-B0E5-D260-E82F-B848C2A4E656}"/>
          </ac:picMkLst>
        </pc:picChg>
      </pc:sldChg>
      <pc:sldChg chg="addSp delSp modSp new mod">
        <pc:chgData name="Sara Muneeb" userId="29b624b1-a719-43f5-9b52-388cd4043c04" providerId="ADAL" clId="{1B8306CC-3EB3-4E79-8CF8-E5FDA85816BB}" dt="2022-11-24T08:35:31.896" v="1872" actId="1076"/>
        <pc:sldMkLst>
          <pc:docMk/>
          <pc:sldMk cId="2954718911" sldId="295"/>
        </pc:sldMkLst>
        <pc:spChg chg="mod">
          <ac:chgData name="Sara Muneeb" userId="29b624b1-a719-43f5-9b52-388cd4043c04" providerId="ADAL" clId="{1B8306CC-3EB3-4E79-8CF8-E5FDA85816BB}" dt="2022-11-24T08:10:45.934" v="1742" actId="20577"/>
          <ac:spMkLst>
            <pc:docMk/>
            <pc:sldMk cId="2954718911" sldId="295"/>
            <ac:spMk id="2" creationId="{01C4B72A-536F-6921-B729-C8266336B751}"/>
          </ac:spMkLst>
        </pc:spChg>
        <pc:spChg chg="mod">
          <ac:chgData name="Sara Muneeb" userId="29b624b1-a719-43f5-9b52-388cd4043c04" providerId="ADAL" clId="{1B8306CC-3EB3-4E79-8CF8-E5FDA85816BB}" dt="2022-11-24T08:35:21.620" v="1870" actId="12"/>
          <ac:spMkLst>
            <pc:docMk/>
            <pc:sldMk cId="2954718911" sldId="295"/>
            <ac:spMk id="3" creationId="{1DBCD4F1-DF04-623C-3D1D-093457240F75}"/>
          </ac:spMkLst>
        </pc:spChg>
        <pc:picChg chg="add del mod">
          <ac:chgData name="Sara Muneeb" userId="29b624b1-a719-43f5-9b52-388cd4043c04" providerId="ADAL" clId="{1B8306CC-3EB3-4E79-8CF8-E5FDA85816BB}" dt="2022-11-24T08:33:41.579" v="1859" actId="22"/>
          <ac:picMkLst>
            <pc:docMk/>
            <pc:sldMk cId="2954718911" sldId="295"/>
            <ac:picMk id="5" creationId="{FB69387B-2CBF-8945-B1F0-64F377DB0355}"/>
          </ac:picMkLst>
        </pc:picChg>
        <pc:picChg chg="add mod">
          <ac:chgData name="Sara Muneeb" userId="29b624b1-a719-43f5-9b52-388cd4043c04" providerId="ADAL" clId="{1B8306CC-3EB3-4E79-8CF8-E5FDA85816BB}" dt="2022-11-24T08:35:31.896" v="1872" actId="1076"/>
          <ac:picMkLst>
            <pc:docMk/>
            <pc:sldMk cId="2954718911" sldId="295"/>
            <ac:picMk id="7" creationId="{EADE9130-86E2-4438-5FCF-84693FFE9111}"/>
          </ac:picMkLst>
        </pc:picChg>
        <pc:picChg chg="add mod">
          <ac:chgData name="Sara Muneeb" userId="29b624b1-a719-43f5-9b52-388cd4043c04" providerId="ADAL" clId="{1B8306CC-3EB3-4E79-8CF8-E5FDA85816BB}" dt="2022-11-24T08:35:27.037" v="1871" actId="1076"/>
          <ac:picMkLst>
            <pc:docMk/>
            <pc:sldMk cId="2954718911" sldId="295"/>
            <ac:picMk id="9" creationId="{296AAAF1-288A-7AF6-5E64-B49CA0BEB002}"/>
          </ac:picMkLst>
        </pc:picChg>
      </pc:sldChg>
      <pc:sldChg chg="modSp new mod">
        <pc:chgData name="Sara Muneeb" userId="29b624b1-a719-43f5-9b52-388cd4043c04" providerId="ADAL" clId="{1B8306CC-3EB3-4E79-8CF8-E5FDA85816BB}" dt="2022-11-24T08:49:03.248" v="1967" actId="313"/>
        <pc:sldMkLst>
          <pc:docMk/>
          <pc:sldMk cId="2279228112" sldId="296"/>
        </pc:sldMkLst>
        <pc:spChg chg="mod">
          <ac:chgData name="Sara Muneeb" userId="29b624b1-a719-43f5-9b52-388cd4043c04" providerId="ADAL" clId="{1B8306CC-3EB3-4E79-8CF8-E5FDA85816BB}" dt="2022-11-24T08:43:55.146" v="1897" actId="20577"/>
          <ac:spMkLst>
            <pc:docMk/>
            <pc:sldMk cId="2279228112" sldId="296"/>
            <ac:spMk id="2" creationId="{567F79EC-979D-6F94-3F84-2EFE683A47B5}"/>
          </ac:spMkLst>
        </pc:spChg>
        <pc:spChg chg="mod">
          <ac:chgData name="Sara Muneeb" userId="29b624b1-a719-43f5-9b52-388cd4043c04" providerId="ADAL" clId="{1B8306CC-3EB3-4E79-8CF8-E5FDA85816BB}" dt="2022-11-24T08:49:03.248" v="1967" actId="313"/>
          <ac:spMkLst>
            <pc:docMk/>
            <pc:sldMk cId="2279228112" sldId="296"/>
            <ac:spMk id="3" creationId="{914AE1A0-784A-0E42-A404-2EAFF373518E}"/>
          </ac:spMkLst>
        </pc:spChg>
      </pc:sldChg>
      <pc:sldChg chg="modSp new mod">
        <pc:chgData name="Sara Muneeb" userId="29b624b1-a719-43f5-9b52-388cd4043c04" providerId="ADAL" clId="{1B8306CC-3EB3-4E79-8CF8-E5FDA85816BB}" dt="2022-11-24T08:54:03.187" v="2063" actId="20577"/>
        <pc:sldMkLst>
          <pc:docMk/>
          <pc:sldMk cId="3713014717" sldId="297"/>
        </pc:sldMkLst>
        <pc:spChg chg="mod">
          <ac:chgData name="Sara Muneeb" userId="29b624b1-a719-43f5-9b52-388cd4043c04" providerId="ADAL" clId="{1B8306CC-3EB3-4E79-8CF8-E5FDA85816BB}" dt="2022-11-24T08:54:03.187" v="2063" actId="20577"/>
          <ac:spMkLst>
            <pc:docMk/>
            <pc:sldMk cId="3713014717" sldId="297"/>
            <ac:spMk id="2" creationId="{CF41B6F6-149D-3B6B-A9D6-4112F8721D4A}"/>
          </ac:spMkLst>
        </pc:spChg>
        <pc:spChg chg="mod">
          <ac:chgData name="Sara Muneeb" userId="29b624b1-a719-43f5-9b52-388cd4043c04" providerId="ADAL" clId="{1B8306CC-3EB3-4E79-8CF8-E5FDA85816BB}" dt="2022-11-24T08:53:46.259" v="2048" actId="20577"/>
          <ac:spMkLst>
            <pc:docMk/>
            <pc:sldMk cId="3713014717" sldId="297"/>
            <ac:spMk id="3" creationId="{4506F793-12B5-D854-4197-B9E2DE91BE83}"/>
          </ac:spMkLst>
        </pc:spChg>
      </pc:sldChg>
      <pc:sldChg chg="addSp modSp new mod">
        <pc:chgData name="Sara Muneeb" userId="29b624b1-a719-43f5-9b52-388cd4043c04" providerId="ADAL" clId="{1B8306CC-3EB3-4E79-8CF8-E5FDA85816BB}" dt="2022-11-24T11:54:11.623" v="4697" actId="1035"/>
        <pc:sldMkLst>
          <pc:docMk/>
          <pc:sldMk cId="1079184309" sldId="298"/>
        </pc:sldMkLst>
        <pc:spChg chg="mod">
          <ac:chgData name="Sara Muneeb" userId="29b624b1-a719-43f5-9b52-388cd4043c04" providerId="ADAL" clId="{1B8306CC-3EB3-4E79-8CF8-E5FDA85816BB}" dt="2022-11-24T08:55:54.038" v="2078" actId="20577"/>
          <ac:spMkLst>
            <pc:docMk/>
            <pc:sldMk cId="1079184309" sldId="298"/>
            <ac:spMk id="2" creationId="{6F3D9098-A51A-3F59-0C0C-D3232A8DD1A6}"/>
          </ac:spMkLst>
        </pc:spChg>
        <pc:spChg chg="mod">
          <ac:chgData name="Sara Muneeb" userId="29b624b1-a719-43f5-9b52-388cd4043c04" providerId="ADAL" clId="{1B8306CC-3EB3-4E79-8CF8-E5FDA85816BB}" dt="2022-11-24T11:53:54.890" v="4691" actId="27636"/>
          <ac:spMkLst>
            <pc:docMk/>
            <pc:sldMk cId="1079184309" sldId="298"/>
            <ac:spMk id="3" creationId="{406A3422-C74B-8AD9-A388-61CBF49CA8A3}"/>
          </ac:spMkLst>
        </pc:spChg>
        <pc:picChg chg="add mod">
          <ac:chgData name="Sara Muneeb" userId="29b624b1-a719-43f5-9b52-388cd4043c04" providerId="ADAL" clId="{1B8306CC-3EB3-4E79-8CF8-E5FDA85816BB}" dt="2022-11-24T11:54:11.623" v="4697" actId="1035"/>
          <ac:picMkLst>
            <pc:docMk/>
            <pc:sldMk cId="1079184309" sldId="298"/>
            <ac:picMk id="21506" creationId="{DBFE2996-69B7-B12B-9744-A9C9F0A570C1}"/>
          </ac:picMkLst>
        </pc:picChg>
      </pc:sldChg>
      <pc:sldChg chg="addSp modSp new mod">
        <pc:chgData name="Sara Muneeb" userId="29b624b1-a719-43f5-9b52-388cd4043c04" providerId="ADAL" clId="{1B8306CC-3EB3-4E79-8CF8-E5FDA85816BB}" dt="2022-11-24T11:56:50.553" v="4710" actId="1076"/>
        <pc:sldMkLst>
          <pc:docMk/>
          <pc:sldMk cId="3554821673" sldId="299"/>
        </pc:sldMkLst>
        <pc:spChg chg="mod">
          <ac:chgData name="Sara Muneeb" userId="29b624b1-a719-43f5-9b52-388cd4043c04" providerId="ADAL" clId="{1B8306CC-3EB3-4E79-8CF8-E5FDA85816BB}" dt="2022-11-24T09:42:27.543" v="2330" actId="27636"/>
          <ac:spMkLst>
            <pc:docMk/>
            <pc:sldMk cId="3554821673" sldId="299"/>
            <ac:spMk id="2" creationId="{940E9095-42F1-EF09-EF95-10E4264582DF}"/>
          </ac:spMkLst>
        </pc:spChg>
        <pc:spChg chg="mod">
          <ac:chgData name="Sara Muneeb" userId="29b624b1-a719-43f5-9b52-388cd4043c04" providerId="ADAL" clId="{1B8306CC-3EB3-4E79-8CF8-E5FDA85816BB}" dt="2022-11-24T11:54:54.147" v="4705" actId="404"/>
          <ac:spMkLst>
            <pc:docMk/>
            <pc:sldMk cId="3554821673" sldId="299"/>
            <ac:spMk id="3" creationId="{075BE98F-06AF-986B-CE65-8CA2D8F443D6}"/>
          </ac:spMkLst>
        </pc:spChg>
        <pc:picChg chg="add mod">
          <ac:chgData name="Sara Muneeb" userId="29b624b1-a719-43f5-9b52-388cd4043c04" providerId="ADAL" clId="{1B8306CC-3EB3-4E79-8CF8-E5FDA85816BB}" dt="2022-11-24T11:56:50.553" v="4710" actId="1076"/>
          <ac:picMkLst>
            <pc:docMk/>
            <pc:sldMk cId="3554821673" sldId="299"/>
            <ac:picMk id="22530" creationId="{7CB7C35A-A324-0CD7-775C-68A553458B3B}"/>
          </ac:picMkLst>
        </pc:picChg>
      </pc:sldChg>
      <pc:sldChg chg="modSp new mod">
        <pc:chgData name="Sara Muneeb" userId="29b624b1-a719-43f5-9b52-388cd4043c04" providerId="ADAL" clId="{1B8306CC-3EB3-4E79-8CF8-E5FDA85816BB}" dt="2022-11-24T11:57:21.079" v="4714" actId="404"/>
        <pc:sldMkLst>
          <pc:docMk/>
          <pc:sldMk cId="3411595474" sldId="300"/>
        </pc:sldMkLst>
        <pc:spChg chg="mod">
          <ac:chgData name="Sara Muneeb" userId="29b624b1-a719-43f5-9b52-388cd4043c04" providerId="ADAL" clId="{1B8306CC-3EB3-4E79-8CF8-E5FDA85816BB}" dt="2022-11-24T09:47:54.902" v="2414" actId="27636"/>
          <ac:spMkLst>
            <pc:docMk/>
            <pc:sldMk cId="3411595474" sldId="300"/>
            <ac:spMk id="2" creationId="{80814ABE-4C5F-D456-4642-783E160F0F6B}"/>
          </ac:spMkLst>
        </pc:spChg>
        <pc:spChg chg="mod">
          <ac:chgData name="Sara Muneeb" userId="29b624b1-a719-43f5-9b52-388cd4043c04" providerId="ADAL" clId="{1B8306CC-3EB3-4E79-8CF8-E5FDA85816BB}" dt="2022-11-24T11:57:21.079" v="4714" actId="404"/>
          <ac:spMkLst>
            <pc:docMk/>
            <pc:sldMk cId="3411595474" sldId="300"/>
            <ac:spMk id="3" creationId="{62E8D667-FA40-8FA1-AE8C-46C79E54E8AC}"/>
          </ac:spMkLst>
        </pc:spChg>
      </pc:sldChg>
      <pc:sldChg chg="modSp new mod">
        <pc:chgData name="Sara Muneeb" userId="29b624b1-a719-43f5-9b52-388cd4043c04" providerId="ADAL" clId="{1B8306CC-3EB3-4E79-8CF8-E5FDA85816BB}" dt="2022-11-24T09:54:51.220" v="2489" actId="113"/>
        <pc:sldMkLst>
          <pc:docMk/>
          <pc:sldMk cId="7699154" sldId="301"/>
        </pc:sldMkLst>
        <pc:spChg chg="mod">
          <ac:chgData name="Sara Muneeb" userId="29b624b1-a719-43f5-9b52-388cd4043c04" providerId="ADAL" clId="{1B8306CC-3EB3-4E79-8CF8-E5FDA85816BB}" dt="2022-11-24T09:53:32.056" v="2465" actId="20577"/>
          <ac:spMkLst>
            <pc:docMk/>
            <pc:sldMk cId="7699154" sldId="301"/>
            <ac:spMk id="2" creationId="{A8AFD7B7-09AB-8F4B-10F8-65E529F5DC63}"/>
          </ac:spMkLst>
        </pc:spChg>
        <pc:spChg chg="mod">
          <ac:chgData name="Sara Muneeb" userId="29b624b1-a719-43f5-9b52-388cd4043c04" providerId="ADAL" clId="{1B8306CC-3EB3-4E79-8CF8-E5FDA85816BB}" dt="2022-11-24T09:54:51.220" v="2489" actId="113"/>
          <ac:spMkLst>
            <pc:docMk/>
            <pc:sldMk cId="7699154" sldId="301"/>
            <ac:spMk id="3" creationId="{FF37BB46-61C3-0C33-B21F-A99FB16761A9}"/>
          </ac:spMkLst>
        </pc:spChg>
      </pc:sldChg>
      <pc:sldChg chg="addSp modSp new mod">
        <pc:chgData name="Sara Muneeb" userId="29b624b1-a719-43f5-9b52-388cd4043c04" providerId="ADAL" clId="{1B8306CC-3EB3-4E79-8CF8-E5FDA85816BB}" dt="2022-11-24T11:59:26.097" v="4725" actId="1038"/>
        <pc:sldMkLst>
          <pc:docMk/>
          <pc:sldMk cId="4157430830" sldId="302"/>
        </pc:sldMkLst>
        <pc:spChg chg="mod">
          <ac:chgData name="Sara Muneeb" userId="29b624b1-a719-43f5-9b52-388cd4043c04" providerId="ADAL" clId="{1B8306CC-3EB3-4E79-8CF8-E5FDA85816BB}" dt="2022-11-24T09:55:28.190" v="2515" actId="20577"/>
          <ac:spMkLst>
            <pc:docMk/>
            <pc:sldMk cId="4157430830" sldId="302"/>
            <ac:spMk id="2" creationId="{C6AC2039-29A4-2757-AC0F-7546CC9051F7}"/>
          </ac:spMkLst>
        </pc:spChg>
        <pc:spChg chg="mod">
          <ac:chgData name="Sara Muneeb" userId="29b624b1-a719-43f5-9b52-388cd4043c04" providerId="ADAL" clId="{1B8306CC-3EB3-4E79-8CF8-E5FDA85816BB}" dt="2022-11-24T11:59:18.759" v="4721" actId="404"/>
          <ac:spMkLst>
            <pc:docMk/>
            <pc:sldMk cId="4157430830" sldId="302"/>
            <ac:spMk id="3" creationId="{BEA08236-1F99-9EC5-F475-C073BE48C886}"/>
          </ac:spMkLst>
        </pc:spChg>
        <pc:picChg chg="add mod">
          <ac:chgData name="Sara Muneeb" userId="29b624b1-a719-43f5-9b52-388cd4043c04" providerId="ADAL" clId="{1B8306CC-3EB3-4E79-8CF8-E5FDA85816BB}" dt="2022-11-24T11:59:26.097" v="4725" actId="1038"/>
          <ac:picMkLst>
            <pc:docMk/>
            <pc:sldMk cId="4157430830" sldId="302"/>
            <ac:picMk id="23554" creationId="{9A5D8A4C-28F4-E2D7-2FF9-F03C9906D21D}"/>
          </ac:picMkLst>
        </pc:picChg>
      </pc:sldChg>
      <pc:sldChg chg="modSp new mod">
        <pc:chgData name="Sara Muneeb" userId="29b624b1-a719-43f5-9b52-388cd4043c04" providerId="ADAL" clId="{1B8306CC-3EB3-4E79-8CF8-E5FDA85816BB}" dt="2022-11-24T11:57:48.669" v="4717" actId="27636"/>
        <pc:sldMkLst>
          <pc:docMk/>
          <pc:sldMk cId="3213821226" sldId="303"/>
        </pc:sldMkLst>
        <pc:spChg chg="mod">
          <ac:chgData name="Sara Muneeb" userId="29b624b1-a719-43f5-9b52-388cd4043c04" providerId="ADAL" clId="{1B8306CC-3EB3-4E79-8CF8-E5FDA85816BB}" dt="2022-11-24T10:13:45.314" v="2606" actId="20577"/>
          <ac:spMkLst>
            <pc:docMk/>
            <pc:sldMk cId="3213821226" sldId="303"/>
            <ac:spMk id="2" creationId="{E72C69F9-E230-68A9-DFDF-19F4D50BE409}"/>
          </ac:spMkLst>
        </pc:spChg>
        <pc:spChg chg="mod">
          <ac:chgData name="Sara Muneeb" userId="29b624b1-a719-43f5-9b52-388cd4043c04" providerId="ADAL" clId="{1B8306CC-3EB3-4E79-8CF8-E5FDA85816BB}" dt="2022-11-24T11:57:48.669" v="4717" actId="27636"/>
          <ac:spMkLst>
            <pc:docMk/>
            <pc:sldMk cId="3213821226" sldId="303"/>
            <ac:spMk id="3" creationId="{21C0CB35-F569-4C1A-9714-0934B6B016BD}"/>
          </ac:spMkLst>
        </pc:spChg>
      </pc:sldChg>
      <pc:sldChg chg="addSp delSp modSp new mod">
        <pc:chgData name="Sara Muneeb" userId="29b624b1-a719-43f5-9b52-388cd4043c04" providerId="ADAL" clId="{1B8306CC-3EB3-4E79-8CF8-E5FDA85816BB}" dt="2022-11-24T11:59:34.428" v="4727"/>
        <pc:sldMkLst>
          <pc:docMk/>
          <pc:sldMk cId="205969955" sldId="304"/>
        </pc:sldMkLst>
        <pc:spChg chg="mod">
          <ac:chgData name="Sara Muneeb" userId="29b624b1-a719-43f5-9b52-388cd4043c04" providerId="ADAL" clId="{1B8306CC-3EB3-4E79-8CF8-E5FDA85816BB}" dt="2022-11-24T10:23:21.172" v="2905" actId="20577"/>
          <ac:spMkLst>
            <pc:docMk/>
            <pc:sldMk cId="205969955" sldId="304"/>
            <ac:spMk id="2" creationId="{59EDAADF-DB3C-B3E9-F9AC-A29CDF480C61}"/>
          </ac:spMkLst>
        </pc:spChg>
        <pc:spChg chg="mod">
          <ac:chgData name="Sara Muneeb" userId="29b624b1-a719-43f5-9b52-388cd4043c04" providerId="ADAL" clId="{1B8306CC-3EB3-4E79-8CF8-E5FDA85816BB}" dt="2022-11-24T10:30:35.142" v="3165" actId="12"/>
          <ac:spMkLst>
            <pc:docMk/>
            <pc:sldMk cId="205969955" sldId="304"/>
            <ac:spMk id="3" creationId="{041A3197-57B2-A947-D811-762DEEEF086F}"/>
          </ac:spMkLst>
        </pc:spChg>
        <pc:picChg chg="add del">
          <ac:chgData name="Sara Muneeb" userId="29b624b1-a719-43f5-9b52-388cd4043c04" providerId="ADAL" clId="{1B8306CC-3EB3-4E79-8CF8-E5FDA85816BB}" dt="2022-11-24T11:59:34.428" v="4727"/>
          <ac:picMkLst>
            <pc:docMk/>
            <pc:sldMk cId="205969955" sldId="304"/>
            <ac:picMk id="24578" creationId="{975E1A08-541A-4228-3A2F-791B35956053}"/>
          </ac:picMkLst>
        </pc:picChg>
      </pc:sldChg>
      <pc:sldChg chg="new del">
        <pc:chgData name="Sara Muneeb" userId="29b624b1-a719-43f5-9b52-388cd4043c04" providerId="ADAL" clId="{1B8306CC-3EB3-4E79-8CF8-E5FDA85816BB}" dt="2022-11-24T10:27:34.731" v="2990" actId="680"/>
        <pc:sldMkLst>
          <pc:docMk/>
          <pc:sldMk cId="1649074358" sldId="305"/>
        </pc:sldMkLst>
      </pc:sldChg>
      <pc:sldChg chg="modSp new mod">
        <pc:chgData name="Sara Muneeb" userId="29b624b1-a719-43f5-9b52-388cd4043c04" providerId="ADAL" clId="{1B8306CC-3EB3-4E79-8CF8-E5FDA85816BB}" dt="2022-11-24T10:29:20.088" v="3152" actId="20577"/>
        <pc:sldMkLst>
          <pc:docMk/>
          <pc:sldMk cId="3459373187" sldId="305"/>
        </pc:sldMkLst>
        <pc:spChg chg="mod">
          <ac:chgData name="Sara Muneeb" userId="29b624b1-a719-43f5-9b52-388cd4043c04" providerId="ADAL" clId="{1B8306CC-3EB3-4E79-8CF8-E5FDA85816BB}" dt="2022-11-24T10:29:20.088" v="3152" actId="20577"/>
          <ac:spMkLst>
            <pc:docMk/>
            <pc:sldMk cId="3459373187" sldId="305"/>
            <ac:spMk id="2" creationId="{068DA0F8-3C29-6025-D483-DBE990837F51}"/>
          </ac:spMkLst>
        </pc:spChg>
        <pc:spChg chg="mod">
          <ac:chgData name="Sara Muneeb" userId="29b624b1-a719-43f5-9b52-388cd4043c04" providerId="ADAL" clId="{1B8306CC-3EB3-4E79-8CF8-E5FDA85816BB}" dt="2022-11-24T10:28:51.649" v="3082" actId="20577"/>
          <ac:spMkLst>
            <pc:docMk/>
            <pc:sldMk cId="3459373187" sldId="305"/>
            <ac:spMk id="3" creationId="{2E210046-3551-69E3-8C76-8F85698BD25E}"/>
          </ac:spMkLst>
        </pc:spChg>
      </pc:sldChg>
      <pc:sldChg chg="modSp new mod">
        <pc:chgData name="Sara Muneeb" userId="29b624b1-a719-43f5-9b52-388cd4043c04" providerId="ADAL" clId="{1B8306CC-3EB3-4E79-8CF8-E5FDA85816BB}" dt="2022-11-24T10:35:21.082" v="3453" actId="20577"/>
        <pc:sldMkLst>
          <pc:docMk/>
          <pc:sldMk cId="4049550503" sldId="306"/>
        </pc:sldMkLst>
        <pc:spChg chg="mod">
          <ac:chgData name="Sara Muneeb" userId="29b624b1-a719-43f5-9b52-388cd4043c04" providerId="ADAL" clId="{1B8306CC-3EB3-4E79-8CF8-E5FDA85816BB}" dt="2022-11-24T10:31:00.801" v="3238" actId="5793"/>
          <ac:spMkLst>
            <pc:docMk/>
            <pc:sldMk cId="4049550503" sldId="306"/>
            <ac:spMk id="2" creationId="{4B20DD38-0E13-D1FD-6048-A4706F94108D}"/>
          </ac:spMkLst>
        </pc:spChg>
        <pc:spChg chg="mod">
          <ac:chgData name="Sara Muneeb" userId="29b624b1-a719-43f5-9b52-388cd4043c04" providerId="ADAL" clId="{1B8306CC-3EB3-4E79-8CF8-E5FDA85816BB}" dt="2022-11-24T10:35:21.082" v="3453" actId="20577"/>
          <ac:spMkLst>
            <pc:docMk/>
            <pc:sldMk cId="4049550503" sldId="306"/>
            <ac:spMk id="3" creationId="{58D86EDB-7F35-2AED-D0E4-92D4F01F4FFD}"/>
          </ac:spMkLst>
        </pc:spChg>
      </pc:sldChg>
      <pc:sldChg chg="addSp modSp new mod">
        <pc:chgData name="Sara Muneeb" userId="29b624b1-a719-43f5-9b52-388cd4043c04" providerId="ADAL" clId="{1B8306CC-3EB3-4E79-8CF8-E5FDA85816BB}" dt="2022-11-24T12:03:51.813" v="4764" actId="1076"/>
        <pc:sldMkLst>
          <pc:docMk/>
          <pc:sldMk cId="3508365302" sldId="307"/>
        </pc:sldMkLst>
        <pc:spChg chg="mod">
          <ac:chgData name="Sara Muneeb" userId="29b624b1-a719-43f5-9b52-388cd4043c04" providerId="ADAL" clId="{1B8306CC-3EB3-4E79-8CF8-E5FDA85816BB}" dt="2022-11-24T12:01:59.605" v="4741" actId="1076"/>
          <ac:spMkLst>
            <pc:docMk/>
            <pc:sldMk cId="3508365302" sldId="307"/>
            <ac:spMk id="2" creationId="{7B5E9CC3-D0D9-9D5C-7409-D8BD4166D6DF}"/>
          </ac:spMkLst>
        </pc:spChg>
        <pc:spChg chg="mod">
          <ac:chgData name="Sara Muneeb" userId="29b624b1-a719-43f5-9b52-388cd4043c04" providerId="ADAL" clId="{1B8306CC-3EB3-4E79-8CF8-E5FDA85816BB}" dt="2022-11-24T12:03:46.807" v="4763" actId="27636"/>
          <ac:spMkLst>
            <pc:docMk/>
            <pc:sldMk cId="3508365302" sldId="307"/>
            <ac:spMk id="3" creationId="{FF247BA7-6989-810E-ADED-30950E657166}"/>
          </ac:spMkLst>
        </pc:spChg>
        <pc:picChg chg="add mod">
          <ac:chgData name="Sara Muneeb" userId="29b624b1-a719-43f5-9b52-388cd4043c04" providerId="ADAL" clId="{1B8306CC-3EB3-4E79-8CF8-E5FDA85816BB}" dt="2022-11-24T12:03:51.813" v="4764" actId="1076"/>
          <ac:picMkLst>
            <pc:docMk/>
            <pc:sldMk cId="3508365302" sldId="307"/>
            <ac:picMk id="27650" creationId="{6BC705AD-23A0-98B5-E979-90021F59DE16}"/>
          </ac:picMkLst>
        </pc:picChg>
      </pc:sldChg>
      <pc:sldChg chg="addSp delSp modSp new mod">
        <pc:chgData name="Sara Muneeb" userId="29b624b1-a719-43f5-9b52-388cd4043c04" providerId="ADAL" clId="{1B8306CC-3EB3-4E79-8CF8-E5FDA85816BB}" dt="2022-11-24T12:01:41.122" v="4735" actId="21"/>
        <pc:sldMkLst>
          <pc:docMk/>
          <pc:sldMk cId="4222737946" sldId="308"/>
        </pc:sldMkLst>
        <pc:spChg chg="mod">
          <ac:chgData name="Sara Muneeb" userId="29b624b1-a719-43f5-9b52-388cd4043c04" providerId="ADAL" clId="{1B8306CC-3EB3-4E79-8CF8-E5FDA85816BB}" dt="2022-11-24T10:35:54.183" v="3485" actId="20577"/>
          <ac:spMkLst>
            <pc:docMk/>
            <pc:sldMk cId="4222737946" sldId="308"/>
            <ac:spMk id="2" creationId="{CD039781-C82B-D524-1F58-C60AA86A1ABF}"/>
          </ac:spMkLst>
        </pc:spChg>
        <pc:spChg chg="mod">
          <ac:chgData name="Sara Muneeb" userId="29b624b1-a719-43f5-9b52-388cd4043c04" providerId="ADAL" clId="{1B8306CC-3EB3-4E79-8CF8-E5FDA85816BB}" dt="2022-11-24T10:38:59.471" v="3527" actId="20577"/>
          <ac:spMkLst>
            <pc:docMk/>
            <pc:sldMk cId="4222737946" sldId="308"/>
            <ac:spMk id="3" creationId="{B4A5A0A9-508B-F934-482A-25EE62AA377F}"/>
          </ac:spMkLst>
        </pc:spChg>
        <pc:picChg chg="add mod">
          <ac:chgData name="Sara Muneeb" userId="29b624b1-a719-43f5-9b52-388cd4043c04" providerId="ADAL" clId="{1B8306CC-3EB3-4E79-8CF8-E5FDA85816BB}" dt="2022-11-24T10:38:38.909" v="3515" actId="1036"/>
          <ac:picMkLst>
            <pc:docMk/>
            <pc:sldMk cId="4222737946" sldId="308"/>
            <ac:picMk id="5" creationId="{4AC397E4-D5F1-6C99-6613-9094D049B35E}"/>
          </ac:picMkLst>
        </pc:picChg>
        <pc:picChg chg="add del">
          <ac:chgData name="Sara Muneeb" userId="29b624b1-a719-43f5-9b52-388cd4043c04" providerId="ADAL" clId="{1B8306CC-3EB3-4E79-8CF8-E5FDA85816BB}" dt="2022-11-24T12:00:42.591" v="4729"/>
          <ac:picMkLst>
            <pc:docMk/>
            <pc:sldMk cId="4222737946" sldId="308"/>
            <ac:picMk id="25602" creationId="{A7C81F33-99AF-8524-8B22-94BBB0C032B2}"/>
          </ac:picMkLst>
        </pc:picChg>
        <pc:picChg chg="add del mod">
          <ac:chgData name="Sara Muneeb" userId="29b624b1-a719-43f5-9b52-388cd4043c04" providerId="ADAL" clId="{1B8306CC-3EB3-4E79-8CF8-E5FDA85816BB}" dt="2022-11-24T12:01:41.122" v="4735" actId="21"/>
          <ac:picMkLst>
            <pc:docMk/>
            <pc:sldMk cId="4222737946" sldId="308"/>
            <ac:picMk id="25604" creationId="{AB0923D3-5981-96E2-7D96-5744425E6E00}"/>
          </ac:picMkLst>
        </pc:picChg>
      </pc:sldChg>
      <pc:sldChg chg="addSp modSp new mod">
        <pc:chgData name="Sara Muneeb" userId="29b624b1-a719-43f5-9b52-388cd4043c04" providerId="ADAL" clId="{1B8306CC-3EB3-4E79-8CF8-E5FDA85816BB}" dt="2022-11-24T12:01:52.455" v="4739" actId="14100"/>
        <pc:sldMkLst>
          <pc:docMk/>
          <pc:sldMk cId="547706082" sldId="309"/>
        </pc:sldMkLst>
        <pc:spChg chg="mod">
          <ac:chgData name="Sara Muneeb" userId="29b624b1-a719-43f5-9b52-388cd4043c04" providerId="ADAL" clId="{1B8306CC-3EB3-4E79-8CF8-E5FDA85816BB}" dt="2022-11-24T10:44:31.377" v="3890" actId="20577"/>
          <ac:spMkLst>
            <pc:docMk/>
            <pc:sldMk cId="547706082" sldId="309"/>
            <ac:spMk id="2" creationId="{A74D2103-BA48-E854-BFCE-D16CCC773739}"/>
          </ac:spMkLst>
        </pc:spChg>
        <pc:spChg chg="mod">
          <ac:chgData name="Sara Muneeb" userId="29b624b1-a719-43f5-9b52-388cd4043c04" providerId="ADAL" clId="{1B8306CC-3EB3-4E79-8CF8-E5FDA85816BB}" dt="2022-11-24T10:45:36.328" v="3989" actId="20577"/>
          <ac:spMkLst>
            <pc:docMk/>
            <pc:sldMk cId="547706082" sldId="309"/>
            <ac:spMk id="3" creationId="{D936C0C1-4891-4916-AD25-90383B103B5F}"/>
          </ac:spMkLst>
        </pc:spChg>
        <pc:picChg chg="add mod">
          <ac:chgData name="Sara Muneeb" userId="29b624b1-a719-43f5-9b52-388cd4043c04" providerId="ADAL" clId="{1B8306CC-3EB3-4E79-8CF8-E5FDA85816BB}" dt="2022-11-24T12:01:52.455" v="4739" actId="14100"/>
          <ac:picMkLst>
            <pc:docMk/>
            <pc:sldMk cId="547706082" sldId="309"/>
            <ac:picMk id="4" creationId="{DDB0FB50-B2D3-F9E9-AB2B-405CDE446558}"/>
          </ac:picMkLst>
        </pc:picChg>
      </pc:sldChg>
      <pc:sldChg chg="modSp new mod">
        <pc:chgData name="Sara Muneeb" userId="29b624b1-a719-43f5-9b52-388cd4043c04" providerId="ADAL" clId="{1B8306CC-3EB3-4E79-8CF8-E5FDA85816BB}" dt="2022-11-24T10:50:05.086" v="4072" actId="20577"/>
        <pc:sldMkLst>
          <pc:docMk/>
          <pc:sldMk cId="321608399" sldId="310"/>
        </pc:sldMkLst>
        <pc:spChg chg="mod">
          <ac:chgData name="Sara Muneeb" userId="29b624b1-a719-43f5-9b52-388cd4043c04" providerId="ADAL" clId="{1B8306CC-3EB3-4E79-8CF8-E5FDA85816BB}" dt="2022-11-24T10:43:01.214" v="3835"/>
          <ac:spMkLst>
            <pc:docMk/>
            <pc:sldMk cId="321608399" sldId="310"/>
            <ac:spMk id="2" creationId="{A5E3C3BB-227D-BDBD-4B24-3A48D06F1CBB}"/>
          </ac:spMkLst>
        </pc:spChg>
        <pc:spChg chg="mod">
          <ac:chgData name="Sara Muneeb" userId="29b624b1-a719-43f5-9b52-388cd4043c04" providerId="ADAL" clId="{1B8306CC-3EB3-4E79-8CF8-E5FDA85816BB}" dt="2022-11-24T10:50:05.086" v="4072" actId="20577"/>
          <ac:spMkLst>
            <pc:docMk/>
            <pc:sldMk cId="321608399" sldId="310"/>
            <ac:spMk id="3" creationId="{4819D49A-F136-C5C7-B2D9-947C73702B52}"/>
          </ac:spMkLst>
        </pc:spChg>
      </pc:sldChg>
      <pc:sldChg chg="modSp new mod">
        <pc:chgData name="Sara Muneeb" userId="29b624b1-a719-43f5-9b52-388cd4043c04" providerId="ADAL" clId="{1B8306CC-3EB3-4E79-8CF8-E5FDA85816BB}" dt="2022-11-24T10:48:04.239" v="4013" actId="20577"/>
        <pc:sldMkLst>
          <pc:docMk/>
          <pc:sldMk cId="90341570" sldId="311"/>
        </pc:sldMkLst>
        <pc:spChg chg="mod">
          <ac:chgData name="Sara Muneeb" userId="29b624b1-a719-43f5-9b52-388cd4043c04" providerId="ADAL" clId="{1B8306CC-3EB3-4E79-8CF8-E5FDA85816BB}" dt="2022-11-24T10:44:18.400" v="3877" actId="20577"/>
          <ac:spMkLst>
            <pc:docMk/>
            <pc:sldMk cId="90341570" sldId="311"/>
            <ac:spMk id="2" creationId="{84444D5B-E391-3811-3D38-76E9CACDA23E}"/>
          </ac:spMkLst>
        </pc:spChg>
        <pc:spChg chg="mod">
          <ac:chgData name="Sara Muneeb" userId="29b624b1-a719-43f5-9b52-388cd4043c04" providerId="ADAL" clId="{1B8306CC-3EB3-4E79-8CF8-E5FDA85816BB}" dt="2022-11-24T10:48:04.239" v="4013" actId="20577"/>
          <ac:spMkLst>
            <pc:docMk/>
            <pc:sldMk cId="90341570" sldId="311"/>
            <ac:spMk id="3" creationId="{92033375-1F0E-6368-B3D8-E09CC1E1B24F}"/>
          </ac:spMkLst>
        </pc:spChg>
      </pc:sldChg>
      <pc:sldChg chg="modSp new mod">
        <pc:chgData name="Sara Muneeb" userId="29b624b1-a719-43f5-9b52-388cd4043c04" providerId="ADAL" clId="{1B8306CC-3EB3-4E79-8CF8-E5FDA85816BB}" dt="2022-11-24T10:54:56.003" v="4115" actId="15"/>
        <pc:sldMkLst>
          <pc:docMk/>
          <pc:sldMk cId="1394940076" sldId="312"/>
        </pc:sldMkLst>
        <pc:spChg chg="mod">
          <ac:chgData name="Sara Muneeb" userId="29b624b1-a719-43f5-9b52-388cd4043c04" providerId="ADAL" clId="{1B8306CC-3EB3-4E79-8CF8-E5FDA85816BB}" dt="2022-11-24T10:50:36.580" v="4075" actId="27636"/>
          <ac:spMkLst>
            <pc:docMk/>
            <pc:sldMk cId="1394940076" sldId="312"/>
            <ac:spMk id="2" creationId="{AA5059E0-C53A-D83C-A72C-C074F9479661}"/>
          </ac:spMkLst>
        </pc:spChg>
        <pc:spChg chg="mod">
          <ac:chgData name="Sara Muneeb" userId="29b624b1-a719-43f5-9b52-388cd4043c04" providerId="ADAL" clId="{1B8306CC-3EB3-4E79-8CF8-E5FDA85816BB}" dt="2022-11-24T10:54:56.003" v="4115" actId="15"/>
          <ac:spMkLst>
            <pc:docMk/>
            <pc:sldMk cId="1394940076" sldId="312"/>
            <ac:spMk id="3" creationId="{E6307010-5A7D-5458-56C2-3E4E2BFA5B79}"/>
          </ac:spMkLst>
        </pc:spChg>
      </pc:sldChg>
      <pc:sldChg chg="modSp new mod">
        <pc:chgData name="Sara Muneeb" userId="29b624b1-a719-43f5-9b52-388cd4043c04" providerId="ADAL" clId="{1B8306CC-3EB3-4E79-8CF8-E5FDA85816BB}" dt="2022-11-24T10:58:28.645" v="4319" actId="5793"/>
        <pc:sldMkLst>
          <pc:docMk/>
          <pc:sldMk cId="1759940775" sldId="313"/>
        </pc:sldMkLst>
        <pc:spChg chg="mod">
          <ac:chgData name="Sara Muneeb" userId="29b624b1-a719-43f5-9b52-388cd4043c04" providerId="ADAL" clId="{1B8306CC-3EB3-4E79-8CF8-E5FDA85816BB}" dt="2022-11-24T10:55:34.739" v="4160" actId="20577"/>
          <ac:spMkLst>
            <pc:docMk/>
            <pc:sldMk cId="1759940775" sldId="313"/>
            <ac:spMk id="2" creationId="{DA49BFFC-5ED9-458E-895F-2E8C83D8443F}"/>
          </ac:spMkLst>
        </pc:spChg>
        <pc:spChg chg="mod">
          <ac:chgData name="Sara Muneeb" userId="29b624b1-a719-43f5-9b52-388cd4043c04" providerId="ADAL" clId="{1B8306CC-3EB3-4E79-8CF8-E5FDA85816BB}" dt="2022-11-24T10:58:28.645" v="4319" actId="5793"/>
          <ac:spMkLst>
            <pc:docMk/>
            <pc:sldMk cId="1759940775" sldId="313"/>
            <ac:spMk id="3" creationId="{E3CF96C1-26D7-2E6C-77C4-C81826D8B6B1}"/>
          </ac:spMkLst>
        </pc:spChg>
      </pc:sldChg>
      <pc:sldChg chg="addSp delSp modSp new mod">
        <pc:chgData name="Sara Muneeb" userId="29b624b1-a719-43f5-9b52-388cd4043c04" providerId="ADAL" clId="{1B8306CC-3EB3-4E79-8CF8-E5FDA85816BB}" dt="2022-11-24T11:42:35.780" v="4672" actId="1038"/>
        <pc:sldMkLst>
          <pc:docMk/>
          <pc:sldMk cId="2269165914" sldId="314"/>
        </pc:sldMkLst>
        <pc:spChg chg="mod">
          <ac:chgData name="Sara Muneeb" userId="29b624b1-a719-43f5-9b52-388cd4043c04" providerId="ADAL" clId="{1B8306CC-3EB3-4E79-8CF8-E5FDA85816BB}" dt="2022-11-24T11:42:22.896" v="4665" actId="20577"/>
          <ac:spMkLst>
            <pc:docMk/>
            <pc:sldMk cId="2269165914" sldId="314"/>
            <ac:spMk id="2" creationId="{442D5E17-8E50-0FA5-1330-B9939D194DD1}"/>
          </ac:spMkLst>
        </pc:spChg>
        <pc:spChg chg="del">
          <ac:chgData name="Sara Muneeb" userId="29b624b1-a719-43f5-9b52-388cd4043c04" providerId="ADAL" clId="{1B8306CC-3EB3-4E79-8CF8-E5FDA85816BB}" dt="2022-11-24T11:42:24.889" v="4666"/>
          <ac:spMkLst>
            <pc:docMk/>
            <pc:sldMk cId="2269165914" sldId="314"/>
            <ac:spMk id="3" creationId="{5620B0A8-B123-8275-B2CF-8F74308E82F8}"/>
          </ac:spMkLst>
        </pc:spChg>
        <pc:picChg chg="add mod">
          <ac:chgData name="Sara Muneeb" userId="29b624b1-a719-43f5-9b52-388cd4043c04" providerId="ADAL" clId="{1B8306CC-3EB3-4E79-8CF8-E5FDA85816BB}" dt="2022-11-24T11:42:35.780" v="4672" actId="1038"/>
          <ac:picMkLst>
            <pc:docMk/>
            <pc:sldMk cId="2269165914" sldId="314"/>
            <ac:picMk id="18434" creationId="{919B1EF3-7DC6-7CC1-7E96-978841A4795D}"/>
          </ac:picMkLst>
        </pc:picChg>
      </pc:sldChg>
      <pc:sldChg chg="addSp delSp modSp new mod">
        <pc:chgData name="Sara Muneeb" userId="29b624b1-a719-43f5-9b52-388cd4043c04" providerId="ADAL" clId="{1B8306CC-3EB3-4E79-8CF8-E5FDA85816BB}" dt="2022-11-24T12:05:25.182" v="4772" actId="1036"/>
        <pc:sldMkLst>
          <pc:docMk/>
          <pc:sldMk cId="1574604444" sldId="315"/>
        </pc:sldMkLst>
        <pc:spChg chg="mod">
          <ac:chgData name="Sara Muneeb" userId="29b624b1-a719-43f5-9b52-388cd4043c04" providerId="ADAL" clId="{1B8306CC-3EB3-4E79-8CF8-E5FDA85816BB}" dt="2022-11-24T12:04:57.910" v="4769" actId="27636"/>
          <ac:spMkLst>
            <pc:docMk/>
            <pc:sldMk cId="1574604444" sldId="315"/>
            <ac:spMk id="2" creationId="{F109F66B-A911-9E23-BA92-F15E4B37EA4A}"/>
          </ac:spMkLst>
        </pc:spChg>
        <pc:spChg chg="del">
          <ac:chgData name="Sara Muneeb" userId="29b624b1-a719-43f5-9b52-388cd4043c04" providerId="ADAL" clId="{1B8306CC-3EB3-4E79-8CF8-E5FDA85816BB}" dt="2022-11-24T12:05:23.393" v="4770" actId="22"/>
          <ac:spMkLst>
            <pc:docMk/>
            <pc:sldMk cId="1574604444" sldId="315"/>
            <ac:spMk id="3" creationId="{A16CFD3F-00AF-8E25-DC4C-68747FBF8C88}"/>
          </ac:spMkLst>
        </pc:spChg>
        <pc:picChg chg="add mod ord">
          <ac:chgData name="Sara Muneeb" userId="29b624b1-a719-43f5-9b52-388cd4043c04" providerId="ADAL" clId="{1B8306CC-3EB3-4E79-8CF8-E5FDA85816BB}" dt="2022-11-24T12:05:25.182" v="4772" actId="1036"/>
          <ac:picMkLst>
            <pc:docMk/>
            <pc:sldMk cId="1574604444" sldId="315"/>
            <ac:picMk id="5" creationId="{D177AB57-7D50-2C82-F263-1D522F4DECD5}"/>
          </ac:picMkLst>
        </pc:picChg>
      </pc:sldChg>
      <pc:sldChg chg="addSp delSp modSp new mod">
        <pc:chgData name="Sara Muneeb" userId="29b624b1-a719-43f5-9b52-388cd4043c04" providerId="ADAL" clId="{1B8306CC-3EB3-4E79-8CF8-E5FDA85816BB}" dt="2022-11-24T12:08:04.972" v="4806" actId="34135"/>
        <pc:sldMkLst>
          <pc:docMk/>
          <pc:sldMk cId="3785957644" sldId="316"/>
        </pc:sldMkLst>
        <pc:spChg chg="mod">
          <ac:chgData name="Sara Muneeb" userId="29b624b1-a719-43f5-9b52-388cd4043c04" providerId="ADAL" clId="{1B8306CC-3EB3-4E79-8CF8-E5FDA85816BB}" dt="2022-11-24T12:05:37.557" v="4775" actId="27636"/>
          <ac:spMkLst>
            <pc:docMk/>
            <pc:sldMk cId="3785957644" sldId="316"/>
            <ac:spMk id="2" creationId="{052A27D5-E33A-462A-0BA4-74F0A7A24B1B}"/>
          </ac:spMkLst>
        </pc:spChg>
        <pc:spChg chg="del">
          <ac:chgData name="Sara Muneeb" userId="29b624b1-a719-43f5-9b52-388cd4043c04" providerId="ADAL" clId="{1B8306CC-3EB3-4E79-8CF8-E5FDA85816BB}" dt="2022-11-24T12:06:00.076" v="4776" actId="22"/>
          <ac:spMkLst>
            <pc:docMk/>
            <pc:sldMk cId="3785957644" sldId="316"/>
            <ac:spMk id="3" creationId="{EB3235C8-2FA9-448C-B61B-BB50FC6223EB}"/>
          </ac:spMkLst>
        </pc:spChg>
        <pc:picChg chg="add mod ord">
          <ac:chgData name="Sara Muneeb" userId="29b624b1-a719-43f5-9b52-388cd4043c04" providerId="ADAL" clId="{1B8306CC-3EB3-4E79-8CF8-E5FDA85816BB}" dt="2022-11-24T12:08:04.972" v="4806" actId="34135"/>
          <ac:picMkLst>
            <pc:docMk/>
            <pc:sldMk cId="3785957644" sldId="316"/>
            <ac:picMk id="5" creationId="{1110FC61-8DD6-0F49-4CB9-945CE4A2DFAF}"/>
          </ac:picMkLst>
        </pc:picChg>
        <pc:picChg chg="add mod">
          <ac:chgData name="Sara Muneeb" userId="29b624b1-a719-43f5-9b52-388cd4043c04" providerId="ADAL" clId="{1B8306CC-3EB3-4E79-8CF8-E5FDA85816BB}" dt="2022-11-24T12:08:04.972" v="4806" actId="34135"/>
          <ac:picMkLst>
            <pc:docMk/>
            <pc:sldMk cId="3785957644" sldId="316"/>
            <ac:picMk id="7" creationId="{B085A071-B1F3-953E-381F-8E5AD0A2BBE4}"/>
          </ac:picMkLst>
        </pc:picChg>
      </pc:sldChg>
      <pc:sldChg chg="modSp new mod">
        <pc:chgData name="Sara Muneeb" userId="29b624b1-a719-43f5-9b52-388cd4043c04" providerId="ADAL" clId="{1B8306CC-3EB3-4E79-8CF8-E5FDA85816BB}" dt="2022-11-24T12:09:34.123" v="4955" actId="20577"/>
        <pc:sldMkLst>
          <pc:docMk/>
          <pc:sldMk cId="996644715" sldId="317"/>
        </pc:sldMkLst>
        <pc:spChg chg="mod">
          <ac:chgData name="Sara Muneeb" userId="29b624b1-a719-43f5-9b52-388cd4043c04" providerId="ADAL" clId="{1B8306CC-3EB3-4E79-8CF8-E5FDA85816BB}" dt="2022-11-24T12:08:16.268" v="4821" actId="20577"/>
          <ac:spMkLst>
            <pc:docMk/>
            <pc:sldMk cId="996644715" sldId="317"/>
            <ac:spMk id="2" creationId="{08AC42FC-8C04-F37F-C7BC-03F1BE5DA469}"/>
          </ac:spMkLst>
        </pc:spChg>
        <pc:spChg chg="mod">
          <ac:chgData name="Sara Muneeb" userId="29b624b1-a719-43f5-9b52-388cd4043c04" providerId="ADAL" clId="{1B8306CC-3EB3-4E79-8CF8-E5FDA85816BB}" dt="2022-11-24T12:09:34.123" v="4955" actId="20577"/>
          <ac:spMkLst>
            <pc:docMk/>
            <pc:sldMk cId="996644715" sldId="317"/>
            <ac:spMk id="3" creationId="{F137049F-DAA9-6861-CEE8-69D727967D40}"/>
          </ac:spMkLst>
        </pc:spChg>
      </pc:sldChg>
      <pc:sldChg chg="addSp delSp modSp new mod">
        <pc:chgData name="Sara Muneeb" userId="29b624b1-a719-43f5-9b52-388cd4043c04" providerId="ADAL" clId="{1B8306CC-3EB3-4E79-8CF8-E5FDA85816BB}" dt="2022-11-24T12:10:15.121" v="4967" actId="1035"/>
        <pc:sldMkLst>
          <pc:docMk/>
          <pc:sldMk cId="1545905496" sldId="318"/>
        </pc:sldMkLst>
        <pc:spChg chg="del">
          <ac:chgData name="Sara Muneeb" userId="29b624b1-a719-43f5-9b52-388cd4043c04" providerId="ADAL" clId="{1B8306CC-3EB3-4E79-8CF8-E5FDA85816BB}" dt="2022-11-24T12:09:56.631" v="4957" actId="931"/>
          <ac:spMkLst>
            <pc:docMk/>
            <pc:sldMk cId="1545905496" sldId="318"/>
            <ac:spMk id="3" creationId="{0BD423DC-BB9C-9EDE-91F7-E2E22364DB6F}"/>
          </ac:spMkLst>
        </pc:spChg>
        <pc:picChg chg="add mod">
          <ac:chgData name="Sara Muneeb" userId="29b624b1-a719-43f5-9b52-388cd4043c04" providerId="ADAL" clId="{1B8306CC-3EB3-4E79-8CF8-E5FDA85816BB}" dt="2022-11-24T12:10:15.121" v="4967" actId="1035"/>
          <ac:picMkLst>
            <pc:docMk/>
            <pc:sldMk cId="1545905496" sldId="318"/>
            <ac:picMk id="5" creationId="{E6773E35-995E-629B-1DA2-CB8DAD89C3F7}"/>
          </ac:picMkLst>
        </pc:picChg>
      </pc:sldChg>
    </pc:docChg>
  </pc:docChgLst>
  <pc:docChgLst>
    <pc:chgData name="Sara Muneeb" userId="29b624b1-a719-43f5-9b52-388cd4043c04" providerId="ADAL" clId="{1FA540FA-FB29-47AF-B8E6-0D8739E0B2D2}"/>
    <pc:docChg chg="undo custSel addSld modSld">
      <pc:chgData name="Sara Muneeb" userId="29b624b1-a719-43f5-9b52-388cd4043c04" providerId="ADAL" clId="{1FA540FA-FB29-47AF-B8E6-0D8739E0B2D2}" dt="2022-10-11T03:38:02.705" v="691" actId="22"/>
      <pc:docMkLst>
        <pc:docMk/>
      </pc:docMkLst>
      <pc:sldChg chg="addSp modSp new mod">
        <pc:chgData name="Sara Muneeb" userId="29b624b1-a719-43f5-9b52-388cd4043c04" providerId="ADAL" clId="{1FA540FA-FB29-47AF-B8E6-0D8739E0B2D2}" dt="2022-10-09T19:21:42.106" v="300" actId="1076"/>
        <pc:sldMkLst>
          <pc:docMk/>
          <pc:sldMk cId="1666915946" sldId="266"/>
        </pc:sldMkLst>
        <pc:spChg chg="mod">
          <ac:chgData name="Sara Muneeb" userId="29b624b1-a719-43f5-9b52-388cd4043c04" providerId="ADAL" clId="{1FA540FA-FB29-47AF-B8E6-0D8739E0B2D2}" dt="2022-10-09T19:10:54.886" v="28" actId="20577"/>
          <ac:spMkLst>
            <pc:docMk/>
            <pc:sldMk cId="1666915946" sldId="266"/>
            <ac:spMk id="2" creationId="{3D6B7B91-5182-5F00-5BBE-98E52FD18849}"/>
          </ac:spMkLst>
        </pc:spChg>
        <pc:spChg chg="mod">
          <ac:chgData name="Sara Muneeb" userId="29b624b1-a719-43f5-9b52-388cd4043c04" providerId="ADAL" clId="{1FA540FA-FB29-47AF-B8E6-0D8739E0B2D2}" dt="2022-10-09T19:18:22.525" v="297" actId="404"/>
          <ac:spMkLst>
            <pc:docMk/>
            <pc:sldMk cId="1666915946" sldId="266"/>
            <ac:spMk id="3" creationId="{C3B31900-4ACA-A8E0-028F-189FC9788894}"/>
          </ac:spMkLst>
        </pc:spChg>
        <pc:picChg chg="add mod">
          <ac:chgData name="Sara Muneeb" userId="29b624b1-a719-43f5-9b52-388cd4043c04" providerId="ADAL" clId="{1FA540FA-FB29-47AF-B8E6-0D8739E0B2D2}" dt="2022-10-09T19:21:42.106" v="300" actId="1076"/>
          <ac:picMkLst>
            <pc:docMk/>
            <pc:sldMk cId="1666915946" sldId="266"/>
            <ac:picMk id="5" creationId="{A50E0E02-93E5-B92C-7455-222F0028E00A}"/>
          </ac:picMkLst>
        </pc:picChg>
      </pc:sldChg>
      <pc:sldChg chg="addSp modSp new mod">
        <pc:chgData name="Sara Muneeb" userId="29b624b1-a719-43f5-9b52-388cd4043c04" providerId="ADAL" clId="{1FA540FA-FB29-47AF-B8E6-0D8739E0B2D2}" dt="2022-10-09T19:43:16.086" v="459" actId="1076"/>
        <pc:sldMkLst>
          <pc:docMk/>
          <pc:sldMk cId="662440185" sldId="267"/>
        </pc:sldMkLst>
        <pc:spChg chg="mod">
          <ac:chgData name="Sara Muneeb" userId="29b624b1-a719-43f5-9b52-388cd4043c04" providerId="ADAL" clId="{1FA540FA-FB29-47AF-B8E6-0D8739E0B2D2}" dt="2022-10-09T19:28:29.356" v="333" actId="20577"/>
          <ac:spMkLst>
            <pc:docMk/>
            <pc:sldMk cId="662440185" sldId="267"/>
            <ac:spMk id="2" creationId="{1EB16E9C-F4B4-6DC7-1F5F-3E350474FD8D}"/>
          </ac:spMkLst>
        </pc:spChg>
        <pc:spChg chg="mod">
          <ac:chgData name="Sara Muneeb" userId="29b624b1-a719-43f5-9b52-388cd4043c04" providerId="ADAL" clId="{1FA540FA-FB29-47AF-B8E6-0D8739E0B2D2}" dt="2022-10-09T19:29:33.971" v="457" actId="20577"/>
          <ac:spMkLst>
            <pc:docMk/>
            <pc:sldMk cId="662440185" sldId="267"/>
            <ac:spMk id="3" creationId="{A32D9A4E-99A2-1490-A13B-640B7C9905E4}"/>
          </ac:spMkLst>
        </pc:spChg>
        <pc:picChg chg="add mod">
          <ac:chgData name="Sara Muneeb" userId="29b624b1-a719-43f5-9b52-388cd4043c04" providerId="ADAL" clId="{1FA540FA-FB29-47AF-B8E6-0D8739E0B2D2}" dt="2022-10-09T19:43:16.086" v="459" actId="1076"/>
          <ac:picMkLst>
            <pc:docMk/>
            <pc:sldMk cId="662440185" sldId="267"/>
            <ac:picMk id="5" creationId="{171E8BB9-6D3F-1874-D359-5076A4B799F4}"/>
          </ac:picMkLst>
        </pc:picChg>
      </pc:sldChg>
      <pc:sldChg chg="modSp new mod">
        <pc:chgData name="Sara Muneeb" userId="29b624b1-a719-43f5-9b52-388cd4043c04" providerId="ADAL" clId="{1FA540FA-FB29-47AF-B8E6-0D8739E0B2D2}" dt="2022-10-10T13:27:38.625" v="628" actId="20577"/>
        <pc:sldMkLst>
          <pc:docMk/>
          <pc:sldMk cId="1251303979" sldId="268"/>
        </pc:sldMkLst>
        <pc:spChg chg="mod">
          <ac:chgData name="Sara Muneeb" userId="29b624b1-a719-43f5-9b52-388cd4043c04" providerId="ADAL" clId="{1FA540FA-FB29-47AF-B8E6-0D8739E0B2D2}" dt="2022-10-09T19:43:46.397" v="473" actId="313"/>
          <ac:spMkLst>
            <pc:docMk/>
            <pc:sldMk cId="1251303979" sldId="268"/>
            <ac:spMk id="2" creationId="{72C2B535-7268-5509-2AEB-37AB903BBAF4}"/>
          </ac:spMkLst>
        </pc:spChg>
        <pc:spChg chg="mod">
          <ac:chgData name="Sara Muneeb" userId="29b624b1-a719-43f5-9b52-388cd4043c04" providerId="ADAL" clId="{1FA540FA-FB29-47AF-B8E6-0D8739E0B2D2}" dt="2022-10-10T13:27:38.625" v="628" actId="20577"/>
          <ac:spMkLst>
            <pc:docMk/>
            <pc:sldMk cId="1251303979" sldId="268"/>
            <ac:spMk id="3" creationId="{6D4F821F-443B-73AB-438B-0D79F768E520}"/>
          </ac:spMkLst>
        </pc:spChg>
      </pc:sldChg>
      <pc:sldChg chg="addSp delSp modSp new mod">
        <pc:chgData name="Sara Muneeb" userId="29b624b1-a719-43f5-9b52-388cd4043c04" providerId="ADAL" clId="{1FA540FA-FB29-47AF-B8E6-0D8739E0B2D2}" dt="2022-10-11T03:35:23.935" v="673" actId="1076"/>
        <pc:sldMkLst>
          <pc:docMk/>
          <pc:sldMk cId="625244237" sldId="269"/>
        </pc:sldMkLst>
        <pc:spChg chg="mod">
          <ac:chgData name="Sara Muneeb" userId="29b624b1-a719-43f5-9b52-388cd4043c04" providerId="ADAL" clId="{1FA540FA-FB29-47AF-B8E6-0D8739E0B2D2}" dt="2022-10-11T03:33:46.974" v="643" actId="20577"/>
          <ac:spMkLst>
            <pc:docMk/>
            <pc:sldMk cId="625244237" sldId="269"/>
            <ac:spMk id="2" creationId="{5F01BC58-0316-1E83-9946-7CA7D05D8B0B}"/>
          </ac:spMkLst>
        </pc:spChg>
        <pc:spChg chg="del">
          <ac:chgData name="Sara Muneeb" userId="29b624b1-a719-43f5-9b52-388cd4043c04" providerId="ADAL" clId="{1FA540FA-FB29-47AF-B8E6-0D8739E0B2D2}" dt="2022-10-11T03:33:10.171" v="637" actId="22"/>
          <ac:spMkLst>
            <pc:docMk/>
            <pc:sldMk cId="625244237" sldId="269"/>
            <ac:spMk id="3" creationId="{6A6EC27F-4CF7-11D7-A820-E250D063553A}"/>
          </ac:spMkLst>
        </pc:spChg>
        <pc:spChg chg="add mod">
          <ac:chgData name="Sara Muneeb" userId="29b624b1-a719-43f5-9b52-388cd4043c04" providerId="ADAL" clId="{1FA540FA-FB29-47AF-B8E6-0D8739E0B2D2}" dt="2022-10-11T03:35:23.935" v="673" actId="1076"/>
          <ac:spMkLst>
            <pc:docMk/>
            <pc:sldMk cId="625244237" sldId="269"/>
            <ac:spMk id="8" creationId="{0C0E423E-88D0-59CF-F3B5-8D1BE6925139}"/>
          </ac:spMkLst>
        </pc:spChg>
        <pc:spChg chg="add del">
          <ac:chgData name="Sara Muneeb" userId="29b624b1-a719-43f5-9b52-388cd4043c04" providerId="ADAL" clId="{1FA540FA-FB29-47AF-B8E6-0D8739E0B2D2}" dt="2022-10-11T03:34:08.229" v="672" actId="22"/>
          <ac:spMkLst>
            <pc:docMk/>
            <pc:sldMk cId="625244237" sldId="269"/>
            <ac:spMk id="10" creationId="{4EEB028C-8841-F7FE-71C9-2C086DE6B319}"/>
          </ac:spMkLst>
        </pc:spChg>
        <pc:picChg chg="add mod ord">
          <ac:chgData name="Sara Muneeb" userId="29b624b1-a719-43f5-9b52-388cd4043c04" providerId="ADAL" clId="{1FA540FA-FB29-47AF-B8E6-0D8739E0B2D2}" dt="2022-10-11T03:33:39.565" v="638" actId="1076"/>
          <ac:picMkLst>
            <pc:docMk/>
            <pc:sldMk cId="625244237" sldId="269"/>
            <ac:picMk id="5" creationId="{9BC8146D-0F66-DF8C-C734-4B27B07BEE7B}"/>
          </ac:picMkLst>
        </pc:picChg>
        <pc:picChg chg="add mod">
          <ac:chgData name="Sara Muneeb" userId="29b624b1-a719-43f5-9b52-388cd4043c04" providerId="ADAL" clId="{1FA540FA-FB29-47AF-B8E6-0D8739E0B2D2}" dt="2022-10-11T03:33:50.621" v="644" actId="1076"/>
          <ac:picMkLst>
            <pc:docMk/>
            <pc:sldMk cId="625244237" sldId="269"/>
            <ac:picMk id="7" creationId="{96DD6489-F2BB-D6F2-8A85-E1F562736C39}"/>
          </ac:picMkLst>
        </pc:picChg>
      </pc:sldChg>
      <pc:sldChg chg="addSp delSp modSp new mod">
        <pc:chgData name="Sara Muneeb" userId="29b624b1-a719-43f5-9b52-388cd4043c04" providerId="ADAL" clId="{1FA540FA-FB29-47AF-B8E6-0D8739E0B2D2}" dt="2022-10-11T03:37:11.100" v="682" actId="22"/>
        <pc:sldMkLst>
          <pc:docMk/>
          <pc:sldMk cId="3689388705" sldId="270"/>
        </pc:sldMkLst>
        <pc:spChg chg="mod">
          <ac:chgData name="Sara Muneeb" userId="29b624b1-a719-43f5-9b52-388cd4043c04" providerId="ADAL" clId="{1FA540FA-FB29-47AF-B8E6-0D8739E0B2D2}" dt="2022-10-11T03:37:09.676" v="681" actId="20577"/>
          <ac:spMkLst>
            <pc:docMk/>
            <pc:sldMk cId="3689388705" sldId="270"/>
            <ac:spMk id="2" creationId="{58EF37E9-E7BC-018E-73CE-75C7B218651C}"/>
          </ac:spMkLst>
        </pc:spChg>
        <pc:spChg chg="del">
          <ac:chgData name="Sara Muneeb" userId="29b624b1-a719-43f5-9b52-388cd4043c04" providerId="ADAL" clId="{1FA540FA-FB29-47AF-B8E6-0D8739E0B2D2}" dt="2022-10-11T03:37:11.100" v="682" actId="22"/>
          <ac:spMkLst>
            <pc:docMk/>
            <pc:sldMk cId="3689388705" sldId="270"/>
            <ac:spMk id="3" creationId="{2C353487-9E4D-779C-EBB6-95CD303A3417}"/>
          </ac:spMkLst>
        </pc:spChg>
        <pc:picChg chg="add mod ord">
          <ac:chgData name="Sara Muneeb" userId="29b624b1-a719-43f5-9b52-388cd4043c04" providerId="ADAL" clId="{1FA540FA-FB29-47AF-B8E6-0D8739E0B2D2}" dt="2022-10-11T03:37:11.100" v="682" actId="22"/>
          <ac:picMkLst>
            <pc:docMk/>
            <pc:sldMk cId="3689388705" sldId="270"/>
            <ac:picMk id="5" creationId="{C7722764-545B-0C35-EB1C-BFB823F3DB88}"/>
          </ac:picMkLst>
        </pc:picChg>
      </pc:sldChg>
      <pc:sldChg chg="addSp delSp modSp new mod">
        <pc:chgData name="Sara Muneeb" userId="29b624b1-a719-43f5-9b52-388cd4043c04" providerId="ADAL" clId="{1FA540FA-FB29-47AF-B8E6-0D8739E0B2D2}" dt="2022-10-11T03:38:02.705" v="691" actId="22"/>
        <pc:sldMkLst>
          <pc:docMk/>
          <pc:sldMk cId="2632452845" sldId="271"/>
        </pc:sldMkLst>
        <pc:spChg chg="mod">
          <ac:chgData name="Sara Muneeb" userId="29b624b1-a719-43f5-9b52-388cd4043c04" providerId="ADAL" clId="{1FA540FA-FB29-47AF-B8E6-0D8739E0B2D2}" dt="2022-10-11T03:38:01.359" v="690" actId="20577"/>
          <ac:spMkLst>
            <pc:docMk/>
            <pc:sldMk cId="2632452845" sldId="271"/>
            <ac:spMk id="2" creationId="{25BBDD64-D44B-7E74-EC68-DD3A93B290B8}"/>
          </ac:spMkLst>
        </pc:spChg>
        <pc:spChg chg="del">
          <ac:chgData name="Sara Muneeb" userId="29b624b1-a719-43f5-9b52-388cd4043c04" providerId="ADAL" clId="{1FA540FA-FB29-47AF-B8E6-0D8739E0B2D2}" dt="2022-10-11T03:38:02.705" v="691" actId="22"/>
          <ac:spMkLst>
            <pc:docMk/>
            <pc:sldMk cId="2632452845" sldId="271"/>
            <ac:spMk id="3" creationId="{D697C497-20E7-F24A-4C5D-D91A343F2D67}"/>
          </ac:spMkLst>
        </pc:spChg>
        <pc:picChg chg="add mod ord">
          <ac:chgData name="Sara Muneeb" userId="29b624b1-a719-43f5-9b52-388cd4043c04" providerId="ADAL" clId="{1FA540FA-FB29-47AF-B8E6-0D8739E0B2D2}" dt="2022-10-11T03:38:02.705" v="691" actId="22"/>
          <ac:picMkLst>
            <pc:docMk/>
            <pc:sldMk cId="2632452845" sldId="271"/>
            <ac:picMk id="5" creationId="{5221F188-61B3-04BE-F03D-8BFAC9B8079F}"/>
          </ac:picMkLst>
        </pc:picChg>
      </pc:sldChg>
    </pc:docChg>
  </pc:docChgLst>
  <pc:docChgLst>
    <pc:chgData name="Sara Muneeb" userId="29b624b1-a719-43f5-9b52-388cd4043c04" providerId="ADAL" clId="{DB3F8C76-9E84-425C-958D-57243E72E246}"/>
    <pc:docChg chg="undo redo custSel addSld delSld modSld sldOrd">
      <pc:chgData name="Sara Muneeb" userId="29b624b1-a719-43f5-9b52-388cd4043c04" providerId="ADAL" clId="{DB3F8C76-9E84-425C-958D-57243E72E246}" dt="2022-10-05T09:43:51.069" v="4128" actId="20577"/>
      <pc:docMkLst>
        <pc:docMk/>
      </pc:docMkLst>
      <pc:sldChg chg="addSp delSp modSp mod">
        <pc:chgData name="Sara Muneeb" userId="29b624b1-a719-43f5-9b52-388cd4043c04" providerId="ADAL" clId="{DB3F8C76-9E84-425C-958D-57243E72E246}" dt="2022-10-03T07:54:17.662" v="2504" actId="22"/>
        <pc:sldMkLst>
          <pc:docMk/>
          <pc:sldMk cId="2984185032" sldId="256"/>
        </pc:sldMkLst>
        <pc:spChg chg="mod">
          <ac:chgData name="Sara Muneeb" userId="29b624b1-a719-43f5-9b52-388cd4043c04" providerId="ADAL" clId="{DB3F8C76-9E84-425C-958D-57243E72E246}" dt="2022-09-27T04:50:44.953" v="16" actId="20577"/>
          <ac:spMkLst>
            <pc:docMk/>
            <pc:sldMk cId="2984185032" sldId="256"/>
            <ac:spMk id="2" creationId="{00000000-0000-0000-0000-000000000000}"/>
          </ac:spMkLst>
        </pc:spChg>
        <pc:spChg chg="add del">
          <ac:chgData name="Sara Muneeb" userId="29b624b1-a719-43f5-9b52-388cd4043c04" providerId="ADAL" clId="{DB3F8C76-9E84-425C-958D-57243E72E246}" dt="2022-10-03T07:54:17.662" v="2504" actId="22"/>
          <ac:spMkLst>
            <pc:docMk/>
            <pc:sldMk cId="2984185032" sldId="256"/>
            <ac:spMk id="5" creationId="{10F0A209-F952-8584-66C1-21FD3C7CEEF5}"/>
          </ac:spMkLst>
        </pc:spChg>
      </pc:sldChg>
      <pc:sldChg chg="addSp delSp modSp add del mod">
        <pc:chgData name="Sara Muneeb" userId="29b624b1-a719-43f5-9b52-388cd4043c04" providerId="ADAL" clId="{DB3F8C76-9E84-425C-958D-57243E72E246}" dt="2022-09-27T05:08:40.580" v="221" actId="1076"/>
        <pc:sldMkLst>
          <pc:docMk/>
          <pc:sldMk cId="4179302358" sldId="257"/>
        </pc:sldMkLst>
        <pc:spChg chg="mod">
          <ac:chgData name="Sara Muneeb" userId="29b624b1-a719-43f5-9b52-388cd4043c04" providerId="ADAL" clId="{DB3F8C76-9E84-425C-958D-57243E72E246}" dt="2022-09-27T05:05:33.035" v="177" actId="20577"/>
          <ac:spMkLst>
            <pc:docMk/>
            <pc:sldMk cId="4179302358" sldId="257"/>
            <ac:spMk id="2" creationId="{00000000-0000-0000-0000-000000000000}"/>
          </ac:spMkLst>
        </pc:spChg>
        <pc:spChg chg="mod">
          <ac:chgData name="Sara Muneeb" userId="29b624b1-a719-43f5-9b52-388cd4043c04" providerId="ADAL" clId="{DB3F8C76-9E84-425C-958D-57243E72E246}" dt="2022-09-27T05:08:36.504" v="220" actId="404"/>
          <ac:spMkLst>
            <pc:docMk/>
            <pc:sldMk cId="4179302358" sldId="257"/>
            <ac:spMk id="3" creationId="{00000000-0000-0000-0000-000000000000}"/>
          </ac:spMkLst>
        </pc:spChg>
        <pc:picChg chg="add del">
          <ac:chgData name="Sara Muneeb" userId="29b624b1-a719-43f5-9b52-388cd4043c04" providerId="ADAL" clId="{DB3F8C76-9E84-425C-958D-57243E72E246}" dt="2022-09-27T04:56:10.669" v="44" actId="478"/>
          <ac:picMkLst>
            <pc:docMk/>
            <pc:sldMk cId="4179302358" sldId="257"/>
            <ac:picMk id="5" creationId="{76E6F1F1-BB99-4F6B-577E-A83D6140B971}"/>
          </ac:picMkLst>
        </pc:picChg>
        <pc:picChg chg="add mod">
          <ac:chgData name="Sara Muneeb" userId="29b624b1-a719-43f5-9b52-388cd4043c04" providerId="ADAL" clId="{DB3F8C76-9E84-425C-958D-57243E72E246}" dt="2022-09-27T05:08:40.580" v="221" actId="1076"/>
          <ac:picMkLst>
            <pc:docMk/>
            <pc:sldMk cId="4179302358" sldId="257"/>
            <ac:picMk id="2050" creationId="{420C70A2-883E-8127-592B-8623767EC83B}"/>
          </ac:picMkLst>
        </pc:picChg>
      </pc:sldChg>
      <pc:sldChg chg="addSp modSp new mod ord">
        <pc:chgData name="Sara Muneeb" userId="29b624b1-a719-43f5-9b52-388cd4043c04" providerId="ADAL" clId="{DB3F8C76-9E84-425C-958D-57243E72E246}" dt="2022-09-27T05:05:14.481" v="152" actId="1076"/>
        <pc:sldMkLst>
          <pc:docMk/>
          <pc:sldMk cId="896610511" sldId="258"/>
        </pc:sldMkLst>
        <pc:spChg chg="mod">
          <ac:chgData name="Sara Muneeb" userId="29b624b1-a719-43f5-9b52-388cd4043c04" providerId="ADAL" clId="{DB3F8C76-9E84-425C-958D-57243E72E246}" dt="2022-09-27T05:05:02.097" v="148" actId="14100"/>
          <ac:spMkLst>
            <pc:docMk/>
            <pc:sldMk cId="896610511" sldId="258"/>
            <ac:spMk id="2" creationId="{1DBFA201-1A1E-9114-BBB2-05D554A068FF}"/>
          </ac:spMkLst>
        </pc:spChg>
        <pc:spChg chg="mod">
          <ac:chgData name="Sara Muneeb" userId="29b624b1-a719-43f5-9b52-388cd4043c04" providerId="ADAL" clId="{DB3F8C76-9E84-425C-958D-57243E72E246}" dt="2022-09-27T05:01:49.531" v="143" actId="123"/>
          <ac:spMkLst>
            <pc:docMk/>
            <pc:sldMk cId="896610511" sldId="258"/>
            <ac:spMk id="3" creationId="{FF892FFF-E309-B2E1-8FE8-35A659DAF1C8}"/>
          </ac:spMkLst>
        </pc:spChg>
        <pc:picChg chg="add mod">
          <ac:chgData name="Sara Muneeb" userId="29b624b1-a719-43f5-9b52-388cd4043c04" providerId="ADAL" clId="{DB3F8C76-9E84-425C-958D-57243E72E246}" dt="2022-09-27T05:05:14.481" v="152" actId="1076"/>
          <ac:picMkLst>
            <pc:docMk/>
            <pc:sldMk cId="896610511" sldId="258"/>
            <ac:picMk id="1026" creationId="{53BBCE92-56C1-E352-EB0F-B361CC61E674}"/>
          </ac:picMkLst>
        </pc:picChg>
      </pc:sldChg>
      <pc:sldChg chg="add del">
        <pc:chgData name="Sara Muneeb" userId="29b624b1-a719-43f5-9b52-388cd4043c04" providerId="ADAL" clId="{DB3F8C76-9E84-425C-958D-57243E72E246}" dt="2022-09-27T04:55:26.398" v="39" actId="47"/>
        <pc:sldMkLst>
          <pc:docMk/>
          <pc:sldMk cId="2934318247" sldId="258"/>
        </pc:sldMkLst>
      </pc:sldChg>
      <pc:sldChg chg="addSp delSp modSp new mod">
        <pc:chgData name="Sara Muneeb" userId="29b624b1-a719-43f5-9b52-388cd4043c04" providerId="ADAL" clId="{DB3F8C76-9E84-425C-958D-57243E72E246}" dt="2022-09-27T05:13:16.589" v="338" actId="20577"/>
        <pc:sldMkLst>
          <pc:docMk/>
          <pc:sldMk cId="3149991155" sldId="259"/>
        </pc:sldMkLst>
        <pc:spChg chg="mod">
          <ac:chgData name="Sara Muneeb" userId="29b624b1-a719-43f5-9b52-388cd4043c04" providerId="ADAL" clId="{DB3F8C76-9E84-425C-958D-57243E72E246}" dt="2022-09-27T05:05:49.369" v="206" actId="20577"/>
          <ac:spMkLst>
            <pc:docMk/>
            <pc:sldMk cId="3149991155" sldId="259"/>
            <ac:spMk id="2" creationId="{61CE6047-419E-39AA-55EF-692F5E376582}"/>
          </ac:spMkLst>
        </pc:spChg>
        <pc:spChg chg="mod">
          <ac:chgData name="Sara Muneeb" userId="29b624b1-a719-43f5-9b52-388cd4043c04" providerId="ADAL" clId="{DB3F8C76-9E84-425C-958D-57243E72E246}" dt="2022-09-27T05:13:16.589" v="338" actId="20577"/>
          <ac:spMkLst>
            <pc:docMk/>
            <pc:sldMk cId="3149991155" sldId="259"/>
            <ac:spMk id="3" creationId="{6E0F0E07-801A-C245-17DD-3012FACAC0D9}"/>
          </ac:spMkLst>
        </pc:spChg>
        <pc:picChg chg="add del">
          <ac:chgData name="Sara Muneeb" userId="29b624b1-a719-43f5-9b52-388cd4043c04" providerId="ADAL" clId="{DB3F8C76-9E84-425C-958D-57243E72E246}" dt="2022-09-27T05:11:22.290" v="225"/>
          <ac:picMkLst>
            <pc:docMk/>
            <pc:sldMk cId="3149991155" sldId="259"/>
            <ac:picMk id="3074" creationId="{02BF35CC-AD3C-1256-5B57-D67232BEFAD9}"/>
          </ac:picMkLst>
        </pc:picChg>
        <pc:picChg chg="add mod">
          <ac:chgData name="Sara Muneeb" userId="29b624b1-a719-43f5-9b52-388cd4043c04" providerId="ADAL" clId="{DB3F8C76-9E84-425C-958D-57243E72E246}" dt="2022-09-27T05:11:59.152" v="234" actId="1076"/>
          <ac:picMkLst>
            <pc:docMk/>
            <pc:sldMk cId="3149991155" sldId="259"/>
            <ac:picMk id="3076" creationId="{ED6AFE94-507F-8C07-9BC9-F4716204DA89}"/>
          </ac:picMkLst>
        </pc:picChg>
      </pc:sldChg>
      <pc:sldChg chg="addSp modSp new mod">
        <pc:chgData name="Sara Muneeb" userId="29b624b1-a719-43f5-9b52-388cd4043c04" providerId="ADAL" clId="{DB3F8C76-9E84-425C-958D-57243E72E246}" dt="2022-09-30T07:00:46.762" v="800" actId="1036"/>
        <pc:sldMkLst>
          <pc:docMk/>
          <pc:sldMk cId="198138684" sldId="260"/>
        </pc:sldMkLst>
        <pc:spChg chg="mod">
          <ac:chgData name="Sara Muneeb" userId="29b624b1-a719-43f5-9b52-388cd4043c04" providerId="ADAL" clId="{DB3F8C76-9E84-425C-958D-57243E72E246}" dt="2022-09-27T05:31:37.928" v="350" actId="20577"/>
          <ac:spMkLst>
            <pc:docMk/>
            <pc:sldMk cId="198138684" sldId="260"/>
            <ac:spMk id="2" creationId="{4DC9DDD7-C0AD-BCDE-1421-51C2944C463C}"/>
          </ac:spMkLst>
        </pc:spChg>
        <pc:spChg chg="mod">
          <ac:chgData name="Sara Muneeb" userId="29b624b1-a719-43f5-9b52-388cd4043c04" providerId="ADAL" clId="{DB3F8C76-9E84-425C-958D-57243E72E246}" dt="2022-09-30T07:00:37.065" v="797" actId="404"/>
          <ac:spMkLst>
            <pc:docMk/>
            <pc:sldMk cId="198138684" sldId="260"/>
            <ac:spMk id="3" creationId="{7F79777F-629B-B5BE-B882-A5E5B278E310}"/>
          </ac:spMkLst>
        </pc:spChg>
        <pc:picChg chg="add mod">
          <ac:chgData name="Sara Muneeb" userId="29b624b1-a719-43f5-9b52-388cd4043c04" providerId="ADAL" clId="{DB3F8C76-9E84-425C-958D-57243E72E246}" dt="2022-09-30T07:00:46.762" v="800" actId="1036"/>
          <ac:picMkLst>
            <pc:docMk/>
            <pc:sldMk cId="198138684" sldId="260"/>
            <ac:picMk id="1026" creationId="{FE160BF8-3C9C-688C-D19C-9824379B84AE}"/>
          </ac:picMkLst>
        </pc:picChg>
      </pc:sldChg>
      <pc:sldChg chg="addSp modSp new mod">
        <pc:chgData name="Sara Muneeb" userId="29b624b1-a719-43f5-9b52-388cd4043c04" providerId="ADAL" clId="{DB3F8C76-9E84-425C-958D-57243E72E246}" dt="2022-09-27T08:22:01.392" v="600" actId="14100"/>
        <pc:sldMkLst>
          <pc:docMk/>
          <pc:sldMk cId="2876332182" sldId="261"/>
        </pc:sldMkLst>
        <pc:spChg chg="mod">
          <ac:chgData name="Sara Muneeb" userId="29b624b1-a719-43f5-9b52-388cd4043c04" providerId="ADAL" clId="{DB3F8C76-9E84-425C-958D-57243E72E246}" dt="2022-09-27T05:39:46.953" v="416" actId="20577"/>
          <ac:spMkLst>
            <pc:docMk/>
            <pc:sldMk cId="2876332182" sldId="261"/>
            <ac:spMk id="2" creationId="{57797916-F397-C22B-A362-0E6028C6D159}"/>
          </ac:spMkLst>
        </pc:spChg>
        <pc:spChg chg="mod">
          <ac:chgData name="Sara Muneeb" userId="29b624b1-a719-43f5-9b52-388cd4043c04" providerId="ADAL" clId="{DB3F8C76-9E84-425C-958D-57243E72E246}" dt="2022-09-27T08:21:09.746" v="593" actId="20577"/>
          <ac:spMkLst>
            <pc:docMk/>
            <pc:sldMk cId="2876332182" sldId="261"/>
            <ac:spMk id="3" creationId="{27FD187C-4912-4080-A30F-D4BD8842255C}"/>
          </ac:spMkLst>
        </pc:spChg>
        <pc:picChg chg="add mod">
          <ac:chgData name="Sara Muneeb" userId="29b624b1-a719-43f5-9b52-388cd4043c04" providerId="ADAL" clId="{DB3F8C76-9E84-425C-958D-57243E72E246}" dt="2022-09-27T08:21:38.961" v="596" actId="1076"/>
          <ac:picMkLst>
            <pc:docMk/>
            <pc:sldMk cId="2876332182" sldId="261"/>
            <ac:picMk id="5" creationId="{1EBB1349-66A7-7F5F-8409-109C28AA9EBC}"/>
          </ac:picMkLst>
        </pc:picChg>
        <pc:picChg chg="add mod">
          <ac:chgData name="Sara Muneeb" userId="29b624b1-a719-43f5-9b52-388cd4043c04" providerId="ADAL" clId="{DB3F8C76-9E84-425C-958D-57243E72E246}" dt="2022-09-27T08:22:01.392" v="600" actId="14100"/>
          <ac:picMkLst>
            <pc:docMk/>
            <pc:sldMk cId="2876332182" sldId="261"/>
            <ac:picMk id="7" creationId="{3C4D674C-C3F4-AE72-3928-C093036A5531}"/>
          </ac:picMkLst>
        </pc:picChg>
      </pc:sldChg>
      <pc:sldChg chg="modSp new mod">
        <pc:chgData name="Sara Muneeb" userId="29b624b1-a719-43f5-9b52-388cd4043c04" providerId="ADAL" clId="{DB3F8C76-9E84-425C-958D-57243E72E246}" dt="2022-09-30T07:02:28.707" v="860" actId="20577"/>
        <pc:sldMkLst>
          <pc:docMk/>
          <pc:sldMk cId="601268" sldId="262"/>
        </pc:sldMkLst>
        <pc:spChg chg="mod">
          <ac:chgData name="Sara Muneeb" userId="29b624b1-a719-43f5-9b52-388cd4043c04" providerId="ADAL" clId="{DB3F8C76-9E84-425C-958D-57243E72E246}" dt="2022-09-30T07:02:28.707" v="860" actId="20577"/>
          <ac:spMkLst>
            <pc:docMk/>
            <pc:sldMk cId="601268" sldId="262"/>
            <ac:spMk id="2" creationId="{38BBCE8A-7623-7EA9-69AF-AEC8A55B5435}"/>
          </ac:spMkLst>
        </pc:spChg>
        <pc:spChg chg="mod">
          <ac:chgData name="Sara Muneeb" userId="29b624b1-a719-43f5-9b52-388cd4043c04" providerId="ADAL" clId="{DB3F8C76-9E84-425C-958D-57243E72E246}" dt="2022-09-30T06:42:17.413" v="687" actId="5793"/>
          <ac:spMkLst>
            <pc:docMk/>
            <pc:sldMk cId="601268" sldId="262"/>
            <ac:spMk id="3" creationId="{6CF71A2C-0100-0403-9758-45331499B96C}"/>
          </ac:spMkLst>
        </pc:spChg>
      </pc:sldChg>
      <pc:sldChg chg="addSp delSp modSp new mod">
        <pc:chgData name="Sara Muneeb" userId="29b624b1-a719-43f5-9b52-388cd4043c04" providerId="ADAL" clId="{DB3F8C76-9E84-425C-958D-57243E72E246}" dt="2022-09-30T06:59:48.087" v="791" actId="123"/>
        <pc:sldMkLst>
          <pc:docMk/>
          <pc:sldMk cId="2598016477" sldId="263"/>
        </pc:sldMkLst>
        <pc:spChg chg="mod">
          <ac:chgData name="Sara Muneeb" userId="29b624b1-a719-43f5-9b52-388cd4043c04" providerId="ADAL" clId="{DB3F8C76-9E84-425C-958D-57243E72E246}" dt="2022-09-30T06:46:36.403" v="699" actId="20577"/>
          <ac:spMkLst>
            <pc:docMk/>
            <pc:sldMk cId="2598016477" sldId="263"/>
            <ac:spMk id="2" creationId="{77664EA5-FCAF-2175-E475-2C50EDC78F82}"/>
          </ac:spMkLst>
        </pc:spChg>
        <pc:spChg chg="mod">
          <ac:chgData name="Sara Muneeb" userId="29b624b1-a719-43f5-9b52-388cd4043c04" providerId="ADAL" clId="{DB3F8C76-9E84-425C-958D-57243E72E246}" dt="2022-09-30T06:59:48.087" v="791" actId="123"/>
          <ac:spMkLst>
            <pc:docMk/>
            <pc:sldMk cId="2598016477" sldId="263"/>
            <ac:spMk id="3" creationId="{3C09A3EE-E2AD-7B66-78D5-453FF8B9E9F8}"/>
          </ac:spMkLst>
        </pc:spChg>
        <pc:picChg chg="add del">
          <ac:chgData name="Sara Muneeb" userId="29b624b1-a719-43f5-9b52-388cd4043c04" providerId="ADAL" clId="{DB3F8C76-9E84-425C-958D-57243E72E246}" dt="2022-09-30T06:56:16.312" v="745"/>
          <ac:picMkLst>
            <pc:docMk/>
            <pc:sldMk cId="2598016477" sldId="263"/>
            <ac:picMk id="2050" creationId="{7E7CDB23-7AF6-1B93-A7F1-7CCF37E6FEB5}"/>
          </ac:picMkLst>
        </pc:picChg>
        <pc:picChg chg="add del mod">
          <ac:chgData name="Sara Muneeb" userId="29b624b1-a719-43f5-9b52-388cd4043c04" providerId="ADAL" clId="{DB3F8C76-9E84-425C-958D-57243E72E246}" dt="2022-09-30T06:58:06.623" v="756" actId="478"/>
          <ac:picMkLst>
            <pc:docMk/>
            <pc:sldMk cId="2598016477" sldId="263"/>
            <ac:picMk id="2052" creationId="{41E87BC8-2DE6-4F13-DA43-1E6401EA8200}"/>
          </ac:picMkLst>
        </pc:picChg>
        <pc:picChg chg="add del">
          <ac:chgData name="Sara Muneeb" userId="29b624b1-a719-43f5-9b52-388cd4043c04" providerId="ADAL" clId="{DB3F8C76-9E84-425C-958D-57243E72E246}" dt="2022-09-30T06:57:08.327" v="750" actId="21"/>
          <ac:picMkLst>
            <pc:docMk/>
            <pc:sldMk cId="2598016477" sldId="263"/>
            <ac:picMk id="2054" creationId="{29D84C0D-ADDD-93BA-E5C6-4AD79F993FB7}"/>
          </ac:picMkLst>
        </pc:picChg>
        <pc:picChg chg="add del mod">
          <ac:chgData name="Sara Muneeb" userId="29b624b1-a719-43f5-9b52-388cd4043c04" providerId="ADAL" clId="{DB3F8C76-9E84-425C-958D-57243E72E246}" dt="2022-09-30T06:58:07.724" v="757" actId="478"/>
          <ac:picMkLst>
            <pc:docMk/>
            <pc:sldMk cId="2598016477" sldId="263"/>
            <ac:picMk id="2056" creationId="{697152A2-E7FA-E5F3-6527-8C5EC045040E}"/>
          </ac:picMkLst>
        </pc:picChg>
        <pc:picChg chg="add mod">
          <ac:chgData name="Sara Muneeb" userId="29b624b1-a719-43f5-9b52-388cd4043c04" providerId="ADAL" clId="{DB3F8C76-9E84-425C-958D-57243E72E246}" dt="2022-09-30T06:59:35.266" v="789" actId="1076"/>
          <ac:picMkLst>
            <pc:docMk/>
            <pc:sldMk cId="2598016477" sldId="263"/>
            <ac:picMk id="2058" creationId="{0FF28B30-3A3E-B97A-A25A-439235F9FDCA}"/>
          </ac:picMkLst>
        </pc:picChg>
      </pc:sldChg>
      <pc:sldChg chg="modSp new mod">
        <pc:chgData name="Sara Muneeb" userId="29b624b1-a719-43f5-9b52-388cd4043c04" providerId="ADAL" clId="{DB3F8C76-9E84-425C-958D-57243E72E246}" dt="2022-09-30T07:13:07.541" v="909" actId="5793"/>
        <pc:sldMkLst>
          <pc:docMk/>
          <pc:sldMk cId="2320396932" sldId="264"/>
        </pc:sldMkLst>
        <pc:spChg chg="mod">
          <ac:chgData name="Sara Muneeb" userId="29b624b1-a719-43f5-9b52-388cd4043c04" providerId="ADAL" clId="{DB3F8C76-9E84-425C-958D-57243E72E246}" dt="2022-09-30T07:02:22.500" v="858" actId="20577"/>
          <ac:spMkLst>
            <pc:docMk/>
            <pc:sldMk cId="2320396932" sldId="264"/>
            <ac:spMk id="2" creationId="{2ABF492E-40DA-B1B1-3C9E-9479337B0616}"/>
          </ac:spMkLst>
        </pc:spChg>
        <pc:spChg chg="mod">
          <ac:chgData name="Sara Muneeb" userId="29b624b1-a719-43f5-9b52-388cd4043c04" providerId="ADAL" clId="{DB3F8C76-9E84-425C-958D-57243E72E246}" dt="2022-09-30T07:13:07.541" v="909" actId="5793"/>
          <ac:spMkLst>
            <pc:docMk/>
            <pc:sldMk cId="2320396932" sldId="264"/>
            <ac:spMk id="3" creationId="{83A42140-6142-E88C-6D9A-35934E0A5BB6}"/>
          </ac:spMkLst>
        </pc:spChg>
      </pc:sldChg>
      <pc:sldChg chg="addSp delSp modSp new mod">
        <pc:chgData name="Sara Muneeb" userId="29b624b1-a719-43f5-9b52-388cd4043c04" providerId="ADAL" clId="{DB3F8C76-9E84-425C-958D-57243E72E246}" dt="2022-09-30T07:13:35.026" v="919" actId="20577"/>
        <pc:sldMkLst>
          <pc:docMk/>
          <pc:sldMk cId="766487697" sldId="265"/>
        </pc:sldMkLst>
        <pc:spChg chg="mod">
          <ac:chgData name="Sara Muneeb" userId="29b624b1-a719-43f5-9b52-388cd4043c04" providerId="ADAL" clId="{DB3F8C76-9E84-425C-958D-57243E72E246}" dt="2022-09-30T07:13:35.026" v="919" actId="20577"/>
          <ac:spMkLst>
            <pc:docMk/>
            <pc:sldMk cId="766487697" sldId="265"/>
            <ac:spMk id="2" creationId="{424B193B-3459-5F7A-4994-427D27A26801}"/>
          </ac:spMkLst>
        </pc:spChg>
        <pc:spChg chg="del">
          <ac:chgData name="Sara Muneeb" userId="29b624b1-a719-43f5-9b52-388cd4043c04" providerId="ADAL" clId="{DB3F8C76-9E84-425C-958D-57243E72E246}" dt="2022-09-30T07:13:32.280" v="911" actId="22"/>
          <ac:spMkLst>
            <pc:docMk/>
            <pc:sldMk cId="766487697" sldId="265"/>
            <ac:spMk id="3" creationId="{DB0DDE00-A9B6-A4AB-CDCE-08DB2D7EC201}"/>
          </ac:spMkLst>
        </pc:spChg>
        <pc:picChg chg="add mod ord">
          <ac:chgData name="Sara Muneeb" userId="29b624b1-a719-43f5-9b52-388cd4043c04" providerId="ADAL" clId="{DB3F8C76-9E84-425C-958D-57243E72E246}" dt="2022-09-30T07:13:32.280" v="911" actId="22"/>
          <ac:picMkLst>
            <pc:docMk/>
            <pc:sldMk cId="766487697" sldId="265"/>
            <ac:picMk id="5" creationId="{C1C2AD13-B763-9D6B-1C84-69F99E4C79C7}"/>
          </ac:picMkLst>
        </pc:picChg>
      </pc:sldChg>
      <pc:sldChg chg="add del">
        <pc:chgData name="Sara Muneeb" userId="29b624b1-a719-43f5-9b52-388cd4043c04" providerId="ADAL" clId="{DB3F8C76-9E84-425C-958D-57243E72E246}" dt="2022-09-27T04:55:26.398" v="39" actId="47"/>
        <pc:sldMkLst>
          <pc:docMk/>
          <pc:sldMk cId="2349585444" sldId="265"/>
        </pc:sldMkLst>
      </pc:sldChg>
      <pc:sldChg chg="addSp delSp modSp new mod">
        <pc:chgData name="Sara Muneeb" userId="29b624b1-a719-43f5-9b52-388cd4043c04" providerId="ADAL" clId="{DB3F8C76-9E84-425C-958D-57243E72E246}" dt="2022-09-30T07:27:19.787" v="941" actId="1076"/>
        <pc:sldMkLst>
          <pc:docMk/>
          <pc:sldMk cId="1657546060" sldId="266"/>
        </pc:sldMkLst>
        <pc:spChg chg="mod">
          <ac:chgData name="Sara Muneeb" userId="29b624b1-a719-43f5-9b52-388cd4043c04" providerId="ADAL" clId="{DB3F8C76-9E84-425C-958D-57243E72E246}" dt="2022-09-30T07:20:44.655" v="933" actId="20577"/>
          <ac:spMkLst>
            <pc:docMk/>
            <pc:sldMk cId="1657546060" sldId="266"/>
            <ac:spMk id="2" creationId="{1C0024DA-3C67-09C7-61AB-B34D7A697E8E}"/>
          </ac:spMkLst>
        </pc:spChg>
        <pc:spChg chg="del">
          <ac:chgData name="Sara Muneeb" userId="29b624b1-a719-43f5-9b52-388cd4043c04" providerId="ADAL" clId="{DB3F8C76-9E84-425C-958D-57243E72E246}" dt="2022-09-30T07:18:23.318" v="921" actId="931"/>
          <ac:spMkLst>
            <pc:docMk/>
            <pc:sldMk cId="1657546060" sldId="266"/>
            <ac:spMk id="3" creationId="{837DC85E-FA94-BA5D-BEBE-60E33E720277}"/>
          </ac:spMkLst>
        </pc:spChg>
        <pc:picChg chg="add mod modCrop">
          <ac:chgData name="Sara Muneeb" userId="29b624b1-a719-43f5-9b52-388cd4043c04" providerId="ADAL" clId="{DB3F8C76-9E84-425C-958D-57243E72E246}" dt="2022-09-30T07:27:19.787" v="941" actId="1076"/>
          <ac:picMkLst>
            <pc:docMk/>
            <pc:sldMk cId="1657546060" sldId="266"/>
            <ac:picMk id="5" creationId="{9B03CEC9-3355-B4E5-6E3D-E9926D4EE756}"/>
          </ac:picMkLst>
        </pc:picChg>
      </pc:sldChg>
      <pc:sldChg chg="addSp delSp modSp new del mod ord">
        <pc:chgData name="Sara Muneeb" userId="29b624b1-a719-43f5-9b52-388cd4043c04" providerId="ADAL" clId="{DB3F8C76-9E84-425C-958D-57243E72E246}" dt="2022-09-30T07:49:01.927" v="1134" actId="47"/>
        <pc:sldMkLst>
          <pc:docMk/>
          <pc:sldMk cId="2755250312" sldId="267"/>
        </pc:sldMkLst>
        <pc:spChg chg="mod">
          <ac:chgData name="Sara Muneeb" userId="29b624b1-a719-43f5-9b52-388cd4043c04" providerId="ADAL" clId="{DB3F8C76-9E84-425C-958D-57243E72E246}" dt="2022-09-30T07:27:27.140" v="949" actId="20577"/>
          <ac:spMkLst>
            <pc:docMk/>
            <pc:sldMk cId="2755250312" sldId="267"/>
            <ac:spMk id="2" creationId="{2BEFEEFF-7CE8-9BDD-D812-20CA068540BB}"/>
          </ac:spMkLst>
        </pc:spChg>
        <pc:spChg chg="del">
          <ac:chgData name="Sara Muneeb" userId="29b624b1-a719-43f5-9b52-388cd4043c04" providerId="ADAL" clId="{DB3F8C76-9E84-425C-958D-57243E72E246}" dt="2022-09-30T07:27:38.395" v="950" actId="931"/>
          <ac:spMkLst>
            <pc:docMk/>
            <pc:sldMk cId="2755250312" sldId="267"/>
            <ac:spMk id="3" creationId="{473FF9DE-E171-F85F-1461-6413043EDB1A}"/>
          </ac:spMkLst>
        </pc:spChg>
        <pc:spChg chg="add del mod">
          <ac:chgData name="Sara Muneeb" userId="29b624b1-a719-43f5-9b52-388cd4043c04" providerId="ADAL" clId="{DB3F8C76-9E84-425C-958D-57243E72E246}" dt="2022-09-30T07:28:10.696" v="954" actId="931"/>
          <ac:spMkLst>
            <pc:docMk/>
            <pc:sldMk cId="2755250312" sldId="267"/>
            <ac:spMk id="7" creationId="{788ACAD7-EE8A-B71F-9648-D50711D23EEC}"/>
          </ac:spMkLst>
        </pc:spChg>
        <pc:spChg chg="add del mod">
          <ac:chgData name="Sara Muneeb" userId="29b624b1-a719-43f5-9b52-388cd4043c04" providerId="ADAL" clId="{DB3F8C76-9E84-425C-958D-57243E72E246}" dt="2022-09-30T07:28:18.034" v="956" actId="931"/>
          <ac:spMkLst>
            <pc:docMk/>
            <pc:sldMk cId="2755250312" sldId="267"/>
            <ac:spMk id="11" creationId="{4BFBFAD5-B24A-3125-0E64-1EF727421041}"/>
          </ac:spMkLst>
        </pc:spChg>
        <pc:picChg chg="add del mod">
          <ac:chgData name="Sara Muneeb" userId="29b624b1-a719-43f5-9b52-388cd4043c04" providerId="ADAL" clId="{DB3F8C76-9E84-425C-958D-57243E72E246}" dt="2022-09-30T07:28:00.535" v="953" actId="478"/>
          <ac:picMkLst>
            <pc:docMk/>
            <pc:sldMk cId="2755250312" sldId="267"/>
            <ac:picMk id="5" creationId="{81E7BB62-0A7E-B4DC-9427-974E9A174361}"/>
          </ac:picMkLst>
        </pc:picChg>
        <pc:picChg chg="add del mod">
          <ac:chgData name="Sara Muneeb" userId="29b624b1-a719-43f5-9b52-388cd4043c04" providerId="ADAL" clId="{DB3F8C76-9E84-425C-958D-57243E72E246}" dt="2022-09-30T07:28:12.224" v="955" actId="478"/>
          <ac:picMkLst>
            <pc:docMk/>
            <pc:sldMk cId="2755250312" sldId="267"/>
            <ac:picMk id="9" creationId="{1E037131-DC60-07ED-A02B-FA895CD42922}"/>
          </ac:picMkLst>
        </pc:picChg>
        <pc:picChg chg="add mod">
          <ac:chgData name="Sara Muneeb" userId="29b624b1-a719-43f5-9b52-388cd4043c04" providerId="ADAL" clId="{DB3F8C76-9E84-425C-958D-57243E72E246}" dt="2022-09-30T07:28:19.260" v="958" actId="962"/>
          <ac:picMkLst>
            <pc:docMk/>
            <pc:sldMk cId="2755250312" sldId="267"/>
            <ac:picMk id="13" creationId="{D0168AE9-BDA6-63F5-DA71-FE8943A74528}"/>
          </ac:picMkLst>
        </pc:picChg>
      </pc:sldChg>
      <pc:sldChg chg="add">
        <pc:chgData name="Sara Muneeb" userId="29b624b1-a719-43f5-9b52-388cd4043c04" providerId="ADAL" clId="{DB3F8C76-9E84-425C-958D-57243E72E246}" dt="2022-10-03T08:41:05.849" v="2745"/>
        <pc:sldMkLst>
          <pc:docMk/>
          <pc:sldMk cId="3390644009" sldId="267"/>
        </pc:sldMkLst>
      </pc:sldChg>
      <pc:sldChg chg="add del">
        <pc:chgData name="Sara Muneeb" userId="29b624b1-a719-43f5-9b52-388cd4043c04" providerId="ADAL" clId="{DB3F8C76-9E84-425C-958D-57243E72E246}" dt="2022-09-30T09:37:38.309" v="1748" actId="47"/>
        <pc:sldMkLst>
          <pc:docMk/>
          <pc:sldMk cId="4026094092" sldId="267"/>
        </pc:sldMkLst>
      </pc:sldChg>
      <pc:sldChg chg="addSp delSp modSp new mod">
        <pc:chgData name="Sara Muneeb" userId="29b624b1-a719-43f5-9b52-388cd4043c04" providerId="ADAL" clId="{DB3F8C76-9E84-425C-958D-57243E72E246}" dt="2022-09-30T07:29:12.984" v="980" actId="1076"/>
        <pc:sldMkLst>
          <pc:docMk/>
          <pc:sldMk cId="3167281788" sldId="268"/>
        </pc:sldMkLst>
        <pc:spChg chg="mod">
          <ac:chgData name="Sara Muneeb" userId="29b624b1-a719-43f5-9b52-388cd4043c04" providerId="ADAL" clId="{DB3F8C76-9E84-425C-958D-57243E72E246}" dt="2022-09-30T07:28:34.698" v="970" actId="20577"/>
          <ac:spMkLst>
            <pc:docMk/>
            <pc:sldMk cId="3167281788" sldId="268"/>
            <ac:spMk id="2" creationId="{DAC72BB2-A330-4380-0646-7B10DA2ABE61}"/>
          </ac:spMkLst>
        </pc:spChg>
        <pc:spChg chg="del">
          <ac:chgData name="Sara Muneeb" userId="29b624b1-a719-43f5-9b52-388cd4043c04" providerId="ADAL" clId="{DB3F8C76-9E84-425C-958D-57243E72E246}" dt="2022-09-30T07:28:45.705" v="971" actId="931"/>
          <ac:spMkLst>
            <pc:docMk/>
            <pc:sldMk cId="3167281788" sldId="268"/>
            <ac:spMk id="3" creationId="{6827322B-01D6-BD1D-1578-3D78D68C6E52}"/>
          </ac:spMkLst>
        </pc:spChg>
        <pc:picChg chg="add mod">
          <ac:chgData name="Sara Muneeb" userId="29b624b1-a719-43f5-9b52-388cd4043c04" providerId="ADAL" clId="{DB3F8C76-9E84-425C-958D-57243E72E246}" dt="2022-09-30T07:29:12.984" v="980" actId="1076"/>
          <ac:picMkLst>
            <pc:docMk/>
            <pc:sldMk cId="3167281788" sldId="268"/>
            <ac:picMk id="5" creationId="{8860F711-5D42-18EB-E55D-7389521AE9AE}"/>
          </ac:picMkLst>
        </pc:picChg>
        <pc:picChg chg="add mod">
          <ac:chgData name="Sara Muneeb" userId="29b624b1-a719-43f5-9b52-388cd4043c04" providerId="ADAL" clId="{DB3F8C76-9E84-425C-958D-57243E72E246}" dt="2022-09-30T07:29:10.395" v="979" actId="1076"/>
          <ac:picMkLst>
            <pc:docMk/>
            <pc:sldMk cId="3167281788" sldId="268"/>
            <ac:picMk id="7" creationId="{94309AF5-EA75-FA8A-B264-641632B8EAC9}"/>
          </ac:picMkLst>
        </pc:picChg>
      </pc:sldChg>
      <pc:sldChg chg="addSp delSp modSp new mod">
        <pc:chgData name="Sara Muneeb" userId="29b624b1-a719-43f5-9b52-388cd4043c04" providerId="ADAL" clId="{DB3F8C76-9E84-425C-958D-57243E72E246}" dt="2022-09-30T07:30:50.593" v="1011" actId="1076"/>
        <pc:sldMkLst>
          <pc:docMk/>
          <pc:sldMk cId="3448848701" sldId="269"/>
        </pc:sldMkLst>
        <pc:spChg chg="mod">
          <ac:chgData name="Sara Muneeb" userId="29b624b1-a719-43f5-9b52-388cd4043c04" providerId="ADAL" clId="{DB3F8C76-9E84-425C-958D-57243E72E246}" dt="2022-09-30T07:29:24.133" v="988" actId="20577"/>
          <ac:spMkLst>
            <pc:docMk/>
            <pc:sldMk cId="3448848701" sldId="269"/>
            <ac:spMk id="2" creationId="{DC9928DB-761C-C86A-6F55-2519438579FE}"/>
          </ac:spMkLst>
        </pc:spChg>
        <pc:spChg chg="del">
          <ac:chgData name="Sara Muneeb" userId="29b624b1-a719-43f5-9b52-388cd4043c04" providerId="ADAL" clId="{DB3F8C76-9E84-425C-958D-57243E72E246}" dt="2022-09-30T07:29:30.810" v="989" actId="931"/>
          <ac:spMkLst>
            <pc:docMk/>
            <pc:sldMk cId="3448848701" sldId="269"/>
            <ac:spMk id="3" creationId="{59165B4E-ABEB-3818-BD71-1BF1C9D3142D}"/>
          </ac:spMkLst>
        </pc:spChg>
        <pc:picChg chg="add mod modCrop">
          <ac:chgData name="Sara Muneeb" userId="29b624b1-a719-43f5-9b52-388cd4043c04" providerId="ADAL" clId="{DB3F8C76-9E84-425C-958D-57243E72E246}" dt="2022-09-30T07:30:50.593" v="1011" actId="1076"/>
          <ac:picMkLst>
            <pc:docMk/>
            <pc:sldMk cId="3448848701" sldId="269"/>
            <ac:picMk id="5" creationId="{5C22C30A-66AD-DAA1-0F07-764797943574}"/>
          </ac:picMkLst>
        </pc:picChg>
        <pc:picChg chg="add mod">
          <ac:chgData name="Sara Muneeb" userId="29b624b1-a719-43f5-9b52-388cd4043c04" providerId="ADAL" clId="{DB3F8C76-9E84-425C-958D-57243E72E246}" dt="2022-09-30T07:30:46.636" v="1010" actId="1076"/>
          <ac:picMkLst>
            <pc:docMk/>
            <pc:sldMk cId="3448848701" sldId="269"/>
            <ac:picMk id="6" creationId="{07B26EC4-FA25-BC71-3666-D2DEA2A89C24}"/>
          </ac:picMkLst>
        </pc:picChg>
      </pc:sldChg>
      <pc:sldChg chg="addSp delSp modSp new mod">
        <pc:chgData name="Sara Muneeb" userId="29b624b1-a719-43f5-9b52-388cd4043c04" providerId="ADAL" clId="{DB3F8C76-9E84-425C-958D-57243E72E246}" dt="2022-09-30T07:52:04.719" v="1167" actId="1076"/>
        <pc:sldMkLst>
          <pc:docMk/>
          <pc:sldMk cId="4245632414" sldId="270"/>
        </pc:sldMkLst>
        <pc:spChg chg="mod">
          <ac:chgData name="Sara Muneeb" userId="29b624b1-a719-43f5-9b52-388cd4043c04" providerId="ADAL" clId="{DB3F8C76-9E84-425C-958D-57243E72E246}" dt="2022-09-30T07:35:13.664" v="1022" actId="20577"/>
          <ac:spMkLst>
            <pc:docMk/>
            <pc:sldMk cId="4245632414" sldId="270"/>
            <ac:spMk id="2" creationId="{39BFB678-AAED-8080-783D-D871E3AAD5C8}"/>
          </ac:spMkLst>
        </pc:spChg>
        <pc:spChg chg="del">
          <ac:chgData name="Sara Muneeb" userId="29b624b1-a719-43f5-9b52-388cd4043c04" providerId="ADAL" clId="{DB3F8C76-9E84-425C-958D-57243E72E246}" dt="2022-09-30T07:30:08.323" v="995" actId="931"/>
          <ac:spMkLst>
            <pc:docMk/>
            <pc:sldMk cId="4245632414" sldId="270"/>
            <ac:spMk id="3" creationId="{EAE398E3-3FF9-EC30-0F19-D415569EF8D7}"/>
          </ac:spMkLst>
        </pc:spChg>
        <pc:spChg chg="add del mod">
          <ac:chgData name="Sara Muneeb" userId="29b624b1-a719-43f5-9b52-388cd4043c04" providerId="ADAL" clId="{DB3F8C76-9E84-425C-958D-57243E72E246}" dt="2022-09-30T07:31:08.510" v="1012" actId="931"/>
          <ac:spMkLst>
            <pc:docMk/>
            <pc:sldMk cId="4245632414" sldId="270"/>
            <ac:spMk id="7" creationId="{AED58527-A207-23F7-BE9D-C04219061144}"/>
          </ac:spMkLst>
        </pc:spChg>
        <pc:spChg chg="add mod">
          <ac:chgData name="Sara Muneeb" userId="29b624b1-a719-43f5-9b52-388cd4043c04" providerId="ADAL" clId="{DB3F8C76-9E84-425C-958D-57243E72E246}" dt="2022-09-30T07:52:04.719" v="1167" actId="1076"/>
          <ac:spMkLst>
            <pc:docMk/>
            <pc:sldMk cId="4245632414" sldId="270"/>
            <ac:spMk id="12" creationId="{E9CBC40E-595C-A5B8-809E-C916C99655A8}"/>
          </ac:spMkLst>
        </pc:spChg>
        <pc:spChg chg="add mod">
          <ac:chgData name="Sara Muneeb" userId="29b624b1-a719-43f5-9b52-388cd4043c04" providerId="ADAL" clId="{DB3F8C76-9E84-425C-958D-57243E72E246}" dt="2022-09-30T07:52:00.303" v="1166" actId="1076"/>
          <ac:spMkLst>
            <pc:docMk/>
            <pc:sldMk cId="4245632414" sldId="270"/>
            <ac:spMk id="13" creationId="{1D11ACA7-D9BD-0217-1C80-8E73E2BEDC20}"/>
          </ac:spMkLst>
        </pc:spChg>
        <pc:picChg chg="add del mod">
          <ac:chgData name="Sara Muneeb" userId="29b624b1-a719-43f5-9b52-388cd4043c04" providerId="ADAL" clId="{DB3F8C76-9E84-425C-958D-57243E72E246}" dt="2022-09-30T07:30:21.841" v="1001" actId="21"/>
          <ac:picMkLst>
            <pc:docMk/>
            <pc:sldMk cId="4245632414" sldId="270"/>
            <ac:picMk id="5" creationId="{D78B7DB6-BCE8-3B20-07A4-57D1693A7437}"/>
          </ac:picMkLst>
        </pc:picChg>
        <pc:picChg chg="add mod modCrop">
          <ac:chgData name="Sara Muneeb" userId="29b624b1-a719-43f5-9b52-388cd4043c04" providerId="ADAL" clId="{DB3F8C76-9E84-425C-958D-57243E72E246}" dt="2022-09-30T07:51:25.843" v="1143" actId="732"/>
          <ac:picMkLst>
            <pc:docMk/>
            <pc:sldMk cId="4245632414" sldId="270"/>
            <ac:picMk id="9" creationId="{1C327852-3661-F7BD-42A5-249DFC68948E}"/>
          </ac:picMkLst>
        </pc:picChg>
        <pc:picChg chg="add mod">
          <ac:chgData name="Sara Muneeb" userId="29b624b1-a719-43f5-9b52-388cd4043c04" providerId="ADAL" clId="{DB3F8C76-9E84-425C-958D-57243E72E246}" dt="2022-09-30T07:51:12.865" v="1141" actId="1076"/>
          <ac:picMkLst>
            <pc:docMk/>
            <pc:sldMk cId="4245632414" sldId="270"/>
            <ac:picMk id="11" creationId="{118B4784-1423-ECA2-F25B-0883652E7962}"/>
          </ac:picMkLst>
        </pc:picChg>
      </pc:sldChg>
      <pc:sldChg chg="addSp delSp modSp new mod modAnim">
        <pc:chgData name="Sara Muneeb" userId="29b624b1-a719-43f5-9b52-388cd4043c04" providerId="ADAL" clId="{DB3F8C76-9E84-425C-958D-57243E72E246}" dt="2022-09-30T07:45:06.046" v="1082"/>
        <pc:sldMkLst>
          <pc:docMk/>
          <pc:sldMk cId="4006803244" sldId="271"/>
        </pc:sldMkLst>
        <pc:spChg chg="mod">
          <ac:chgData name="Sara Muneeb" userId="29b624b1-a719-43f5-9b52-388cd4043c04" providerId="ADAL" clId="{DB3F8C76-9E84-425C-958D-57243E72E246}" dt="2022-09-30T07:43:40.653" v="1069" actId="20577"/>
          <ac:spMkLst>
            <pc:docMk/>
            <pc:sldMk cId="4006803244" sldId="271"/>
            <ac:spMk id="2" creationId="{9EB6A928-53BE-3E47-7722-9CAA1C5272DC}"/>
          </ac:spMkLst>
        </pc:spChg>
        <pc:spChg chg="del">
          <ac:chgData name="Sara Muneeb" userId="29b624b1-a719-43f5-9b52-388cd4043c04" providerId="ADAL" clId="{DB3F8C76-9E84-425C-958D-57243E72E246}" dt="2022-09-30T07:35:45.192" v="1024" actId="931"/>
          <ac:spMkLst>
            <pc:docMk/>
            <pc:sldMk cId="4006803244" sldId="271"/>
            <ac:spMk id="3" creationId="{6F21A77E-24ED-9AB4-8E9C-AADBFACF7579}"/>
          </ac:spMkLst>
        </pc:spChg>
        <pc:spChg chg="add del mod">
          <ac:chgData name="Sara Muneeb" userId="29b624b1-a719-43f5-9b52-388cd4043c04" providerId="ADAL" clId="{DB3F8C76-9E84-425C-958D-57243E72E246}" dt="2022-09-30T07:43:57.346" v="1071" actId="931"/>
          <ac:spMkLst>
            <pc:docMk/>
            <pc:sldMk cId="4006803244" sldId="271"/>
            <ac:spMk id="7" creationId="{A6DDAF87-E745-36B8-C36B-19C3694A682A}"/>
          </ac:spMkLst>
        </pc:spChg>
        <pc:spChg chg="add del mod">
          <ac:chgData name="Sara Muneeb" userId="29b624b1-a719-43f5-9b52-388cd4043c04" providerId="ADAL" clId="{DB3F8C76-9E84-425C-958D-57243E72E246}" dt="2022-09-30T07:44:10.680" v="1073" actId="931"/>
          <ac:spMkLst>
            <pc:docMk/>
            <pc:sldMk cId="4006803244" sldId="271"/>
            <ac:spMk id="11" creationId="{2A293B4C-C976-2A0D-6980-98E59C180DE1}"/>
          </ac:spMkLst>
        </pc:spChg>
        <pc:spChg chg="add mod">
          <ac:chgData name="Sara Muneeb" userId="29b624b1-a719-43f5-9b52-388cd4043c04" providerId="ADAL" clId="{DB3F8C76-9E84-425C-958D-57243E72E246}" dt="2022-09-30T07:44:47.067" v="1078" actId="208"/>
          <ac:spMkLst>
            <pc:docMk/>
            <pc:sldMk cId="4006803244" sldId="271"/>
            <ac:spMk id="14" creationId="{EE253486-8B85-A872-1C9F-A7B6C6E8F906}"/>
          </ac:spMkLst>
        </pc:spChg>
        <pc:picChg chg="add del mod modCrop">
          <ac:chgData name="Sara Muneeb" userId="29b624b1-a719-43f5-9b52-388cd4043c04" providerId="ADAL" clId="{DB3F8C76-9E84-425C-958D-57243E72E246}" dt="2022-09-30T07:43:36.746" v="1062" actId="478"/>
          <ac:picMkLst>
            <pc:docMk/>
            <pc:sldMk cId="4006803244" sldId="271"/>
            <ac:picMk id="5" creationId="{6D4DBFA4-4112-B1EA-D791-0E1D4E12CD10}"/>
          </ac:picMkLst>
        </pc:picChg>
        <pc:picChg chg="add del mod">
          <ac:chgData name="Sara Muneeb" userId="29b624b1-a719-43f5-9b52-388cd4043c04" providerId="ADAL" clId="{DB3F8C76-9E84-425C-958D-57243E72E246}" dt="2022-09-30T07:43:59.356" v="1072" actId="478"/>
          <ac:picMkLst>
            <pc:docMk/>
            <pc:sldMk cId="4006803244" sldId="271"/>
            <ac:picMk id="9" creationId="{A8174382-4BE4-9293-5825-20C41FE56DA7}"/>
          </ac:picMkLst>
        </pc:picChg>
        <pc:picChg chg="add mod">
          <ac:chgData name="Sara Muneeb" userId="29b624b1-a719-43f5-9b52-388cd4043c04" providerId="ADAL" clId="{DB3F8C76-9E84-425C-958D-57243E72E246}" dt="2022-09-30T07:45:02.381" v="1081" actId="1076"/>
          <ac:picMkLst>
            <pc:docMk/>
            <pc:sldMk cId="4006803244" sldId="271"/>
            <ac:picMk id="13" creationId="{595199DE-C673-B0A5-103B-FE9E7AAE3F9C}"/>
          </ac:picMkLst>
        </pc:picChg>
      </pc:sldChg>
      <pc:sldChg chg="addSp delSp modSp new mod modAnim">
        <pc:chgData name="Sara Muneeb" userId="29b624b1-a719-43f5-9b52-388cd4043c04" providerId="ADAL" clId="{DB3F8C76-9E84-425C-958D-57243E72E246}" dt="2022-09-30T07:47:21.780" v="1111"/>
        <pc:sldMkLst>
          <pc:docMk/>
          <pc:sldMk cId="1424118343" sldId="272"/>
        </pc:sldMkLst>
        <pc:spChg chg="mod">
          <ac:chgData name="Sara Muneeb" userId="29b624b1-a719-43f5-9b52-388cd4043c04" providerId="ADAL" clId="{DB3F8C76-9E84-425C-958D-57243E72E246}" dt="2022-09-30T07:45:19.373" v="1090" actId="20577"/>
          <ac:spMkLst>
            <pc:docMk/>
            <pc:sldMk cId="1424118343" sldId="272"/>
            <ac:spMk id="2" creationId="{11F82EBB-97B5-5317-D7D9-C3FF74AB159C}"/>
          </ac:spMkLst>
        </pc:spChg>
        <pc:spChg chg="del">
          <ac:chgData name="Sara Muneeb" userId="29b624b1-a719-43f5-9b52-388cd4043c04" providerId="ADAL" clId="{DB3F8C76-9E84-425C-958D-57243E72E246}" dt="2022-09-30T07:45:30.730" v="1091" actId="931"/>
          <ac:spMkLst>
            <pc:docMk/>
            <pc:sldMk cId="1424118343" sldId="272"/>
            <ac:spMk id="3" creationId="{DE600EFF-B9A6-C300-5101-EFAFF588EF67}"/>
          </ac:spMkLst>
        </pc:spChg>
        <pc:spChg chg="add mod">
          <ac:chgData name="Sara Muneeb" userId="29b624b1-a719-43f5-9b52-388cd4043c04" providerId="ADAL" clId="{DB3F8C76-9E84-425C-958D-57243E72E246}" dt="2022-09-30T07:47:01.264" v="1110" actId="1076"/>
          <ac:spMkLst>
            <pc:docMk/>
            <pc:sldMk cId="1424118343" sldId="272"/>
            <ac:spMk id="8" creationId="{22C7AC43-CE20-D134-3DF6-2B066D95DF0F}"/>
          </ac:spMkLst>
        </pc:spChg>
        <pc:picChg chg="add mod">
          <ac:chgData name="Sara Muneeb" userId="29b624b1-a719-43f5-9b52-388cd4043c04" providerId="ADAL" clId="{DB3F8C76-9E84-425C-958D-57243E72E246}" dt="2022-09-30T07:45:41.382" v="1094" actId="1076"/>
          <ac:picMkLst>
            <pc:docMk/>
            <pc:sldMk cId="1424118343" sldId="272"/>
            <ac:picMk id="5" creationId="{1D0A59BC-9F9A-387E-EE04-B7DDFEAB1290}"/>
          </ac:picMkLst>
        </pc:picChg>
        <pc:picChg chg="add mod">
          <ac:chgData name="Sara Muneeb" userId="29b624b1-a719-43f5-9b52-388cd4043c04" providerId="ADAL" clId="{DB3F8C76-9E84-425C-958D-57243E72E246}" dt="2022-09-30T07:46:53.889" v="1109" actId="1076"/>
          <ac:picMkLst>
            <pc:docMk/>
            <pc:sldMk cId="1424118343" sldId="272"/>
            <ac:picMk id="7" creationId="{D04346AB-343F-9E84-8293-706D714C95AA}"/>
          </ac:picMkLst>
        </pc:picChg>
      </pc:sldChg>
      <pc:sldChg chg="addSp delSp modSp new mod">
        <pc:chgData name="Sara Muneeb" userId="29b624b1-a719-43f5-9b52-388cd4043c04" providerId="ADAL" clId="{DB3F8C76-9E84-425C-958D-57243E72E246}" dt="2022-09-30T07:48:27.698" v="1122" actId="962"/>
        <pc:sldMkLst>
          <pc:docMk/>
          <pc:sldMk cId="999133735" sldId="273"/>
        </pc:sldMkLst>
        <pc:spChg chg="mod">
          <ac:chgData name="Sara Muneeb" userId="29b624b1-a719-43f5-9b52-388cd4043c04" providerId="ADAL" clId="{DB3F8C76-9E84-425C-958D-57243E72E246}" dt="2022-09-30T07:47:36.640" v="1118" actId="20577"/>
          <ac:spMkLst>
            <pc:docMk/>
            <pc:sldMk cId="999133735" sldId="273"/>
            <ac:spMk id="2" creationId="{3B1A46A0-76D4-1FAB-6D57-CEDDBAB9EFE5}"/>
          </ac:spMkLst>
        </pc:spChg>
        <pc:spChg chg="del">
          <ac:chgData name="Sara Muneeb" userId="29b624b1-a719-43f5-9b52-388cd4043c04" providerId="ADAL" clId="{DB3F8C76-9E84-425C-958D-57243E72E246}" dt="2022-09-30T07:48:21.221" v="1119" actId="931"/>
          <ac:spMkLst>
            <pc:docMk/>
            <pc:sldMk cId="999133735" sldId="273"/>
            <ac:spMk id="3" creationId="{40C80F07-923F-DAC0-E66A-4E761C1EFA9F}"/>
          </ac:spMkLst>
        </pc:spChg>
        <pc:picChg chg="add mod">
          <ac:chgData name="Sara Muneeb" userId="29b624b1-a719-43f5-9b52-388cd4043c04" providerId="ADAL" clId="{DB3F8C76-9E84-425C-958D-57243E72E246}" dt="2022-09-30T07:48:27.698" v="1122" actId="962"/>
          <ac:picMkLst>
            <pc:docMk/>
            <pc:sldMk cId="999133735" sldId="273"/>
            <ac:picMk id="5" creationId="{B6A8878A-4819-E5E1-E073-8D55060623ED}"/>
          </ac:picMkLst>
        </pc:picChg>
      </pc:sldChg>
      <pc:sldChg chg="addSp delSp modSp new mod">
        <pc:chgData name="Sara Muneeb" userId="29b624b1-a719-43f5-9b52-388cd4043c04" providerId="ADAL" clId="{DB3F8C76-9E84-425C-958D-57243E72E246}" dt="2022-09-30T07:48:46.183" v="1133" actId="962"/>
        <pc:sldMkLst>
          <pc:docMk/>
          <pc:sldMk cId="2742577211" sldId="274"/>
        </pc:sldMkLst>
        <pc:spChg chg="mod">
          <ac:chgData name="Sara Muneeb" userId="29b624b1-a719-43f5-9b52-388cd4043c04" providerId="ADAL" clId="{DB3F8C76-9E84-425C-958D-57243E72E246}" dt="2022-09-30T07:48:32.110" v="1130" actId="20577"/>
          <ac:spMkLst>
            <pc:docMk/>
            <pc:sldMk cId="2742577211" sldId="274"/>
            <ac:spMk id="2" creationId="{5B13115B-716B-37C0-785D-0C1C8079C1EA}"/>
          </ac:spMkLst>
        </pc:spChg>
        <pc:spChg chg="del">
          <ac:chgData name="Sara Muneeb" userId="29b624b1-a719-43f5-9b52-388cd4043c04" providerId="ADAL" clId="{DB3F8C76-9E84-425C-958D-57243E72E246}" dt="2022-09-30T07:48:44.983" v="1131" actId="931"/>
          <ac:spMkLst>
            <pc:docMk/>
            <pc:sldMk cId="2742577211" sldId="274"/>
            <ac:spMk id="3" creationId="{A68E1FED-515C-1666-4F62-D2D3D35AD6C7}"/>
          </ac:spMkLst>
        </pc:spChg>
        <pc:picChg chg="add mod">
          <ac:chgData name="Sara Muneeb" userId="29b624b1-a719-43f5-9b52-388cd4043c04" providerId="ADAL" clId="{DB3F8C76-9E84-425C-958D-57243E72E246}" dt="2022-09-30T07:48:46.183" v="1133" actId="962"/>
          <ac:picMkLst>
            <pc:docMk/>
            <pc:sldMk cId="2742577211" sldId="274"/>
            <ac:picMk id="5" creationId="{CCD98EC6-F883-A72F-C242-88AC3512E466}"/>
          </ac:picMkLst>
        </pc:picChg>
      </pc:sldChg>
      <pc:sldChg chg="addSp modSp new mod">
        <pc:chgData name="Sara Muneeb" userId="29b624b1-a719-43f5-9b52-388cd4043c04" providerId="ADAL" clId="{DB3F8C76-9E84-425C-958D-57243E72E246}" dt="2022-09-30T08:35:04.424" v="1259" actId="1076"/>
        <pc:sldMkLst>
          <pc:docMk/>
          <pc:sldMk cId="3394791061" sldId="275"/>
        </pc:sldMkLst>
        <pc:spChg chg="mod">
          <ac:chgData name="Sara Muneeb" userId="29b624b1-a719-43f5-9b52-388cd4043c04" providerId="ADAL" clId="{DB3F8C76-9E84-425C-958D-57243E72E246}" dt="2022-09-30T07:53:29.945" v="1174" actId="20577"/>
          <ac:spMkLst>
            <pc:docMk/>
            <pc:sldMk cId="3394791061" sldId="275"/>
            <ac:spMk id="2" creationId="{F44ABA31-794F-4BD6-8D92-B7D1C1B8A392}"/>
          </ac:spMkLst>
        </pc:spChg>
        <pc:spChg chg="mod">
          <ac:chgData name="Sara Muneeb" userId="29b624b1-a719-43f5-9b52-388cd4043c04" providerId="ADAL" clId="{DB3F8C76-9E84-425C-958D-57243E72E246}" dt="2022-09-30T08:34:57.396" v="1258" actId="207"/>
          <ac:spMkLst>
            <pc:docMk/>
            <pc:sldMk cId="3394791061" sldId="275"/>
            <ac:spMk id="3" creationId="{A778FDB5-F19B-32BF-004F-16E319FF8A7D}"/>
          </ac:spMkLst>
        </pc:spChg>
        <pc:picChg chg="add mod">
          <ac:chgData name="Sara Muneeb" userId="29b624b1-a719-43f5-9b52-388cd4043c04" providerId="ADAL" clId="{DB3F8C76-9E84-425C-958D-57243E72E246}" dt="2022-09-30T08:35:04.424" v="1259" actId="1076"/>
          <ac:picMkLst>
            <pc:docMk/>
            <pc:sldMk cId="3394791061" sldId="275"/>
            <ac:picMk id="3074" creationId="{AC5D098A-E968-A073-061D-C8F0E69180A6}"/>
          </ac:picMkLst>
        </pc:picChg>
      </pc:sldChg>
      <pc:sldChg chg="addSp modSp new mod">
        <pc:chgData name="Sara Muneeb" userId="29b624b1-a719-43f5-9b52-388cd4043c04" providerId="ADAL" clId="{DB3F8C76-9E84-425C-958D-57243E72E246}" dt="2022-09-30T09:29:17.784" v="1648" actId="1076"/>
        <pc:sldMkLst>
          <pc:docMk/>
          <pc:sldMk cId="2278341385" sldId="276"/>
        </pc:sldMkLst>
        <pc:spChg chg="mod">
          <ac:chgData name="Sara Muneeb" userId="29b624b1-a719-43f5-9b52-388cd4043c04" providerId="ADAL" clId="{DB3F8C76-9E84-425C-958D-57243E72E246}" dt="2022-09-30T08:37:24.953" v="1366" actId="27636"/>
          <ac:spMkLst>
            <pc:docMk/>
            <pc:sldMk cId="2278341385" sldId="276"/>
            <ac:spMk id="2" creationId="{53243FD3-1EBC-EF79-D98D-83E32758046E}"/>
          </ac:spMkLst>
        </pc:spChg>
        <pc:spChg chg="mod">
          <ac:chgData name="Sara Muneeb" userId="29b624b1-a719-43f5-9b52-388cd4043c04" providerId="ADAL" clId="{DB3F8C76-9E84-425C-958D-57243E72E246}" dt="2022-09-30T09:29:13.722" v="1647" actId="404"/>
          <ac:spMkLst>
            <pc:docMk/>
            <pc:sldMk cId="2278341385" sldId="276"/>
            <ac:spMk id="3" creationId="{A1F344B6-3358-9FD9-DD5A-21060195BD6A}"/>
          </ac:spMkLst>
        </pc:spChg>
        <pc:picChg chg="add mod">
          <ac:chgData name="Sara Muneeb" userId="29b624b1-a719-43f5-9b52-388cd4043c04" providerId="ADAL" clId="{DB3F8C76-9E84-425C-958D-57243E72E246}" dt="2022-09-30T09:29:17.784" v="1648" actId="1076"/>
          <ac:picMkLst>
            <pc:docMk/>
            <pc:sldMk cId="2278341385" sldId="276"/>
            <ac:picMk id="4098" creationId="{24D75010-A97B-5A1D-215C-07DC08DF8B98}"/>
          </ac:picMkLst>
        </pc:picChg>
      </pc:sldChg>
      <pc:sldChg chg="addSp delSp modSp new mod">
        <pc:chgData name="Sara Muneeb" userId="29b624b1-a719-43f5-9b52-388cd4043c04" providerId="ADAL" clId="{DB3F8C76-9E84-425C-958D-57243E72E246}" dt="2022-09-30T09:32:58.463" v="1663" actId="1076"/>
        <pc:sldMkLst>
          <pc:docMk/>
          <pc:sldMk cId="1238051902" sldId="277"/>
        </pc:sldMkLst>
        <pc:spChg chg="mod">
          <ac:chgData name="Sara Muneeb" userId="29b624b1-a719-43f5-9b52-388cd4043c04" providerId="ADAL" clId="{DB3F8C76-9E84-425C-958D-57243E72E246}" dt="2022-09-30T09:29:58" v="1656" actId="20577"/>
          <ac:spMkLst>
            <pc:docMk/>
            <pc:sldMk cId="1238051902" sldId="277"/>
            <ac:spMk id="2" creationId="{CEC39E0F-20CB-CB55-2ED6-EC37245A60EB}"/>
          </ac:spMkLst>
        </pc:spChg>
        <pc:spChg chg="del mod">
          <ac:chgData name="Sara Muneeb" userId="29b624b1-a719-43f5-9b52-388cd4043c04" providerId="ADAL" clId="{DB3F8C76-9E84-425C-958D-57243E72E246}" dt="2022-09-30T09:30:16.645" v="1658" actId="22"/>
          <ac:spMkLst>
            <pc:docMk/>
            <pc:sldMk cId="1238051902" sldId="277"/>
            <ac:spMk id="3" creationId="{26C0DABC-A2D0-EE9F-C513-7AD872F24FB6}"/>
          </ac:spMkLst>
        </pc:spChg>
        <pc:spChg chg="add del mod">
          <ac:chgData name="Sara Muneeb" userId="29b624b1-a719-43f5-9b52-388cd4043c04" providerId="ADAL" clId="{DB3F8C76-9E84-425C-958D-57243E72E246}" dt="2022-09-30T09:32:53.178" v="1662" actId="478"/>
          <ac:spMkLst>
            <pc:docMk/>
            <pc:sldMk cId="1238051902" sldId="277"/>
            <ac:spMk id="9" creationId="{1A250871-A4CF-46DA-3F3C-3CA171C432DE}"/>
          </ac:spMkLst>
        </pc:spChg>
        <pc:picChg chg="add del mod ord">
          <ac:chgData name="Sara Muneeb" userId="29b624b1-a719-43f5-9b52-388cd4043c04" providerId="ADAL" clId="{DB3F8C76-9E84-425C-958D-57243E72E246}" dt="2022-09-30T09:32:44.786" v="1661" actId="478"/>
          <ac:picMkLst>
            <pc:docMk/>
            <pc:sldMk cId="1238051902" sldId="277"/>
            <ac:picMk id="5" creationId="{0332B971-3DD9-384F-39B9-F4BB1EC93D03}"/>
          </ac:picMkLst>
        </pc:picChg>
        <pc:picChg chg="add mod">
          <ac:chgData name="Sara Muneeb" userId="29b624b1-a719-43f5-9b52-388cd4043c04" providerId="ADAL" clId="{DB3F8C76-9E84-425C-958D-57243E72E246}" dt="2022-09-30T09:32:58.463" v="1663" actId="1076"/>
          <ac:picMkLst>
            <pc:docMk/>
            <pc:sldMk cId="1238051902" sldId="277"/>
            <ac:picMk id="7" creationId="{EB768C8D-0F7A-BE74-050D-242454231168}"/>
          </ac:picMkLst>
        </pc:picChg>
      </pc:sldChg>
      <pc:sldChg chg="addSp delSp modSp new mod">
        <pc:chgData name="Sara Muneeb" userId="29b624b1-a719-43f5-9b52-388cd4043c04" providerId="ADAL" clId="{DB3F8C76-9E84-425C-958D-57243E72E246}" dt="2022-09-30T09:35:37.845" v="1687" actId="1076"/>
        <pc:sldMkLst>
          <pc:docMk/>
          <pc:sldMk cId="1237888567" sldId="278"/>
        </pc:sldMkLst>
        <pc:spChg chg="mod">
          <ac:chgData name="Sara Muneeb" userId="29b624b1-a719-43f5-9b52-388cd4043c04" providerId="ADAL" clId="{DB3F8C76-9E84-425C-958D-57243E72E246}" dt="2022-09-30T09:34:59.194" v="1671" actId="20577"/>
          <ac:spMkLst>
            <pc:docMk/>
            <pc:sldMk cId="1237888567" sldId="278"/>
            <ac:spMk id="2" creationId="{BC73BCD1-F9C1-E666-21CE-8BCCB8375639}"/>
          </ac:spMkLst>
        </pc:spChg>
        <pc:spChg chg="del">
          <ac:chgData name="Sara Muneeb" userId="29b624b1-a719-43f5-9b52-388cd4043c04" providerId="ADAL" clId="{DB3F8C76-9E84-425C-958D-57243E72E246}" dt="2022-09-30T09:35:08.534" v="1672" actId="931"/>
          <ac:spMkLst>
            <pc:docMk/>
            <pc:sldMk cId="1237888567" sldId="278"/>
            <ac:spMk id="3" creationId="{C12A84B6-068C-99EF-2C74-E2ABEAE1FAE9}"/>
          </ac:spMkLst>
        </pc:spChg>
        <pc:picChg chg="add mod">
          <ac:chgData name="Sara Muneeb" userId="29b624b1-a719-43f5-9b52-388cd4043c04" providerId="ADAL" clId="{DB3F8C76-9E84-425C-958D-57243E72E246}" dt="2022-09-30T09:35:37.845" v="1687" actId="1076"/>
          <ac:picMkLst>
            <pc:docMk/>
            <pc:sldMk cId="1237888567" sldId="278"/>
            <ac:picMk id="5" creationId="{7CD2090F-A4DF-7FED-6A50-FA104D16022B}"/>
          </ac:picMkLst>
        </pc:picChg>
        <pc:picChg chg="add mod">
          <ac:chgData name="Sara Muneeb" userId="29b624b1-a719-43f5-9b52-388cd4043c04" providerId="ADAL" clId="{DB3F8C76-9E84-425C-958D-57243E72E246}" dt="2022-09-30T09:35:34.744" v="1686" actId="1076"/>
          <ac:picMkLst>
            <pc:docMk/>
            <pc:sldMk cId="1237888567" sldId="278"/>
            <ac:picMk id="7" creationId="{32DDC936-90F8-3629-706F-43DAEA768688}"/>
          </ac:picMkLst>
        </pc:picChg>
      </pc:sldChg>
      <pc:sldChg chg="addSp delSp modSp new del mod">
        <pc:chgData name="Sara Muneeb" userId="29b624b1-a719-43f5-9b52-388cd4043c04" providerId="ADAL" clId="{DB3F8C76-9E84-425C-958D-57243E72E246}" dt="2022-09-30T09:37:00.477" v="1721" actId="47"/>
        <pc:sldMkLst>
          <pc:docMk/>
          <pc:sldMk cId="24293221" sldId="279"/>
        </pc:sldMkLst>
        <pc:spChg chg="mod">
          <ac:chgData name="Sara Muneeb" userId="29b624b1-a719-43f5-9b52-388cd4043c04" providerId="ADAL" clId="{DB3F8C76-9E84-425C-958D-57243E72E246}" dt="2022-09-30T09:35:57.088" v="1717" actId="20577"/>
          <ac:spMkLst>
            <pc:docMk/>
            <pc:sldMk cId="24293221" sldId="279"/>
            <ac:spMk id="2" creationId="{588ED398-42EE-233A-28EC-487A56D66029}"/>
          </ac:spMkLst>
        </pc:spChg>
        <pc:picChg chg="add del">
          <ac:chgData name="Sara Muneeb" userId="29b624b1-a719-43f5-9b52-388cd4043c04" providerId="ADAL" clId="{DB3F8C76-9E84-425C-958D-57243E72E246}" dt="2022-09-30T09:36:48.603" v="1719" actId="22"/>
          <ac:picMkLst>
            <pc:docMk/>
            <pc:sldMk cId="24293221" sldId="279"/>
            <ac:picMk id="5" creationId="{00BAAE01-767D-4091-6F4E-6EC0CE92A487}"/>
          </ac:picMkLst>
        </pc:picChg>
      </pc:sldChg>
      <pc:sldChg chg="addSp delSp modSp add mod ord">
        <pc:chgData name="Sara Muneeb" userId="29b624b1-a719-43f5-9b52-388cd4043c04" providerId="ADAL" clId="{DB3F8C76-9E84-425C-958D-57243E72E246}" dt="2022-09-30T10:35:34.372" v="1771" actId="207"/>
        <pc:sldMkLst>
          <pc:docMk/>
          <pc:sldMk cId="3087496290" sldId="280"/>
        </pc:sldMkLst>
        <pc:spChg chg="mod">
          <ac:chgData name="Sara Muneeb" userId="29b624b1-a719-43f5-9b52-388cd4043c04" providerId="ADAL" clId="{DB3F8C76-9E84-425C-958D-57243E72E246}" dt="2022-09-30T09:37:18.968" v="1745" actId="21"/>
          <ac:spMkLst>
            <pc:docMk/>
            <pc:sldMk cId="3087496290" sldId="280"/>
            <ac:spMk id="2" creationId="{00000000-0000-0000-0000-000000000000}"/>
          </ac:spMkLst>
        </pc:spChg>
        <pc:spChg chg="add del mod">
          <ac:chgData name="Sara Muneeb" userId="29b624b1-a719-43f5-9b52-388cd4043c04" providerId="ADAL" clId="{DB3F8C76-9E84-425C-958D-57243E72E246}" dt="2022-09-30T09:38:32.952" v="1752" actId="478"/>
          <ac:spMkLst>
            <pc:docMk/>
            <pc:sldMk cId="3087496290" sldId="280"/>
            <ac:spMk id="3" creationId="{71373625-5279-19D1-8D79-2976E9CEBC08}"/>
          </ac:spMkLst>
        </pc:spChg>
        <pc:spChg chg="add mod">
          <ac:chgData name="Sara Muneeb" userId="29b624b1-a719-43f5-9b52-388cd4043c04" providerId="ADAL" clId="{DB3F8C76-9E84-425C-958D-57243E72E246}" dt="2022-09-30T10:35:34.372" v="1771" actId="207"/>
          <ac:spMkLst>
            <pc:docMk/>
            <pc:sldMk cId="3087496290" sldId="280"/>
            <ac:spMk id="4" creationId="{EE0A407C-4F82-C6AA-4743-F08CA2DB49D7}"/>
          </ac:spMkLst>
        </pc:spChg>
        <pc:picChg chg="add mod">
          <ac:chgData name="Sara Muneeb" userId="29b624b1-a719-43f5-9b52-388cd4043c04" providerId="ADAL" clId="{DB3F8C76-9E84-425C-958D-57243E72E246}" dt="2022-09-30T10:35:04.850" v="1769" actId="1076"/>
          <ac:picMkLst>
            <pc:docMk/>
            <pc:sldMk cId="3087496290" sldId="280"/>
            <ac:picMk id="5" creationId="{08F8134F-F3AE-4493-CA39-43E5BF9FD8AD}"/>
          </ac:picMkLst>
        </pc:picChg>
        <pc:picChg chg="add del mod">
          <ac:chgData name="Sara Muneeb" userId="29b624b1-a719-43f5-9b52-388cd4043c04" providerId="ADAL" clId="{DB3F8C76-9E84-425C-958D-57243E72E246}" dt="2022-09-30T09:38:37.453" v="1753" actId="21"/>
          <ac:picMkLst>
            <pc:docMk/>
            <pc:sldMk cId="3087496290" sldId="280"/>
            <ac:picMk id="8195" creationId="{00000000-0000-0000-0000-000000000000}"/>
          </ac:picMkLst>
        </pc:picChg>
      </pc:sldChg>
      <pc:sldChg chg="addSp delSp modSp add del ord">
        <pc:chgData name="Sara Muneeb" userId="29b624b1-a719-43f5-9b52-388cd4043c04" providerId="ADAL" clId="{DB3F8C76-9E84-425C-958D-57243E72E246}" dt="2022-10-05T09:38:35.379" v="4006" actId="47"/>
        <pc:sldMkLst>
          <pc:docMk/>
          <pc:sldMk cId="682799263" sldId="281"/>
        </pc:sldMkLst>
        <pc:picChg chg="add del mod">
          <ac:chgData name="Sara Muneeb" userId="29b624b1-a719-43f5-9b52-388cd4043c04" providerId="ADAL" clId="{DB3F8C76-9E84-425C-958D-57243E72E246}" dt="2022-09-30T10:34:59.864" v="1767" actId="21"/>
          <ac:picMkLst>
            <pc:docMk/>
            <pc:sldMk cId="682799263" sldId="281"/>
            <ac:picMk id="3" creationId="{A25269C2-7BCD-5DFB-CC99-FF92629A15BB}"/>
          </ac:picMkLst>
        </pc:picChg>
      </pc:sldChg>
      <pc:sldChg chg="add del">
        <pc:chgData name="Sara Muneeb" userId="29b624b1-a719-43f5-9b52-388cd4043c04" providerId="ADAL" clId="{DB3F8C76-9E84-425C-958D-57243E72E246}" dt="2022-10-03T08:55:36.018" v="2985" actId="47"/>
        <pc:sldMkLst>
          <pc:docMk/>
          <pc:sldMk cId="2342829795" sldId="282"/>
        </pc:sldMkLst>
      </pc:sldChg>
      <pc:sldChg chg="add del">
        <pc:chgData name="Sara Muneeb" userId="29b624b1-a719-43f5-9b52-388cd4043c04" providerId="ADAL" clId="{DB3F8C76-9E84-425C-958D-57243E72E246}" dt="2022-09-30T10:36:19.593" v="1774" actId="47"/>
        <pc:sldMkLst>
          <pc:docMk/>
          <pc:sldMk cId="2989175404" sldId="282"/>
        </pc:sldMkLst>
      </pc:sldChg>
      <pc:sldChg chg="add del ord">
        <pc:chgData name="Sara Muneeb" userId="29b624b1-a719-43f5-9b52-388cd4043c04" providerId="ADAL" clId="{DB3F8C76-9E84-425C-958D-57243E72E246}" dt="2022-10-03T09:02:47.954" v="3023" actId="47"/>
        <pc:sldMkLst>
          <pc:docMk/>
          <pc:sldMk cId="84272025" sldId="283"/>
        </pc:sldMkLst>
      </pc:sldChg>
      <pc:sldChg chg="add del">
        <pc:chgData name="Sara Muneeb" userId="29b624b1-a719-43f5-9b52-388cd4043c04" providerId="ADAL" clId="{DB3F8C76-9E84-425C-958D-57243E72E246}" dt="2022-09-30T10:36:21.754" v="1775" actId="47"/>
        <pc:sldMkLst>
          <pc:docMk/>
          <pc:sldMk cId="642507062" sldId="283"/>
        </pc:sldMkLst>
      </pc:sldChg>
      <pc:sldChg chg="modSp add mod ord">
        <pc:chgData name="Sara Muneeb" userId="29b624b1-a719-43f5-9b52-388cd4043c04" providerId="ADAL" clId="{DB3F8C76-9E84-425C-958D-57243E72E246}" dt="2022-09-30T10:37:04.438" v="1780"/>
        <pc:sldMkLst>
          <pc:docMk/>
          <pc:sldMk cId="938039169" sldId="284"/>
        </pc:sldMkLst>
        <pc:spChg chg="mod">
          <ac:chgData name="Sara Muneeb" userId="29b624b1-a719-43f5-9b52-388cd4043c04" providerId="ADAL" clId="{DB3F8C76-9E84-425C-958D-57243E72E246}" dt="2022-09-30T10:36:28.335" v="1776" actId="20577"/>
          <ac:spMkLst>
            <pc:docMk/>
            <pc:sldMk cId="938039169" sldId="284"/>
            <ac:spMk id="2" creationId="{00000000-0000-0000-0000-000000000000}"/>
          </ac:spMkLst>
        </pc:spChg>
      </pc:sldChg>
      <pc:sldChg chg="addSp delSp modSp add del">
        <pc:chgData name="Sara Muneeb" userId="29b624b1-a719-43f5-9b52-388cd4043c04" providerId="ADAL" clId="{DB3F8C76-9E84-425C-958D-57243E72E246}" dt="2022-09-30T10:44:00.240" v="1919" actId="47"/>
        <pc:sldMkLst>
          <pc:docMk/>
          <pc:sldMk cId="1064415316" sldId="285"/>
        </pc:sldMkLst>
        <pc:spChg chg="add mod">
          <ac:chgData name="Sara Muneeb" userId="29b624b1-a719-43f5-9b52-388cd4043c04" providerId="ADAL" clId="{DB3F8C76-9E84-425C-958D-57243E72E246}" dt="2022-09-30T10:43:46.086" v="1915" actId="21"/>
          <ac:spMkLst>
            <pc:docMk/>
            <pc:sldMk cId="1064415316" sldId="285"/>
            <ac:spMk id="3" creationId="{79E5B953-B904-86A0-81B6-ECD65CA80F6F}"/>
          </ac:spMkLst>
        </pc:spChg>
        <pc:picChg chg="del">
          <ac:chgData name="Sara Muneeb" userId="29b624b1-a719-43f5-9b52-388cd4043c04" providerId="ADAL" clId="{DB3F8C76-9E84-425C-958D-57243E72E246}" dt="2022-09-30T10:43:46.086" v="1915" actId="21"/>
          <ac:picMkLst>
            <pc:docMk/>
            <pc:sldMk cId="1064415316" sldId="285"/>
            <ac:picMk id="14338" creationId="{00000000-0000-0000-0000-000000000000}"/>
          </ac:picMkLst>
        </pc:picChg>
      </pc:sldChg>
      <pc:sldChg chg="modSp add mod">
        <pc:chgData name="Sara Muneeb" userId="29b624b1-a719-43f5-9b52-388cd4043c04" providerId="ADAL" clId="{DB3F8C76-9E84-425C-958D-57243E72E246}" dt="2022-09-30T10:44:58.715" v="1952" actId="1076"/>
        <pc:sldMkLst>
          <pc:docMk/>
          <pc:sldMk cId="2063745838" sldId="286"/>
        </pc:sldMkLst>
        <pc:spChg chg="mod">
          <ac:chgData name="Sara Muneeb" userId="29b624b1-a719-43f5-9b52-388cd4043c04" providerId="ADAL" clId="{DB3F8C76-9E84-425C-958D-57243E72E246}" dt="2022-09-30T10:44:09.257" v="1928" actId="20577"/>
          <ac:spMkLst>
            <pc:docMk/>
            <pc:sldMk cId="2063745838" sldId="286"/>
            <ac:spMk id="2" creationId="{00000000-0000-0000-0000-000000000000}"/>
          </ac:spMkLst>
        </pc:spChg>
        <pc:picChg chg="mod">
          <ac:chgData name="Sara Muneeb" userId="29b624b1-a719-43f5-9b52-388cd4043c04" providerId="ADAL" clId="{DB3F8C76-9E84-425C-958D-57243E72E246}" dt="2022-09-30T10:44:58.715" v="1952" actId="1076"/>
          <ac:picMkLst>
            <pc:docMk/>
            <pc:sldMk cId="2063745838" sldId="286"/>
            <ac:picMk id="15362" creationId="{00000000-0000-0000-0000-000000000000}"/>
          </ac:picMkLst>
        </pc:picChg>
      </pc:sldChg>
      <pc:sldChg chg="modSp add mod">
        <pc:chgData name="Sara Muneeb" userId="29b624b1-a719-43f5-9b52-388cd4043c04" providerId="ADAL" clId="{DB3F8C76-9E84-425C-958D-57243E72E246}" dt="2022-09-30T10:44:14.885" v="1937" actId="20577"/>
        <pc:sldMkLst>
          <pc:docMk/>
          <pc:sldMk cId="1044308845" sldId="287"/>
        </pc:sldMkLst>
        <pc:spChg chg="mod">
          <ac:chgData name="Sara Muneeb" userId="29b624b1-a719-43f5-9b52-388cd4043c04" providerId="ADAL" clId="{DB3F8C76-9E84-425C-958D-57243E72E246}" dt="2022-09-30T10:44:14.885" v="1937" actId="20577"/>
          <ac:spMkLst>
            <pc:docMk/>
            <pc:sldMk cId="1044308845" sldId="287"/>
            <ac:spMk id="2" creationId="{00000000-0000-0000-0000-000000000000}"/>
          </ac:spMkLst>
        </pc:spChg>
      </pc:sldChg>
      <pc:sldChg chg="addSp delSp modSp add del mod ord">
        <pc:chgData name="Sara Muneeb" userId="29b624b1-a719-43f5-9b52-388cd4043c04" providerId="ADAL" clId="{DB3F8C76-9E84-425C-958D-57243E72E246}" dt="2022-10-03T08:59:50.467" v="3012" actId="47"/>
        <pc:sldMkLst>
          <pc:docMk/>
          <pc:sldMk cId="879983306" sldId="288"/>
        </pc:sldMkLst>
        <pc:picChg chg="add del mod">
          <ac:chgData name="Sara Muneeb" userId="29b624b1-a719-43f5-9b52-388cd4043c04" providerId="ADAL" clId="{DB3F8C76-9E84-425C-958D-57243E72E246}" dt="2022-10-03T08:55:17.380" v="2979" actId="21"/>
          <ac:picMkLst>
            <pc:docMk/>
            <pc:sldMk cId="879983306" sldId="288"/>
            <ac:picMk id="3" creationId="{1DC4E51A-7B2B-4B26-89F4-CC4280598BC8}"/>
          </ac:picMkLst>
        </pc:picChg>
        <pc:picChg chg="mod">
          <ac:chgData name="Sara Muneeb" userId="29b624b1-a719-43f5-9b52-388cd4043c04" providerId="ADAL" clId="{DB3F8C76-9E84-425C-958D-57243E72E246}" dt="2022-10-03T08:55:30.621" v="2983" actId="1076"/>
          <ac:picMkLst>
            <pc:docMk/>
            <pc:sldMk cId="879983306" sldId="288"/>
            <ac:picMk id="2050" creationId="{00000000-0000-0000-0000-000000000000}"/>
          </ac:picMkLst>
        </pc:picChg>
      </pc:sldChg>
      <pc:sldChg chg="addSp delSp modSp add del mod ord">
        <pc:chgData name="Sara Muneeb" userId="29b624b1-a719-43f5-9b52-388cd4043c04" providerId="ADAL" clId="{DB3F8C76-9E84-425C-958D-57243E72E246}" dt="2022-10-03T08:59:54.890" v="3014"/>
        <pc:sldMkLst>
          <pc:docMk/>
          <pc:sldMk cId="1104968559" sldId="289"/>
        </pc:sldMkLst>
        <pc:picChg chg="add del mod">
          <ac:chgData name="Sara Muneeb" userId="29b624b1-a719-43f5-9b52-388cd4043c04" providerId="ADAL" clId="{DB3F8C76-9E84-425C-958D-57243E72E246}" dt="2022-10-03T08:56:32.827" v="2990" actId="21"/>
          <ac:picMkLst>
            <pc:docMk/>
            <pc:sldMk cId="1104968559" sldId="289"/>
            <ac:picMk id="4" creationId="{1710497A-8DD6-7A9C-494C-0DE7430E6B1C}"/>
          </ac:picMkLst>
        </pc:picChg>
        <pc:picChg chg="mod">
          <ac:chgData name="Sara Muneeb" userId="29b624b1-a719-43f5-9b52-388cd4043c04" providerId="ADAL" clId="{DB3F8C76-9E84-425C-958D-57243E72E246}" dt="2022-10-03T08:54:51.622" v="2972" actId="1076"/>
          <ac:picMkLst>
            <pc:docMk/>
            <pc:sldMk cId="1104968559" sldId="289"/>
            <ac:picMk id="3074" creationId="{00000000-0000-0000-0000-000000000000}"/>
          </ac:picMkLst>
        </pc:picChg>
        <pc:picChg chg="mod">
          <ac:chgData name="Sara Muneeb" userId="29b624b1-a719-43f5-9b52-388cd4043c04" providerId="ADAL" clId="{DB3F8C76-9E84-425C-958D-57243E72E246}" dt="2022-10-03T08:54:40.915" v="2969" actId="14100"/>
          <ac:picMkLst>
            <pc:docMk/>
            <pc:sldMk cId="1104968559" sldId="289"/>
            <ac:picMk id="3075" creationId="{00000000-0000-0000-0000-000000000000}"/>
          </ac:picMkLst>
        </pc:picChg>
      </pc:sldChg>
      <pc:sldChg chg="add">
        <pc:chgData name="Sara Muneeb" userId="29b624b1-a719-43f5-9b52-388cd4043c04" providerId="ADAL" clId="{DB3F8C76-9E84-425C-958D-57243E72E246}" dt="2022-10-03T08:41:05.849" v="2745"/>
        <pc:sldMkLst>
          <pc:docMk/>
          <pc:sldMk cId="52606917" sldId="292"/>
        </pc:sldMkLst>
      </pc:sldChg>
      <pc:sldChg chg="modSp add mod">
        <pc:chgData name="Sara Muneeb" userId="29b624b1-a719-43f5-9b52-388cd4043c04" providerId="ADAL" clId="{DB3F8C76-9E84-425C-958D-57243E72E246}" dt="2022-09-30T10:44:23.212" v="1945" actId="20577"/>
        <pc:sldMkLst>
          <pc:docMk/>
          <pc:sldMk cId="1356901708" sldId="293"/>
        </pc:sldMkLst>
        <pc:spChg chg="mod">
          <ac:chgData name="Sara Muneeb" userId="29b624b1-a719-43f5-9b52-388cd4043c04" providerId="ADAL" clId="{DB3F8C76-9E84-425C-958D-57243E72E246}" dt="2022-09-30T10:44:23.212" v="1945" actId="20577"/>
          <ac:spMkLst>
            <pc:docMk/>
            <pc:sldMk cId="1356901708" sldId="293"/>
            <ac:spMk id="2" creationId="{00000000-0000-0000-0000-000000000000}"/>
          </ac:spMkLst>
        </pc:spChg>
      </pc:sldChg>
      <pc:sldChg chg="modSp add">
        <pc:chgData name="Sara Muneeb" userId="29b624b1-a719-43f5-9b52-388cd4043c04" providerId="ADAL" clId="{DB3F8C76-9E84-425C-958D-57243E72E246}" dt="2022-09-30T10:44:38.471" v="1947" actId="1076"/>
        <pc:sldMkLst>
          <pc:docMk/>
          <pc:sldMk cId="3263305752" sldId="294"/>
        </pc:sldMkLst>
        <pc:picChg chg="mod">
          <ac:chgData name="Sara Muneeb" userId="29b624b1-a719-43f5-9b52-388cd4043c04" providerId="ADAL" clId="{DB3F8C76-9E84-425C-958D-57243E72E246}" dt="2022-09-30T10:44:38.471" v="1947" actId="1076"/>
          <ac:picMkLst>
            <pc:docMk/>
            <pc:sldMk cId="3263305752" sldId="294"/>
            <ac:picMk id="17410" creationId="{00000000-0000-0000-0000-000000000000}"/>
          </ac:picMkLst>
        </pc:picChg>
      </pc:sldChg>
      <pc:sldChg chg="modSp add">
        <pc:chgData name="Sara Muneeb" userId="29b624b1-a719-43f5-9b52-388cd4043c04" providerId="ADAL" clId="{DB3F8C76-9E84-425C-958D-57243E72E246}" dt="2022-09-30T10:44:46.999" v="1949" actId="1076"/>
        <pc:sldMkLst>
          <pc:docMk/>
          <pc:sldMk cId="415582154" sldId="295"/>
        </pc:sldMkLst>
        <pc:picChg chg="mod">
          <ac:chgData name="Sara Muneeb" userId="29b624b1-a719-43f5-9b52-388cd4043c04" providerId="ADAL" clId="{DB3F8C76-9E84-425C-958D-57243E72E246}" dt="2022-09-30T10:44:46.999" v="1949" actId="1076"/>
          <ac:picMkLst>
            <pc:docMk/>
            <pc:sldMk cId="415582154" sldId="295"/>
            <ac:picMk id="18435" creationId="{00000000-0000-0000-0000-000000000000}"/>
          </ac:picMkLst>
        </pc:picChg>
      </pc:sldChg>
      <pc:sldChg chg="modSp add">
        <pc:chgData name="Sara Muneeb" userId="29b624b1-a719-43f5-9b52-388cd4043c04" providerId="ADAL" clId="{DB3F8C76-9E84-425C-958D-57243E72E246}" dt="2022-09-30T10:45:11.809" v="1954" actId="1076"/>
        <pc:sldMkLst>
          <pc:docMk/>
          <pc:sldMk cId="4129240445" sldId="296"/>
        </pc:sldMkLst>
        <pc:picChg chg="mod">
          <ac:chgData name="Sara Muneeb" userId="29b624b1-a719-43f5-9b52-388cd4043c04" providerId="ADAL" clId="{DB3F8C76-9E84-425C-958D-57243E72E246}" dt="2022-09-30T10:45:11.809" v="1954" actId="1076"/>
          <ac:picMkLst>
            <pc:docMk/>
            <pc:sldMk cId="4129240445" sldId="296"/>
            <ac:picMk id="19458" creationId="{00000000-0000-0000-0000-000000000000}"/>
          </ac:picMkLst>
        </pc:picChg>
      </pc:sldChg>
      <pc:sldChg chg="modSp add">
        <pc:chgData name="Sara Muneeb" userId="29b624b1-a719-43f5-9b52-388cd4043c04" providerId="ADAL" clId="{DB3F8C76-9E84-425C-958D-57243E72E246}" dt="2022-09-30T10:45:38.842" v="1959" actId="1076"/>
        <pc:sldMkLst>
          <pc:docMk/>
          <pc:sldMk cId="538218730" sldId="297"/>
        </pc:sldMkLst>
        <pc:picChg chg="mod">
          <ac:chgData name="Sara Muneeb" userId="29b624b1-a719-43f5-9b52-388cd4043c04" providerId="ADAL" clId="{DB3F8C76-9E84-425C-958D-57243E72E246}" dt="2022-09-30T10:45:38.842" v="1959" actId="1076"/>
          <ac:picMkLst>
            <pc:docMk/>
            <pc:sldMk cId="538218730" sldId="297"/>
            <ac:picMk id="20482" creationId="{00000000-0000-0000-0000-000000000000}"/>
          </ac:picMkLst>
        </pc:picChg>
        <pc:picChg chg="mod">
          <ac:chgData name="Sara Muneeb" userId="29b624b1-a719-43f5-9b52-388cd4043c04" providerId="ADAL" clId="{DB3F8C76-9E84-425C-958D-57243E72E246}" dt="2022-09-30T10:45:38.842" v="1959" actId="1076"/>
          <ac:picMkLst>
            <pc:docMk/>
            <pc:sldMk cId="538218730" sldId="297"/>
            <ac:picMk id="20483" creationId="{00000000-0000-0000-0000-000000000000}"/>
          </ac:picMkLst>
        </pc:picChg>
      </pc:sldChg>
      <pc:sldChg chg="modSp add">
        <pc:chgData name="Sara Muneeb" userId="29b624b1-a719-43f5-9b52-388cd4043c04" providerId="ADAL" clId="{DB3F8C76-9E84-425C-958D-57243E72E246}" dt="2022-09-30T10:45:19.795" v="1956" actId="1076"/>
        <pc:sldMkLst>
          <pc:docMk/>
          <pc:sldMk cId="2682898875" sldId="298"/>
        </pc:sldMkLst>
        <pc:picChg chg="mod">
          <ac:chgData name="Sara Muneeb" userId="29b624b1-a719-43f5-9b52-388cd4043c04" providerId="ADAL" clId="{DB3F8C76-9E84-425C-958D-57243E72E246}" dt="2022-09-30T10:45:19.795" v="1956" actId="1076"/>
          <ac:picMkLst>
            <pc:docMk/>
            <pc:sldMk cId="2682898875" sldId="298"/>
            <ac:picMk id="21506" creationId="{00000000-0000-0000-0000-000000000000}"/>
          </ac:picMkLst>
        </pc:picChg>
      </pc:sldChg>
      <pc:sldChg chg="add del">
        <pc:chgData name="Sara Muneeb" userId="29b624b1-a719-43f5-9b52-388cd4043c04" providerId="ADAL" clId="{DB3F8C76-9E84-425C-958D-57243E72E246}" dt="2022-09-30T10:45:46.637" v="1960" actId="47"/>
        <pc:sldMkLst>
          <pc:docMk/>
          <pc:sldMk cId="2822380657" sldId="299"/>
        </pc:sldMkLst>
      </pc:sldChg>
      <pc:sldChg chg="add del">
        <pc:chgData name="Sara Muneeb" userId="29b624b1-a719-43f5-9b52-388cd4043c04" providerId="ADAL" clId="{DB3F8C76-9E84-425C-958D-57243E72E246}" dt="2022-09-30T11:34:08.052" v="2446" actId="47"/>
        <pc:sldMkLst>
          <pc:docMk/>
          <pc:sldMk cId="8593176" sldId="300"/>
        </pc:sldMkLst>
      </pc:sldChg>
      <pc:sldChg chg="add del">
        <pc:chgData name="Sara Muneeb" userId="29b624b1-a719-43f5-9b52-388cd4043c04" providerId="ADAL" clId="{DB3F8C76-9E84-425C-958D-57243E72E246}" dt="2022-09-27T04:55:26.398" v="39" actId="47"/>
        <pc:sldMkLst>
          <pc:docMk/>
          <pc:sldMk cId="2970711622" sldId="301"/>
        </pc:sldMkLst>
      </pc:sldChg>
      <pc:sldChg chg="addSp modSp new mod">
        <pc:chgData name="Sara Muneeb" userId="29b624b1-a719-43f5-9b52-388cd4043c04" providerId="ADAL" clId="{DB3F8C76-9E84-425C-958D-57243E72E246}" dt="2022-09-30T10:43:53.044" v="1918" actId="1076"/>
        <pc:sldMkLst>
          <pc:docMk/>
          <pc:sldMk cId="3403539787" sldId="301"/>
        </pc:sldMkLst>
        <pc:spChg chg="mod">
          <ac:chgData name="Sara Muneeb" userId="29b624b1-a719-43f5-9b52-388cd4043c04" providerId="ADAL" clId="{DB3F8C76-9E84-425C-958D-57243E72E246}" dt="2022-09-30T10:37:59.709" v="1813" actId="20577"/>
          <ac:spMkLst>
            <pc:docMk/>
            <pc:sldMk cId="3403539787" sldId="301"/>
            <ac:spMk id="2" creationId="{69B42A3F-A1A1-7E52-759D-87A60C33A1B8}"/>
          </ac:spMkLst>
        </pc:spChg>
        <pc:spChg chg="mod">
          <ac:chgData name="Sara Muneeb" userId="29b624b1-a719-43f5-9b52-388cd4043c04" providerId="ADAL" clId="{DB3F8C76-9E84-425C-958D-57243E72E246}" dt="2022-09-30T10:43:35.586" v="1914" actId="20577"/>
          <ac:spMkLst>
            <pc:docMk/>
            <pc:sldMk cId="3403539787" sldId="301"/>
            <ac:spMk id="3" creationId="{833315EF-3EED-87A1-D4EF-5D7BFB1D91B0}"/>
          </ac:spMkLst>
        </pc:spChg>
        <pc:picChg chg="add mod">
          <ac:chgData name="Sara Muneeb" userId="29b624b1-a719-43f5-9b52-388cd4043c04" providerId="ADAL" clId="{DB3F8C76-9E84-425C-958D-57243E72E246}" dt="2022-09-30T10:43:53.044" v="1918" actId="1076"/>
          <ac:picMkLst>
            <pc:docMk/>
            <pc:sldMk cId="3403539787" sldId="301"/>
            <ac:picMk id="4" creationId="{9429FA95-63CD-B985-E60C-8B2DD9677452}"/>
          </ac:picMkLst>
        </pc:picChg>
      </pc:sldChg>
      <pc:sldChg chg="addSp modSp new mod">
        <pc:chgData name="Sara Muneeb" userId="29b624b1-a719-43f5-9b52-388cd4043c04" providerId="ADAL" clId="{DB3F8C76-9E84-425C-958D-57243E72E246}" dt="2022-09-30T10:50:27.256" v="2054" actId="167"/>
        <pc:sldMkLst>
          <pc:docMk/>
          <pc:sldMk cId="3637490053" sldId="302"/>
        </pc:sldMkLst>
        <pc:spChg chg="mod">
          <ac:chgData name="Sara Muneeb" userId="29b624b1-a719-43f5-9b52-388cd4043c04" providerId="ADAL" clId="{DB3F8C76-9E84-425C-958D-57243E72E246}" dt="2022-09-30T10:46:02.299" v="1970" actId="20577"/>
          <ac:spMkLst>
            <pc:docMk/>
            <pc:sldMk cId="3637490053" sldId="302"/>
            <ac:spMk id="2" creationId="{DE3C9C45-FDB6-3179-DA05-18F5649D1CB9}"/>
          </ac:spMkLst>
        </pc:spChg>
        <pc:spChg chg="mod">
          <ac:chgData name="Sara Muneeb" userId="29b624b1-a719-43f5-9b52-388cd4043c04" providerId="ADAL" clId="{DB3F8C76-9E84-425C-958D-57243E72E246}" dt="2022-09-30T10:50:12.630" v="2051" actId="27636"/>
          <ac:spMkLst>
            <pc:docMk/>
            <pc:sldMk cId="3637490053" sldId="302"/>
            <ac:spMk id="3" creationId="{AE3D4DF1-A508-47E4-6A15-83DC507267AA}"/>
          </ac:spMkLst>
        </pc:spChg>
        <pc:picChg chg="add mod">
          <ac:chgData name="Sara Muneeb" userId="29b624b1-a719-43f5-9b52-388cd4043c04" providerId="ADAL" clId="{DB3F8C76-9E84-425C-958D-57243E72E246}" dt="2022-09-30T10:50:27.256" v="2054" actId="167"/>
          <ac:picMkLst>
            <pc:docMk/>
            <pc:sldMk cId="3637490053" sldId="302"/>
            <ac:picMk id="5122" creationId="{A3BAECEE-5369-3576-702F-F5E233F8D173}"/>
          </ac:picMkLst>
        </pc:picChg>
      </pc:sldChg>
      <pc:sldChg chg="modSp new mod">
        <pc:chgData name="Sara Muneeb" userId="29b624b1-a719-43f5-9b52-388cd4043c04" providerId="ADAL" clId="{DB3F8C76-9E84-425C-958D-57243E72E246}" dt="2022-09-30T10:51:30.854" v="2105" actId="404"/>
        <pc:sldMkLst>
          <pc:docMk/>
          <pc:sldMk cId="2876852152" sldId="303"/>
        </pc:sldMkLst>
        <pc:spChg chg="mod">
          <ac:chgData name="Sara Muneeb" userId="29b624b1-a719-43f5-9b52-388cd4043c04" providerId="ADAL" clId="{DB3F8C76-9E84-425C-958D-57243E72E246}" dt="2022-09-30T10:50:51.050" v="2090" actId="20577"/>
          <ac:spMkLst>
            <pc:docMk/>
            <pc:sldMk cId="2876852152" sldId="303"/>
            <ac:spMk id="2" creationId="{6B54EF0F-763F-F365-28F4-006742E94F5C}"/>
          </ac:spMkLst>
        </pc:spChg>
        <pc:spChg chg="mod">
          <ac:chgData name="Sara Muneeb" userId="29b624b1-a719-43f5-9b52-388cd4043c04" providerId="ADAL" clId="{DB3F8C76-9E84-425C-958D-57243E72E246}" dt="2022-09-30T10:51:30.854" v="2105" actId="404"/>
          <ac:spMkLst>
            <pc:docMk/>
            <pc:sldMk cId="2876852152" sldId="303"/>
            <ac:spMk id="3" creationId="{0484DCC7-BFE4-6F59-0A8D-8408B3D0719C}"/>
          </ac:spMkLst>
        </pc:spChg>
      </pc:sldChg>
      <pc:sldChg chg="addSp delSp modSp new mod">
        <pc:chgData name="Sara Muneeb" userId="29b624b1-a719-43f5-9b52-388cd4043c04" providerId="ADAL" clId="{DB3F8C76-9E84-425C-958D-57243E72E246}" dt="2022-09-30T11:08:58.812" v="2137" actId="22"/>
        <pc:sldMkLst>
          <pc:docMk/>
          <pc:sldMk cId="86923313" sldId="304"/>
        </pc:sldMkLst>
        <pc:spChg chg="mod">
          <ac:chgData name="Sara Muneeb" userId="29b624b1-a719-43f5-9b52-388cd4043c04" providerId="ADAL" clId="{DB3F8C76-9E84-425C-958D-57243E72E246}" dt="2022-09-30T11:03:44.361" v="2115" actId="20577"/>
          <ac:spMkLst>
            <pc:docMk/>
            <pc:sldMk cId="86923313" sldId="304"/>
            <ac:spMk id="2" creationId="{EA4E158F-3768-5AE7-050B-B9E5A46DAB48}"/>
          </ac:spMkLst>
        </pc:spChg>
        <pc:spChg chg="del">
          <ac:chgData name="Sara Muneeb" userId="29b624b1-a719-43f5-9b52-388cd4043c04" providerId="ADAL" clId="{DB3F8C76-9E84-425C-958D-57243E72E246}" dt="2022-09-30T11:06:44.317" v="2116" actId="931"/>
          <ac:spMkLst>
            <pc:docMk/>
            <pc:sldMk cId="86923313" sldId="304"/>
            <ac:spMk id="3" creationId="{8208184B-C00A-9902-87D9-AEEA4EB12FA2}"/>
          </ac:spMkLst>
        </pc:spChg>
        <pc:spChg chg="add del mod">
          <ac:chgData name="Sara Muneeb" userId="29b624b1-a719-43f5-9b52-388cd4043c04" providerId="ADAL" clId="{DB3F8C76-9E84-425C-958D-57243E72E246}" dt="2022-09-30T11:08:58.812" v="2137" actId="22"/>
          <ac:spMkLst>
            <pc:docMk/>
            <pc:sldMk cId="86923313" sldId="304"/>
            <ac:spMk id="7" creationId="{ADCC6D01-518C-2808-B2EC-4367173A48D2}"/>
          </ac:spMkLst>
        </pc:spChg>
        <pc:spChg chg="add del">
          <ac:chgData name="Sara Muneeb" userId="29b624b1-a719-43f5-9b52-388cd4043c04" providerId="ADAL" clId="{DB3F8C76-9E84-425C-958D-57243E72E246}" dt="2022-09-30T11:08:41.295" v="2136"/>
          <ac:spMkLst>
            <pc:docMk/>
            <pc:sldMk cId="86923313" sldId="304"/>
            <ac:spMk id="8" creationId="{99A25F69-1293-3585-8D47-07B28F449A36}"/>
          </ac:spMkLst>
        </pc:spChg>
        <pc:picChg chg="add del mod">
          <ac:chgData name="Sara Muneeb" userId="29b624b1-a719-43f5-9b52-388cd4043c04" providerId="ADAL" clId="{DB3F8C76-9E84-425C-958D-57243E72E246}" dt="2022-09-30T11:08:38.101" v="2134" actId="478"/>
          <ac:picMkLst>
            <pc:docMk/>
            <pc:sldMk cId="86923313" sldId="304"/>
            <ac:picMk id="5" creationId="{26417066-F32B-8E7F-44D0-AF0D755CFC7A}"/>
          </ac:picMkLst>
        </pc:picChg>
        <pc:picChg chg="add mod ord">
          <ac:chgData name="Sara Muneeb" userId="29b624b1-a719-43f5-9b52-388cd4043c04" providerId="ADAL" clId="{DB3F8C76-9E84-425C-958D-57243E72E246}" dt="2022-09-30T11:08:58.812" v="2137" actId="22"/>
          <ac:picMkLst>
            <pc:docMk/>
            <pc:sldMk cId="86923313" sldId="304"/>
            <ac:picMk id="10" creationId="{D3E00E07-1CF9-8A9B-174E-B27FDC828001}"/>
          </ac:picMkLst>
        </pc:picChg>
      </pc:sldChg>
      <pc:sldChg chg="addSp delSp modSp new mod">
        <pc:chgData name="Sara Muneeb" userId="29b624b1-a719-43f5-9b52-388cd4043c04" providerId="ADAL" clId="{DB3F8C76-9E84-425C-958D-57243E72E246}" dt="2022-09-30T11:07:10.911" v="2133" actId="1076"/>
        <pc:sldMkLst>
          <pc:docMk/>
          <pc:sldMk cId="4106586161" sldId="305"/>
        </pc:sldMkLst>
        <pc:spChg chg="mod">
          <ac:chgData name="Sara Muneeb" userId="29b624b1-a719-43f5-9b52-388cd4043c04" providerId="ADAL" clId="{DB3F8C76-9E84-425C-958D-57243E72E246}" dt="2022-09-30T11:06:56.169" v="2128" actId="20577"/>
          <ac:spMkLst>
            <pc:docMk/>
            <pc:sldMk cId="4106586161" sldId="305"/>
            <ac:spMk id="2" creationId="{FC40C399-77D8-6A49-D969-CC3CFB207347}"/>
          </ac:spMkLst>
        </pc:spChg>
        <pc:spChg chg="del">
          <ac:chgData name="Sara Muneeb" userId="29b624b1-a719-43f5-9b52-388cd4043c04" providerId="ADAL" clId="{DB3F8C76-9E84-425C-958D-57243E72E246}" dt="2022-09-30T11:07:04.246" v="2129" actId="931"/>
          <ac:spMkLst>
            <pc:docMk/>
            <pc:sldMk cId="4106586161" sldId="305"/>
            <ac:spMk id="3" creationId="{049CBD86-5AD8-90FA-469E-6C5840FFE0D7}"/>
          </ac:spMkLst>
        </pc:spChg>
        <pc:picChg chg="add mod">
          <ac:chgData name="Sara Muneeb" userId="29b624b1-a719-43f5-9b52-388cd4043c04" providerId="ADAL" clId="{DB3F8C76-9E84-425C-958D-57243E72E246}" dt="2022-09-30T11:07:10.911" v="2133" actId="1076"/>
          <ac:picMkLst>
            <pc:docMk/>
            <pc:sldMk cId="4106586161" sldId="305"/>
            <ac:picMk id="5" creationId="{FD83C9B8-4477-54AE-C1D8-1C109B6C6F48}"/>
          </ac:picMkLst>
        </pc:picChg>
      </pc:sldChg>
      <pc:sldChg chg="addSp delSp modSp new add del mod">
        <pc:chgData name="Sara Muneeb" userId="29b624b1-a719-43f5-9b52-388cd4043c04" providerId="ADAL" clId="{DB3F8C76-9E84-425C-958D-57243E72E246}" dt="2022-09-30T11:21:15.256" v="2274" actId="1076"/>
        <pc:sldMkLst>
          <pc:docMk/>
          <pc:sldMk cId="4157403971" sldId="306"/>
        </pc:sldMkLst>
        <pc:spChg chg="mod">
          <ac:chgData name="Sara Muneeb" userId="29b624b1-a719-43f5-9b52-388cd4043c04" providerId="ADAL" clId="{DB3F8C76-9E84-425C-958D-57243E72E246}" dt="2022-09-30T11:14:04.043" v="2173" actId="20577"/>
          <ac:spMkLst>
            <pc:docMk/>
            <pc:sldMk cId="4157403971" sldId="306"/>
            <ac:spMk id="2" creationId="{9F152DDC-953C-3C40-E6F5-026440D6D3D2}"/>
          </ac:spMkLst>
        </pc:spChg>
        <pc:spChg chg="del">
          <ac:chgData name="Sara Muneeb" userId="29b624b1-a719-43f5-9b52-388cd4043c04" providerId="ADAL" clId="{DB3F8C76-9E84-425C-958D-57243E72E246}" dt="2022-09-30T11:14:07.162" v="2174"/>
          <ac:spMkLst>
            <pc:docMk/>
            <pc:sldMk cId="4157403971" sldId="306"/>
            <ac:spMk id="3" creationId="{F5B1166C-19CC-78B2-EBDE-81BF8E143A35}"/>
          </ac:spMkLst>
        </pc:spChg>
        <pc:spChg chg="add mod">
          <ac:chgData name="Sara Muneeb" userId="29b624b1-a719-43f5-9b52-388cd4043c04" providerId="ADAL" clId="{DB3F8C76-9E84-425C-958D-57243E72E246}" dt="2022-09-30T11:21:00.197" v="2271" actId="1076"/>
          <ac:spMkLst>
            <pc:docMk/>
            <pc:sldMk cId="4157403971" sldId="306"/>
            <ac:spMk id="4" creationId="{4A30ABF4-6B58-546A-40E6-5986C5B4E3D2}"/>
          </ac:spMkLst>
        </pc:spChg>
        <pc:picChg chg="add del mod">
          <ac:chgData name="Sara Muneeb" userId="29b624b1-a719-43f5-9b52-388cd4043c04" providerId="ADAL" clId="{DB3F8C76-9E84-425C-958D-57243E72E246}" dt="2022-09-30T11:17:25.682" v="2233" actId="21"/>
          <ac:picMkLst>
            <pc:docMk/>
            <pc:sldMk cId="4157403971" sldId="306"/>
            <ac:picMk id="7170" creationId="{D1BF4F38-EF8E-3491-0676-2A494375E3F1}"/>
          </ac:picMkLst>
        </pc:picChg>
        <pc:picChg chg="add mod">
          <ac:chgData name="Sara Muneeb" userId="29b624b1-a719-43f5-9b52-388cd4043c04" providerId="ADAL" clId="{DB3F8C76-9E84-425C-958D-57243E72E246}" dt="2022-09-30T11:21:15.256" v="2274" actId="1076"/>
          <ac:picMkLst>
            <pc:docMk/>
            <pc:sldMk cId="4157403971" sldId="306"/>
            <ac:picMk id="7172" creationId="{1A339B99-D608-CCFD-1CE0-0A159E50E7A2}"/>
          </ac:picMkLst>
        </pc:picChg>
      </pc:sldChg>
      <pc:sldChg chg="modSp new mod">
        <pc:chgData name="Sara Muneeb" userId="29b624b1-a719-43f5-9b52-388cd4043c04" providerId="ADAL" clId="{DB3F8C76-9E84-425C-958D-57243E72E246}" dt="2022-09-30T11:17:01.870" v="2232" actId="404"/>
        <pc:sldMkLst>
          <pc:docMk/>
          <pc:sldMk cId="3279694682" sldId="307"/>
        </pc:sldMkLst>
        <pc:spChg chg="mod">
          <ac:chgData name="Sara Muneeb" userId="29b624b1-a719-43f5-9b52-388cd4043c04" providerId="ADAL" clId="{DB3F8C76-9E84-425C-958D-57243E72E246}" dt="2022-09-30T11:15:01.962" v="2206" actId="20577"/>
          <ac:spMkLst>
            <pc:docMk/>
            <pc:sldMk cId="3279694682" sldId="307"/>
            <ac:spMk id="2" creationId="{6571EA19-7D82-98AC-9994-CA1EA231116D}"/>
          </ac:spMkLst>
        </pc:spChg>
        <pc:spChg chg="mod">
          <ac:chgData name="Sara Muneeb" userId="29b624b1-a719-43f5-9b52-388cd4043c04" providerId="ADAL" clId="{DB3F8C76-9E84-425C-958D-57243E72E246}" dt="2022-09-30T11:17:01.870" v="2232" actId="404"/>
          <ac:spMkLst>
            <pc:docMk/>
            <pc:sldMk cId="3279694682" sldId="307"/>
            <ac:spMk id="3" creationId="{6531A40D-554F-B707-E039-1016C6842DF2}"/>
          </ac:spMkLst>
        </pc:spChg>
      </pc:sldChg>
      <pc:sldChg chg="add del">
        <pc:chgData name="Sara Muneeb" userId="29b624b1-a719-43f5-9b52-388cd4043c04" providerId="ADAL" clId="{DB3F8C76-9E84-425C-958D-57243E72E246}" dt="2022-09-30T11:17:36.326" v="2237"/>
        <pc:sldMkLst>
          <pc:docMk/>
          <pc:sldMk cId="1996025691" sldId="308"/>
        </pc:sldMkLst>
      </pc:sldChg>
      <pc:sldChg chg="add del">
        <pc:chgData name="Sara Muneeb" userId="29b624b1-a719-43f5-9b52-388cd4043c04" providerId="ADAL" clId="{DB3F8C76-9E84-425C-958D-57243E72E246}" dt="2022-09-30T11:17:33.461" v="2235"/>
        <pc:sldMkLst>
          <pc:docMk/>
          <pc:sldMk cId="2640086440" sldId="308"/>
        </pc:sldMkLst>
      </pc:sldChg>
      <pc:sldChg chg="addSp modSp new mod">
        <pc:chgData name="Sara Muneeb" userId="29b624b1-a719-43f5-9b52-388cd4043c04" providerId="ADAL" clId="{DB3F8C76-9E84-425C-958D-57243E72E246}" dt="2022-09-30T11:33:53.186" v="2445" actId="1076"/>
        <pc:sldMkLst>
          <pc:docMk/>
          <pc:sldMk cId="3534911287" sldId="308"/>
        </pc:sldMkLst>
        <pc:spChg chg="mod">
          <ac:chgData name="Sara Muneeb" userId="29b624b1-a719-43f5-9b52-388cd4043c04" providerId="ADAL" clId="{DB3F8C76-9E84-425C-958D-57243E72E246}" dt="2022-09-30T11:21:48.259" v="2336" actId="20577"/>
          <ac:spMkLst>
            <pc:docMk/>
            <pc:sldMk cId="3534911287" sldId="308"/>
            <ac:spMk id="2" creationId="{9A73CB06-E6F4-D8EA-17A5-63DE0836A621}"/>
          </ac:spMkLst>
        </pc:spChg>
        <pc:spChg chg="mod">
          <ac:chgData name="Sara Muneeb" userId="29b624b1-a719-43f5-9b52-388cd4043c04" providerId="ADAL" clId="{DB3F8C76-9E84-425C-958D-57243E72E246}" dt="2022-09-30T11:32:31.405" v="2438" actId="20577"/>
          <ac:spMkLst>
            <pc:docMk/>
            <pc:sldMk cId="3534911287" sldId="308"/>
            <ac:spMk id="3" creationId="{EDDA6EF6-7DA3-EB82-E961-B767805C414A}"/>
          </ac:spMkLst>
        </pc:spChg>
        <pc:picChg chg="add mod">
          <ac:chgData name="Sara Muneeb" userId="29b624b1-a719-43f5-9b52-388cd4043c04" providerId="ADAL" clId="{DB3F8C76-9E84-425C-958D-57243E72E246}" dt="2022-09-30T11:33:53.186" v="2445" actId="1076"/>
          <ac:picMkLst>
            <pc:docMk/>
            <pc:sldMk cId="3534911287" sldId="308"/>
            <ac:picMk id="4" creationId="{8E831EFC-472A-BDB9-495F-AEB2BBF854C2}"/>
          </ac:picMkLst>
        </pc:picChg>
      </pc:sldChg>
      <pc:sldChg chg="addSp delSp modSp new mod">
        <pc:chgData name="Sara Muneeb" userId="29b624b1-a719-43f5-9b52-388cd4043c04" providerId="ADAL" clId="{DB3F8C76-9E84-425C-958D-57243E72E246}" dt="2022-09-30T11:37:59.240" v="2502" actId="20577"/>
        <pc:sldMkLst>
          <pc:docMk/>
          <pc:sldMk cId="342350972" sldId="309"/>
        </pc:sldMkLst>
        <pc:spChg chg="mod">
          <ac:chgData name="Sara Muneeb" userId="29b624b1-a719-43f5-9b52-388cd4043c04" providerId="ADAL" clId="{DB3F8C76-9E84-425C-958D-57243E72E246}" dt="2022-09-30T11:27:31.450" v="2381" actId="27636"/>
          <ac:spMkLst>
            <pc:docMk/>
            <pc:sldMk cId="342350972" sldId="309"/>
            <ac:spMk id="2" creationId="{1ACC1270-1223-76A0-0378-4886E6636DB9}"/>
          </ac:spMkLst>
        </pc:spChg>
        <pc:spChg chg="mod">
          <ac:chgData name="Sara Muneeb" userId="29b624b1-a719-43f5-9b52-388cd4043c04" providerId="ADAL" clId="{DB3F8C76-9E84-425C-958D-57243E72E246}" dt="2022-09-30T11:37:59.240" v="2502" actId="20577"/>
          <ac:spMkLst>
            <pc:docMk/>
            <pc:sldMk cId="342350972" sldId="309"/>
            <ac:spMk id="3" creationId="{E9198B8F-D562-A0C6-6310-7F86BD99DD98}"/>
          </ac:spMkLst>
        </pc:spChg>
        <pc:picChg chg="add del">
          <ac:chgData name="Sara Muneeb" userId="29b624b1-a719-43f5-9b52-388cd4043c04" providerId="ADAL" clId="{DB3F8C76-9E84-425C-958D-57243E72E246}" dt="2022-09-30T11:33:04.372" v="2439" actId="21"/>
          <ac:picMkLst>
            <pc:docMk/>
            <pc:sldMk cId="342350972" sldId="309"/>
            <ac:picMk id="8194" creationId="{C1C18E72-9234-4630-3D04-D5649666537A}"/>
          </ac:picMkLst>
        </pc:picChg>
      </pc:sldChg>
      <pc:sldChg chg="addSp delSp modSp new mod">
        <pc:chgData name="Sara Muneeb" userId="29b624b1-a719-43f5-9b52-388cd4043c04" providerId="ADAL" clId="{DB3F8C76-9E84-425C-958D-57243E72E246}" dt="2022-09-30T11:37:22.195" v="2463" actId="20577"/>
        <pc:sldMkLst>
          <pc:docMk/>
          <pc:sldMk cId="3045204456" sldId="310"/>
        </pc:sldMkLst>
        <pc:spChg chg="mod">
          <ac:chgData name="Sara Muneeb" userId="29b624b1-a719-43f5-9b52-388cd4043c04" providerId="ADAL" clId="{DB3F8C76-9E84-425C-958D-57243E72E246}" dt="2022-09-30T11:37:22.195" v="2463" actId="20577"/>
          <ac:spMkLst>
            <pc:docMk/>
            <pc:sldMk cId="3045204456" sldId="310"/>
            <ac:spMk id="2" creationId="{A4E60751-2FA0-5E9C-BA60-A61BAB26661B}"/>
          </ac:spMkLst>
        </pc:spChg>
        <pc:spChg chg="del">
          <ac:chgData name="Sara Muneeb" userId="29b624b1-a719-43f5-9b52-388cd4043c04" providerId="ADAL" clId="{DB3F8C76-9E84-425C-958D-57243E72E246}" dt="2022-09-30T11:35:14.468" v="2450" actId="931"/>
          <ac:spMkLst>
            <pc:docMk/>
            <pc:sldMk cId="3045204456" sldId="310"/>
            <ac:spMk id="3" creationId="{B6C47C78-D2B3-3B7C-5629-3272BC6A496F}"/>
          </ac:spMkLst>
        </pc:spChg>
        <pc:spChg chg="add del mod">
          <ac:chgData name="Sara Muneeb" userId="29b624b1-a719-43f5-9b52-388cd4043c04" providerId="ADAL" clId="{DB3F8C76-9E84-425C-958D-57243E72E246}" dt="2022-09-30T11:37:18.503" v="2454" actId="931"/>
          <ac:spMkLst>
            <pc:docMk/>
            <pc:sldMk cId="3045204456" sldId="310"/>
            <ac:spMk id="7" creationId="{6E73DA4B-4278-63F1-F6CE-94BAC8271ED9}"/>
          </ac:spMkLst>
        </pc:spChg>
        <pc:picChg chg="add del mod">
          <ac:chgData name="Sara Muneeb" userId="29b624b1-a719-43f5-9b52-388cd4043c04" providerId="ADAL" clId="{DB3F8C76-9E84-425C-958D-57243E72E246}" dt="2022-09-30T11:37:12.656" v="2453" actId="478"/>
          <ac:picMkLst>
            <pc:docMk/>
            <pc:sldMk cId="3045204456" sldId="310"/>
            <ac:picMk id="5" creationId="{CDDF55C9-C969-1DFE-35DB-7497D2958212}"/>
          </ac:picMkLst>
        </pc:picChg>
        <pc:picChg chg="add mod">
          <ac:chgData name="Sara Muneeb" userId="29b624b1-a719-43f5-9b52-388cd4043c04" providerId="ADAL" clId="{DB3F8C76-9E84-425C-958D-57243E72E246}" dt="2022-09-30T11:37:21.077" v="2455" actId="27614"/>
          <ac:picMkLst>
            <pc:docMk/>
            <pc:sldMk cId="3045204456" sldId="310"/>
            <ac:picMk id="9" creationId="{514700B3-88EC-4B5D-8EBB-6D9BE9652705}"/>
          </ac:picMkLst>
        </pc:picChg>
      </pc:sldChg>
      <pc:sldChg chg="addSp delSp modSp new mod">
        <pc:chgData name="Sara Muneeb" userId="29b624b1-a719-43f5-9b52-388cd4043c04" providerId="ADAL" clId="{DB3F8C76-9E84-425C-958D-57243E72E246}" dt="2022-10-03T07:54:26.741" v="2506" actId="22"/>
        <pc:sldMkLst>
          <pc:docMk/>
          <pc:sldMk cId="1345374263" sldId="311"/>
        </pc:sldMkLst>
        <pc:spChg chg="mod">
          <ac:chgData name="Sara Muneeb" userId="29b624b1-a719-43f5-9b52-388cd4043c04" providerId="ADAL" clId="{DB3F8C76-9E84-425C-958D-57243E72E246}" dt="2022-09-30T11:37:25.984" v="2471" actId="20577"/>
          <ac:spMkLst>
            <pc:docMk/>
            <pc:sldMk cId="1345374263" sldId="311"/>
            <ac:spMk id="2" creationId="{854B68EE-61FE-BD1C-76C3-A7C3DA5B852D}"/>
          </ac:spMkLst>
        </pc:spChg>
        <pc:spChg chg="del">
          <ac:chgData name="Sara Muneeb" userId="29b624b1-a719-43f5-9b52-388cd4043c04" providerId="ADAL" clId="{DB3F8C76-9E84-425C-958D-57243E72E246}" dt="2022-09-30T11:37:36.113" v="2472" actId="931"/>
          <ac:spMkLst>
            <pc:docMk/>
            <pc:sldMk cId="1345374263" sldId="311"/>
            <ac:spMk id="3" creationId="{0F8F4BC8-F2C9-720F-B07E-A5BA5D3054B4}"/>
          </ac:spMkLst>
        </pc:spChg>
        <pc:spChg chg="add del">
          <ac:chgData name="Sara Muneeb" userId="29b624b1-a719-43f5-9b52-388cd4043c04" providerId="ADAL" clId="{DB3F8C76-9E84-425C-958D-57243E72E246}" dt="2022-10-03T07:54:26.741" v="2506" actId="22"/>
          <ac:spMkLst>
            <pc:docMk/>
            <pc:sldMk cId="1345374263" sldId="311"/>
            <ac:spMk id="4" creationId="{38E5D484-3F1C-E555-F91E-1239AF7ADB0B}"/>
          </ac:spMkLst>
        </pc:spChg>
        <pc:picChg chg="add mod">
          <ac:chgData name="Sara Muneeb" userId="29b624b1-a719-43f5-9b52-388cd4043c04" providerId="ADAL" clId="{DB3F8C76-9E84-425C-958D-57243E72E246}" dt="2022-09-30T11:37:39.856" v="2474" actId="1076"/>
          <ac:picMkLst>
            <pc:docMk/>
            <pc:sldMk cId="1345374263" sldId="311"/>
            <ac:picMk id="5" creationId="{60B714FE-CC7B-6ECE-B3AF-9F3075E25455}"/>
          </ac:picMkLst>
        </pc:picChg>
      </pc:sldChg>
      <pc:sldChg chg="modSp new mod">
        <pc:chgData name="Sara Muneeb" userId="29b624b1-a719-43f5-9b52-388cd4043c04" providerId="ADAL" clId="{DB3F8C76-9E84-425C-958D-57243E72E246}" dt="2022-10-03T07:58:44.783" v="2726" actId="20577"/>
        <pc:sldMkLst>
          <pc:docMk/>
          <pc:sldMk cId="2694764269" sldId="312"/>
        </pc:sldMkLst>
        <pc:spChg chg="mod">
          <ac:chgData name="Sara Muneeb" userId="29b624b1-a719-43f5-9b52-388cd4043c04" providerId="ADAL" clId="{DB3F8C76-9E84-425C-958D-57243E72E246}" dt="2022-10-03T07:54:49.573" v="2548" actId="20577"/>
          <ac:spMkLst>
            <pc:docMk/>
            <pc:sldMk cId="2694764269" sldId="312"/>
            <ac:spMk id="2" creationId="{6BDAFC30-CA56-F1AB-B8AE-D3E4686B058A}"/>
          </ac:spMkLst>
        </pc:spChg>
        <pc:spChg chg="mod">
          <ac:chgData name="Sara Muneeb" userId="29b624b1-a719-43f5-9b52-388cd4043c04" providerId="ADAL" clId="{DB3F8C76-9E84-425C-958D-57243E72E246}" dt="2022-10-03T07:58:44.783" v="2726" actId="20577"/>
          <ac:spMkLst>
            <pc:docMk/>
            <pc:sldMk cId="2694764269" sldId="312"/>
            <ac:spMk id="3" creationId="{D4B97FC1-9C11-E0AB-25B7-85F36F67E73F}"/>
          </ac:spMkLst>
        </pc:spChg>
      </pc:sldChg>
      <pc:sldChg chg="modSp new del mod">
        <pc:chgData name="Sara Muneeb" userId="29b624b1-a719-43f5-9b52-388cd4043c04" providerId="ADAL" clId="{DB3F8C76-9E84-425C-958D-57243E72E246}" dt="2022-10-03T08:32:25.391" v="2742" actId="47"/>
        <pc:sldMkLst>
          <pc:docMk/>
          <pc:sldMk cId="4287223368" sldId="313"/>
        </pc:sldMkLst>
        <pc:spChg chg="mod">
          <ac:chgData name="Sara Muneeb" userId="29b624b1-a719-43f5-9b52-388cd4043c04" providerId="ADAL" clId="{DB3F8C76-9E84-425C-958D-57243E72E246}" dt="2022-10-03T07:58:50.647" v="2740" actId="20577"/>
          <ac:spMkLst>
            <pc:docMk/>
            <pc:sldMk cId="4287223368" sldId="313"/>
            <ac:spMk id="2" creationId="{AA182EEB-AAF5-ABCF-30EC-DB4D50BC5DE2}"/>
          </ac:spMkLst>
        </pc:spChg>
      </pc:sldChg>
      <pc:sldChg chg="add ord">
        <pc:chgData name="Sara Muneeb" userId="29b624b1-a719-43f5-9b52-388cd4043c04" providerId="ADAL" clId="{DB3F8C76-9E84-425C-958D-57243E72E246}" dt="2022-10-05T08:26:07.268" v="3469"/>
        <pc:sldMkLst>
          <pc:docMk/>
          <pc:sldMk cId="2773881193" sldId="314"/>
        </pc:sldMkLst>
      </pc:sldChg>
      <pc:sldChg chg="modSp add del mod">
        <pc:chgData name="Sara Muneeb" userId="29b624b1-a719-43f5-9b52-388cd4043c04" providerId="ADAL" clId="{DB3F8C76-9E84-425C-958D-57243E72E246}" dt="2022-10-05T09:43:19.577" v="4110" actId="47"/>
        <pc:sldMkLst>
          <pc:docMk/>
          <pc:sldMk cId="1482266729" sldId="315"/>
        </pc:sldMkLst>
        <pc:spChg chg="mod">
          <ac:chgData name="Sara Muneeb" userId="29b624b1-a719-43f5-9b52-388cd4043c04" providerId="ADAL" clId="{DB3F8C76-9E84-425C-958D-57243E72E246}" dt="2022-10-05T09:43:11.319" v="4108" actId="20577"/>
          <ac:spMkLst>
            <pc:docMk/>
            <pc:sldMk cId="1482266729" sldId="315"/>
            <ac:spMk id="3" creationId="{00000000-0000-0000-0000-000000000000}"/>
          </ac:spMkLst>
        </pc:spChg>
      </pc:sldChg>
      <pc:sldChg chg="add del">
        <pc:chgData name="Sara Muneeb" userId="29b624b1-a719-43f5-9b52-388cd4043c04" providerId="ADAL" clId="{DB3F8C76-9E84-425C-958D-57243E72E246}" dt="2022-09-27T04:55:26.398" v="39" actId="47"/>
        <pc:sldMkLst>
          <pc:docMk/>
          <pc:sldMk cId="3978508472" sldId="315"/>
        </pc:sldMkLst>
      </pc:sldChg>
      <pc:sldChg chg="modSp add del mod">
        <pc:chgData name="Sara Muneeb" userId="29b624b1-a719-43f5-9b52-388cd4043c04" providerId="ADAL" clId="{DB3F8C76-9E84-425C-958D-57243E72E246}" dt="2022-10-05T09:43:21.153" v="4111" actId="47"/>
        <pc:sldMkLst>
          <pc:docMk/>
          <pc:sldMk cId="2687923633" sldId="316"/>
        </pc:sldMkLst>
        <pc:spChg chg="mod">
          <ac:chgData name="Sara Muneeb" userId="29b624b1-a719-43f5-9b52-388cd4043c04" providerId="ADAL" clId="{DB3F8C76-9E84-425C-958D-57243E72E246}" dt="2022-10-05T09:41:50.756" v="4023" actId="21"/>
          <ac:spMkLst>
            <pc:docMk/>
            <pc:sldMk cId="2687923633" sldId="316"/>
            <ac:spMk id="3" creationId="{00000000-0000-0000-0000-000000000000}"/>
          </ac:spMkLst>
        </pc:spChg>
      </pc:sldChg>
      <pc:sldChg chg="modSp add del mod">
        <pc:chgData name="Sara Muneeb" userId="29b624b1-a719-43f5-9b52-388cd4043c04" providerId="ADAL" clId="{DB3F8C76-9E84-425C-958D-57243E72E246}" dt="2022-10-05T09:43:39.748" v="4114" actId="47"/>
        <pc:sldMkLst>
          <pc:docMk/>
          <pc:sldMk cId="2649403169" sldId="317"/>
        </pc:sldMkLst>
        <pc:spChg chg="mod">
          <ac:chgData name="Sara Muneeb" userId="29b624b1-a719-43f5-9b52-388cd4043c04" providerId="ADAL" clId="{DB3F8C76-9E84-425C-958D-57243E72E246}" dt="2022-10-05T09:43:34.523" v="4113" actId="6549"/>
          <ac:spMkLst>
            <pc:docMk/>
            <pc:sldMk cId="2649403169" sldId="317"/>
            <ac:spMk id="3" creationId="{00000000-0000-0000-0000-000000000000}"/>
          </ac:spMkLst>
        </pc:spChg>
      </pc:sldChg>
      <pc:sldChg chg="modSp add mod">
        <pc:chgData name="Sara Muneeb" userId="29b624b1-a719-43f5-9b52-388cd4043c04" providerId="ADAL" clId="{DB3F8C76-9E84-425C-958D-57243E72E246}" dt="2022-10-05T09:43:51.069" v="4128" actId="20577"/>
        <pc:sldMkLst>
          <pc:docMk/>
          <pc:sldMk cId="34162203" sldId="318"/>
        </pc:sldMkLst>
        <pc:spChg chg="mod">
          <ac:chgData name="Sara Muneeb" userId="29b624b1-a719-43f5-9b52-388cd4043c04" providerId="ADAL" clId="{DB3F8C76-9E84-425C-958D-57243E72E246}" dt="2022-10-05T09:43:51.069" v="4128" actId="20577"/>
          <ac:spMkLst>
            <pc:docMk/>
            <pc:sldMk cId="34162203" sldId="318"/>
            <ac:spMk id="2" creationId="{00000000-0000-0000-0000-000000000000}"/>
          </ac:spMkLst>
        </pc:spChg>
      </pc:sldChg>
      <pc:sldChg chg="add">
        <pc:chgData name="Sara Muneeb" userId="29b624b1-a719-43f5-9b52-388cd4043c04" providerId="ADAL" clId="{DB3F8C76-9E84-425C-958D-57243E72E246}" dt="2022-10-03T08:32:28.013" v="2743"/>
        <pc:sldMkLst>
          <pc:docMk/>
          <pc:sldMk cId="2945653139" sldId="319"/>
        </pc:sldMkLst>
      </pc:sldChg>
      <pc:sldChg chg="addSp delSp modSp add mod">
        <pc:chgData name="Sara Muneeb" userId="29b624b1-a719-43f5-9b52-388cd4043c04" providerId="ADAL" clId="{DB3F8C76-9E84-425C-958D-57243E72E246}" dt="2022-10-05T09:09:16.988" v="3735" actId="20577"/>
        <pc:sldMkLst>
          <pc:docMk/>
          <pc:sldMk cId="854609834" sldId="320"/>
        </pc:sldMkLst>
        <pc:spChg chg="mod">
          <ac:chgData name="Sara Muneeb" userId="29b624b1-a719-43f5-9b52-388cd4043c04" providerId="ADAL" clId="{DB3F8C76-9E84-425C-958D-57243E72E246}" dt="2022-10-05T09:09:16.988" v="3735" actId="20577"/>
          <ac:spMkLst>
            <pc:docMk/>
            <pc:sldMk cId="854609834" sldId="320"/>
            <ac:spMk id="2" creationId="{9503276D-DA16-4EA9-93A4-5F16D0DF3875}"/>
          </ac:spMkLst>
        </pc:spChg>
        <pc:spChg chg="add del">
          <ac:chgData name="Sara Muneeb" userId="29b624b1-a719-43f5-9b52-388cd4043c04" providerId="ADAL" clId="{DB3F8C76-9E84-425C-958D-57243E72E246}" dt="2022-10-05T09:02:58.030" v="3714" actId="21"/>
          <ac:spMkLst>
            <pc:docMk/>
            <pc:sldMk cId="854609834" sldId="320"/>
            <ac:spMk id="3" creationId="{09145D55-CB9C-3337-1014-5778751F7F87}"/>
          </ac:spMkLst>
        </pc:spChg>
        <pc:spChg chg="add del mod">
          <ac:chgData name="Sara Muneeb" userId="29b624b1-a719-43f5-9b52-388cd4043c04" providerId="ADAL" clId="{DB3F8C76-9E84-425C-958D-57243E72E246}" dt="2022-10-05T09:06:05.496" v="3718" actId="931"/>
          <ac:spMkLst>
            <pc:docMk/>
            <pc:sldMk cId="854609834" sldId="320"/>
            <ac:spMk id="7" creationId="{0900F1AB-36B2-40E4-BC73-6482A66CB19D}"/>
          </ac:spMkLst>
        </pc:spChg>
        <pc:spChg chg="add del mod">
          <ac:chgData name="Sara Muneeb" userId="29b624b1-a719-43f5-9b52-388cd4043c04" providerId="ADAL" clId="{DB3F8C76-9E84-425C-958D-57243E72E246}" dt="2022-10-05T09:06:19.436" v="3722" actId="931"/>
          <ac:spMkLst>
            <pc:docMk/>
            <pc:sldMk cId="854609834" sldId="320"/>
            <ac:spMk id="11" creationId="{16738BD0-A6C8-E59A-97F9-C29333D82FD5}"/>
          </ac:spMkLst>
        </pc:spChg>
        <pc:picChg chg="del mod">
          <ac:chgData name="Sara Muneeb" userId="29b624b1-a719-43f5-9b52-388cd4043c04" providerId="ADAL" clId="{DB3F8C76-9E84-425C-958D-57243E72E246}" dt="2022-10-05T09:05:59.288" v="3717" actId="478"/>
          <ac:picMkLst>
            <pc:docMk/>
            <pc:sldMk cId="854609834" sldId="320"/>
            <ac:picMk id="4" creationId="{0644885C-E19B-4847-B53A-61E094CD61C0}"/>
          </ac:picMkLst>
        </pc:picChg>
        <pc:picChg chg="del mod">
          <ac:chgData name="Sara Muneeb" userId="29b624b1-a719-43f5-9b52-388cd4043c04" providerId="ADAL" clId="{DB3F8C76-9E84-425C-958D-57243E72E246}" dt="2022-10-05T09:02:51.457" v="3712" actId="478"/>
          <ac:picMkLst>
            <pc:docMk/>
            <pc:sldMk cId="854609834" sldId="320"/>
            <ac:picMk id="5" creationId="{BA20838B-E9FE-481A-82C9-A4BD9A30908F}"/>
          </ac:picMkLst>
        </pc:picChg>
        <pc:picChg chg="add del mod">
          <ac:chgData name="Sara Muneeb" userId="29b624b1-a719-43f5-9b52-388cd4043c04" providerId="ADAL" clId="{DB3F8C76-9E84-425C-958D-57243E72E246}" dt="2022-10-05T09:06:09.745" v="3721" actId="478"/>
          <ac:picMkLst>
            <pc:docMk/>
            <pc:sldMk cId="854609834" sldId="320"/>
            <ac:picMk id="9" creationId="{F3BA7766-7801-9EF2-D279-604FF74DE4A3}"/>
          </ac:picMkLst>
        </pc:picChg>
        <pc:picChg chg="add mod">
          <ac:chgData name="Sara Muneeb" userId="29b624b1-a719-43f5-9b52-388cd4043c04" providerId="ADAL" clId="{DB3F8C76-9E84-425C-958D-57243E72E246}" dt="2022-10-05T09:08:59.492" v="3729" actId="1076"/>
          <ac:picMkLst>
            <pc:docMk/>
            <pc:sldMk cId="854609834" sldId="320"/>
            <ac:picMk id="13" creationId="{4EF693B5-9EF3-77E0-6A1A-72224F034E14}"/>
          </ac:picMkLst>
        </pc:picChg>
        <pc:picChg chg="add mod">
          <ac:chgData name="Sara Muneeb" userId="29b624b1-a719-43f5-9b52-388cd4043c04" providerId="ADAL" clId="{DB3F8C76-9E84-425C-958D-57243E72E246}" dt="2022-10-05T09:09:15.459" v="3734" actId="27614"/>
          <ac:picMkLst>
            <pc:docMk/>
            <pc:sldMk cId="854609834" sldId="320"/>
            <ac:picMk id="15" creationId="{3E6715EE-F7E5-5669-B7AE-AFA03A82E991}"/>
          </ac:picMkLst>
        </pc:picChg>
        <pc:picChg chg="add mod">
          <ac:chgData name="Sara Muneeb" userId="29b624b1-a719-43f5-9b52-388cd4043c04" providerId="ADAL" clId="{DB3F8C76-9E84-425C-958D-57243E72E246}" dt="2022-10-05T09:09:01.290" v="3730" actId="1076"/>
          <ac:picMkLst>
            <pc:docMk/>
            <pc:sldMk cId="854609834" sldId="320"/>
            <ac:picMk id="3076" creationId="{B67FE095-22E1-0CFB-02FF-B23B1C186ED1}"/>
          </ac:picMkLst>
        </pc:picChg>
      </pc:sldChg>
      <pc:sldChg chg="addSp modSp add mod">
        <pc:chgData name="Sara Muneeb" userId="29b624b1-a719-43f5-9b52-388cd4043c04" providerId="ADAL" clId="{DB3F8C76-9E84-425C-958D-57243E72E246}" dt="2022-10-05T08:32:22.853" v="3485" actId="1076"/>
        <pc:sldMkLst>
          <pc:docMk/>
          <pc:sldMk cId="406449667" sldId="321"/>
        </pc:sldMkLst>
        <pc:picChg chg="add mod">
          <ac:chgData name="Sara Muneeb" userId="29b624b1-a719-43f5-9b52-388cd4043c04" providerId="ADAL" clId="{DB3F8C76-9E84-425C-958D-57243E72E246}" dt="2022-10-05T08:32:20.466" v="3484" actId="1076"/>
          <ac:picMkLst>
            <pc:docMk/>
            <pc:sldMk cId="406449667" sldId="321"/>
            <ac:picMk id="3" creationId="{01D37097-8753-7955-2136-074CC135495C}"/>
          </ac:picMkLst>
        </pc:picChg>
        <pc:picChg chg="mod">
          <ac:chgData name="Sara Muneeb" userId="29b624b1-a719-43f5-9b52-388cd4043c04" providerId="ADAL" clId="{DB3F8C76-9E84-425C-958D-57243E72E246}" dt="2022-10-05T08:32:22.853" v="3485" actId="1076"/>
          <ac:picMkLst>
            <pc:docMk/>
            <pc:sldMk cId="406449667" sldId="321"/>
            <ac:picMk id="4" creationId="{96C8F24E-FC45-41B8-9879-78E68AFD11EF}"/>
          </ac:picMkLst>
        </pc:picChg>
      </pc:sldChg>
      <pc:sldChg chg="addSp delSp modSp add del mod">
        <pc:chgData name="Sara Muneeb" userId="29b624b1-a719-43f5-9b52-388cd4043c04" providerId="ADAL" clId="{DB3F8C76-9E84-425C-958D-57243E72E246}" dt="2022-10-05T08:34:12.640" v="3504" actId="47"/>
        <pc:sldMkLst>
          <pc:docMk/>
          <pc:sldMk cId="590313255" sldId="322"/>
        </pc:sldMkLst>
        <pc:spChg chg="add mod">
          <ac:chgData name="Sara Muneeb" userId="29b624b1-a719-43f5-9b52-388cd4043c04" providerId="ADAL" clId="{DB3F8C76-9E84-425C-958D-57243E72E246}" dt="2022-10-05T08:34:11.186" v="3503" actId="21"/>
          <ac:spMkLst>
            <pc:docMk/>
            <pc:sldMk cId="590313255" sldId="322"/>
            <ac:spMk id="5" creationId="{462A6DE5-8ABF-B063-93B4-9B6FFEAA2CCC}"/>
          </ac:spMkLst>
        </pc:spChg>
        <pc:picChg chg="del">
          <ac:chgData name="Sara Muneeb" userId="29b624b1-a719-43f5-9b52-388cd4043c04" providerId="ADAL" clId="{DB3F8C76-9E84-425C-958D-57243E72E246}" dt="2022-10-05T08:34:11.186" v="3503" actId="21"/>
          <ac:picMkLst>
            <pc:docMk/>
            <pc:sldMk cId="590313255" sldId="322"/>
            <ac:picMk id="4" creationId="{ED3ADA1F-DEB4-490E-A926-7E18F4EF8128}"/>
          </ac:picMkLst>
        </pc:picChg>
      </pc:sldChg>
      <pc:sldChg chg="add">
        <pc:chgData name="Sara Muneeb" userId="29b624b1-a719-43f5-9b52-388cd4043c04" providerId="ADAL" clId="{DB3F8C76-9E84-425C-958D-57243E72E246}" dt="2022-10-03T08:32:28.013" v="2743"/>
        <pc:sldMkLst>
          <pc:docMk/>
          <pc:sldMk cId="1151827555" sldId="323"/>
        </pc:sldMkLst>
      </pc:sldChg>
      <pc:sldChg chg="add del">
        <pc:chgData name="Sara Muneeb" userId="29b624b1-a719-43f5-9b52-388cd4043c04" providerId="ADAL" clId="{DB3F8C76-9E84-425C-958D-57243E72E246}" dt="2022-10-03T08:44:32.724" v="2815" actId="47"/>
        <pc:sldMkLst>
          <pc:docMk/>
          <pc:sldMk cId="1888767272" sldId="324"/>
        </pc:sldMkLst>
      </pc:sldChg>
      <pc:sldChg chg="modSp add mod">
        <pc:chgData name="Sara Muneeb" userId="29b624b1-a719-43f5-9b52-388cd4043c04" providerId="ADAL" clId="{DB3F8C76-9E84-425C-958D-57243E72E246}" dt="2022-10-03T08:44:42.174" v="2833" actId="20577"/>
        <pc:sldMkLst>
          <pc:docMk/>
          <pc:sldMk cId="566433223" sldId="325"/>
        </pc:sldMkLst>
        <pc:spChg chg="mod">
          <ac:chgData name="Sara Muneeb" userId="29b624b1-a719-43f5-9b52-388cd4043c04" providerId="ADAL" clId="{DB3F8C76-9E84-425C-958D-57243E72E246}" dt="2022-10-03T08:44:42.174" v="2833" actId="20577"/>
          <ac:spMkLst>
            <pc:docMk/>
            <pc:sldMk cId="566433223" sldId="325"/>
            <ac:spMk id="2" creationId="{00000000-0000-0000-0000-000000000000}"/>
          </ac:spMkLst>
        </pc:spChg>
      </pc:sldChg>
      <pc:sldChg chg="add del">
        <pc:chgData name="Sara Muneeb" userId="29b624b1-a719-43f5-9b52-388cd4043c04" providerId="ADAL" clId="{DB3F8C76-9E84-425C-958D-57243E72E246}" dt="2022-10-03T08:45:15.741" v="2838" actId="47"/>
        <pc:sldMkLst>
          <pc:docMk/>
          <pc:sldMk cId="1629450809" sldId="326"/>
        </pc:sldMkLst>
      </pc:sldChg>
      <pc:sldChg chg="add del">
        <pc:chgData name="Sara Muneeb" userId="29b624b1-a719-43f5-9b52-388cd4043c04" providerId="ADAL" clId="{DB3F8C76-9E84-425C-958D-57243E72E246}" dt="2022-10-03T08:45:13.399" v="2837" actId="47"/>
        <pc:sldMkLst>
          <pc:docMk/>
          <pc:sldMk cId="3425390869" sldId="327"/>
        </pc:sldMkLst>
      </pc:sldChg>
      <pc:sldChg chg="add">
        <pc:chgData name="Sara Muneeb" userId="29b624b1-a719-43f5-9b52-388cd4043c04" providerId="ADAL" clId="{DB3F8C76-9E84-425C-958D-57243E72E246}" dt="2022-10-03T08:41:05.849" v="2745"/>
        <pc:sldMkLst>
          <pc:docMk/>
          <pc:sldMk cId="3494110084" sldId="328"/>
        </pc:sldMkLst>
      </pc:sldChg>
      <pc:sldChg chg="add del">
        <pc:chgData name="Sara Muneeb" userId="29b624b1-a719-43f5-9b52-388cd4043c04" providerId="ADAL" clId="{DB3F8C76-9E84-425C-958D-57243E72E246}" dt="2022-10-03T08:45:21.951" v="2839" actId="47"/>
        <pc:sldMkLst>
          <pc:docMk/>
          <pc:sldMk cId="2152467212" sldId="329"/>
        </pc:sldMkLst>
      </pc:sldChg>
      <pc:sldChg chg="addSp delSp add mod">
        <pc:chgData name="Sara Muneeb" userId="29b624b1-a719-43f5-9b52-388cd4043c04" providerId="ADAL" clId="{DB3F8C76-9E84-425C-958D-57243E72E246}" dt="2022-10-03T08:45:53.262" v="2841" actId="22"/>
        <pc:sldMkLst>
          <pc:docMk/>
          <pc:sldMk cId="3427912561" sldId="330"/>
        </pc:sldMkLst>
        <pc:picChg chg="add del">
          <ac:chgData name="Sara Muneeb" userId="29b624b1-a719-43f5-9b52-388cd4043c04" providerId="ADAL" clId="{DB3F8C76-9E84-425C-958D-57243E72E246}" dt="2022-10-03T08:45:53.262" v="2841" actId="22"/>
          <ac:picMkLst>
            <pc:docMk/>
            <pc:sldMk cId="3427912561" sldId="330"/>
            <ac:picMk id="4" creationId="{B00AD290-54F1-A2B1-B01A-BF7759636E5F}"/>
          </ac:picMkLst>
        </pc:picChg>
      </pc:sldChg>
      <pc:sldChg chg="addSp modSp new mod">
        <pc:chgData name="Sara Muneeb" userId="29b624b1-a719-43f5-9b52-388cd4043c04" providerId="ADAL" clId="{DB3F8C76-9E84-425C-958D-57243E72E246}" dt="2022-10-03T08:44:26.049" v="2814" actId="1076"/>
        <pc:sldMkLst>
          <pc:docMk/>
          <pc:sldMk cId="3349574719" sldId="331"/>
        </pc:sldMkLst>
        <pc:spChg chg="mod">
          <ac:chgData name="Sara Muneeb" userId="29b624b1-a719-43f5-9b52-388cd4043c04" providerId="ADAL" clId="{DB3F8C76-9E84-425C-958D-57243E72E246}" dt="2022-10-03T08:42:44.114" v="2785" actId="20577"/>
          <ac:spMkLst>
            <pc:docMk/>
            <pc:sldMk cId="3349574719" sldId="331"/>
            <ac:spMk id="2" creationId="{BDF42397-FB23-DBDD-9EF6-9540B52654E4}"/>
          </ac:spMkLst>
        </pc:spChg>
        <pc:spChg chg="mod">
          <ac:chgData name="Sara Muneeb" userId="29b624b1-a719-43f5-9b52-388cd4043c04" providerId="ADAL" clId="{DB3F8C76-9E84-425C-958D-57243E72E246}" dt="2022-10-03T08:44:08.473" v="2811" actId="20577"/>
          <ac:spMkLst>
            <pc:docMk/>
            <pc:sldMk cId="3349574719" sldId="331"/>
            <ac:spMk id="3" creationId="{54B22514-635C-5D94-AF86-87E4697184DC}"/>
          </ac:spMkLst>
        </pc:spChg>
        <pc:picChg chg="add mod">
          <ac:chgData name="Sara Muneeb" userId="29b624b1-a719-43f5-9b52-388cd4043c04" providerId="ADAL" clId="{DB3F8C76-9E84-425C-958D-57243E72E246}" dt="2022-10-03T08:44:26.049" v="2814" actId="1076"/>
          <ac:picMkLst>
            <pc:docMk/>
            <pc:sldMk cId="3349574719" sldId="331"/>
            <ac:picMk id="5" creationId="{2AA5373B-0293-5863-52B4-C7F2BEFF8DAE}"/>
          </ac:picMkLst>
        </pc:picChg>
      </pc:sldChg>
      <pc:sldChg chg="addSp delSp modSp new mod">
        <pc:chgData name="Sara Muneeb" userId="29b624b1-a719-43f5-9b52-388cd4043c04" providerId="ADAL" clId="{DB3F8C76-9E84-425C-958D-57243E72E246}" dt="2022-10-03T08:47:58.138" v="2874" actId="1076"/>
        <pc:sldMkLst>
          <pc:docMk/>
          <pc:sldMk cId="3430477893" sldId="332"/>
        </pc:sldMkLst>
        <pc:spChg chg="mod">
          <ac:chgData name="Sara Muneeb" userId="29b624b1-a719-43f5-9b52-388cd4043c04" providerId="ADAL" clId="{DB3F8C76-9E84-425C-958D-57243E72E246}" dt="2022-10-03T08:46:02.443" v="2865" actId="20577"/>
          <ac:spMkLst>
            <pc:docMk/>
            <pc:sldMk cId="3430477893" sldId="332"/>
            <ac:spMk id="2" creationId="{1BA14503-2877-4ED8-B221-911B3A18F1B6}"/>
          </ac:spMkLst>
        </pc:spChg>
        <pc:spChg chg="del">
          <ac:chgData name="Sara Muneeb" userId="29b624b1-a719-43f5-9b52-388cd4043c04" providerId="ADAL" clId="{DB3F8C76-9E84-425C-958D-57243E72E246}" dt="2022-10-03T08:46:03.889" v="2866" actId="22"/>
          <ac:spMkLst>
            <pc:docMk/>
            <pc:sldMk cId="3430477893" sldId="332"/>
            <ac:spMk id="3" creationId="{E64851BA-2A65-5500-C2D2-4727D3CDAD72}"/>
          </ac:spMkLst>
        </pc:spChg>
        <pc:picChg chg="add mod ord">
          <ac:chgData name="Sara Muneeb" userId="29b624b1-a719-43f5-9b52-388cd4043c04" providerId="ADAL" clId="{DB3F8C76-9E84-425C-958D-57243E72E246}" dt="2022-10-03T08:47:24.621" v="2869" actId="1076"/>
          <ac:picMkLst>
            <pc:docMk/>
            <pc:sldMk cId="3430477893" sldId="332"/>
            <ac:picMk id="5" creationId="{23B13542-863B-4B1A-7EC6-424EDC135963}"/>
          </ac:picMkLst>
        </pc:picChg>
        <pc:picChg chg="add mod">
          <ac:chgData name="Sara Muneeb" userId="29b624b1-a719-43f5-9b52-388cd4043c04" providerId="ADAL" clId="{DB3F8C76-9E84-425C-958D-57243E72E246}" dt="2022-10-03T08:47:58.138" v="2874" actId="1076"/>
          <ac:picMkLst>
            <pc:docMk/>
            <pc:sldMk cId="3430477893" sldId="332"/>
            <ac:picMk id="7" creationId="{0CE85A44-E9E5-F249-5169-170745F91064}"/>
          </ac:picMkLst>
        </pc:picChg>
      </pc:sldChg>
      <pc:sldChg chg="addSp delSp modSp new mod">
        <pc:chgData name="Sara Muneeb" userId="29b624b1-a719-43f5-9b52-388cd4043c04" providerId="ADAL" clId="{DB3F8C76-9E84-425C-958D-57243E72E246}" dt="2022-10-03T08:53:53.093" v="2965"/>
        <pc:sldMkLst>
          <pc:docMk/>
          <pc:sldMk cId="3917894372" sldId="333"/>
        </pc:sldMkLst>
        <pc:spChg chg="mod">
          <ac:chgData name="Sara Muneeb" userId="29b624b1-a719-43f5-9b52-388cd4043c04" providerId="ADAL" clId="{DB3F8C76-9E84-425C-958D-57243E72E246}" dt="2022-10-03T08:48:31.717" v="2904" actId="20577"/>
          <ac:spMkLst>
            <pc:docMk/>
            <pc:sldMk cId="3917894372" sldId="333"/>
            <ac:spMk id="2" creationId="{8C9BF00C-DE08-05B4-94B7-21F99DF181F5}"/>
          </ac:spMkLst>
        </pc:spChg>
        <pc:spChg chg="mod">
          <ac:chgData name="Sara Muneeb" userId="29b624b1-a719-43f5-9b52-388cd4043c04" providerId="ADAL" clId="{DB3F8C76-9E84-425C-958D-57243E72E246}" dt="2022-10-03T08:51:54.874" v="2915" actId="1076"/>
          <ac:spMkLst>
            <pc:docMk/>
            <pc:sldMk cId="3917894372" sldId="333"/>
            <ac:spMk id="3" creationId="{1FCBA3A4-B640-FD0C-C7ED-C462A6F5F329}"/>
          </ac:spMkLst>
        </pc:spChg>
        <pc:picChg chg="add mod">
          <ac:chgData name="Sara Muneeb" userId="29b624b1-a719-43f5-9b52-388cd4043c04" providerId="ADAL" clId="{DB3F8C76-9E84-425C-958D-57243E72E246}" dt="2022-10-03T08:52:15.660" v="2920" actId="1076"/>
          <ac:picMkLst>
            <pc:docMk/>
            <pc:sldMk cId="3917894372" sldId="333"/>
            <ac:picMk id="1026" creationId="{482A12D2-8096-3518-B78C-3D4BBAAD0454}"/>
          </ac:picMkLst>
        </pc:picChg>
        <pc:picChg chg="add del">
          <ac:chgData name="Sara Muneeb" userId="29b624b1-a719-43f5-9b52-388cd4043c04" providerId="ADAL" clId="{DB3F8C76-9E84-425C-958D-57243E72E246}" dt="2022-10-03T08:53:53.093" v="2965"/>
          <ac:picMkLst>
            <pc:docMk/>
            <pc:sldMk cId="3917894372" sldId="333"/>
            <ac:picMk id="1028" creationId="{9E1F1E16-A9D5-C013-404E-CAF433CAF6D0}"/>
          </ac:picMkLst>
        </pc:picChg>
      </pc:sldChg>
      <pc:sldChg chg="modSp new del mod">
        <pc:chgData name="Sara Muneeb" userId="29b624b1-a719-43f5-9b52-388cd4043c04" providerId="ADAL" clId="{DB3F8C76-9E84-425C-958D-57243E72E246}" dt="2022-10-03T09:02:56.545" v="3026" actId="47"/>
        <pc:sldMkLst>
          <pc:docMk/>
          <pc:sldMk cId="1807911425" sldId="334"/>
        </pc:sldMkLst>
        <pc:spChg chg="mod">
          <ac:chgData name="Sara Muneeb" userId="29b624b1-a719-43f5-9b52-388cd4043c04" providerId="ADAL" clId="{DB3F8C76-9E84-425C-958D-57243E72E246}" dt="2022-10-03T08:52:40.895" v="2963" actId="20577"/>
          <ac:spMkLst>
            <pc:docMk/>
            <pc:sldMk cId="1807911425" sldId="334"/>
            <ac:spMk id="2" creationId="{DFD9F9C7-D4B2-0938-60E4-036D0673C0A4}"/>
          </ac:spMkLst>
        </pc:spChg>
      </pc:sldChg>
      <pc:sldChg chg="add ord">
        <pc:chgData name="Sara Muneeb" userId="29b624b1-a719-43f5-9b52-388cd4043c04" providerId="ADAL" clId="{DB3F8C76-9E84-425C-958D-57243E72E246}" dt="2022-10-03T08:59:54.890" v="3014"/>
        <pc:sldMkLst>
          <pc:docMk/>
          <pc:sldMk cId="8593176" sldId="335"/>
        </pc:sldMkLst>
      </pc:sldChg>
      <pc:sldChg chg="delSp add del mod">
        <pc:chgData name="Sara Muneeb" userId="29b624b1-a719-43f5-9b52-388cd4043c04" providerId="ADAL" clId="{DB3F8C76-9E84-425C-958D-57243E72E246}" dt="2022-10-03T08:55:34.364" v="2984" actId="47"/>
        <pc:sldMkLst>
          <pc:docMk/>
          <pc:sldMk cId="1678163868" sldId="336"/>
        </pc:sldMkLst>
        <pc:picChg chg="del">
          <ac:chgData name="Sara Muneeb" userId="29b624b1-a719-43f5-9b52-388cd4043c04" providerId="ADAL" clId="{DB3F8C76-9E84-425C-958D-57243E72E246}" dt="2022-10-03T08:55:04.476" v="2975" actId="21"/>
          <ac:picMkLst>
            <pc:docMk/>
            <pc:sldMk cId="1678163868" sldId="336"/>
            <ac:picMk id="6" creationId="{3E1EB4D4-5BED-49C0-A5AC-F1F095AC48B6}"/>
          </ac:picMkLst>
        </pc:picChg>
      </pc:sldChg>
      <pc:sldChg chg="addSp modSp add mod ord">
        <pc:chgData name="Sara Muneeb" userId="29b624b1-a719-43f5-9b52-388cd4043c04" providerId="ADAL" clId="{DB3F8C76-9E84-425C-958D-57243E72E246}" dt="2022-10-03T08:57:21.278" v="3006"/>
        <pc:sldMkLst>
          <pc:docMk/>
          <pc:sldMk cId="633161056" sldId="337"/>
        </pc:sldMkLst>
        <pc:picChg chg="add mod">
          <ac:chgData name="Sara Muneeb" userId="29b624b1-a719-43f5-9b52-388cd4043c04" providerId="ADAL" clId="{DB3F8C76-9E84-425C-958D-57243E72E246}" dt="2022-10-03T08:55:25.233" v="2982" actId="1076"/>
          <ac:picMkLst>
            <pc:docMk/>
            <pc:sldMk cId="633161056" sldId="337"/>
            <ac:picMk id="3" creationId="{7A700882-33BE-8D82-2022-A9F02B8D2171}"/>
          </ac:picMkLst>
        </pc:picChg>
      </pc:sldChg>
      <pc:sldChg chg="add del ord">
        <pc:chgData name="Sara Muneeb" userId="29b624b1-a719-43f5-9b52-388cd4043c04" providerId="ADAL" clId="{DB3F8C76-9E84-425C-958D-57243E72E246}" dt="2022-10-03T09:02:16.244" v="3019" actId="47"/>
        <pc:sldMkLst>
          <pc:docMk/>
          <pc:sldMk cId="1444182912" sldId="338"/>
        </pc:sldMkLst>
      </pc:sldChg>
      <pc:sldChg chg="add del">
        <pc:chgData name="Sara Muneeb" userId="29b624b1-a719-43f5-9b52-388cd4043c04" providerId="ADAL" clId="{DB3F8C76-9E84-425C-958D-57243E72E246}" dt="2022-10-03T09:02:52.252" v="3024" actId="47"/>
        <pc:sldMkLst>
          <pc:docMk/>
          <pc:sldMk cId="1127259162" sldId="339"/>
        </pc:sldMkLst>
      </pc:sldChg>
      <pc:sldChg chg="add del">
        <pc:chgData name="Sara Muneeb" userId="29b624b1-a719-43f5-9b52-388cd4043c04" providerId="ADAL" clId="{DB3F8C76-9E84-425C-958D-57243E72E246}" dt="2022-10-03T09:02:54.031" v="3025" actId="47"/>
        <pc:sldMkLst>
          <pc:docMk/>
          <pc:sldMk cId="3128309874" sldId="340"/>
        </pc:sldMkLst>
      </pc:sldChg>
      <pc:sldChg chg="addSp delSp modSp new mod">
        <pc:chgData name="Sara Muneeb" userId="29b624b1-a719-43f5-9b52-388cd4043c04" providerId="ADAL" clId="{DB3F8C76-9E84-425C-958D-57243E72E246}" dt="2022-10-03T08:56:42.446" v="3002" actId="20577"/>
        <pc:sldMkLst>
          <pc:docMk/>
          <pc:sldMk cId="3882494558" sldId="341"/>
        </pc:sldMkLst>
        <pc:spChg chg="mod">
          <ac:chgData name="Sara Muneeb" userId="29b624b1-a719-43f5-9b52-388cd4043c04" providerId="ADAL" clId="{DB3F8C76-9E84-425C-958D-57243E72E246}" dt="2022-10-03T08:56:42.446" v="3002" actId="20577"/>
          <ac:spMkLst>
            <pc:docMk/>
            <pc:sldMk cId="3882494558" sldId="341"/>
            <ac:spMk id="2" creationId="{900C8EA5-CB76-0D65-2A62-FAB0F51B6C6A}"/>
          </ac:spMkLst>
        </pc:spChg>
        <pc:spChg chg="del">
          <ac:chgData name="Sara Muneeb" userId="29b624b1-a719-43f5-9b52-388cd4043c04" providerId="ADAL" clId="{DB3F8C76-9E84-425C-958D-57243E72E246}" dt="2022-10-03T08:56:36.828" v="2992"/>
          <ac:spMkLst>
            <pc:docMk/>
            <pc:sldMk cId="3882494558" sldId="341"/>
            <ac:spMk id="3" creationId="{CE71EB3E-6D7C-64EE-DE6D-6BC420E101E5}"/>
          </ac:spMkLst>
        </pc:spChg>
        <pc:picChg chg="add mod">
          <ac:chgData name="Sara Muneeb" userId="29b624b1-a719-43f5-9b52-388cd4043c04" providerId="ADAL" clId="{DB3F8C76-9E84-425C-958D-57243E72E246}" dt="2022-10-03T08:56:38.990" v="2993" actId="1076"/>
          <ac:picMkLst>
            <pc:docMk/>
            <pc:sldMk cId="3882494558" sldId="341"/>
            <ac:picMk id="4" creationId="{7FE13403-25A8-499D-8D7A-4A0A17D56BFF}"/>
          </ac:picMkLst>
        </pc:picChg>
      </pc:sldChg>
      <pc:sldChg chg="modSp new mod">
        <pc:chgData name="Sara Muneeb" userId="29b624b1-a719-43f5-9b52-388cd4043c04" providerId="ADAL" clId="{DB3F8C76-9E84-425C-958D-57243E72E246}" dt="2022-10-03T09:05:02.703" v="3080" actId="20577"/>
        <pc:sldMkLst>
          <pc:docMk/>
          <pc:sldMk cId="2698458265" sldId="342"/>
        </pc:sldMkLst>
        <pc:spChg chg="mod">
          <ac:chgData name="Sara Muneeb" userId="29b624b1-a719-43f5-9b52-388cd4043c04" providerId="ADAL" clId="{DB3F8C76-9E84-425C-958D-57243E72E246}" dt="2022-10-03T09:03:02.764" v="3045" actId="20577"/>
          <ac:spMkLst>
            <pc:docMk/>
            <pc:sldMk cId="2698458265" sldId="342"/>
            <ac:spMk id="2" creationId="{01F3F972-9024-B371-9CA6-DA46689C9DB0}"/>
          </ac:spMkLst>
        </pc:spChg>
        <pc:spChg chg="mod">
          <ac:chgData name="Sara Muneeb" userId="29b624b1-a719-43f5-9b52-388cd4043c04" providerId="ADAL" clId="{DB3F8C76-9E84-425C-958D-57243E72E246}" dt="2022-10-03T09:05:02.703" v="3080" actId="20577"/>
          <ac:spMkLst>
            <pc:docMk/>
            <pc:sldMk cId="2698458265" sldId="342"/>
            <ac:spMk id="3" creationId="{47523A51-222B-D760-044E-31DAD03EC92D}"/>
          </ac:spMkLst>
        </pc:spChg>
      </pc:sldChg>
      <pc:sldChg chg="addSp modSp new mod">
        <pc:chgData name="Sara Muneeb" userId="29b624b1-a719-43f5-9b52-388cd4043c04" providerId="ADAL" clId="{DB3F8C76-9E84-425C-958D-57243E72E246}" dt="2022-10-05T09:36:14.644" v="4004" actId="1076"/>
        <pc:sldMkLst>
          <pc:docMk/>
          <pc:sldMk cId="2513089267" sldId="343"/>
        </pc:sldMkLst>
        <pc:spChg chg="mod">
          <ac:chgData name="Sara Muneeb" userId="29b624b1-a719-43f5-9b52-388cd4043c04" providerId="ADAL" clId="{DB3F8C76-9E84-425C-958D-57243E72E246}" dt="2022-10-03T09:06:51.350" v="3107" actId="20577"/>
          <ac:spMkLst>
            <pc:docMk/>
            <pc:sldMk cId="2513089267" sldId="343"/>
            <ac:spMk id="2" creationId="{B33EB936-0A5A-BB71-A154-09E6BF2CBFBA}"/>
          </ac:spMkLst>
        </pc:spChg>
        <pc:spChg chg="mod">
          <ac:chgData name="Sara Muneeb" userId="29b624b1-a719-43f5-9b52-388cd4043c04" providerId="ADAL" clId="{DB3F8C76-9E84-425C-958D-57243E72E246}" dt="2022-10-03T09:08:07.154" v="3145" actId="20577"/>
          <ac:spMkLst>
            <pc:docMk/>
            <pc:sldMk cId="2513089267" sldId="343"/>
            <ac:spMk id="3" creationId="{4378ECCD-6E32-28CC-F140-D8B52EBD59DB}"/>
          </ac:spMkLst>
        </pc:spChg>
        <pc:picChg chg="add mod">
          <ac:chgData name="Sara Muneeb" userId="29b624b1-a719-43f5-9b52-388cd4043c04" providerId="ADAL" clId="{DB3F8C76-9E84-425C-958D-57243E72E246}" dt="2022-10-05T09:36:14.644" v="4004" actId="1076"/>
          <ac:picMkLst>
            <pc:docMk/>
            <pc:sldMk cId="2513089267" sldId="343"/>
            <ac:picMk id="5" creationId="{80DDCA12-1AB6-3101-19FC-88F43DA66A57}"/>
          </ac:picMkLst>
        </pc:picChg>
        <pc:picChg chg="add mod">
          <ac:chgData name="Sara Muneeb" userId="29b624b1-a719-43f5-9b52-388cd4043c04" providerId="ADAL" clId="{DB3F8C76-9E84-425C-958D-57243E72E246}" dt="2022-10-05T09:36:13.025" v="4003" actId="1076"/>
          <ac:picMkLst>
            <pc:docMk/>
            <pc:sldMk cId="2513089267" sldId="343"/>
            <ac:picMk id="4098" creationId="{45A26E9E-0A75-188F-C0D0-195B94759800}"/>
          </ac:picMkLst>
        </pc:picChg>
      </pc:sldChg>
      <pc:sldChg chg="modSp new mod">
        <pc:chgData name="Sara Muneeb" userId="29b624b1-a719-43f5-9b52-388cd4043c04" providerId="ADAL" clId="{DB3F8C76-9E84-425C-958D-57243E72E246}" dt="2022-10-03T09:11:31.145" v="3238" actId="20577"/>
        <pc:sldMkLst>
          <pc:docMk/>
          <pc:sldMk cId="405946211" sldId="344"/>
        </pc:sldMkLst>
        <pc:spChg chg="mod">
          <ac:chgData name="Sara Muneeb" userId="29b624b1-a719-43f5-9b52-388cd4043c04" providerId="ADAL" clId="{DB3F8C76-9E84-425C-958D-57243E72E246}" dt="2022-10-03T09:10:56.438" v="3172" actId="20577"/>
          <ac:spMkLst>
            <pc:docMk/>
            <pc:sldMk cId="405946211" sldId="344"/>
            <ac:spMk id="2" creationId="{D7F4F228-B9C5-AB12-8C5D-37D043A48061}"/>
          </ac:spMkLst>
        </pc:spChg>
        <pc:spChg chg="mod">
          <ac:chgData name="Sara Muneeb" userId="29b624b1-a719-43f5-9b52-388cd4043c04" providerId="ADAL" clId="{DB3F8C76-9E84-425C-958D-57243E72E246}" dt="2022-10-03T09:11:31.145" v="3238" actId="20577"/>
          <ac:spMkLst>
            <pc:docMk/>
            <pc:sldMk cId="405946211" sldId="344"/>
            <ac:spMk id="3" creationId="{148D8B6E-F25B-9E23-0BB0-71561C53E27C}"/>
          </ac:spMkLst>
        </pc:spChg>
      </pc:sldChg>
      <pc:sldChg chg="addSp delSp modSp new mod">
        <pc:chgData name="Sara Muneeb" userId="29b624b1-a719-43f5-9b52-388cd4043c04" providerId="ADAL" clId="{DB3F8C76-9E84-425C-958D-57243E72E246}" dt="2022-10-05T08:12:39.420" v="3352" actId="1076"/>
        <pc:sldMkLst>
          <pc:docMk/>
          <pc:sldMk cId="2989140334" sldId="345"/>
        </pc:sldMkLst>
        <pc:spChg chg="mod">
          <ac:chgData name="Sara Muneeb" userId="29b624b1-a719-43f5-9b52-388cd4043c04" providerId="ADAL" clId="{DB3F8C76-9E84-425C-958D-57243E72E246}" dt="2022-10-05T08:05:37.194" v="3271" actId="20577"/>
          <ac:spMkLst>
            <pc:docMk/>
            <pc:sldMk cId="2989140334" sldId="345"/>
            <ac:spMk id="2" creationId="{392477F7-0B8B-8390-05A3-8CD5AB838E38}"/>
          </ac:spMkLst>
        </pc:spChg>
        <pc:spChg chg="del">
          <ac:chgData name="Sara Muneeb" userId="29b624b1-a719-43f5-9b52-388cd4043c04" providerId="ADAL" clId="{DB3F8C76-9E84-425C-958D-57243E72E246}" dt="2022-10-05T08:06:27.345" v="3272" actId="931"/>
          <ac:spMkLst>
            <pc:docMk/>
            <pc:sldMk cId="2989140334" sldId="345"/>
            <ac:spMk id="3" creationId="{D2F8713B-CCD3-197F-54BD-6B1BD231FA0C}"/>
          </ac:spMkLst>
        </pc:spChg>
        <pc:spChg chg="add del mod">
          <ac:chgData name="Sara Muneeb" userId="29b624b1-a719-43f5-9b52-388cd4043c04" providerId="ADAL" clId="{DB3F8C76-9E84-425C-958D-57243E72E246}" dt="2022-10-05T08:06:39.963" v="3274" actId="931"/>
          <ac:spMkLst>
            <pc:docMk/>
            <pc:sldMk cId="2989140334" sldId="345"/>
            <ac:spMk id="7" creationId="{18ACB324-814C-082D-194E-AD0A6AC47F8C}"/>
          </ac:spMkLst>
        </pc:spChg>
        <pc:spChg chg="add del mod">
          <ac:chgData name="Sara Muneeb" userId="29b624b1-a719-43f5-9b52-388cd4043c04" providerId="ADAL" clId="{DB3F8C76-9E84-425C-958D-57243E72E246}" dt="2022-10-05T08:09:54.284" v="3278"/>
          <ac:spMkLst>
            <pc:docMk/>
            <pc:sldMk cId="2989140334" sldId="345"/>
            <ac:spMk id="11" creationId="{1F0A3461-A205-B476-E693-5B6C0D2E2F77}"/>
          </ac:spMkLst>
        </pc:spChg>
        <pc:spChg chg="add mod">
          <ac:chgData name="Sara Muneeb" userId="29b624b1-a719-43f5-9b52-388cd4043c04" providerId="ADAL" clId="{DB3F8C76-9E84-425C-958D-57243E72E246}" dt="2022-10-05T08:12:39.420" v="3352" actId="1076"/>
          <ac:spMkLst>
            <pc:docMk/>
            <pc:sldMk cId="2989140334" sldId="345"/>
            <ac:spMk id="12" creationId="{BBDF8F95-6B91-434D-6850-8B1CFE1AE336}"/>
          </ac:spMkLst>
        </pc:spChg>
        <pc:spChg chg="add mod">
          <ac:chgData name="Sara Muneeb" userId="29b624b1-a719-43f5-9b52-388cd4043c04" providerId="ADAL" clId="{DB3F8C76-9E84-425C-958D-57243E72E246}" dt="2022-10-05T08:12:04.765" v="3329" actId="1076"/>
          <ac:spMkLst>
            <pc:docMk/>
            <pc:sldMk cId="2989140334" sldId="345"/>
            <ac:spMk id="13" creationId="{315B168A-801E-C457-2852-1F6087995B06}"/>
          </ac:spMkLst>
        </pc:spChg>
        <pc:spChg chg="add mod">
          <ac:chgData name="Sara Muneeb" userId="29b624b1-a719-43f5-9b52-388cd4043c04" providerId="ADAL" clId="{DB3F8C76-9E84-425C-958D-57243E72E246}" dt="2022-10-05T08:12:33.899" v="3351" actId="20577"/>
          <ac:spMkLst>
            <pc:docMk/>
            <pc:sldMk cId="2989140334" sldId="345"/>
            <ac:spMk id="14" creationId="{1816D2A7-A716-EB11-6CE4-1E61B5756780}"/>
          </ac:spMkLst>
        </pc:spChg>
        <pc:picChg chg="add del mod">
          <ac:chgData name="Sara Muneeb" userId="29b624b1-a719-43f5-9b52-388cd4043c04" providerId="ADAL" clId="{DB3F8C76-9E84-425C-958D-57243E72E246}" dt="2022-10-05T08:06:30.460" v="3273" actId="478"/>
          <ac:picMkLst>
            <pc:docMk/>
            <pc:sldMk cId="2989140334" sldId="345"/>
            <ac:picMk id="5" creationId="{5D0D8EBF-7C1E-00F6-D086-F6BADFAD1E8E}"/>
          </ac:picMkLst>
        </pc:picChg>
        <pc:picChg chg="add del mod">
          <ac:chgData name="Sara Muneeb" userId="29b624b1-a719-43f5-9b52-388cd4043c04" providerId="ADAL" clId="{DB3F8C76-9E84-425C-958D-57243E72E246}" dt="2022-10-05T08:07:04.184" v="3277" actId="478"/>
          <ac:picMkLst>
            <pc:docMk/>
            <pc:sldMk cId="2989140334" sldId="345"/>
            <ac:picMk id="9" creationId="{4CEABCE9-43D6-BD0F-51A3-62953CC46FA5}"/>
          </ac:picMkLst>
        </pc:picChg>
        <pc:picChg chg="add mod">
          <ac:chgData name="Sara Muneeb" userId="29b624b1-a719-43f5-9b52-388cd4043c04" providerId="ADAL" clId="{DB3F8C76-9E84-425C-958D-57243E72E246}" dt="2022-10-05T08:11:52.382" v="3325" actId="1076"/>
          <ac:picMkLst>
            <pc:docMk/>
            <pc:sldMk cId="2989140334" sldId="345"/>
            <ac:picMk id="1026" creationId="{AB0650A4-C377-36D3-6AF2-5B85234CEC4D}"/>
          </ac:picMkLst>
        </pc:picChg>
        <pc:picChg chg="add mod">
          <ac:chgData name="Sara Muneeb" userId="29b624b1-a719-43f5-9b52-388cd4043c04" providerId="ADAL" clId="{DB3F8C76-9E84-425C-958D-57243E72E246}" dt="2022-10-05T08:12:01.427" v="3328" actId="1076"/>
          <ac:picMkLst>
            <pc:docMk/>
            <pc:sldMk cId="2989140334" sldId="345"/>
            <ac:picMk id="1028" creationId="{EA91969B-9429-2313-63A6-C17810AB2D55}"/>
          </ac:picMkLst>
        </pc:picChg>
        <pc:picChg chg="add mod">
          <ac:chgData name="Sara Muneeb" userId="29b624b1-a719-43f5-9b52-388cd4043c04" providerId="ADAL" clId="{DB3F8C76-9E84-425C-958D-57243E72E246}" dt="2022-10-05T08:12:08.326" v="3330" actId="1076"/>
          <ac:picMkLst>
            <pc:docMk/>
            <pc:sldMk cId="2989140334" sldId="345"/>
            <ac:picMk id="1030" creationId="{85055336-535E-226B-96C6-AA479A5DE744}"/>
          </ac:picMkLst>
        </pc:picChg>
      </pc:sldChg>
      <pc:sldChg chg="add del">
        <pc:chgData name="Sara Muneeb" userId="29b624b1-a719-43f5-9b52-388cd4043c04" providerId="ADAL" clId="{DB3F8C76-9E84-425C-958D-57243E72E246}" dt="2022-09-27T04:55:26.398" v="39" actId="47"/>
        <pc:sldMkLst>
          <pc:docMk/>
          <pc:sldMk cId="4246156943" sldId="345"/>
        </pc:sldMkLst>
      </pc:sldChg>
      <pc:sldChg chg="add del">
        <pc:chgData name="Sara Muneeb" userId="29b624b1-a719-43f5-9b52-388cd4043c04" providerId="ADAL" clId="{DB3F8C76-9E84-425C-958D-57243E72E246}" dt="2022-09-27T04:55:26.398" v="39" actId="47"/>
        <pc:sldMkLst>
          <pc:docMk/>
          <pc:sldMk cId="2366367615" sldId="346"/>
        </pc:sldMkLst>
      </pc:sldChg>
      <pc:sldChg chg="addSp delSp modSp new mod ord">
        <pc:chgData name="Sara Muneeb" userId="29b624b1-a719-43f5-9b52-388cd4043c04" providerId="ADAL" clId="{DB3F8C76-9E84-425C-958D-57243E72E246}" dt="2022-10-05T09:00:16.582" v="3704" actId="20577"/>
        <pc:sldMkLst>
          <pc:docMk/>
          <pc:sldMk cId="3678470995" sldId="346"/>
        </pc:sldMkLst>
        <pc:spChg chg="mod">
          <ac:chgData name="Sara Muneeb" userId="29b624b1-a719-43f5-9b52-388cd4043c04" providerId="ADAL" clId="{DB3F8C76-9E84-425C-958D-57243E72E246}" dt="2022-10-05T09:00:16.582" v="3704" actId="20577"/>
          <ac:spMkLst>
            <pc:docMk/>
            <pc:sldMk cId="3678470995" sldId="346"/>
            <ac:spMk id="2" creationId="{68D8302F-F7F4-B54F-028C-7EADCB5C643C}"/>
          </ac:spMkLst>
        </pc:spChg>
        <pc:spChg chg="del">
          <ac:chgData name="Sara Muneeb" userId="29b624b1-a719-43f5-9b52-388cd4043c04" providerId="ADAL" clId="{DB3F8C76-9E84-425C-958D-57243E72E246}" dt="2022-10-05T08:13:02.231" v="3369" actId="931"/>
          <ac:spMkLst>
            <pc:docMk/>
            <pc:sldMk cId="3678470995" sldId="346"/>
            <ac:spMk id="3" creationId="{014FE765-D7F8-EDC7-D82C-6AC3B2392F36}"/>
          </ac:spMkLst>
        </pc:spChg>
        <pc:spChg chg="add del mod">
          <ac:chgData name="Sara Muneeb" userId="29b624b1-a719-43f5-9b52-388cd4043c04" providerId="ADAL" clId="{DB3F8C76-9E84-425C-958D-57243E72E246}" dt="2022-10-05T08:13:32.113" v="3371" actId="931"/>
          <ac:spMkLst>
            <pc:docMk/>
            <pc:sldMk cId="3678470995" sldId="346"/>
            <ac:spMk id="7" creationId="{1ABE854F-B00B-2E96-F692-8290588BC053}"/>
          </ac:spMkLst>
        </pc:spChg>
        <pc:picChg chg="add del mod">
          <ac:chgData name="Sara Muneeb" userId="29b624b1-a719-43f5-9b52-388cd4043c04" providerId="ADAL" clId="{DB3F8C76-9E84-425C-958D-57243E72E246}" dt="2022-10-05T08:13:04.090" v="3370" actId="478"/>
          <ac:picMkLst>
            <pc:docMk/>
            <pc:sldMk cId="3678470995" sldId="346"/>
            <ac:picMk id="5" creationId="{FA04A942-42BB-F07B-A6CD-A794D0021886}"/>
          </ac:picMkLst>
        </pc:picChg>
        <pc:picChg chg="add mod">
          <ac:chgData name="Sara Muneeb" userId="29b624b1-a719-43f5-9b52-388cd4043c04" providerId="ADAL" clId="{DB3F8C76-9E84-425C-958D-57243E72E246}" dt="2022-10-05T08:13:36.999" v="3372" actId="27614"/>
          <ac:picMkLst>
            <pc:docMk/>
            <pc:sldMk cId="3678470995" sldId="346"/>
            <ac:picMk id="9" creationId="{7A66B900-9D53-8F01-1D8D-E76C324F7C90}"/>
          </ac:picMkLst>
        </pc:picChg>
      </pc:sldChg>
      <pc:sldChg chg="add del">
        <pc:chgData name="Sara Muneeb" userId="29b624b1-a719-43f5-9b52-388cd4043c04" providerId="ADAL" clId="{DB3F8C76-9E84-425C-958D-57243E72E246}" dt="2022-09-27T04:55:26.398" v="39" actId="47"/>
        <pc:sldMkLst>
          <pc:docMk/>
          <pc:sldMk cId="1655376747" sldId="347"/>
        </pc:sldMkLst>
      </pc:sldChg>
      <pc:sldChg chg="addSp delSp modSp new mod">
        <pc:chgData name="Sara Muneeb" userId="29b624b1-a719-43f5-9b52-388cd4043c04" providerId="ADAL" clId="{DB3F8C76-9E84-425C-958D-57243E72E246}" dt="2022-10-05T08:13:58.122" v="3384" actId="27614"/>
        <pc:sldMkLst>
          <pc:docMk/>
          <pc:sldMk cId="2185956998" sldId="347"/>
        </pc:sldMkLst>
        <pc:spChg chg="mod">
          <ac:chgData name="Sara Muneeb" userId="29b624b1-a719-43f5-9b52-388cd4043c04" providerId="ADAL" clId="{DB3F8C76-9E84-425C-958D-57243E72E246}" dt="2022-10-05T08:13:39.916" v="3380" actId="20577"/>
          <ac:spMkLst>
            <pc:docMk/>
            <pc:sldMk cId="2185956998" sldId="347"/>
            <ac:spMk id="2" creationId="{9B55C5E3-057C-3F89-06B2-63F1035A144B}"/>
          </ac:spMkLst>
        </pc:spChg>
        <pc:spChg chg="del">
          <ac:chgData name="Sara Muneeb" userId="29b624b1-a719-43f5-9b52-388cd4043c04" providerId="ADAL" clId="{DB3F8C76-9E84-425C-958D-57243E72E246}" dt="2022-10-05T08:13:50.019" v="3381" actId="931"/>
          <ac:spMkLst>
            <pc:docMk/>
            <pc:sldMk cId="2185956998" sldId="347"/>
            <ac:spMk id="3" creationId="{7F92B9E8-17EF-1C38-5E25-D88653700F46}"/>
          </ac:spMkLst>
        </pc:spChg>
        <pc:picChg chg="add mod">
          <ac:chgData name="Sara Muneeb" userId="29b624b1-a719-43f5-9b52-388cd4043c04" providerId="ADAL" clId="{DB3F8C76-9E84-425C-958D-57243E72E246}" dt="2022-10-05T08:13:58.122" v="3384" actId="27614"/>
          <ac:picMkLst>
            <pc:docMk/>
            <pc:sldMk cId="2185956998" sldId="347"/>
            <ac:picMk id="5" creationId="{EA3945A9-91A4-C907-11BA-B9A7105E6533}"/>
          </ac:picMkLst>
        </pc:picChg>
      </pc:sldChg>
      <pc:sldChg chg="add del">
        <pc:chgData name="Sara Muneeb" userId="29b624b1-a719-43f5-9b52-388cd4043c04" providerId="ADAL" clId="{DB3F8C76-9E84-425C-958D-57243E72E246}" dt="2022-09-27T04:55:26.398" v="39" actId="47"/>
        <pc:sldMkLst>
          <pc:docMk/>
          <pc:sldMk cId="341212743" sldId="348"/>
        </pc:sldMkLst>
      </pc:sldChg>
      <pc:sldChg chg="addSp delSp modSp new mod">
        <pc:chgData name="Sara Muneeb" userId="29b624b1-a719-43f5-9b52-388cd4043c04" providerId="ADAL" clId="{DB3F8C76-9E84-425C-958D-57243E72E246}" dt="2022-10-05T09:09:32.442" v="3736" actId="1076"/>
        <pc:sldMkLst>
          <pc:docMk/>
          <pc:sldMk cId="1296041024" sldId="348"/>
        </pc:sldMkLst>
        <pc:spChg chg="mod">
          <ac:chgData name="Sara Muneeb" userId="29b624b1-a719-43f5-9b52-388cd4043c04" providerId="ADAL" clId="{DB3F8C76-9E84-425C-958D-57243E72E246}" dt="2022-10-05T08:15:37.323" v="3407" actId="20577"/>
          <ac:spMkLst>
            <pc:docMk/>
            <pc:sldMk cId="1296041024" sldId="348"/>
            <ac:spMk id="2" creationId="{70FC4C67-37FB-2EF9-4FC9-765CA2BB8509}"/>
          </ac:spMkLst>
        </pc:spChg>
        <pc:spChg chg="del">
          <ac:chgData name="Sara Muneeb" userId="29b624b1-a719-43f5-9b52-388cd4043c04" providerId="ADAL" clId="{DB3F8C76-9E84-425C-958D-57243E72E246}" dt="2022-10-05T08:15:48.920" v="3408" actId="931"/>
          <ac:spMkLst>
            <pc:docMk/>
            <pc:sldMk cId="1296041024" sldId="348"/>
            <ac:spMk id="3" creationId="{353AA707-FE47-465B-4E6B-B16A4FE87414}"/>
          </ac:spMkLst>
        </pc:spChg>
        <pc:picChg chg="add mod">
          <ac:chgData name="Sara Muneeb" userId="29b624b1-a719-43f5-9b52-388cd4043c04" providerId="ADAL" clId="{DB3F8C76-9E84-425C-958D-57243E72E246}" dt="2022-10-05T09:09:32.442" v="3736" actId="1076"/>
          <ac:picMkLst>
            <pc:docMk/>
            <pc:sldMk cId="1296041024" sldId="348"/>
            <ac:picMk id="5" creationId="{B8C364B4-C060-9CBD-F0F8-1D5750F2BC0E}"/>
          </ac:picMkLst>
        </pc:picChg>
      </pc:sldChg>
      <pc:sldChg chg="modSp new del mod">
        <pc:chgData name="Sara Muneeb" userId="29b624b1-a719-43f5-9b52-388cd4043c04" providerId="ADAL" clId="{DB3F8C76-9E84-425C-958D-57243E72E246}" dt="2022-10-05T08:15:23.587" v="3395" actId="47"/>
        <pc:sldMkLst>
          <pc:docMk/>
          <pc:sldMk cId="3916154426" sldId="348"/>
        </pc:sldMkLst>
        <pc:spChg chg="mod">
          <ac:chgData name="Sara Muneeb" userId="29b624b1-a719-43f5-9b52-388cd4043c04" providerId="ADAL" clId="{DB3F8C76-9E84-425C-958D-57243E72E246}" dt="2022-10-05T08:14:31.852" v="3392" actId="20577"/>
          <ac:spMkLst>
            <pc:docMk/>
            <pc:sldMk cId="3916154426" sldId="348"/>
            <ac:spMk id="2" creationId="{241FFD2B-47C6-6333-617E-9376399ECF80}"/>
          </ac:spMkLst>
        </pc:spChg>
      </pc:sldChg>
      <pc:sldChg chg="add del">
        <pc:chgData name="Sara Muneeb" userId="29b624b1-a719-43f5-9b52-388cd4043c04" providerId="ADAL" clId="{DB3F8C76-9E84-425C-958D-57243E72E246}" dt="2022-09-27T04:55:26.398" v="39" actId="47"/>
        <pc:sldMkLst>
          <pc:docMk/>
          <pc:sldMk cId="451696442" sldId="349"/>
        </pc:sldMkLst>
      </pc:sldChg>
      <pc:sldChg chg="addSp delSp modSp new del mod">
        <pc:chgData name="Sara Muneeb" userId="29b624b1-a719-43f5-9b52-388cd4043c04" providerId="ADAL" clId="{DB3F8C76-9E84-425C-958D-57243E72E246}" dt="2022-10-05T08:32:26.128" v="3486" actId="47"/>
        <pc:sldMkLst>
          <pc:docMk/>
          <pc:sldMk cId="4087087579" sldId="349"/>
        </pc:sldMkLst>
        <pc:spChg chg="mod">
          <ac:chgData name="Sara Muneeb" userId="29b624b1-a719-43f5-9b52-388cd4043c04" providerId="ADAL" clId="{DB3F8C76-9E84-425C-958D-57243E72E246}" dt="2022-10-05T08:16:54.019" v="3418" actId="20577"/>
          <ac:spMkLst>
            <pc:docMk/>
            <pc:sldMk cId="4087087579" sldId="349"/>
            <ac:spMk id="2" creationId="{3BA63BCA-1C5B-57C0-9E70-192178689C3C}"/>
          </ac:spMkLst>
        </pc:spChg>
        <pc:spChg chg="del">
          <ac:chgData name="Sara Muneeb" userId="29b624b1-a719-43f5-9b52-388cd4043c04" providerId="ADAL" clId="{DB3F8C76-9E84-425C-958D-57243E72E246}" dt="2022-10-05T08:16:58.866" v="3419" actId="931"/>
          <ac:spMkLst>
            <pc:docMk/>
            <pc:sldMk cId="4087087579" sldId="349"/>
            <ac:spMk id="3" creationId="{0274124B-4B5E-6E6D-4450-B8F3ACE9AD7D}"/>
          </ac:spMkLst>
        </pc:spChg>
        <pc:spChg chg="add mod">
          <ac:chgData name="Sara Muneeb" userId="29b624b1-a719-43f5-9b52-388cd4043c04" providerId="ADAL" clId="{DB3F8C76-9E84-425C-958D-57243E72E246}" dt="2022-10-05T08:32:14.576" v="3482" actId="21"/>
          <ac:spMkLst>
            <pc:docMk/>
            <pc:sldMk cId="4087087579" sldId="349"/>
            <ac:spMk id="4" creationId="{C7FC2E7A-09FA-0EAD-6AD1-F6271CC4F2FA}"/>
          </ac:spMkLst>
        </pc:spChg>
        <pc:spChg chg="add del mod">
          <ac:chgData name="Sara Muneeb" userId="29b624b1-a719-43f5-9b52-388cd4043c04" providerId="ADAL" clId="{DB3F8C76-9E84-425C-958D-57243E72E246}" dt="2022-10-05T08:18:34.094" v="3423" actId="931"/>
          <ac:spMkLst>
            <pc:docMk/>
            <pc:sldMk cId="4087087579" sldId="349"/>
            <ac:spMk id="7" creationId="{87E7195A-3A61-570A-84C4-60E9048E2B3A}"/>
          </ac:spMkLst>
        </pc:spChg>
        <pc:picChg chg="add del mod">
          <ac:chgData name="Sara Muneeb" userId="29b624b1-a719-43f5-9b52-388cd4043c04" providerId="ADAL" clId="{DB3F8C76-9E84-425C-958D-57243E72E246}" dt="2022-10-05T08:17:01.469" v="3422" actId="478"/>
          <ac:picMkLst>
            <pc:docMk/>
            <pc:sldMk cId="4087087579" sldId="349"/>
            <ac:picMk id="5" creationId="{F9503CC2-D7CF-05F4-6217-96FF51D2D268}"/>
          </ac:picMkLst>
        </pc:picChg>
        <pc:picChg chg="add del mod">
          <ac:chgData name="Sara Muneeb" userId="29b624b1-a719-43f5-9b52-388cd4043c04" providerId="ADAL" clId="{DB3F8C76-9E84-425C-958D-57243E72E246}" dt="2022-10-05T08:32:14.576" v="3482" actId="21"/>
          <ac:picMkLst>
            <pc:docMk/>
            <pc:sldMk cId="4087087579" sldId="349"/>
            <ac:picMk id="9" creationId="{16A6966E-4748-76B3-6ABD-102F7E9EC946}"/>
          </ac:picMkLst>
        </pc:picChg>
        <pc:picChg chg="add del mod">
          <ac:chgData name="Sara Muneeb" userId="29b624b1-a719-43f5-9b52-388cd4043c04" providerId="ADAL" clId="{DB3F8C76-9E84-425C-958D-57243E72E246}" dt="2022-10-05T08:18:45.870" v="3432" actId="21"/>
          <ac:picMkLst>
            <pc:docMk/>
            <pc:sldMk cId="4087087579" sldId="349"/>
            <ac:picMk id="11" creationId="{938D9DE5-9907-0EDA-586E-BA9D68B14140}"/>
          </ac:picMkLst>
        </pc:picChg>
        <pc:picChg chg="add del mod">
          <ac:chgData name="Sara Muneeb" userId="29b624b1-a719-43f5-9b52-388cd4043c04" providerId="ADAL" clId="{DB3F8C76-9E84-425C-958D-57243E72E246}" dt="2022-10-05T08:18:40.706" v="3429" actId="21"/>
          <ac:picMkLst>
            <pc:docMk/>
            <pc:sldMk cId="4087087579" sldId="349"/>
            <ac:picMk id="13" creationId="{16EB66D4-C9E2-6CF8-C847-A83BDB6B77F9}"/>
          </ac:picMkLst>
        </pc:picChg>
      </pc:sldChg>
      <pc:sldChg chg="addSp delSp modSp new mod">
        <pc:chgData name="Sara Muneeb" userId="29b624b1-a719-43f5-9b52-388cd4043c04" providerId="ADAL" clId="{DB3F8C76-9E84-425C-958D-57243E72E246}" dt="2022-10-05T09:09:41.088" v="3737" actId="20577"/>
        <pc:sldMkLst>
          <pc:docMk/>
          <pc:sldMk cId="1638390018" sldId="350"/>
        </pc:sldMkLst>
        <pc:spChg chg="mod">
          <ac:chgData name="Sara Muneeb" userId="29b624b1-a719-43f5-9b52-388cd4043c04" providerId="ADAL" clId="{DB3F8C76-9E84-425C-958D-57243E72E246}" dt="2022-10-05T09:09:41.088" v="3737" actId="20577"/>
          <ac:spMkLst>
            <pc:docMk/>
            <pc:sldMk cId="1638390018" sldId="350"/>
            <ac:spMk id="2" creationId="{4D7E9606-E9EE-6799-6237-91007AE2E29A}"/>
          </ac:spMkLst>
        </pc:spChg>
        <pc:spChg chg="add del">
          <ac:chgData name="Sara Muneeb" userId="29b624b1-a719-43f5-9b52-388cd4043c04" providerId="ADAL" clId="{DB3F8C76-9E84-425C-958D-57243E72E246}" dt="2022-10-05T08:32:53.001" v="3488"/>
          <ac:spMkLst>
            <pc:docMk/>
            <pc:sldMk cId="1638390018" sldId="350"/>
            <ac:spMk id="3" creationId="{03C3FFAF-C222-4E9A-FC1F-2900627190FF}"/>
          </ac:spMkLst>
        </pc:spChg>
        <pc:spChg chg="del">
          <ac:chgData name="Sara Muneeb" userId="29b624b1-a719-43f5-9b52-388cd4043c04" providerId="ADAL" clId="{DB3F8C76-9E84-425C-958D-57243E72E246}" dt="2022-10-05T08:20:11.315" v="3446" actId="478"/>
          <ac:spMkLst>
            <pc:docMk/>
            <pc:sldMk cId="1638390018" sldId="350"/>
            <ac:spMk id="3" creationId="{9A5A3CCA-D332-65F9-1F30-5831191CC051}"/>
          </ac:spMkLst>
        </pc:spChg>
        <pc:spChg chg="add del">
          <ac:chgData name="Sara Muneeb" userId="29b624b1-a719-43f5-9b52-388cd4043c04" providerId="ADAL" clId="{DB3F8C76-9E84-425C-958D-57243E72E246}" dt="2022-10-05T08:32:59.681" v="3490"/>
          <ac:spMkLst>
            <pc:docMk/>
            <pc:sldMk cId="1638390018" sldId="350"/>
            <ac:spMk id="6" creationId="{C0B68DCA-26EC-B57B-748B-AB6C1663F063}"/>
          </ac:spMkLst>
        </pc:spChg>
        <pc:picChg chg="add mod">
          <ac:chgData name="Sara Muneeb" userId="29b624b1-a719-43f5-9b52-388cd4043c04" providerId="ADAL" clId="{DB3F8C76-9E84-425C-958D-57243E72E246}" dt="2022-10-05T08:26:31.691" v="3474" actId="1076"/>
          <ac:picMkLst>
            <pc:docMk/>
            <pc:sldMk cId="1638390018" sldId="350"/>
            <ac:picMk id="4" creationId="{AED209C7-4476-8643-0EC8-5A67267801D2}"/>
          </ac:picMkLst>
        </pc:picChg>
        <pc:picChg chg="add mod modCrop">
          <ac:chgData name="Sara Muneeb" userId="29b624b1-a719-43f5-9b52-388cd4043c04" providerId="ADAL" clId="{DB3F8C76-9E84-425C-958D-57243E72E246}" dt="2022-10-05T08:21:56.861" v="3456" actId="1076"/>
          <ac:picMkLst>
            <pc:docMk/>
            <pc:sldMk cId="1638390018" sldId="350"/>
            <ac:picMk id="5" creationId="{C3DF1B4E-540E-21E7-9AE2-AFFDF6D3A713}"/>
          </ac:picMkLst>
        </pc:picChg>
        <pc:picChg chg="add mod">
          <ac:chgData name="Sara Muneeb" userId="29b624b1-a719-43f5-9b52-388cd4043c04" providerId="ADAL" clId="{DB3F8C76-9E84-425C-958D-57243E72E246}" dt="2022-10-05T08:34:29.982" v="3511" actId="1076"/>
          <ac:picMkLst>
            <pc:docMk/>
            <pc:sldMk cId="1638390018" sldId="350"/>
            <ac:picMk id="7" creationId="{D5E8B81C-5AA1-18C5-4FD9-64DD3E9F835A}"/>
          </ac:picMkLst>
        </pc:picChg>
        <pc:picChg chg="add mod">
          <ac:chgData name="Sara Muneeb" userId="29b624b1-a719-43f5-9b52-388cd4043c04" providerId="ADAL" clId="{DB3F8C76-9E84-425C-958D-57243E72E246}" dt="2022-10-05T08:34:25.537" v="3510" actId="1076"/>
          <ac:picMkLst>
            <pc:docMk/>
            <pc:sldMk cId="1638390018" sldId="350"/>
            <ac:picMk id="1030" creationId="{BAE3C677-C711-F0C1-DF2C-1E9FE6BD5FF3}"/>
          </ac:picMkLst>
        </pc:picChg>
        <pc:picChg chg="add mod">
          <ac:chgData name="Sara Muneeb" userId="29b624b1-a719-43f5-9b52-388cd4043c04" providerId="ADAL" clId="{DB3F8C76-9E84-425C-958D-57243E72E246}" dt="2022-10-05T08:26:43.447" v="3478" actId="1076"/>
          <ac:picMkLst>
            <pc:docMk/>
            <pc:sldMk cId="1638390018" sldId="350"/>
            <ac:picMk id="2050" creationId="{DB5A2F16-4EA8-DE04-DCB8-70ABF0B538CA}"/>
          </ac:picMkLst>
        </pc:picChg>
      </pc:sldChg>
      <pc:sldChg chg="add del">
        <pc:chgData name="Sara Muneeb" userId="29b624b1-a719-43f5-9b52-388cd4043c04" providerId="ADAL" clId="{DB3F8C76-9E84-425C-958D-57243E72E246}" dt="2022-09-27T04:55:26.398" v="39" actId="47"/>
        <pc:sldMkLst>
          <pc:docMk/>
          <pc:sldMk cId="3205214481" sldId="350"/>
        </pc:sldMkLst>
      </pc:sldChg>
      <pc:sldChg chg="new del">
        <pc:chgData name="Sara Muneeb" userId="29b624b1-a719-43f5-9b52-388cd4043c04" providerId="ADAL" clId="{DB3F8C76-9E84-425C-958D-57243E72E246}" dt="2022-10-05T08:25:36.639" v="3467" actId="680"/>
        <pc:sldMkLst>
          <pc:docMk/>
          <pc:sldMk cId="2005015887" sldId="351"/>
        </pc:sldMkLst>
      </pc:sldChg>
      <pc:sldChg chg="addSp delSp modSp new mod">
        <pc:chgData name="Sara Muneeb" userId="29b624b1-a719-43f5-9b52-388cd4043c04" providerId="ADAL" clId="{DB3F8C76-9E84-425C-958D-57243E72E246}" dt="2022-10-05T08:38:54.112" v="3541" actId="1076"/>
        <pc:sldMkLst>
          <pc:docMk/>
          <pc:sldMk cId="2210810185" sldId="351"/>
        </pc:sldMkLst>
        <pc:spChg chg="mod">
          <ac:chgData name="Sara Muneeb" userId="29b624b1-a719-43f5-9b52-388cd4043c04" providerId="ADAL" clId="{DB3F8C76-9E84-425C-958D-57243E72E246}" dt="2022-10-05T08:35:41.081" v="3524" actId="20577"/>
          <ac:spMkLst>
            <pc:docMk/>
            <pc:sldMk cId="2210810185" sldId="351"/>
            <ac:spMk id="2" creationId="{AA2C4E9D-8143-13E8-D0C4-360852E57E5C}"/>
          </ac:spMkLst>
        </pc:spChg>
        <pc:spChg chg="del">
          <ac:chgData name="Sara Muneeb" userId="29b624b1-a719-43f5-9b52-388cd4043c04" providerId="ADAL" clId="{DB3F8C76-9E84-425C-958D-57243E72E246}" dt="2022-10-05T08:35:45.045" v="3525"/>
          <ac:spMkLst>
            <pc:docMk/>
            <pc:sldMk cId="2210810185" sldId="351"/>
            <ac:spMk id="3" creationId="{678FF081-2628-EBA6-130E-E2E373590265}"/>
          </ac:spMkLst>
        </pc:spChg>
        <pc:picChg chg="add mod">
          <ac:chgData name="Sara Muneeb" userId="29b624b1-a719-43f5-9b52-388cd4043c04" providerId="ADAL" clId="{DB3F8C76-9E84-425C-958D-57243E72E246}" dt="2022-10-05T08:37:19.428" v="3528" actId="1076"/>
          <ac:picMkLst>
            <pc:docMk/>
            <pc:sldMk cId="2210810185" sldId="351"/>
            <ac:picMk id="2050" creationId="{B2DF8CFE-554D-25A2-37A7-8FA5A794B1C3}"/>
          </ac:picMkLst>
        </pc:picChg>
        <pc:picChg chg="add mod">
          <ac:chgData name="Sara Muneeb" userId="29b624b1-a719-43f5-9b52-388cd4043c04" providerId="ADAL" clId="{DB3F8C76-9E84-425C-958D-57243E72E246}" dt="2022-10-05T08:38:54.112" v="3541" actId="1076"/>
          <ac:picMkLst>
            <pc:docMk/>
            <pc:sldMk cId="2210810185" sldId="351"/>
            <ac:picMk id="2052" creationId="{32EA5284-EF3C-5656-EE69-FCA3D0346C04}"/>
          </ac:picMkLst>
        </pc:picChg>
        <pc:picChg chg="add mod">
          <ac:chgData name="Sara Muneeb" userId="29b624b1-a719-43f5-9b52-388cd4043c04" providerId="ADAL" clId="{DB3F8C76-9E84-425C-958D-57243E72E246}" dt="2022-10-05T08:38:51.954" v="3540" actId="1076"/>
          <ac:picMkLst>
            <pc:docMk/>
            <pc:sldMk cId="2210810185" sldId="351"/>
            <ac:picMk id="2054" creationId="{87C0F714-CA19-3990-A3F6-35F04D2A23F4}"/>
          </ac:picMkLst>
        </pc:picChg>
      </pc:sldChg>
      <pc:sldChg chg="addSp delSp modSp new del mod">
        <pc:chgData name="Sara Muneeb" userId="29b624b1-a719-43f5-9b52-388cd4043c04" providerId="ADAL" clId="{DB3F8C76-9E84-425C-958D-57243E72E246}" dt="2022-10-05T08:19:19.435" v="3440" actId="47"/>
        <pc:sldMkLst>
          <pc:docMk/>
          <pc:sldMk cId="2723552793" sldId="351"/>
        </pc:sldMkLst>
        <pc:picChg chg="add del mod">
          <ac:chgData name="Sara Muneeb" userId="29b624b1-a719-43f5-9b52-388cd4043c04" providerId="ADAL" clId="{DB3F8C76-9E84-425C-958D-57243E72E246}" dt="2022-10-05T08:19:16.478" v="3439" actId="21"/>
          <ac:picMkLst>
            <pc:docMk/>
            <pc:sldMk cId="2723552793" sldId="351"/>
            <ac:picMk id="4" creationId="{0647633E-44AB-295E-0E5C-0367B75E86B0}"/>
          </ac:picMkLst>
        </pc:picChg>
      </pc:sldChg>
      <pc:sldChg chg="add del">
        <pc:chgData name="Sara Muneeb" userId="29b624b1-a719-43f5-9b52-388cd4043c04" providerId="ADAL" clId="{DB3F8C76-9E84-425C-958D-57243E72E246}" dt="2022-09-27T04:55:26.398" v="39" actId="47"/>
        <pc:sldMkLst>
          <pc:docMk/>
          <pc:sldMk cId="3040880707" sldId="351"/>
        </pc:sldMkLst>
      </pc:sldChg>
      <pc:sldChg chg="addSp delSp modSp new mod">
        <pc:chgData name="Sara Muneeb" userId="29b624b1-a719-43f5-9b52-388cd4043c04" providerId="ADAL" clId="{DB3F8C76-9E84-425C-958D-57243E72E246}" dt="2022-10-05T08:39:44.476" v="3555" actId="732"/>
        <pc:sldMkLst>
          <pc:docMk/>
          <pc:sldMk cId="1182734953" sldId="352"/>
        </pc:sldMkLst>
        <pc:spChg chg="mod">
          <ac:chgData name="Sara Muneeb" userId="29b624b1-a719-43f5-9b52-388cd4043c04" providerId="ADAL" clId="{DB3F8C76-9E84-425C-958D-57243E72E246}" dt="2022-10-05T08:39:00.429" v="3550" actId="20577"/>
          <ac:spMkLst>
            <pc:docMk/>
            <pc:sldMk cId="1182734953" sldId="352"/>
            <ac:spMk id="2" creationId="{7CBED6BC-B230-BFA3-7D8B-7ABAE2342C9B}"/>
          </ac:spMkLst>
        </pc:spChg>
        <pc:spChg chg="del">
          <ac:chgData name="Sara Muneeb" userId="29b624b1-a719-43f5-9b52-388cd4043c04" providerId="ADAL" clId="{DB3F8C76-9E84-425C-958D-57243E72E246}" dt="2022-10-05T08:39:24.061" v="3551" actId="22"/>
          <ac:spMkLst>
            <pc:docMk/>
            <pc:sldMk cId="1182734953" sldId="352"/>
            <ac:spMk id="3" creationId="{4D9E7108-0734-7558-B4B9-E7A7FDBB3516}"/>
          </ac:spMkLst>
        </pc:spChg>
        <pc:picChg chg="add mod ord modCrop">
          <ac:chgData name="Sara Muneeb" userId="29b624b1-a719-43f5-9b52-388cd4043c04" providerId="ADAL" clId="{DB3F8C76-9E84-425C-958D-57243E72E246}" dt="2022-10-05T08:39:44.476" v="3555" actId="732"/>
          <ac:picMkLst>
            <pc:docMk/>
            <pc:sldMk cId="1182734953" sldId="352"/>
            <ac:picMk id="5" creationId="{31E2F4C5-E307-DA0D-5BFE-0A420CB4C886}"/>
          </ac:picMkLst>
        </pc:picChg>
      </pc:sldChg>
      <pc:sldChg chg="new del">
        <pc:chgData name="Sara Muneeb" userId="29b624b1-a719-43f5-9b52-388cd4043c04" providerId="ADAL" clId="{DB3F8C76-9E84-425C-958D-57243E72E246}" dt="2022-10-05T08:25:36.125" v="3466" actId="680"/>
        <pc:sldMkLst>
          <pc:docMk/>
          <pc:sldMk cId="1535556229" sldId="352"/>
        </pc:sldMkLst>
      </pc:sldChg>
      <pc:sldChg chg="add del">
        <pc:chgData name="Sara Muneeb" userId="29b624b1-a719-43f5-9b52-388cd4043c04" providerId="ADAL" clId="{DB3F8C76-9E84-425C-958D-57243E72E246}" dt="2022-09-27T04:55:26.398" v="39" actId="47"/>
        <pc:sldMkLst>
          <pc:docMk/>
          <pc:sldMk cId="2346777497" sldId="352"/>
        </pc:sldMkLst>
      </pc:sldChg>
      <pc:sldChg chg="add del">
        <pc:chgData name="Sara Muneeb" userId="29b624b1-a719-43f5-9b52-388cd4043c04" providerId="ADAL" clId="{DB3F8C76-9E84-425C-958D-57243E72E246}" dt="2022-09-27T04:55:26.398" v="39" actId="47"/>
        <pc:sldMkLst>
          <pc:docMk/>
          <pc:sldMk cId="647525035" sldId="353"/>
        </pc:sldMkLst>
      </pc:sldChg>
      <pc:sldChg chg="addSp delSp modSp new mod ord">
        <pc:chgData name="Sara Muneeb" userId="29b624b1-a719-43f5-9b52-388cd4043c04" providerId="ADAL" clId="{DB3F8C76-9E84-425C-958D-57243E72E246}" dt="2022-10-05T08:47:05.665" v="3608"/>
        <pc:sldMkLst>
          <pc:docMk/>
          <pc:sldMk cId="3733716193" sldId="353"/>
        </pc:sldMkLst>
        <pc:spChg chg="mod">
          <ac:chgData name="Sara Muneeb" userId="29b624b1-a719-43f5-9b52-388cd4043c04" providerId="ADAL" clId="{DB3F8C76-9E84-425C-958D-57243E72E246}" dt="2022-10-05T08:40:16.820" v="3563" actId="20577"/>
          <ac:spMkLst>
            <pc:docMk/>
            <pc:sldMk cId="3733716193" sldId="353"/>
            <ac:spMk id="2" creationId="{E02CB801-AD5C-04DF-E04A-13DDB4247471}"/>
          </ac:spMkLst>
        </pc:spChg>
        <pc:spChg chg="del">
          <ac:chgData name="Sara Muneeb" userId="29b624b1-a719-43f5-9b52-388cd4043c04" providerId="ADAL" clId="{DB3F8C76-9E84-425C-958D-57243E72E246}" dt="2022-10-05T08:42:40.923" v="3564" actId="931"/>
          <ac:spMkLst>
            <pc:docMk/>
            <pc:sldMk cId="3733716193" sldId="353"/>
            <ac:spMk id="3" creationId="{0B32DBA1-C626-901F-F5AD-A928C3BDB02F}"/>
          </ac:spMkLst>
        </pc:spChg>
        <pc:spChg chg="add del mod">
          <ac:chgData name="Sara Muneeb" userId="29b624b1-a719-43f5-9b52-388cd4043c04" providerId="ADAL" clId="{DB3F8C76-9E84-425C-958D-57243E72E246}" dt="2022-10-05T08:43:52.763" v="3579" actId="931"/>
          <ac:spMkLst>
            <pc:docMk/>
            <pc:sldMk cId="3733716193" sldId="353"/>
            <ac:spMk id="7" creationId="{0E24E576-2A83-0871-570B-093BFECF2ABF}"/>
          </ac:spMkLst>
        </pc:spChg>
        <pc:picChg chg="add del mod">
          <ac:chgData name="Sara Muneeb" userId="29b624b1-a719-43f5-9b52-388cd4043c04" providerId="ADAL" clId="{DB3F8C76-9E84-425C-958D-57243E72E246}" dt="2022-10-05T08:43:17.583" v="3578" actId="478"/>
          <ac:picMkLst>
            <pc:docMk/>
            <pc:sldMk cId="3733716193" sldId="353"/>
            <ac:picMk id="5" creationId="{68EE8DDF-A8CF-A829-B0F6-81780F9679AF}"/>
          </ac:picMkLst>
        </pc:picChg>
        <pc:picChg chg="add mod">
          <ac:chgData name="Sara Muneeb" userId="29b624b1-a719-43f5-9b52-388cd4043c04" providerId="ADAL" clId="{DB3F8C76-9E84-425C-958D-57243E72E246}" dt="2022-10-05T08:43:55.076" v="3580" actId="27614"/>
          <ac:picMkLst>
            <pc:docMk/>
            <pc:sldMk cId="3733716193" sldId="353"/>
            <ac:picMk id="9" creationId="{1B8DCBA6-73D2-330A-1A68-5C4EF66E6E6E}"/>
          </ac:picMkLst>
        </pc:picChg>
      </pc:sldChg>
      <pc:sldChg chg="add del">
        <pc:chgData name="Sara Muneeb" userId="29b624b1-a719-43f5-9b52-388cd4043c04" providerId="ADAL" clId="{DB3F8C76-9E84-425C-958D-57243E72E246}" dt="2022-09-27T04:55:26.398" v="39" actId="47"/>
        <pc:sldMkLst>
          <pc:docMk/>
          <pc:sldMk cId="1129123376" sldId="354"/>
        </pc:sldMkLst>
      </pc:sldChg>
      <pc:sldChg chg="addSp delSp modSp new mod ord">
        <pc:chgData name="Sara Muneeb" userId="29b624b1-a719-43f5-9b52-388cd4043c04" providerId="ADAL" clId="{DB3F8C76-9E84-425C-958D-57243E72E246}" dt="2022-10-05T08:44:03.216" v="3584" actId="27614"/>
        <pc:sldMkLst>
          <pc:docMk/>
          <pc:sldMk cId="2260623248" sldId="354"/>
        </pc:sldMkLst>
        <pc:spChg chg="mod">
          <ac:chgData name="Sara Muneeb" userId="29b624b1-a719-43f5-9b52-388cd4043c04" providerId="ADAL" clId="{DB3F8C76-9E84-425C-958D-57243E72E246}" dt="2022-10-05T08:42:57.286" v="3574" actId="20577"/>
          <ac:spMkLst>
            <pc:docMk/>
            <pc:sldMk cId="2260623248" sldId="354"/>
            <ac:spMk id="2" creationId="{D5EAA592-14DA-213E-1C69-FE0AFD9C09C8}"/>
          </ac:spMkLst>
        </pc:spChg>
        <pc:spChg chg="del">
          <ac:chgData name="Sara Muneeb" userId="29b624b1-a719-43f5-9b52-388cd4043c04" providerId="ADAL" clId="{DB3F8C76-9E84-425C-958D-57243E72E246}" dt="2022-10-05T08:43:06.180" v="3575" actId="931"/>
          <ac:spMkLst>
            <pc:docMk/>
            <pc:sldMk cId="2260623248" sldId="354"/>
            <ac:spMk id="3" creationId="{A26264FB-D63C-6CD1-C1CB-03DCC4F701B7}"/>
          </ac:spMkLst>
        </pc:spChg>
        <pc:spChg chg="add del mod">
          <ac:chgData name="Sara Muneeb" userId="29b624b1-a719-43f5-9b52-388cd4043c04" providerId="ADAL" clId="{DB3F8C76-9E84-425C-958D-57243E72E246}" dt="2022-10-05T08:44:00.625" v="3581" actId="931"/>
          <ac:spMkLst>
            <pc:docMk/>
            <pc:sldMk cId="2260623248" sldId="354"/>
            <ac:spMk id="7" creationId="{39A444B3-9A75-D0BE-9224-4525E06B0DD4}"/>
          </ac:spMkLst>
        </pc:spChg>
        <pc:picChg chg="add del mod">
          <ac:chgData name="Sara Muneeb" userId="29b624b1-a719-43f5-9b52-388cd4043c04" providerId="ADAL" clId="{DB3F8C76-9E84-425C-958D-57243E72E246}" dt="2022-10-05T08:43:11.942" v="3577" actId="478"/>
          <ac:picMkLst>
            <pc:docMk/>
            <pc:sldMk cId="2260623248" sldId="354"/>
            <ac:picMk id="5" creationId="{51B10D65-923D-772A-DC46-FE4F2A9B0915}"/>
          </ac:picMkLst>
        </pc:picChg>
        <pc:picChg chg="add mod">
          <ac:chgData name="Sara Muneeb" userId="29b624b1-a719-43f5-9b52-388cd4043c04" providerId="ADAL" clId="{DB3F8C76-9E84-425C-958D-57243E72E246}" dt="2022-10-05T08:44:03.216" v="3584" actId="27614"/>
          <ac:picMkLst>
            <pc:docMk/>
            <pc:sldMk cId="2260623248" sldId="354"/>
            <ac:picMk id="9" creationId="{D845F769-1406-28A8-D92B-3C35C9761213}"/>
          </ac:picMkLst>
        </pc:picChg>
      </pc:sldChg>
      <pc:sldChg chg="addSp delSp modSp new mod">
        <pc:chgData name="Sara Muneeb" userId="29b624b1-a719-43f5-9b52-388cd4043c04" providerId="ADAL" clId="{DB3F8C76-9E84-425C-958D-57243E72E246}" dt="2022-10-05T08:46:46.637" v="3606" actId="1076"/>
        <pc:sldMkLst>
          <pc:docMk/>
          <pc:sldMk cId="2264247476" sldId="355"/>
        </pc:sldMkLst>
        <pc:spChg chg="mod">
          <ac:chgData name="Sara Muneeb" userId="29b624b1-a719-43f5-9b52-388cd4043c04" providerId="ADAL" clId="{DB3F8C76-9E84-425C-958D-57243E72E246}" dt="2022-10-05T08:46:16.010" v="3593" actId="20577"/>
          <ac:spMkLst>
            <pc:docMk/>
            <pc:sldMk cId="2264247476" sldId="355"/>
            <ac:spMk id="2" creationId="{0E224BE2-6360-B710-AB6B-6FAF4303DAC9}"/>
          </ac:spMkLst>
        </pc:spChg>
        <pc:spChg chg="del">
          <ac:chgData name="Sara Muneeb" userId="29b624b1-a719-43f5-9b52-388cd4043c04" providerId="ADAL" clId="{DB3F8C76-9E84-425C-958D-57243E72E246}" dt="2022-10-05T08:46:25.185" v="3594" actId="931"/>
          <ac:spMkLst>
            <pc:docMk/>
            <pc:sldMk cId="2264247476" sldId="355"/>
            <ac:spMk id="3" creationId="{E636F91D-55FA-5B45-2D40-A086AD946210}"/>
          </ac:spMkLst>
        </pc:spChg>
        <pc:picChg chg="add mod">
          <ac:chgData name="Sara Muneeb" userId="29b624b1-a719-43f5-9b52-388cd4043c04" providerId="ADAL" clId="{DB3F8C76-9E84-425C-958D-57243E72E246}" dt="2022-10-05T08:46:30.784" v="3600" actId="1076"/>
          <ac:picMkLst>
            <pc:docMk/>
            <pc:sldMk cId="2264247476" sldId="355"/>
            <ac:picMk id="5" creationId="{2B4878D2-A806-6621-C2DA-666DA587F6E6}"/>
          </ac:picMkLst>
        </pc:picChg>
        <pc:picChg chg="add mod">
          <ac:chgData name="Sara Muneeb" userId="29b624b1-a719-43f5-9b52-388cd4043c04" providerId="ADAL" clId="{DB3F8C76-9E84-425C-958D-57243E72E246}" dt="2022-10-05T08:46:46.637" v="3606" actId="1076"/>
          <ac:picMkLst>
            <pc:docMk/>
            <pc:sldMk cId="2264247476" sldId="355"/>
            <ac:picMk id="7" creationId="{F1AD0568-C2F1-82AD-712F-5D22BB521430}"/>
          </ac:picMkLst>
        </pc:picChg>
      </pc:sldChg>
      <pc:sldChg chg="add del">
        <pc:chgData name="Sara Muneeb" userId="29b624b1-a719-43f5-9b52-388cd4043c04" providerId="ADAL" clId="{DB3F8C76-9E84-425C-958D-57243E72E246}" dt="2022-09-27T04:55:26.398" v="39" actId="47"/>
        <pc:sldMkLst>
          <pc:docMk/>
          <pc:sldMk cId="2529333528" sldId="355"/>
        </pc:sldMkLst>
      </pc:sldChg>
      <pc:sldChg chg="addSp delSp modSp new mod ord">
        <pc:chgData name="Sara Muneeb" userId="29b624b1-a719-43f5-9b52-388cd4043c04" providerId="ADAL" clId="{DB3F8C76-9E84-425C-958D-57243E72E246}" dt="2022-10-05T09:09:57.729" v="3738" actId="20577"/>
        <pc:sldMkLst>
          <pc:docMk/>
          <pc:sldMk cId="1908950209" sldId="356"/>
        </pc:sldMkLst>
        <pc:spChg chg="mod">
          <ac:chgData name="Sara Muneeb" userId="29b624b1-a719-43f5-9b52-388cd4043c04" providerId="ADAL" clId="{DB3F8C76-9E84-425C-958D-57243E72E246}" dt="2022-10-05T09:09:57.729" v="3738" actId="20577"/>
          <ac:spMkLst>
            <pc:docMk/>
            <pc:sldMk cId="1908950209" sldId="356"/>
            <ac:spMk id="2" creationId="{451498CD-AD19-AF19-3E36-370F0336BE41}"/>
          </ac:spMkLst>
        </pc:spChg>
        <pc:spChg chg="del">
          <ac:chgData name="Sara Muneeb" userId="29b624b1-a719-43f5-9b52-388cd4043c04" providerId="ADAL" clId="{DB3F8C76-9E84-425C-958D-57243E72E246}" dt="2022-10-05T08:53:14.523" v="3618" actId="931"/>
          <ac:spMkLst>
            <pc:docMk/>
            <pc:sldMk cId="1908950209" sldId="356"/>
            <ac:spMk id="3" creationId="{080D58E1-51C0-A38B-D708-51A834CA7F2D}"/>
          </ac:spMkLst>
        </pc:spChg>
        <pc:picChg chg="add mod">
          <ac:chgData name="Sara Muneeb" userId="29b624b1-a719-43f5-9b52-388cd4043c04" providerId="ADAL" clId="{DB3F8C76-9E84-425C-958D-57243E72E246}" dt="2022-10-05T08:53:19.921" v="3621" actId="1076"/>
          <ac:picMkLst>
            <pc:docMk/>
            <pc:sldMk cId="1908950209" sldId="356"/>
            <ac:picMk id="5" creationId="{880A3F85-C41D-69F2-592A-1F3A0E74B566}"/>
          </ac:picMkLst>
        </pc:picChg>
      </pc:sldChg>
      <pc:sldChg chg="add del">
        <pc:chgData name="Sara Muneeb" userId="29b624b1-a719-43f5-9b52-388cd4043c04" providerId="ADAL" clId="{DB3F8C76-9E84-425C-958D-57243E72E246}" dt="2022-09-27T04:55:26.398" v="39" actId="47"/>
        <pc:sldMkLst>
          <pc:docMk/>
          <pc:sldMk cId="4291740093" sldId="356"/>
        </pc:sldMkLst>
      </pc:sldChg>
      <pc:sldChg chg="add del">
        <pc:chgData name="Sara Muneeb" userId="29b624b1-a719-43f5-9b52-388cd4043c04" providerId="ADAL" clId="{DB3F8C76-9E84-425C-958D-57243E72E246}" dt="2022-09-27T04:55:26.398" v="39" actId="47"/>
        <pc:sldMkLst>
          <pc:docMk/>
          <pc:sldMk cId="54550552" sldId="357"/>
        </pc:sldMkLst>
      </pc:sldChg>
      <pc:sldChg chg="new del">
        <pc:chgData name="Sara Muneeb" userId="29b624b1-a719-43f5-9b52-388cd4043c04" providerId="ADAL" clId="{DB3F8C76-9E84-425C-958D-57243E72E246}" dt="2022-10-05T08:57:02.104" v="3625" actId="47"/>
        <pc:sldMkLst>
          <pc:docMk/>
          <pc:sldMk cId="1842136554" sldId="357"/>
        </pc:sldMkLst>
      </pc:sldChg>
      <pc:sldChg chg="addSp delSp modSp new mod">
        <pc:chgData name="Sara Muneeb" userId="29b624b1-a719-43f5-9b52-388cd4043c04" providerId="ADAL" clId="{DB3F8C76-9E84-425C-958D-57243E72E246}" dt="2022-10-05T08:57:26.121" v="3636" actId="962"/>
        <pc:sldMkLst>
          <pc:docMk/>
          <pc:sldMk cId="2628421753" sldId="357"/>
        </pc:sldMkLst>
        <pc:spChg chg="mod">
          <ac:chgData name="Sara Muneeb" userId="29b624b1-a719-43f5-9b52-388cd4043c04" providerId="ADAL" clId="{DB3F8C76-9E84-425C-958D-57243E72E246}" dt="2022-10-05T08:57:14.136" v="3633" actId="20577"/>
          <ac:spMkLst>
            <pc:docMk/>
            <pc:sldMk cId="2628421753" sldId="357"/>
            <ac:spMk id="2" creationId="{59975951-43FE-3E14-D50D-7CBD5DD15A38}"/>
          </ac:spMkLst>
        </pc:spChg>
        <pc:spChg chg="del">
          <ac:chgData name="Sara Muneeb" userId="29b624b1-a719-43f5-9b52-388cd4043c04" providerId="ADAL" clId="{DB3F8C76-9E84-425C-958D-57243E72E246}" dt="2022-10-05T08:57:24.127" v="3634" actId="931"/>
          <ac:spMkLst>
            <pc:docMk/>
            <pc:sldMk cId="2628421753" sldId="357"/>
            <ac:spMk id="3" creationId="{941DDE59-0D80-7386-5577-E2B873705948}"/>
          </ac:spMkLst>
        </pc:spChg>
        <pc:picChg chg="add mod">
          <ac:chgData name="Sara Muneeb" userId="29b624b1-a719-43f5-9b52-388cd4043c04" providerId="ADAL" clId="{DB3F8C76-9E84-425C-958D-57243E72E246}" dt="2022-10-05T08:57:26.121" v="3636" actId="962"/>
          <ac:picMkLst>
            <pc:docMk/>
            <pc:sldMk cId="2628421753" sldId="357"/>
            <ac:picMk id="5" creationId="{84BA6D1D-4189-B694-F57C-B8CC88A3C017}"/>
          </ac:picMkLst>
        </pc:picChg>
      </pc:sldChg>
      <pc:sldChg chg="addSp delSp modSp add mod">
        <pc:chgData name="Sara Muneeb" userId="29b624b1-a719-43f5-9b52-388cd4043c04" providerId="ADAL" clId="{DB3F8C76-9E84-425C-958D-57243E72E246}" dt="2022-10-05T08:57:40.089" v="3641" actId="962"/>
        <pc:sldMkLst>
          <pc:docMk/>
          <pc:sldMk cId="4206157969" sldId="358"/>
        </pc:sldMkLst>
        <pc:spChg chg="add del mod">
          <ac:chgData name="Sara Muneeb" userId="29b624b1-a719-43f5-9b52-388cd4043c04" providerId="ADAL" clId="{DB3F8C76-9E84-425C-958D-57243E72E246}" dt="2022-10-05T08:57:39.119" v="3639" actId="931"/>
          <ac:spMkLst>
            <pc:docMk/>
            <pc:sldMk cId="4206157969" sldId="358"/>
            <ac:spMk id="4" creationId="{DFEA2EF9-7FB2-70F3-EF29-2102B1758C97}"/>
          </ac:spMkLst>
        </pc:spChg>
        <pc:picChg chg="del">
          <ac:chgData name="Sara Muneeb" userId="29b624b1-a719-43f5-9b52-388cd4043c04" providerId="ADAL" clId="{DB3F8C76-9E84-425C-958D-57243E72E246}" dt="2022-10-05T08:57:32.786" v="3638" actId="478"/>
          <ac:picMkLst>
            <pc:docMk/>
            <pc:sldMk cId="4206157969" sldId="358"/>
            <ac:picMk id="5" creationId="{84BA6D1D-4189-B694-F57C-B8CC88A3C017}"/>
          </ac:picMkLst>
        </pc:picChg>
        <pc:picChg chg="add mod">
          <ac:chgData name="Sara Muneeb" userId="29b624b1-a719-43f5-9b52-388cd4043c04" providerId="ADAL" clId="{DB3F8C76-9E84-425C-958D-57243E72E246}" dt="2022-10-05T08:57:40.089" v="3641" actId="962"/>
          <ac:picMkLst>
            <pc:docMk/>
            <pc:sldMk cId="4206157969" sldId="358"/>
            <ac:picMk id="7" creationId="{64BF2EF3-025E-53E6-0DCE-F78306FB0B44}"/>
          </ac:picMkLst>
        </pc:picChg>
      </pc:sldChg>
      <pc:sldChg chg="add del">
        <pc:chgData name="Sara Muneeb" userId="29b624b1-a719-43f5-9b52-388cd4043c04" providerId="ADAL" clId="{DB3F8C76-9E84-425C-958D-57243E72E246}" dt="2022-09-27T04:55:26.398" v="39" actId="47"/>
        <pc:sldMkLst>
          <pc:docMk/>
          <pc:sldMk cId="4289276877" sldId="358"/>
        </pc:sldMkLst>
      </pc:sldChg>
      <pc:sldChg chg="add del">
        <pc:chgData name="Sara Muneeb" userId="29b624b1-a719-43f5-9b52-388cd4043c04" providerId="ADAL" clId="{DB3F8C76-9E84-425C-958D-57243E72E246}" dt="2022-09-27T04:55:26.398" v="39" actId="47"/>
        <pc:sldMkLst>
          <pc:docMk/>
          <pc:sldMk cId="229001700" sldId="359"/>
        </pc:sldMkLst>
      </pc:sldChg>
      <pc:sldChg chg="addSp delSp modSp new mod ord">
        <pc:chgData name="Sara Muneeb" userId="29b624b1-a719-43f5-9b52-388cd4043c04" providerId="ADAL" clId="{DB3F8C76-9E84-425C-958D-57243E72E246}" dt="2022-10-05T08:59:59.221" v="3695"/>
        <pc:sldMkLst>
          <pc:docMk/>
          <pc:sldMk cId="487906918" sldId="359"/>
        </pc:sldMkLst>
        <pc:spChg chg="mod">
          <ac:chgData name="Sara Muneeb" userId="29b624b1-a719-43f5-9b52-388cd4043c04" providerId="ADAL" clId="{DB3F8C76-9E84-425C-958D-57243E72E246}" dt="2022-10-05T08:57:47.959" v="3649" actId="20577"/>
          <ac:spMkLst>
            <pc:docMk/>
            <pc:sldMk cId="487906918" sldId="359"/>
            <ac:spMk id="2" creationId="{40A56E50-813F-259B-DC9E-BA1E6F66F752}"/>
          </ac:spMkLst>
        </pc:spChg>
        <pc:spChg chg="del">
          <ac:chgData name="Sara Muneeb" userId="29b624b1-a719-43f5-9b52-388cd4043c04" providerId="ADAL" clId="{DB3F8C76-9E84-425C-958D-57243E72E246}" dt="2022-10-05T08:57:54.907" v="3650" actId="931"/>
          <ac:spMkLst>
            <pc:docMk/>
            <pc:sldMk cId="487906918" sldId="359"/>
            <ac:spMk id="3" creationId="{E7CFBCAF-2F56-9405-576E-3EB5A17BCD27}"/>
          </ac:spMkLst>
        </pc:spChg>
        <pc:picChg chg="add mod">
          <ac:chgData name="Sara Muneeb" userId="29b624b1-a719-43f5-9b52-388cd4043c04" providerId="ADAL" clId="{DB3F8C76-9E84-425C-958D-57243E72E246}" dt="2022-10-05T08:58:23.184" v="3659" actId="1076"/>
          <ac:picMkLst>
            <pc:docMk/>
            <pc:sldMk cId="487906918" sldId="359"/>
            <ac:picMk id="5" creationId="{072BAF82-032E-D81F-934B-E383164F422F}"/>
          </ac:picMkLst>
        </pc:picChg>
        <pc:picChg chg="add mod">
          <ac:chgData name="Sara Muneeb" userId="29b624b1-a719-43f5-9b52-388cd4043c04" providerId="ADAL" clId="{DB3F8C76-9E84-425C-958D-57243E72E246}" dt="2022-10-05T08:58:19.901" v="3658" actId="1076"/>
          <ac:picMkLst>
            <pc:docMk/>
            <pc:sldMk cId="487906918" sldId="359"/>
            <ac:picMk id="7" creationId="{AC77478D-DAFC-9407-E941-0AB853384088}"/>
          </ac:picMkLst>
        </pc:picChg>
      </pc:sldChg>
      <pc:sldChg chg="addSp delSp modSp new mod ord">
        <pc:chgData name="Sara Muneeb" userId="29b624b1-a719-43f5-9b52-388cd4043c04" providerId="ADAL" clId="{DB3F8C76-9E84-425C-958D-57243E72E246}" dt="2022-10-05T08:59:59.221" v="3695"/>
        <pc:sldMkLst>
          <pc:docMk/>
          <pc:sldMk cId="518102146" sldId="360"/>
        </pc:sldMkLst>
        <pc:spChg chg="mod">
          <ac:chgData name="Sara Muneeb" userId="29b624b1-a719-43f5-9b52-388cd4043c04" providerId="ADAL" clId="{DB3F8C76-9E84-425C-958D-57243E72E246}" dt="2022-10-05T08:59:00.455" v="3681" actId="20577"/>
          <ac:spMkLst>
            <pc:docMk/>
            <pc:sldMk cId="518102146" sldId="360"/>
            <ac:spMk id="2" creationId="{8394E069-3B28-8755-008F-80C92601701D}"/>
          </ac:spMkLst>
        </pc:spChg>
        <pc:spChg chg="del">
          <ac:chgData name="Sara Muneeb" userId="29b624b1-a719-43f5-9b52-388cd4043c04" providerId="ADAL" clId="{DB3F8C76-9E84-425C-958D-57243E72E246}" dt="2022-10-05T08:58:37.503" v="3661" actId="931"/>
          <ac:spMkLst>
            <pc:docMk/>
            <pc:sldMk cId="518102146" sldId="360"/>
            <ac:spMk id="3" creationId="{843ED3C4-DDBC-6F3E-E86B-3D6E4CA1C17E}"/>
          </ac:spMkLst>
        </pc:spChg>
        <pc:picChg chg="add mod">
          <ac:chgData name="Sara Muneeb" userId="29b624b1-a719-43f5-9b52-388cd4043c04" providerId="ADAL" clId="{DB3F8C76-9E84-425C-958D-57243E72E246}" dt="2022-10-05T08:59:27.759" v="3692" actId="1076"/>
          <ac:picMkLst>
            <pc:docMk/>
            <pc:sldMk cId="518102146" sldId="360"/>
            <ac:picMk id="5" creationId="{DE21127B-77D5-4421-04AF-524C36D3CCD4}"/>
          </ac:picMkLst>
        </pc:picChg>
        <pc:picChg chg="add mod">
          <ac:chgData name="Sara Muneeb" userId="29b624b1-a719-43f5-9b52-388cd4043c04" providerId="ADAL" clId="{DB3F8C76-9E84-425C-958D-57243E72E246}" dt="2022-10-05T08:59:30.972" v="3693" actId="1076"/>
          <ac:picMkLst>
            <pc:docMk/>
            <pc:sldMk cId="518102146" sldId="360"/>
            <ac:picMk id="6" creationId="{24442947-2DD7-B9C2-B992-691B0D5984E1}"/>
          </ac:picMkLst>
        </pc:picChg>
      </pc:sldChg>
      <pc:sldChg chg="add del">
        <pc:chgData name="Sara Muneeb" userId="29b624b1-a719-43f5-9b52-388cd4043c04" providerId="ADAL" clId="{DB3F8C76-9E84-425C-958D-57243E72E246}" dt="2022-09-27T04:55:26.398" v="39" actId="47"/>
        <pc:sldMkLst>
          <pc:docMk/>
          <pc:sldMk cId="1469553589" sldId="360"/>
        </pc:sldMkLst>
      </pc:sldChg>
      <pc:sldChg chg="add del">
        <pc:chgData name="Sara Muneeb" userId="29b624b1-a719-43f5-9b52-388cd4043c04" providerId="ADAL" clId="{DB3F8C76-9E84-425C-958D-57243E72E246}" dt="2022-09-27T04:55:26.398" v="39" actId="47"/>
        <pc:sldMkLst>
          <pc:docMk/>
          <pc:sldMk cId="2619516327" sldId="361"/>
        </pc:sldMkLst>
      </pc:sldChg>
      <pc:sldChg chg="addSp delSp modSp new del mod">
        <pc:chgData name="Sara Muneeb" userId="29b624b1-a719-43f5-9b52-388cd4043c04" providerId="ADAL" clId="{DB3F8C76-9E84-425C-958D-57243E72E246}" dt="2022-10-05T08:59:04.973" v="3683" actId="47"/>
        <pc:sldMkLst>
          <pc:docMk/>
          <pc:sldMk cId="3626622085" sldId="361"/>
        </pc:sldMkLst>
        <pc:spChg chg="del">
          <ac:chgData name="Sara Muneeb" userId="29b624b1-a719-43f5-9b52-388cd4043c04" providerId="ADAL" clId="{DB3F8C76-9E84-425C-958D-57243E72E246}" dt="2022-10-05T08:58:48.638" v="3665" actId="931"/>
          <ac:spMkLst>
            <pc:docMk/>
            <pc:sldMk cId="3626622085" sldId="361"/>
            <ac:spMk id="3" creationId="{59E2344C-4D51-16EA-5482-2F38B7F1356E}"/>
          </ac:spMkLst>
        </pc:spChg>
        <pc:spChg chg="add mod">
          <ac:chgData name="Sara Muneeb" userId="29b624b1-a719-43f5-9b52-388cd4043c04" providerId="ADAL" clId="{DB3F8C76-9E84-425C-958D-57243E72E246}" dt="2022-10-05T08:59:03.596" v="3682" actId="21"/>
          <ac:spMkLst>
            <pc:docMk/>
            <pc:sldMk cId="3626622085" sldId="361"/>
            <ac:spMk id="7" creationId="{9BC12655-CD42-12FA-4B2B-D32FC719CE06}"/>
          </ac:spMkLst>
        </pc:spChg>
        <pc:picChg chg="add del mod">
          <ac:chgData name="Sara Muneeb" userId="29b624b1-a719-43f5-9b52-388cd4043c04" providerId="ADAL" clId="{DB3F8C76-9E84-425C-958D-57243E72E246}" dt="2022-10-05T08:59:03.596" v="3682" actId="21"/>
          <ac:picMkLst>
            <pc:docMk/>
            <pc:sldMk cId="3626622085" sldId="361"/>
            <ac:picMk id="5" creationId="{55BD7B81-0DE1-0B97-2167-D6B79D9B2C68}"/>
          </ac:picMkLst>
        </pc:picChg>
      </pc:sldChg>
      <pc:sldChg chg="addSp delSp modSp new mod">
        <pc:chgData name="Sara Muneeb" userId="29b624b1-a719-43f5-9b52-388cd4043c04" providerId="ADAL" clId="{DB3F8C76-9E84-425C-958D-57243E72E246}" dt="2022-10-05T09:26:20.447" v="3795" actId="20577"/>
        <pc:sldMkLst>
          <pc:docMk/>
          <pc:sldMk cId="3846287848" sldId="361"/>
        </pc:sldMkLst>
        <pc:spChg chg="mod">
          <ac:chgData name="Sara Muneeb" userId="29b624b1-a719-43f5-9b52-388cd4043c04" providerId="ADAL" clId="{DB3F8C76-9E84-425C-958D-57243E72E246}" dt="2022-10-05T09:26:20.447" v="3795" actId="20577"/>
          <ac:spMkLst>
            <pc:docMk/>
            <pc:sldMk cId="3846287848" sldId="361"/>
            <ac:spMk id="2" creationId="{CFFD1403-AFFE-E94F-B956-3A9BE1FCB08E}"/>
          </ac:spMkLst>
        </pc:spChg>
        <pc:spChg chg="del">
          <ac:chgData name="Sara Muneeb" userId="29b624b1-a719-43f5-9b52-388cd4043c04" providerId="ADAL" clId="{DB3F8C76-9E84-425C-958D-57243E72E246}" dt="2022-10-05T09:25:00.498" v="3740" actId="931"/>
          <ac:spMkLst>
            <pc:docMk/>
            <pc:sldMk cId="3846287848" sldId="361"/>
            <ac:spMk id="3" creationId="{3A08123D-9F03-4DD8-AB56-FF70B49AC66C}"/>
          </ac:spMkLst>
        </pc:spChg>
        <pc:picChg chg="add mod">
          <ac:chgData name="Sara Muneeb" userId="29b624b1-a719-43f5-9b52-388cd4043c04" providerId="ADAL" clId="{DB3F8C76-9E84-425C-958D-57243E72E246}" dt="2022-10-05T09:25:04.708" v="3742" actId="962"/>
          <ac:picMkLst>
            <pc:docMk/>
            <pc:sldMk cId="3846287848" sldId="361"/>
            <ac:picMk id="5" creationId="{5F74DDB1-49D2-5940-4F36-3AA5A67A3505}"/>
          </ac:picMkLst>
        </pc:picChg>
      </pc:sldChg>
      <pc:sldChg chg="addSp delSp modSp new mod">
        <pc:chgData name="Sara Muneeb" userId="29b624b1-a719-43f5-9b52-388cd4043c04" providerId="ADAL" clId="{DB3F8C76-9E84-425C-958D-57243E72E246}" dt="2022-10-05T09:27:25.280" v="3815" actId="20577"/>
        <pc:sldMkLst>
          <pc:docMk/>
          <pc:sldMk cId="3058882324" sldId="362"/>
        </pc:sldMkLst>
        <pc:spChg chg="mod">
          <ac:chgData name="Sara Muneeb" userId="29b624b1-a719-43f5-9b52-388cd4043c04" providerId="ADAL" clId="{DB3F8C76-9E84-425C-958D-57243E72E246}" dt="2022-10-05T09:27:25.280" v="3815" actId="20577"/>
          <ac:spMkLst>
            <pc:docMk/>
            <pc:sldMk cId="3058882324" sldId="362"/>
            <ac:spMk id="2" creationId="{8EAFBB0C-9809-A554-F1C7-A4819906DFB8}"/>
          </ac:spMkLst>
        </pc:spChg>
        <pc:spChg chg="del">
          <ac:chgData name="Sara Muneeb" userId="29b624b1-a719-43f5-9b52-388cd4043c04" providerId="ADAL" clId="{DB3F8C76-9E84-425C-958D-57243E72E246}" dt="2022-10-05T09:26:32.543" v="3796" actId="931"/>
          <ac:spMkLst>
            <pc:docMk/>
            <pc:sldMk cId="3058882324" sldId="362"/>
            <ac:spMk id="3" creationId="{D602A315-B245-08C5-0F8D-D7A28961E41D}"/>
          </ac:spMkLst>
        </pc:spChg>
        <pc:spChg chg="add del mod">
          <ac:chgData name="Sara Muneeb" userId="29b624b1-a719-43f5-9b52-388cd4043c04" providerId="ADAL" clId="{DB3F8C76-9E84-425C-958D-57243E72E246}" dt="2022-10-05T09:26:49.882" v="3800" actId="931"/>
          <ac:spMkLst>
            <pc:docMk/>
            <pc:sldMk cId="3058882324" sldId="362"/>
            <ac:spMk id="7" creationId="{299E2DED-DA2A-76D7-AC9B-1811DA39E6DA}"/>
          </ac:spMkLst>
        </pc:spChg>
        <pc:spChg chg="add del mod">
          <ac:chgData name="Sara Muneeb" userId="29b624b1-a719-43f5-9b52-388cd4043c04" providerId="ADAL" clId="{DB3F8C76-9E84-425C-958D-57243E72E246}" dt="2022-10-05T09:27:05.437" v="3802" actId="931"/>
          <ac:spMkLst>
            <pc:docMk/>
            <pc:sldMk cId="3058882324" sldId="362"/>
            <ac:spMk id="11" creationId="{661611A2-5633-BDC1-4786-DB404361B949}"/>
          </ac:spMkLst>
        </pc:spChg>
        <pc:spChg chg="add del mod">
          <ac:chgData name="Sara Muneeb" userId="29b624b1-a719-43f5-9b52-388cd4043c04" providerId="ADAL" clId="{DB3F8C76-9E84-425C-958D-57243E72E246}" dt="2022-10-05T09:27:14.608" v="3804" actId="931"/>
          <ac:spMkLst>
            <pc:docMk/>
            <pc:sldMk cId="3058882324" sldId="362"/>
            <ac:spMk id="15" creationId="{12B9D517-5449-EF02-FA8E-94930B0CC378}"/>
          </ac:spMkLst>
        </pc:spChg>
        <pc:picChg chg="add del mod">
          <ac:chgData name="Sara Muneeb" userId="29b624b1-a719-43f5-9b52-388cd4043c04" providerId="ADAL" clId="{DB3F8C76-9E84-425C-958D-57243E72E246}" dt="2022-10-05T09:26:39.905" v="3799" actId="478"/>
          <ac:picMkLst>
            <pc:docMk/>
            <pc:sldMk cId="3058882324" sldId="362"/>
            <ac:picMk id="5" creationId="{E0EBB546-28A9-8D1A-F253-4CE99492F7CB}"/>
          </ac:picMkLst>
        </pc:picChg>
        <pc:picChg chg="add del mod">
          <ac:chgData name="Sara Muneeb" userId="29b624b1-a719-43f5-9b52-388cd4043c04" providerId="ADAL" clId="{DB3F8C76-9E84-425C-958D-57243E72E246}" dt="2022-10-05T09:26:51.482" v="3801" actId="478"/>
          <ac:picMkLst>
            <pc:docMk/>
            <pc:sldMk cId="3058882324" sldId="362"/>
            <ac:picMk id="9" creationId="{30026DBB-25B3-E95E-2E33-171BAAFD6C7C}"/>
          </ac:picMkLst>
        </pc:picChg>
        <pc:picChg chg="add del mod">
          <ac:chgData name="Sara Muneeb" userId="29b624b1-a719-43f5-9b52-388cd4043c04" providerId="ADAL" clId="{DB3F8C76-9E84-425C-958D-57243E72E246}" dt="2022-10-05T09:27:06.630" v="3803" actId="478"/>
          <ac:picMkLst>
            <pc:docMk/>
            <pc:sldMk cId="3058882324" sldId="362"/>
            <ac:picMk id="13" creationId="{8D65634F-DBD1-9F4D-E426-A20DD34B7AB7}"/>
          </ac:picMkLst>
        </pc:picChg>
        <pc:picChg chg="add mod">
          <ac:chgData name="Sara Muneeb" userId="29b624b1-a719-43f5-9b52-388cd4043c04" providerId="ADAL" clId="{DB3F8C76-9E84-425C-958D-57243E72E246}" dt="2022-10-05T09:27:19.317" v="3808" actId="1076"/>
          <ac:picMkLst>
            <pc:docMk/>
            <pc:sldMk cId="3058882324" sldId="362"/>
            <ac:picMk id="17" creationId="{64DC2503-DE68-656B-8071-9E98817C2F6B}"/>
          </ac:picMkLst>
        </pc:picChg>
      </pc:sldChg>
      <pc:sldChg chg="add del">
        <pc:chgData name="Sara Muneeb" userId="29b624b1-a719-43f5-9b52-388cd4043c04" providerId="ADAL" clId="{DB3F8C76-9E84-425C-958D-57243E72E246}" dt="2022-09-27T04:55:26.398" v="39" actId="47"/>
        <pc:sldMkLst>
          <pc:docMk/>
          <pc:sldMk cId="4180375240" sldId="362"/>
        </pc:sldMkLst>
      </pc:sldChg>
      <pc:sldChg chg="addSp delSp modSp new mod">
        <pc:chgData name="Sara Muneeb" userId="29b624b1-a719-43f5-9b52-388cd4043c04" providerId="ADAL" clId="{DB3F8C76-9E84-425C-958D-57243E72E246}" dt="2022-10-05T09:28:22.786" v="3841" actId="20577"/>
        <pc:sldMkLst>
          <pc:docMk/>
          <pc:sldMk cId="2788614881" sldId="363"/>
        </pc:sldMkLst>
        <pc:spChg chg="mod">
          <ac:chgData name="Sara Muneeb" userId="29b624b1-a719-43f5-9b52-388cd4043c04" providerId="ADAL" clId="{DB3F8C76-9E84-425C-958D-57243E72E246}" dt="2022-10-05T09:28:22.786" v="3841" actId="20577"/>
          <ac:spMkLst>
            <pc:docMk/>
            <pc:sldMk cId="2788614881" sldId="363"/>
            <ac:spMk id="2" creationId="{F64805DF-5DC1-80F8-7445-BD26312E9B4A}"/>
          </ac:spMkLst>
        </pc:spChg>
        <pc:spChg chg="del">
          <ac:chgData name="Sara Muneeb" userId="29b624b1-a719-43f5-9b52-388cd4043c04" providerId="ADAL" clId="{DB3F8C76-9E84-425C-958D-57243E72E246}" dt="2022-10-05T09:27:35.461" v="3817" actId="931"/>
          <ac:spMkLst>
            <pc:docMk/>
            <pc:sldMk cId="2788614881" sldId="363"/>
            <ac:spMk id="3" creationId="{00983DD5-69C5-51EF-E0FE-550AF81671D2}"/>
          </ac:spMkLst>
        </pc:spChg>
        <pc:spChg chg="add del mod">
          <ac:chgData name="Sara Muneeb" userId="29b624b1-a719-43f5-9b52-388cd4043c04" providerId="ADAL" clId="{DB3F8C76-9E84-425C-958D-57243E72E246}" dt="2022-10-05T09:27:47.489" v="3821" actId="931"/>
          <ac:spMkLst>
            <pc:docMk/>
            <pc:sldMk cId="2788614881" sldId="363"/>
            <ac:spMk id="7" creationId="{289AFB15-B55F-3CA3-5CC9-5EBDA8225467}"/>
          </ac:spMkLst>
        </pc:spChg>
        <pc:picChg chg="add del mod">
          <ac:chgData name="Sara Muneeb" userId="29b624b1-a719-43f5-9b52-388cd4043c04" providerId="ADAL" clId="{DB3F8C76-9E84-425C-958D-57243E72E246}" dt="2022-10-05T09:27:38.243" v="3820" actId="478"/>
          <ac:picMkLst>
            <pc:docMk/>
            <pc:sldMk cId="2788614881" sldId="363"/>
            <ac:picMk id="5" creationId="{1A1DF8F5-2310-B013-9426-889C6700A977}"/>
          </ac:picMkLst>
        </pc:picChg>
        <pc:picChg chg="add mod">
          <ac:chgData name="Sara Muneeb" userId="29b624b1-a719-43f5-9b52-388cd4043c04" providerId="ADAL" clId="{DB3F8C76-9E84-425C-958D-57243E72E246}" dt="2022-10-05T09:27:50.859" v="3824" actId="1076"/>
          <ac:picMkLst>
            <pc:docMk/>
            <pc:sldMk cId="2788614881" sldId="363"/>
            <ac:picMk id="9" creationId="{E1F6C502-7BD4-686D-0ACD-FB4E959A3CA6}"/>
          </ac:picMkLst>
        </pc:picChg>
        <pc:picChg chg="add mod">
          <ac:chgData name="Sara Muneeb" userId="29b624b1-a719-43f5-9b52-388cd4043c04" providerId="ADAL" clId="{DB3F8C76-9E84-425C-958D-57243E72E246}" dt="2022-10-05T09:28:16.121" v="3831" actId="1076"/>
          <ac:picMkLst>
            <pc:docMk/>
            <pc:sldMk cId="2788614881" sldId="363"/>
            <ac:picMk id="11" creationId="{56607D9F-A84D-D090-A231-9447AABCF4E5}"/>
          </ac:picMkLst>
        </pc:picChg>
      </pc:sldChg>
      <pc:sldChg chg="addSp delSp modSp new mod">
        <pc:chgData name="Sara Muneeb" userId="29b624b1-a719-43f5-9b52-388cd4043c04" providerId="ADAL" clId="{DB3F8C76-9E84-425C-958D-57243E72E246}" dt="2022-10-05T09:32:36.111" v="3879" actId="1076"/>
        <pc:sldMkLst>
          <pc:docMk/>
          <pc:sldMk cId="3550203735" sldId="364"/>
        </pc:sldMkLst>
        <pc:spChg chg="mod">
          <ac:chgData name="Sara Muneeb" userId="29b624b1-a719-43f5-9b52-388cd4043c04" providerId="ADAL" clId="{DB3F8C76-9E84-425C-958D-57243E72E246}" dt="2022-10-05T09:31:48.483" v="3861" actId="20577"/>
          <ac:spMkLst>
            <pc:docMk/>
            <pc:sldMk cId="3550203735" sldId="364"/>
            <ac:spMk id="2" creationId="{0190D6B3-1C43-583E-9F05-A831028D0E3E}"/>
          </ac:spMkLst>
        </pc:spChg>
        <pc:spChg chg="del">
          <ac:chgData name="Sara Muneeb" userId="29b624b1-a719-43f5-9b52-388cd4043c04" providerId="ADAL" clId="{DB3F8C76-9E84-425C-958D-57243E72E246}" dt="2022-10-05T09:31:28.022" v="3850" actId="931"/>
          <ac:spMkLst>
            <pc:docMk/>
            <pc:sldMk cId="3550203735" sldId="364"/>
            <ac:spMk id="3" creationId="{0511C0BF-C7A4-0633-D53C-4AFF887DE333}"/>
          </ac:spMkLst>
        </pc:spChg>
        <pc:picChg chg="add mod">
          <ac:chgData name="Sara Muneeb" userId="29b624b1-a719-43f5-9b52-388cd4043c04" providerId="ADAL" clId="{DB3F8C76-9E84-425C-958D-57243E72E246}" dt="2022-10-05T09:32:36.111" v="3879" actId="1076"/>
          <ac:picMkLst>
            <pc:docMk/>
            <pc:sldMk cId="3550203735" sldId="364"/>
            <ac:picMk id="5" creationId="{1CAC9FB9-1730-8D22-8D64-D6A5A23384D2}"/>
          </ac:picMkLst>
        </pc:picChg>
        <pc:picChg chg="add del mod">
          <ac:chgData name="Sara Muneeb" userId="29b624b1-a719-43f5-9b52-388cd4043c04" providerId="ADAL" clId="{DB3F8C76-9E84-425C-958D-57243E72E246}" dt="2022-10-05T09:32:26.216" v="3874" actId="21"/>
          <ac:picMkLst>
            <pc:docMk/>
            <pc:sldMk cId="3550203735" sldId="364"/>
            <ac:picMk id="7" creationId="{CBB87536-6F65-C640-8C84-58EF488C378A}"/>
          </ac:picMkLst>
        </pc:picChg>
        <pc:picChg chg="add mod">
          <ac:chgData name="Sara Muneeb" userId="29b624b1-a719-43f5-9b52-388cd4043c04" providerId="ADAL" clId="{DB3F8C76-9E84-425C-958D-57243E72E246}" dt="2022-10-05T09:32:34.135" v="3878" actId="1076"/>
          <ac:picMkLst>
            <pc:docMk/>
            <pc:sldMk cId="3550203735" sldId="364"/>
            <ac:picMk id="8" creationId="{EAA6703B-75F8-2EE9-5163-07BB03D0683D}"/>
          </ac:picMkLst>
        </pc:picChg>
      </pc:sldChg>
      <pc:sldChg chg="new del">
        <pc:chgData name="Sara Muneeb" userId="29b624b1-a719-43f5-9b52-388cd4043c04" providerId="ADAL" clId="{DB3F8C76-9E84-425C-958D-57243E72E246}" dt="2022-10-05T09:27:57.827" v="3826" actId="680"/>
        <pc:sldMkLst>
          <pc:docMk/>
          <pc:sldMk cId="4183661900" sldId="364"/>
        </pc:sldMkLst>
      </pc:sldChg>
      <pc:sldChg chg="addSp delSp modSp new mod">
        <pc:chgData name="Sara Muneeb" userId="29b624b1-a719-43f5-9b52-388cd4043c04" providerId="ADAL" clId="{DB3F8C76-9E84-425C-958D-57243E72E246}" dt="2022-10-05T09:32:50.313" v="3889" actId="20577"/>
        <pc:sldMkLst>
          <pc:docMk/>
          <pc:sldMk cId="3084047886" sldId="365"/>
        </pc:sldMkLst>
        <pc:spChg chg="mod">
          <ac:chgData name="Sara Muneeb" userId="29b624b1-a719-43f5-9b52-388cd4043c04" providerId="ADAL" clId="{DB3F8C76-9E84-425C-958D-57243E72E246}" dt="2022-10-05T09:32:50.313" v="3889" actId="20577"/>
          <ac:spMkLst>
            <pc:docMk/>
            <pc:sldMk cId="3084047886" sldId="365"/>
            <ac:spMk id="2" creationId="{C4B46D87-04DF-8B43-65CC-05C898183A89}"/>
          </ac:spMkLst>
        </pc:spChg>
        <pc:spChg chg="del">
          <ac:chgData name="Sara Muneeb" userId="29b624b1-a719-43f5-9b52-388cd4043c04" providerId="ADAL" clId="{DB3F8C76-9E84-425C-958D-57243E72E246}" dt="2022-10-05T09:31:56.362" v="3863" actId="931"/>
          <ac:spMkLst>
            <pc:docMk/>
            <pc:sldMk cId="3084047886" sldId="365"/>
            <ac:spMk id="3" creationId="{69331456-7F7A-FE29-2FD4-85C092ADBDBC}"/>
          </ac:spMkLst>
        </pc:spChg>
        <pc:spChg chg="add del mod">
          <ac:chgData name="Sara Muneeb" userId="29b624b1-a719-43f5-9b52-388cd4043c04" providerId="ADAL" clId="{DB3F8C76-9E84-425C-958D-57243E72E246}" dt="2022-10-05T09:32:09.294" v="3868" actId="931"/>
          <ac:spMkLst>
            <pc:docMk/>
            <pc:sldMk cId="3084047886" sldId="365"/>
            <ac:spMk id="7" creationId="{9DE90F27-93E5-41E1-218F-E347A14B96D1}"/>
          </ac:spMkLst>
        </pc:spChg>
        <pc:spChg chg="add del mod">
          <ac:chgData name="Sara Muneeb" userId="29b624b1-a719-43f5-9b52-388cd4043c04" providerId="ADAL" clId="{DB3F8C76-9E84-425C-958D-57243E72E246}" dt="2022-10-05T09:32:18.537" v="3870" actId="931"/>
          <ac:spMkLst>
            <pc:docMk/>
            <pc:sldMk cId="3084047886" sldId="365"/>
            <ac:spMk id="11" creationId="{66605A14-819B-3AAC-E1C9-306774147BDB}"/>
          </ac:spMkLst>
        </pc:spChg>
        <pc:spChg chg="add mod">
          <ac:chgData name="Sara Muneeb" userId="29b624b1-a719-43f5-9b52-388cd4043c04" providerId="ADAL" clId="{DB3F8C76-9E84-425C-958D-57243E72E246}" dt="2022-10-05T09:32:20.727" v="3872" actId="21"/>
          <ac:spMkLst>
            <pc:docMk/>
            <pc:sldMk cId="3084047886" sldId="365"/>
            <ac:spMk id="15" creationId="{44313A75-AEF0-1202-1D12-3E9851C18903}"/>
          </ac:spMkLst>
        </pc:spChg>
        <pc:picChg chg="add del mod">
          <ac:chgData name="Sara Muneeb" userId="29b624b1-a719-43f5-9b52-388cd4043c04" providerId="ADAL" clId="{DB3F8C76-9E84-425C-958D-57243E72E246}" dt="2022-10-05T09:32:02.097" v="3867" actId="478"/>
          <ac:picMkLst>
            <pc:docMk/>
            <pc:sldMk cId="3084047886" sldId="365"/>
            <ac:picMk id="5" creationId="{93C785B4-E07E-4487-BD35-045BA58744FB}"/>
          </ac:picMkLst>
        </pc:picChg>
        <pc:picChg chg="add del mod">
          <ac:chgData name="Sara Muneeb" userId="29b624b1-a719-43f5-9b52-388cd4043c04" providerId="ADAL" clId="{DB3F8C76-9E84-425C-958D-57243E72E246}" dt="2022-10-05T09:32:10.953" v="3869" actId="478"/>
          <ac:picMkLst>
            <pc:docMk/>
            <pc:sldMk cId="3084047886" sldId="365"/>
            <ac:picMk id="9" creationId="{1A413442-A3BF-6CF3-686E-EC5F1AAC94C7}"/>
          </ac:picMkLst>
        </pc:picChg>
        <pc:picChg chg="add del mod">
          <ac:chgData name="Sara Muneeb" userId="29b624b1-a719-43f5-9b52-388cd4043c04" providerId="ADAL" clId="{DB3F8C76-9E84-425C-958D-57243E72E246}" dt="2022-10-05T09:32:20.727" v="3872" actId="21"/>
          <ac:picMkLst>
            <pc:docMk/>
            <pc:sldMk cId="3084047886" sldId="365"/>
            <ac:picMk id="13" creationId="{E5C4053C-7BCB-E1E2-665E-A3CFCF8DEFD6}"/>
          </ac:picMkLst>
        </pc:picChg>
        <pc:picChg chg="add mod">
          <ac:chgData name="Sara Muneeb" userId="29b624b1-a719-43f5-9b52-388cd4043c04" providerId="ADAL" clId="{DB3F8C76-9E84-425C-958D-57243E72E246}" dt="2022-10-05T09:32:48.354" v="3882" actId="14100"/>
          <ac:picMkLst>
            <pc:docMk/>
            <pc:sldMk cId="3084047886" sldId="365"/>
            <ac:picMk id="16" creationId="{32A4DE7D-91A6-9AA9-70E3-3BA72430AF37}"/>
          </ac:picMkLst>
        </pc:picChg>
      </pc:sldChg>
      <pc:sldChg chg="addSp delSp modSp new mod">
        <pc:chgData name="Sara Muneeb" userId="29b624b1-a719-43f5-9b52-388cd4043c04" providerId="ADAL" clId="{DB3F8C76-9E84-425C-958D-57243E72E246}" dt="2022-10-05T09:33:36.397" v="3912" actId="20577"/>
        <pc:sldMkLst>
          <pc:docMk/>
          <pc:sldMk cId="704692413" sldId="366"/>
        </pc:sldMkLst>
        <pc:spChg chg="mod">
          <ac:chgData name="Sara Muneeb" userId="29b624b1-a719-43f5-9b52-388cd4043c04" providerId="ADAL" clId="{DB3F8C76-9E84-425C-958D-57243E72E246}" dt="2022-10-05T09:33:36.397" v="3912" actId="20577"/>
          <ac:spMkLst>
            <pc:docMk/>
            <pc:sldMk cId="704692413" sldId="366"/>
            <ac:spMk id="2" creationId="{273589F9-6F20-B2B7-B956-F8DDC272EFD7}"/>
          </ac:spMkLst>
        </pc:spChg>
        <pc:spChg chg="del">
          <ac:chgData name="Sara Muneeb" userId="29b624b1-a719-43f5-9b52-388cd4043c04" providerId="ADAL" clId="{DB3F8C76-9E84-425C-958D-57243E72E246}" dt="2022-10-05T09:33:02.625" v="3891" actId="931"/>
          <ac:spMkLst>
            <pc:docMk/>
            <pc:sldMk cId="704692413" sldId="366"/>
            <ac:spMk id="3" creationId="{FB23FCF5-C026-B6B1-288F-4DBCD25F8E7A}"/>
          </ac:spMkLst>
        </pc:spChg>
        <pc:spChg chg="add del mod">
          <ac:chgData name="Sara Muneeb" userId="29b624b1-a719-43f5-9b52-388cd4043c04" providerId="ADAL" clId="{DB3F8C76-9E84-425C-958D-57243E72E246}" dt="2022-10-05T09:33:09.120" v="3893" actId="931"/>
          <ac:spMkLst>
            <pc:docMk/>
            <pc:sldMk cId="704692413" sldId="366"/>
            <ac:spMk id="7" creationId="{FE01A818-045D-693F-55BB-AD3553963AA9}"/>
          </ac:spMkLst>
        </pc:spChg>
        <pc:picChg chg="add del mod">
          <ac:chgData name="Sara Muneeb" userId="29b624b1-a719-43f5-9b52-388cd4043c04" providerId="ADAL" clId="{DB3F8C76-9E84-425C-958D-57243E72E246}" dt="2022-10-05T09:33:03.649" v="3892" actId="478"/>
          <ac:picMkLst>
            <pc:docMk/>
            <pc:sldMk cId="704692413" sldId="366"/>
            <ac:picMk id="5" creationId="{90654D1E-CED6-B4AC-A1BC-48CF2D38760B}"/>
          </ac:picMkLst>
        </pc:picChg>
        <pc:picChg chg="add mod">
          <ac:chgData name="Sara Muneeb" userId="29b624b1-a719-43f5-9b52-388cd4043c04" providerId="ADAL" clId="{DB3F8C76-9E84-425C-958D-57243E72E246}" dt="2022-10-05T09:33:31.292" v="3903" actId="1076"/>
          <ac:picMkLst>
            <pc:docMk/>
            <pc:sldMk cId="704692413" sldId="366"/>
            <ac:picMk id="9" creationId="{4F157825-7E34-6DA6-EAB3-E5AA89317094}"/>
          </ac:picMkLst>
        </pc:picChg>
        <pc:picChg chg="add mod">
          <ac:chgData name="Sara Muneeb" userId="29b624b1-a719-43f5-9b52-388cd4043c04" providerId="ADAL" clId="{DB3F8C76-9E84-425C-958D-57243E72E246}" dt="2022-10-05T09:33:33.450" v="3904" actId="1076"/>
          <ac:picMkLst>
            <pc:docMk/>
            <pc:sldMk cId="704692413" sldId="366"/>
            <ac:picMk id="11" creationId="{B17FDA99-87F0-EF4C-8F12-B7A5B03597DB}"/>
          </ac:picMkLst>
        </pc:picChg>
      </pc:sldChg>
      <pc:sldChg chg="addSp delSp modSp new mod ord">
        <pc:chgData name="Sara Muneeb" userId="29b624b1-a719-43f5-9b52-388cd4043c04" providerId="ADAL" clId="{DB3F8C76-9E84-425C-958D-57243E72E246}" dt="2022-10-05T09:35:18.798" v="3995" actId="20577"/>
        <pc:sldMkLst>
          <pc:docMk/>
          <pc:sldMk cId="1996185751" sldId="367"/>
        </pc:sldMkLst>
        <pc:spChg chg="mod">
          <ac:chgData name="Sara Muneeb" userId="29b624b1-a719-43f5-9b52-388cd4043c04" providerId="ADAL" clId="{DB3F8C76-9E84-425C-958D-57243E72E246}" dt="2022-10-05T09:35:18.798" v="3995" actId="20577"/>
          <ac:spMkLst>
            <pc:docMk/>
            <pc:sldMk cId="1996185751" sldId="367"/>
            <ac:spMk id="2" creationId="{DCF7D0F4-AA09-2F3C-BE50-8A00B8B88546}"/>
          </ac:spMkLst>
        </pc:spChg>
        <pc:spChg chg="del">
          <ac:chgData name="Sara Muneeb" userId="29b624b1-a719-43f5-9b52-388cd4043c04" providerId="ADAL" clId="{DB3F8C76-9E84-425C-958D-57243E72E246}" dt="2022-10-05T09:33:44.910" v="3914" actId="931"/>
          <ac:spMkLst>
            <pc:docMk/>
            <pc:sldMk cId="1996185751" sldId="367"/>
            <ac:spMk id="3" creationId="{A05F306B-CB0E-1164-FB90-C31F58F9E692}"/>
          </ac:spMkLst>
        </pc:spChg>
        <pc:picChg chg="add mod">
          <ac:chgData name="Sara Muneeb" userId="29b624b1-a719-43f5-9b52-388cd4043c04" providerId="ADAL" clId="{DB3F8C76-9E84-425C-958D-57243E72E246}" dt="2022-10-05T09:33:46.974" v="3917" actId="27614"/>
          <ac:picMkLst>
            <pc:docMk/>
            <pc:sldMk cId="1996185751" sldId="367"/>
            <ac:picMk id="5" creationId="{9A8C5E21-5192-6289-B70F-EAA70883445E}"/>
          </ac:picMkLst>
        </pc:picChg>
      </pc:sldChg>
      <pc:sldChg chg="addSp delSp modSp new mod">
        <pc:chgData name="Sara Muneeb" userId="29b624b1-a719-43f5-9b52-388cd4043c04" providerId="ADAL" clId="{DB3F8C76-9E84-425C-958D-57243E72E246}" dt="2022-10-05T09:35:02.729" v="3965" actId="20577"/>
        <pc:sldMkLst>
          <pc:docMk/>
          <pc:sldMk cId="613638807" sldId="368"/>
        </pc:sldMkLst>
        <pc:spChg chg="mod">
          <ac:chgData name="Sara Muneeb" userId="29b624b1-a719-43f5-9b52-388cd4043c04" providerId="ADAL" clId="{DB3F8C76-9E84-425C-958D-57243E72E246}" dt="2022-10-05T09:35:02.729" v="3965" actId="20577"/>
          <ac:spMkLst>
            <pc:docMk/>
            <pc:sldMk cId="613638807" sldId="368"/>
            <ac:spMk id="2" creationId="{D28A094C-9DFA-F6BF-EE18-74893E660247}"/>
          </ac:spMkLst>
        </pc:spChg>
        <pc:spChg chg="del">
          <ac:chgData name="Sara Muneeb" userId="29b624b1-a719-43f5-9b52-388cd4043c04" providerId="ADAL" clId="{DB3F8C76-9E84-425C-958D-57243E72E246}" dt="2022-10-05T09:34:44.661" v="3943" actId="931"/>
          <ac:spMkLst>
            <pc:docMk/>
            <pc:sldMk cId="613638807" sldId="368"/>
            <ac:spMk id="3" creationId="{0F149CE9-1C9F-684D-D97F-8AA2E16BE83A}"/>
          </ac:spMkLst>
        </pc:spChg>
        <pc:picChg chg="add mod">
          <ac:chgData name="Sara Muneeb" userId="29b624b1-a719-43f5-9b52-388cd4043c04" providerId="ADAL" clId="{DB3F8C76-9E84-425C-958D-57243E72E246}" dt="2022-10-05T09:34:45.656" v="3945" actId="962"/>
          <ac:picMkLst>
            <pc:docMk/>
            <pc:sldMk cId="613638807" sldId="368"/>
            <ac:picMk id="5" creationId="{C74C5D94-8971-0D68-6030-A89C84E0BE7D}"/>
          </ac:picMkLst>
        </pc:picChg>
      </pc:sldChg>
      <pc:sldChg chg="addSp delSp modSp new del mod">
        <pc:chgData name="Sara Muneeb" userId="29b624b1-a719-43f5-9b52-388cd4043c04" providerId="ADAL" clId="{DB3F8C76-9E84-425C-958D-57243E72E246}" dt="2022-10-05T09:34:02.188" v="3932" actId="47"/>
        <pc:sldMkLst>
          <pc:docMk/>
          <pc:sldMk cId="1432052115" sldId="368"/>
        </pc:sldMkLst>
        <pc:spChg chg="del">
          <ac:chgData name="Sara Muneeb" userId="29b624b1-a719-43f5-9b52-388cd4043c04" providerId="ADAL" clId="{DB3F8C76-9E84-425C-958D-57243E72E246}" dt="2022-10-05T09:33:56.862" v="3927" actId="931"/>
          <ac:spMkLst>
            <pc:docMk/>
            <pc:sldMk cId="1432052115" sldId="368"/>
            <ac:spMk id="3" creationId="{F6E3E0FF-2C0F-ABF8-E963-A74692084E63}"/>
          </ac:spMkLst>
        </pc:spChg>
        <pc:spChg chg="add mod">
          <ac:chgData name="Sara Muneeb" userId="29b624b1-a719-43f5-9b52-388cd4043c04" providerId="ADAL" clId="{DB3F8C76-9E84-425C-958D-57243E72E246}" dt="2022-10-05T09:34:00.846" v="3931" actId="478"/>
          <ac:spMkLst>
            <pc:docMk/>
            <pc:sldMk cId="1432052115" sldId="368"/>
            <ac:spMk id="7" creationId="{E9BD5AA2-A850-3E66-D2CB-D1110DCB1978}"/>
          </ac:spMkLst>
        </pc:spChg>
        <pc:picChg chg="add del mod">
          <ac:chgData name="Sara Muneeb" userId="29b624b1-a719-43f5-9b52-388cd4043c04" providerId="ADAL" clId="{DB3F8C76-9E84-425C-958D-57243E72E246}" dt="2022-10-05T09:34:00.846" v="3931" actId="478"/>
          <ac:picMkLst>
            <pc:docMk/>
            <pc:sldMk cId="1432052115" sldId="368"/>
            <ac:picMk id="5" creationId="{3DAF53BD-9E97-6935-4EC7-3BD998FEF633}"/>
          </ac:picMkLst>
        </pc:picChg>
      </pc:sldChg>
      <pc:sldChg chg="addSp delSp modSp new mod">
        <pc:chgData name="Sara Muneeb" userId="29b624b1-a719-43f5-9b52-388cd4043c04" providerId="ADAL" clId="{DB3F8C76-9E84-425C-958D-57243E72E246}" dt="2022-10-05T09:40:11.969" v="4018" actId="27614"/>
        <pc:sldMkLst>
          <pc:docMk/>
          <pc:sldMk cId="2692040407" sldId="369"/>
        </pc:sldMkLst>
        <pc:spChg chg="mod">
          <ac:chgData name="Sara Muneeb" userId="29b624b1-a719-43f5-9b52-388cd4043c04" providerId="ADAL" clId="{DB3F8C76-9E84-425C-958D-57243E72E246}" dt="2022-10-05T09:39:53.583" v="4014" actId="20577"/>
          <ac:spMkLst>
            <pc:docMk/>
            <pc:sldMk cId="2692040407" sldId="369"/>
            <ac:spMk id="2" creationId="{6F024EAC-7478-4DD1-03AD-755D29F543A8}"/>
          </ac:spMkLst>
        </pc:spChg>
        <pc:spChg chg="del">
          <ac:chgData name="Sara Muneeb" userId="29b624b1-a719-43f5-9b52-388cd4043c04" providerId="ADAL" clId="{DB3F8C76-9E84-425C-958D-57243E72E246}" dt="2022-10-05T09:40:00.893" v="4015" actId="931"/>
          <ac:spMkLst>
            <pc:docMk/>
            <pc:sldMk cId="2692040407" sldId="369"/>
            <ac:spMk id="3" creationId="{FCBFAB61-690C-25C3-BFFA-4AB6717B097B}"/>
          </ac:spMkLst>
        </pc:spChg>
        <pc:spChg chg="add del mod">
          <ac:chgData name="Sara Muneeb" userId="29b624b1-a719-43f5-9b52-388cd4043c04" providerId="ADAL" clId="{DB3F8C76-9E84-425C-958D-57243E72E246}" dt="2022-10-05T09:40:10.917" v="4017" actId="931"/>
          <ac:spMkLst>
            <pc:docMk/>
            <pc:sldMk cId="2692040407" sldId="369"/>
            <ac:spMk id="7" creationId="{81B921E7-61FC-67B7-EA16-439207497C1A}"/>
          </ac:spMkLst>
        </pc:spChg>
        <pc:picChg chg="add del mod">
          <ac:chgData name="Sara Muneeb" userId="29b624b1-a719-43f5-9b52-388cd4043c04" providerId="ADAL" clId="{DB3F8C76-9E84-425C-958D-57243E72E246}" dt="2022-10-05T09:40:05.431" v="4016" actId="478"/>
          <ac:picMkLst>
            <pc:docMk/>
            <pc:sldMk cId="2692040407" sldId="369"/>
            <ac:picMk id="5" creationId="{B6565AEB-FF3D-580F-4711-D33D89BA0020}"/>
          </ac:picMkLst>
        </pc:picChg>
        <pc:picChg chg="add mod">
          <ac:chgData name="Sara Muneeb" userId="29b624b1-a719-43f5-9b52-388cd4043c04" providerId="ADAL" clId="{DB3F8C76-9E84-425C-958D-57243E72E246}" dt="2022-10-05T09:40:11.969" v="4018" actId="27614"/>
          <ac:picMkLst>
            <pc:docMk/>
            <pc:sldMk cId="2692040407" sldId="369"/>
            <ac:picMk id="9" creationId="{D5838075-30C0-0BC5-1ADD-D645769F999C}"/>
          </ac:picMkLst>
        </pc:picChg>
      </pc:sldChg>
    </pc:docChg>
  </pc:docChgLst>
  <pc:docChgLst>
    <pc:chgData name="Sara Muneeb" userId="29b624b1-a719-43f5-9b52-388cd4043c04" providerId="ADAL" clId="{CDDEB43C-0F7B-410A-BDB2-FB8142E25293}"/>
    <pc:docChg chg="undo custSel addSld delSld modSld">
      <pc:chgData name="Sara Muneeb" userId="29b624b1-a719-43f5-9b52-388cd4043c04" providerId="ADAL" clId="{CDDEB43C-0F7B-410A-BDB2-FB8142E25293}" dt="2022-11-22T09:50:31.514" v="898" actId="20577"/>
      <pc:docMkLst>
        <pc:docMk/>
      </pc:docMkLst>
      <pc:sldChg chg="addSp modSp mod">
        <pc:chgData name="Sara Muneeb" userId="29b624b1-a719-43f5-9b52-388cd4043c04" providerId="ADAL" clId="{CDDEB43C-0F7B-410A-BDB2-FB8142E25293}" dt="2022-11-22T07:33:47.001" v="34" actId="1076"/>
        <pc:sldMkLst>
          <pc:docMk/>
          <pc:sldMk cId="2231384248" sldId="257"/>
        </pc:sldMkLst>
        <pc:spChg chg="mod">
          <ac:chgData name="Sara Muneeb" userId="29b624b1-a719-43f5-9b52-388cd4043c04" providerId="ADAL" clId="{CDDEB43C-0F7B-410A-BDB2-FB8142E25293}" dt="2022-11-22T06:41:52.422" v="3" actId="20577"/>
          <ac:spMkLst>
            <pc:docMk/>
            <pc:sldMk cId="2231384248" sldId="257"/>
            <ac:spMk id="2" creationId="{1EBE986A-D100-442D-4A1C-CB20AD73613A}"/>
          </ac:spMkLst>
        </pc:spChg>
        <pc:spChg chg="mod">
          <ac:chgData name="Sara Muneeb" userId="29b624b1-a719-43f5-9b52-388cd4043c04" providerId="ADAL" clId="{CDDEB43C-0F7B-410A-BDB2-FB8142E25293}" dt="2022-11-22T07:33:43.411" v="33" actId="404"/>
          <ac:spMkLst>
            <pc:docMk/>
            <pc:sldMk cId="2231384248" sldId="257"/>
            <ac:spMk id="3" creationId="{0D527093-DB2E-92D7-CFB6-072AB18061DF}"/>
          </ac:spMkLst>
        </pc:spChg>
        <pc:picChg chg="add mod">
          <ac:chgData name="Sara Muneeb" userId="29b624b1-a719-43f5-9b52-388cd4043c04" providerId="ADAL" clId="{CDDEB43C-0F7B-410A-BDB2-FB8142E25293}" dt="2022-11-22T07:33:47.001" v="34" actId="1076"/>
          <ac:picMkLst>
            <pc:docMk/>
            <pc:sldMk cId="2231384248" sldId="257"/>
            <ac:picMk id="5" creationId="{E64CD78C-8994-95C3-0FFF-5012AF9760DE}"/>
          </ac:picMkLst>
        </pc:picChg>
      </pc:sldChg>
      <pc:sldChg chg="modSp new del mod">
        <pc:chgData name="Sara Muneeb" userId="29b624b1-a719-43f5-9b52-388cd4043c04" providerId="ADAL" clId="{CDDEB43C-0F7B-410A-BDB2-FB8142E25293}" dt="2022-11-22T09:11:48.714" v="507" actId="47"/>
        <pc:sldMkLst>
          <pc:docMk/>
          <pc:sldMk cId="2364051293" sldId="258"/>
        </pc:sldMkLst>
        <pc:spChg chg="mod">
          <ac:chgData name="Sara Muneeb" userId="29b624b1-a719-43f5-9b52-388cd4043c04" providerId="ADAL" clId="{CDDEB43C-0F7B-410A-BDB2-FB8142E25293}" dt="2022-11-22T07:52:15.332" v="51" actId="20577"/>
          <ac:spMkLst>
            <pc:docMk/>
            <pc:sldMk cId="2364051293" sldId="258"/>
            <ac:spMk id="2" creationId="{2C63B591-E350-B42B-F503-29B606A6BA96}"/>
          </ac:spMkLst>
        </pc:spChg>
      </pc:sldChg>
      <pc:sldChg chg="addSp modSp new mod">
        <pc:chgData name="Sara Muneeb" userId="29b624b1-a719-43f5-9b52-388cd4043c04" providerId="ADAL" clId="{CDDEB43C-0F7B-410A-BDB2-FB8142E25293}" dt="2022-11-22T09:11:57.343" v="526" actId="20577"/>
        <pc:sldMkLst>
          <pc:docMk/>
          <pc:sldMk cId="2741597001" sldId="259"/>
        </pc:sldMkLst>
        <pc:spChg chg="mod">
          <ac:chgData name="Sara Muneeb" userId="29b624b1-a719-43f5-9b52-388cd4043c04" providerId="ADAL" clId="{CDDEB43C-0F7B-410A-BDB2-FB8142E25293}" dt="2022-11-22T09:11:57.343" v="526" actId="20577"/>
          <ac:spMkLst>
            <pc:docMk/>
            <pc:sldMk cId="2741597001" sldId="259"/>
            <ac:spMk id="2" creationId="{EE0AD4C2-1E1E-4CD5-ECF4-3B7F7B102E96}"/>
          </ac:spMkLst>
        </pc:spChg>
        <pc:spChg chg="mod">
          <ac:chgData name="Sara Muneeb" userId="29b624b1-a719-43f5-9b52-388cd4043c04" providerId="ADAL" clId="{CDDEB43C-0F7B-410A-BDB2-FB8142E25293}" dt="2022-11-22T08:06:06.157" v="145" actId="404"/>
          <ac:spMkLst>
            <pc:docMk/>
            <pc:sldMk cId="2741597001" sldId="259"/>
            <ac:spMk id="3" creationId="{A08C1FF2-D348-CD27-256F-F74A50F56034}"/>
          </ac:spMkLst>
        </pc:spChg>
        <pc:picChg chg="add mod">
          <ac:chgData name="Sara Muneeb" userId="29b624b1-a719-43f5-9b52-388cd4043c04" providerId="ADAL" clId="{CDDEB43C-0F7B-410A-BDB2-FB8142E25293}" dt="2022-11-22T08:01:29.732" v="100" actId="14100"/>
          <ac:picMkLst>
            <pc:docMk/>
            <pc:sldMk cId="2741597001" sldId="259"/>
            <ac:picMk id="5" creationId="{C42DA7BC-DF99-43A6-774B-87B0C2AB8582}"/>
          </ac:picMkLst>
        </pc:picChg>
      </pc:sldChg>
      <pc:sldChg chg="addSp modSp new mod">
        <pc:chgData name="Sara Muneeb" userId="29b624b1-a719-43f5-9b52-388cd4043c04" providerId="ADAL" clId="{CDDEB43C-0F7B-410A-BDB2-FB8142E25293}" dt="2022-11-22T09:12:05.855" v="528" actId="27636"/>
        <pc:sldMkLst>
          <pc:docMk/>
          <pc:sldMk cId="2600276571" sldId="260"/>
        </pc:sldMkLst>
        <pc:spChg chg="mod">
          <ac:chgData name="Sara Muneeb" userId="29b624b1-a719-43f5-9b52-388cd4043c04" providerId="ADAL" clId="{CDDEB43C-0F7B-410A-BDB2-FB8142E25293}" dt="2022-11-22T09:12:05.855" v="528" actId="27636"/>
          <ac:spMkLst>
            <pc:docMk/>
            <pc:sldMk cId="2600276571" sldId="260"/>
            <ac:spMk id="2" creationId="{7722649D-D3D5-B047-22AD-7B1E6841105B}"/>
          </ac:spMkLst>
        </pc:spChg>
        <pc:spChg chg="mod">
          <ac:chgData name="Sara Muneeb" userId="29b624b1-a719-43f5-9b52-388cd4043c04" providerId="ADAL" clId="{CDDEB43C-0F7B-410A-BDB2-FB8142E25293}" dt="2022-11-22T08:02:46.856" v="141" actId="20577"/>
          <ac:spMkLst>
            <pc:docMk/>
            <pc:sldMk cId="2600276571" sldId="260"/>
            <ac:spMk id="3" creationId="{BF60C14C-F46A-5733-F8BE-B1A2185B09D0}"/>
          </ac:spMkLst>
        </pc:spChg>
        <pc:picChg chg="add mod">
          <ac:chgData name="Sara Muneeb" userId="29b624b1-a719-43f5-9b52-388cd4043c04" providerId="ADAL" clId="{CDDEB43C-0F7B-410A-BDB2-FB8142E25293}" dt="2022-11-22T08:09:02.086" v="162" actId="1076"/>
          <ac:picMkLst>
            <pc:docMk/>
            <pc:sldMk cId="2600276571" sldId="260"/>
            <ac:picMk id="5" creationId="{A26953B9-2356-D0D8-C576-EC7BE0D93516}"/>
          </ac:picMkLst>
        </pc:picChg>
      </pc:sldChg>
      <pc:sldChg chg="modSp new mod">
        <pc:chgData name="Sara Muneeb" userId="29b624b1-a719-43f5-9b52-388cd4043c04" providerId="ADAL" clId="{CDDEB43C-0F7B-410A-BDB2-FB8142E25293}" dt="2022-11-22T08:15:48.471" v="245" actId="27636"/>
        <pc:sldMkLst>
          <pc:docMk/>
          <pc:sldMk cId="3302378807" sldId="261"/>
        </pc:sldMkLst>
        <pc:spChg chg="mod">
          <ac:chgData name="Sara Muneeb" userId="29b624b1-a719-43f5-9b52-388cd4043c04" providerId="ADAL" clId="{CDDEB43C-0F7B-410A-BDB2-FB8142E25293}" dt="2022-11-22T08:06:49.443" v="157" actId="20577"/>
          <ac:spMkLst>
            <pc:docMk/>
            <pc:sldMk cId="3302378807" sldId="261"/>
            <ac:spMk id="2" creationId="{E4FABAD8-C2B4-B41C-9083-C1730EBCCA8B}"/>
          </ac:spMkLst>
        </pc:spChg>
        <pc:spChg chg="mod">
          <ac:chgData name="Sara Muneeb" userId="29b624b1-a719-43f5-9b52-388cd4043c04" providerId="ADAL" clId="{CDDEB43C-0F7B-410A-BDB2-FB8142E25293}" dt="2022-11-22T08:15:48.471" v="245" actId="27636"/>
          <ac:spMkLst>
            <pc:docMk/>
            <pc:sldMk cId="3302378807" sldId="261"/>
            <ac:spMk id="3" creationId="{6D014B81-15AB-581F-75AA-21487DFCE582}"/>
          </ac:spMkLst>
        </pc:spChg>
      </pc:sldChg>
      <pc:sldChg chg="modSp new mod">
        <pc:chgData name="Sara Muneeb" userId="29b624b1-a719-43f5-9b52-388cd4043c04" providerId="ADAL" clId="{CDDEB43C-0F7B-410A-BDB2-FB8142E25293}" dt="2022-11-22T09:12:12.566" v="530" actId="27636"/>
        <pc:sldMkLst>
          <pc:docMk/>
          <pc:sldMk cId="3153897923" sldId="262"/>
        </pc:sldMkLst>
        <pc:spChg chg="mod">
          <ac:chgData name="Sara Muneeb" userId="29b624b1-a719-43f5-9b52-388cd4043c04" providerId="ADAL" clId="{CDDEB43C-0F7B-410A-BDB2-FB8142E25293}" dt="2022-11-22T09:12:12.566" v="530" actId="27636"/>
          <ac:spMkLst>
            <pc:docMk/>
            <pc:sldMk cId="3153897923" sldId="262"/>
            <ac:spMk id="2" creationId="{4BFEBBCF-4B06-6CAC-AB5F-5F9A13E191EB}"/>
          </ac:spMkLst>
        </pc:spChg>
        <pc:spChg chg="mod">
          <ac:chgData name="Sara Muneeb" userId="29b624b1-a719-43f5-9b52-388cd4043c04" providerId="ADAL" clId="{CDDEB43C-0F7B-410A-BDB2-FB8142E25293}" dt="2022-11-22T08:29:03.944" v="429" actId="20577"/>
          <ac:spMkLst>
            <pc:docMk/>
            <pc:sldMk cId="3153897923" sldId="262"/>
            <ac:spMk id="3" creationId="{6C273538-F9B0-E739-D886-FD7B3376EC72}"/>
          </ac:spMkLst>
        </pc:spChg>
      </pc:sldChg>
      <pc:sldChg chg="addSp delSp modSp new mod">
        <pc:chgData name="Sara Muneeb" userId="29b624b1-a719-43f5-9b52-388cd4043c04" providerId="ADAL" clId="{CDDEB43C-0F7B-410A-BDB2-FB8142E25293}" dt="2022-11-22T08:25:56.814" v="395" actId="22"/>
        <pc:sldMkLst>
          <pc:docMk/>
          <pc:sldMk cId="549192520" sldId="263"/>
        </pc:sldMkLst>
        <pc:spChg chg="mod">
          <ac:chgData name="Sara Muneeb" userId="29b624b1-a719-43f5-9b52-388cd4043c04" providerId="ADAL" clId="{CDDEB43C-0F7B-410A-BDB2-FB8142E25293}" dt="2022-11-22T08:25:54.499" v="394" actId="20577"/>
          <ac:spMkLst>
            <pc:docMk/>
            <pc:sldMk cId="549192520" sldId="263"/>
            <ac:spMk id="2" creationId="{5525351D-6F94-C679-B50B-6C8496B7E760}"/>
          </ac:spMkLst>
        </pc:spChg>
        <pc:spChg chg="del">
          <ac:chgData name="Sara Muneeb" userId="29b624b1-a719-43f5-9b52-388cd4043c04" providerId="ADAL" clId="{CDDEB43C-0F7B-410A-BDB2-FB8142E25293}" dt="2022-11-22T08:25:56.814" v="395" actId="22"/>
          <ac:spMkLst>
            <pc:docMk/>
            <pc:sldMk cId="549192520" sldId="263"/>
            <ac:spMk id="3" creationId="{39FCA862-1E83-E029-1F0E-77D3E026BD1F}"/>
          </ac:spMkLst>
        </pc:spChg>
        <pc:picChg chg="add mod ord">
          <ac:chgData name="Sara Muneeb" userId="29b624b1-a719-43f5-9b52-388cd4043c04" providerId="ADAL" clId="{CDDEB43C-0F7B-410A-BDB2-FB8142E25293}" dt="2022-11-22T08:25:56.814" v="395" actId="22"/>
          <ac:picMkLst>
            <pc:docMk/>
            <pc:sldMk cId="549192520" sldId="263"/>
            <ac:picMk id="5" creationId="{358FE2E8-7923-D088-217F-C4BE58D414B7}"/>
          </ac:picMkLst>
        </pc:picChg>
      </pc:sldChg>
      <pc:sldChg chg="modSp new mod">
        <pc:chgData name="Sara Muneeb" userId="29b624b1-a719-43f5-9b52-388cd4043c04" providerId="ADAL" clId="{CDDEB43C-0F7B-410A-BDB2-FB8142E25293}" dt="2022-11-22T09:12:18.651" v="531"/>
        <pc:sldMkLst>
          <pc:docMk/>
          <pc:sldMk cId="65336695" sldId="264"/>
        </pc:sldMkLst>
        <pc:spChg chg="mod">
          <ac:chgData name="Sara Muneeb" userId="29b624b1-a719-43f5-9b52-388cd4043c04" providerId="ADAL" clId="{CDDEB43C-0F7B-410A-BDB2-FB8142E25293}" dt="2022-11-22T09:12:18.651" v="531"/>
          <ac:spMkLst>
            <pc:docMk/>
            <pc:sldMk cId="65336695" sldId="264"/>
            <ac:spMk id="2" creationId="{B1A5D552-E2FE-BDA2-13A9-FADF22746C3D}"/>
          </ac:spMkLst>
        </pc:spChg>
        <pc:spChg chg="mod">
          <ac:chgData name="Sara Muneeb" userId="29b624b1-a719-43f5-9b52-388cd4043c04" providerId="ADAL" clId="{CDDEB43C-0F7B-410A-BDB2-FB8142E25293}" dt="2022-11-22T08:34:06.111" v="462" actId="20577"/>
          <ac:spMkLst>
            <pc:docMk/>
            <pc:sldMk cId="65336695" sldId="264"/>
            <ac:spMk id="3" creationId="{B03F32E2-44EF-53DB-1EEB-0423DFEA7E47}"/>
          </ac:spMkLst>
        </pc:spChg>
      </pc:sldChg>
      <pc:sldChg chg="addSp modSp new mod">
        <pc:chgData name="Sara Muneeb" userId="29b624b1-a719-43f5-9b52-388cd4043c04" providerId="ADAL" clId="{CDDEB43C-0F7B-410A-BDB2-FB8142E25293}" dt="2022-11-22T09:12:22.643" v="532"/>
        <pc:sldMkLst>
          <pc:docMk/>
          <pc:sldMk cId="696826166" sldId="265"/>
        </pc:sldMkLst>
        <pc:spChg chg="mod">
          <ac:chgData name="Sara Muneeb" userId="29b624b1-a719-43f5-9b52-388cd4043c04" providerId="ADAL" clId="{CDDEB43C-0F7B-410A-BDB2-FB8142E25293}" dt="2022-11-22T09:12:22.643" v="532"/>
          <ac:spMkLst>
            <pc:docMk/>
            <pc:sldMk cId="696826166" sldId="265"/>
            <ac:spMk id="2" creationId="{7A94B2E5-862A-BF12-E3F9-6B5E8F8A26F7}"/>
          </ac:spMkLst>
        </pc:spChg>
        <pc:spChg chg="mod">
          <ac:chgData name="Sara Muneeb" userId="29b624b1-a719-43f5-9b52-388cd4043c04" providerId="ADAL" clId="{CDDEB43C-0F7B-410A-BDB2-FB8142E25293}" dt="2022-11-22T08:48:10.145" v="498" actId="27636"/>
          <ac:spMkLst>
            <pc:docMk/>
            <pc:sldMk cId="696826166" sldId="265"/>
            <ac:spMk id="3" creationId="{C0B7407D-E9DD-C8C8-DB55-B6A12D6166B4}"/>
          </ac:spMkLst>
        </pc:spChg>
        <pc:picChg chg="add mod">
          <ac:chgData name="Sara Muneeb" userId="29b624b1-a719-43f5-9b52-388cd4043c04" providerId="ADAL" clId="{CDDEB43C-0F7B-410A-BDB2-FB8142E25293}" dt="2022-11-22T09:11:14.585" v="506" actId="1076"/>
          <ac:picMkLst>
            <pc:docMk/>
            <pc:sldMk cId="696826166" sldId="265"/>
            <ac:picMk id="5" creationId="{6C3ABB41-77CC-47BE-EE26-F61EC313FC91}"/>
          </ac:picMkLst>
        </pc:picChg>
      </pc:sldChg>
      <pc:sldChg chg="modSp new mod">
        <pc:chgData name="Sara Muneeb" userId="29b624b1-a719-43f5-9b52-388cd4043c04" providerId="ADAL" clId="{CDDEB43C-0F7B-410A-BDB2-FB8142E25293}" dt="2022-11-22T09:13:46.526" v="594" actId="123"/>
        <pc:sldMkLst>
          <pc:docMk/>
          <pc:sldMk cId="922512695" sldId="266"/>
        </pc:sldMkLst>
        <pc:spChg chg="mod">
          <ac:chgData name="Sara Muneeb" userId="29b624b1-a719-43f5-9b52-388cd4043c04" providerId="ADAL" clId="{CDDEB43C-0F7B-410A-BDB2-FB8142E25293}" dt="2022-11-22T09:13:18.893" v="578" actId="20577"/>
          <ac:spMkLst>
            <pc:docMk/>
            <pc:sldMk cId="922512695" sldId="266"/>
            <ac:spMk id="2" creationId="{C7369BA3-C875-804C-218F-249A37A4DBD1}"/>
          </ac:spMkLst>
        </pc:spChg>
        <pc:spChg chg="mod">
          <ac:chgData name="Sara Muneeb" userId="29b624b1-a719-43f5-9b52-388cd4043c04" providerId="ADAL" clId="{CDDEB43C-0F7B-410A-BDB2-FB8142E25293}" dt="2022-11-22T09:13:46.526" v="594" actId="123"/>
          <ac:spMkLst>
            <pc:docMk/>
            <pc:sldMk cId="922512695" sldId="266"/>
            <ac:spMk id="3" creationId="{245686DD-A490-A9B3-63F8-FCEBD64DEBE0}"/>
          </ac:spMkLst>
        </pc:spChg>
      </pc:sldChg>
      <pc:sldChg chg="modSp new mod">
        <pc:chgData name="Sara Muneeb" userId="29b624b1-a719-43f5-9b52-388cd4043c04" providerId="ADAL" clId="{CDDEB43C-0F7B-410A-BDB2-FB8142E25293}" dt="2022-11-22T09:15:20.835" v="620" actId="20577"/>
        <pc:sldMkLst>
          <pc:docMk/>
          <pc:sldMk cId="2171506608" sldId="267"/>
        </pc:sldMkLst>
        <pc:spChg chg="mod">
          <ac:chgData name="Sara Muneeb" userId="29b624b1-a719-43f5-9b52-388cd4043c04" providerId="ADAL" clId="{CDDEB43C-0F7B-410A-BDB2-FB8142E25293}" dt="2022-11-22T09:14:35.322" v="611" actId="20577"/>
          <ac:spMkLst>
            <pc:docMk/>
            <pc:sldMk cId="2171506608" sldId="267"/>
            <ac:spMk id="2" creationId="{CC5422A3-00DB-6AA3-B341-5DD956A5619A}"/>
          </ac:spMkLst>
        </pc:spChg>
        <pc:spChg chg="mod">
          <ac:chgData name="Sara Muneeb" userId="29b624b1-a719-43f5-9b52-388cd4043c04" providerId="ADAL" clId="{CDDEB43C-0F7B-410A-BDB2-FB8142E25293}" dt="2022-11-22T09:15:20.835" v="620" actId="20577"/>
          <ac:spMkLst>
            <pc:docMk/>
            <pc:sldMk cId="2171506608" sldId="267"/>
            <ac:spMk id="3" creationId="{21B7C262-5EF2-3EBD-2423-53C33D753C21}"/>
          </ac:spMkLst>
        </pc:spChg>
      </pc:sldChg>
      <pc:sldChg chg="modSp new mod">
        <pc:chgData name="Sara Muneeb" userId="29b624b1-a719-43f5-9b52-388cd4043c04" providerId="ADAL" clId="{CDDEB43C-0F7B-410A-BDB2-FB8142E25293}" dt="2022-11-22T09:43:54.848" v="668" actId="27636"/>
        <pc:sldMkLst>
          <pc:docMk/>
          <pc:sldMk cId="3311259099" sldId="268"/>
        </pc:sldMkLst>
        <pc:spChg chg="mod">
          <ac:chgData name="Sara Muneeb" userId="29b624b1-a719-43f5-9b52-388cd4043c04" providerId="ADAL" clId="{CDDEB43C-0F7B-410A-BDB2-FB8142E25293}" dt="2022-11-22T09:41:30.882" v="640" actId="20577"/>
          <ac:spMkLst>
            <pc:docMk/>
            <pc:sldMk cId="3311259099" sldId="268"/>
            <ac:spMk id="2" creationId="{F7533A8E-B8A5-36AB-4AF6-6E27C3C8D572}"/>
          </ac:spMkLst>
        </pc:spChg>
        <pc:spChg chg="mod">
          <ac:chgData name="Sara Muneeb" userId="29b624b1-a719-43f5-9b52-388cd4043c04" providerId="ADAL" clId="{CDDEB43C-0F7B-410A-BDB2-FB8142E25293}" dt="2022-11-22T09:43:54.848" v="668" actId="27636"/>
          <ac:spMkLst>
            <pc:docMk/>
            <pc:sldMk cId="3311259099" sldId="268"/>
            <ac:spMk id="3" creationId="{2DF93EF8-2A26-6A8F-6F1C-2CDC47E877A7}"/>
          </ac:spMkLst>
        </pc:spChg>
      </pc:sldChg>
      <pc:sldChg chg="modSp new mod">
        <pc:chgData name="Sara Muneeb" userId="29b624b1-a719-43f5-9b52-388cd4043c04" providerId="ADAL" clId="{CDDEB43C-0F7B-410A-BDB2-FB8142E25293}" dt="2022-11-22T09:45:20.301" v="730" actId="27636"/>
        <pc:sldMkLst>
          <pc:docMk/>
          <pc:sldMk cId="1027124531" sldId="269"/>
        </pc:sldMkLst>
        <pc:spChg chg="mod">
          <ac:chgData name="Sara Muneeb" userId="29b624b1-a719-43f5-9b52-388cd4043c04" providerId="ADAL" clId="{CDDEB43C-0F7B-410A-BDB2-FB8142E25293}" dt="2022-11-22T09:44:25.108" v="685" actId="20577"/>
          <ac:spMkLst>
            <pc:docMk/>
            <pc:sldMk cId="1027124531" sldId="269"/>
            <ac:spMk id="2" creationId="{5D99BA29-02F2-5C23-A80A-191898D9341C}"/>
          </ac:spMkLst>
        </pc:spChg>
        <pc:spChg chg="mod">
          <ac:chgData name="Sara Muneeb" userId="29b624b1-a719-43f5-9b52-388cd4043c04" providerId="ADAL" clId="{CDDEB43C-0F7B-410A-BDB2-FB8142E25293}" dt="2022-11-22T09:45:20.301" v="730" actId="27636"/>
          <ac:spMkLst>
            <pc:docMk/>
            <pc:sldMk cId="1027124531" sldId="269"/>
            <ac:spMk id="3" creationId="{D550945F-C60C-DA56-8C30-42AFA16B391C}"/>
          </ac:spMkLst>
        </pc:spChg>
      </pc:sldChg>
      <pc:sldChg chg="modSp new mod">
        <pc:chgData name="Sara Muneeb" userId="29b624b1-a719-43f5-9b52-388cd4043c04" providerId="ADAL" clId="{CDDEB43C-0F7B-410A-BDB2-FB8142E25293}" dt="2022-11-22T09:46:33.561" v="775" actId="20577"/>
        <pc:sldMkLst>
          <pc:docMk/>
          <pc:sldMk cId="4065404976" sldId="270"/>
        </pc:sldMkLst>
        <pc:spChg chg="mod">
          <ac:chgData name="Sara Muneeb" userId="29b624b1-a719-43f5-9b52-388cd4043c04" providerId="ADAL" clId="{CDDEB43C-0F7B-410A-BDB2-FB8142E25293}" dt="2022-11-22T09:45:38.618" v="754" actId="20577"/>
          <ac:spMkLst>
            <pc:docMk/>
            <pc:sldMk cId="4065404976" sldId="270"/>
            <ac:spMk id="2" creationId="{AAE982F8-13CA-5F6F-7853-1CEF8725307F}"/>
          </ac:spMkLst>
        </pc:spChg>
        <pc:spChg chg="mod">
          <ac:chgData name="Sara Muneeb" userId="29b624b1-a719-43f5-9b52-388cd4043c04" providerId="ADAL" clId="{CDDEB43C-0F7B-410A-BDB2-FB8142E25293}" dt="2022-11-22T09:46:33.561" v="775" actId="20577"/>
          <ac:spMkLst>
            <pc:docMk/>
            <pc:sldMk cId="4065404976" sldId="270"/>
            <ac:spMk id="3" creationId="{3668B7B5-904A-5D82-A648-17214417B13B}"/>
          </ac:spMkLst>
        </pc:spChg>
      </pc:sldChg>
      <pc:sldChg chg="modSp new mod">
        <pc:chgData name="Sara Muneeb" userId="29b624b1-a719-43f5-9b52-388cd4043c04" providerId="ADAL" clId="{CDDEB43C-0F7B-410A-BDB2-FB8142E25293}" dt="2022-11-22T09:47:55.155" v="815" actId="20577"/>
        <pc:sldMkLst>
          <pc:docMk/>
          <pc:sldMk cId="4199156068" sldId="271"/>
        </pc:sldMkLst>
        <pc:spChg chg="mod">
          <ac:chgData name="Sara Muneeb" userId="29b624b1-a719-43f5-9b52-388cd4043c04" providerId="ADAL" clId="{CDDEB43C-0F7B-410A-BDB2-FB8142E25293}" dt="2022-11-22T09:46:42.772" v="781" actId="20577"/>
          <ac:spMkLst>
            <pc:docMk/>
            <pc:sldMk cId="4199156068" sldId="271"/>
            <ac:spMk id="2" creationId="{670AC527-79F4-B567-214F-280E0ED3FC00}"/>
          </ac:spMkLst>
        </pc:spChg>
        <pc:spChg chg="mod">
          <ac:chgData name="Sara Muneeb" userId="29b624b1-a719-43f5-9b52-388cd4043c04" providerId="ADAL" clId="{CDDEB43C-0F7B-410A-BDB2-FB8142E25293}" dt="2022-11-22T09:47:55.155" v="815" actId="20577"/>
          <ac:spMkLst>
            <pc:docMk/>
            <pc:sldMk cId="4199156068" sldId="271"/>
            <ac:spMk id="3" creationId="{4CE737F1-D202-F669-8999-746001FD8E24}"/>
          </ac:spMkLst>
        </pc:spChg>
      </pc:sldChg>
      <pc:sldChg chg="modSp new mod">
        <pc:chgData name="Sara Muneeb" userId="29b624b1-a719-43f5-9b52-388cd4043c04" providerId="ADAL" clId="{CDDEB43C-0F7B-410A-BDB2-FB8142E25293}" dt="2022-11-22T09:50:09.276" v="874" actId="123"/>
        <pc:sldMkLst>
          <pc:docMk/>
          <pc:sldMk cId="2475071258" sldId="272"/>
        </pc:sldMkLst>
        <pc:spChg chg="mod">
          <ac:chgData name="Sara Muneeb" userId="29b624b1-a719-43f5-9b52-388cd4043c04" providerId="ADAL" clId="{CDDEB43C-0F7B-410A-BDB2-FB8142E25293}" dt="2022-11-22T09:48:16.816" v="827" actId="20577"/>
          <ac:spMkLst>
            <pc:docMk/>
            <pc:sldMk cId="2475071258" sldId="272"/>
            <ac:spMk id="2" creationId="{1DDE51B9-7ED2-48DF-06AB-20AFD2C98FD2}"/>
          </ac:spMkLst>
        </pc:spChg>
        <pc:spChg chg="mod">
          <ac:chgData name="Sara Muneeb" userId="29b624b1-a719-43f5-9b52-388cd4043c04" providerId="ADAL" clId="{CDDEB43C-0F7B-410A-BDB2-FB8142E25293}" dt="2022-11-22T09:50:09.276" v="874" actId="123"/>
          <ac:spMkLst>
            <pc:docMk/>
            <pc:sldMk cId="2475071258" sldId="272"/>
            <ac:spMk id="3" creationId="{42707BE9-130D-1462-7BBD-65E4A2D07EC8}"/>
          </ac:spMkLst>
        </pc:spChg>
      </pc:sldChg>
      <pc:sldChg chg="modSp new mod">
        <pc:chgData name="Sara Muneeb" userId="29b624b1-a719-43f5-9b52-388cd4043c04" providerId="ADAL" clId="{CDDEB43C-0F7B-410A-BDB2-FB8142E25293}" dt="2022-11-22T09:50:31.514" v="898" actId="20577"/>
        <pc:sldMkLst>
          <pc:docMk/>
          <pc:sldMk cId="1256280144" sldId="273"/>
        </pc:sldMkLst>
        <pc:spChg chg="mod">
          <ac:chgData name="Sara Muneeb" userId="29b624b1-a719-43f5-9b52-388cd4043c04" providerId="ADAL" clId="{CDDEB43C-0F7B-410A-BDB2-FB8142E25293}" dt="2022-11-22T09:50:31.514" v="898" actId="20577"/>
          <ac:spMkLst>
            <pc:docMk/>
            <pc:sldMk cId="1256280144" sldId="273"/>
            <ac:spMk id="2" creationId="{6EAF2AFE-EC6A-CFA0-2DAF-1AA1329E9823}"/>
          </ac:spMkLst>
        </pc:spChg>
      </pc:sldChg>
    </pc:docChg>
  </pc:docChgLst>
  <pc:docChgLst>
    <pc:chgData name="Sara Muneeb" userId="29b624b1-a719-43f5-9b52-388cd4043c04" providerId="ADAL" clId="{07B87C65-7BF0-4289-BFF5-6A43FACCF6DC}"/>
    <pc:docChg chg="undo custSel addSld delSld modSld sldOrd">
      <pc:chgData name="Sara Muneeb" userId="29b624b1-a719-43f5-9b52-388cd4043c04" providerId="ADAL" clId="{07B87C65-7BF0-4289-BFF5-6A43FACCF6DC}" dt="2022-12-06T04:47:21.753" v="3609" actId="313"/>
      <pc:docMkLst>
        <pc:docMk/>
      </pc:docMkLst>
      <pc:sldChg chg="modSp mod">
        <pc:chgData name="Sara Muneeb" userId="29b624b1-a719-43f5-9b52-388cd4043c04" providerId="ADAL" clId="{07B87C65-7BF0-4289-BFF5-6A43FACCF6DC}" dt="2022-11-25T04:27:15.196" v="57" actId="20577"/>
        <pc:sldMkLst>
          <pc:docMk/>
          <pc:sldMk cId="2984185032" sldId="256"/>
        </pc:sldMkLst>
        <pc:spChg chg="mod">
          <ac:chgData name="Sara Muneeb" userId="29b624b1-a719-43f5-9b52-388cd4043c04" providerId="ADAL" clId="{07B87C65-7BF0-4289-BFF5-6A43FACCF6DC}" dt="2022-11-25T04:27:15.196" v="57" actId="20577"/>
          <ac:spMkLst>
            <pc:docMk/>
            <pc:sldMk cId="2984185032" sldId="256"/>
            <ac:spMk id="2" creationId="{00000000-0000-0000-0000-000000000000}"/>
          </ac:spMkLst>
        </pc:spChg>
      </pc:sldChg>
      <pc:sldChg chg="del">
        <pc:chgData name="Sara Muneeb" userId="29b624b1-a719-43f5-9b52-388cd4043c04" providerId="ADAL" clId="{07B87C65-7BF0-4289-BFF5-6A43FACCF6DC}" dt="2022-11-25T04:26:49.041" v="0" actId="47"/>
        <pc:sldMkLst>
          <pc:docMk/>
          <pc:sldMk cId="2231384248" sldId="257"/>
        </pc:sldMkLst>
      </pc:sldChg>
      <pc:sldChg chg="modSp new mod">
        <pc:chgData name="Sara Muneeb" userId="29b624b1-a719-43f5-9b52-388cd4043c04" providerId="ADAL" clId="{07B87C65-7BF0-4289-BFF5-6A43FACCF6DC}" dt="2022-11-28T09:13:19.759" v="330" actId="20577"/>
        <pc:sldMkLst>
          <pc:docMk/>
          <pc:sldMk cId="4052696622" sldId="257"/>
        </pc:sldMkLst>
        <pc:spChg chg="mod">
          <ac:chgData name="Sara Muneeb" userId="29b624b1-a719-43f5-9b52-388cd4043c04" providerId="ADAL" clId="{07B87C65-7BF0-4289-BFF5-6A43FACCF6DC}" dt="2022-11-28T09:12:24.147" v="315" actId="20577"/>
          <ac:spMkLst>
            <pc:docMk/>
            <pc:sldMk cId="4052696622" sldId="257"/>
            <ac:spMk id="2" creationId="{605A284A-6EAD-D9E5-121D-7190C5C5F6DC}"/>
          </ac:spMkLst>
        </pc:spChg>
        <pc:spChg chg="mod">
          <ac:chgData name="Sara Muneeb" userId="29b624b1-a719-43f5-9b52-388cd4043c04" providerId="ADAL" clId="{07B87C65-7BF0-4289-BFF5-6A43FACCF6DC}" dt="2022-11-28T09:13:19.759" v="330" actId="20577"/>
          <ac:spMkLst>
            <pc:docMk/>
            <pc:sldMk cId="4052696622" sldId="257"/>
            <ac:spMk id="3" creationId="{3AAF61C5-C0AB-856C-C03F-AA8037EE74A2}"/>
          </ac:spMkLst>
        </pc:spChg>
      </pc:sldChg>
      <pc:sldChg chg="modSp new mod">
        <pc:chgData name="Sara Muneeb" userId="29b624b1-a719-43f5-9b52-388cd4043c04" providerId="ADAL" clId="{07B87C65-7BF0-4289-BFF5-6A43FACCF6DC}" dt="2022-11-28T08:58:55.154" v="293" actId="20577"/>
        <pc:sldMkLst>
          <pc:docMk/>
          <pc:sldMk cId="1361134221" sldId="258"/>
        </pc:sldMkLst>
        <pc:spChg chg="mod">
          <ac:chgData name="Sara Muneeb" userId="29b624b1-a719-43f5-9b52-388cd4043c04" providerId="ADAL" clId="{07B87C65-7BF0-4289-BFF5-6A43FACCF6DC}" dt="2022-11-28T07:49:11.415" v="73" actId="20577"/>
          <ac:spMkLst>
            <pc:docMk/>
            <pc:sldMk cId="1361134221" sldId="258"/>
            <ac:spMk id="2" creationId="{1C188CF2-0564-3A20-372A-AE243A9F5DD2}"/>
          </ac:spMkLst>
        </pc:spChg>
        <pc:spChg chg="mod">
          <ac:chgData name="Sara Muneeb" userId="29b624b1-a719-43f5-9b52-388cd4043c04" providerId="ADAL" clId="{07B87C65-7BF0-4289-BFF5-6A43FACCF6DC}" dt="2022-11-28T08:58:55.154" v="293" actId="20577"/>
          <ac:spMkLst>
            <pc:docMk/>
            <pc:sldMk cId="1361134221" sldId="258"/>
            <ac:spMk id="3" creationId="{C788ECBF-C509-42ED-9D7D-A0AD5C1043DD}"/>
          </ac:spMkLst>
        </pc:spChg>
      </pc:sldChg>
      <pc:sldChg chg="del">
        <pc:chgData name="Sara Muneeb" userId="29b624b1-a719-43f5-9b52-388cd4043c04" providerId="ADAL" clId="{07B87C65-7BF0-4289-BFF5-6A43FACCF6DC}" dt="2022-11-25T04:26:49.041" v="0" actId="47"/>
        <pc:sldMkLst>
          <pc:docMk/>
          <pc:sldMk cId="2741597001" sldId="259"/>
        </pc:sldMkLst>
      </pc:sldChg>
      <pc:sldChg chg="modSp new mod">
        <pc:chgData name="Sara Muneeb" userId="29b624b1-a719-43f5-9b52-388cd4043c04" providerId="ADAL" clId="{07B87C65-7BF0-4289-BFF5-6A43FACCF6DC}" dt="2022-11-28T09:15:04.754" v="379" actId="20577"/>
        <pc:sldMkLst>
          <pc:docMk/>
          <pc:sldMk cId="4265269636" sldId="259"/>
        </pc:sldMkLst>
        <pc:spChg chg="mod">
          <ac:chgData name="Sara Muneeb" userId="29b624b1-a719-43f5-9b52-388cd4043c04" providerId="ADAL" clId="{07B87C65-7BF0-4289-BFF5-6A43FACCF6DC}" dt="2022-11-28T09:13:30.460" v="358" actId="20577"/>
          <ac:spMkLst>
            <pc:docMk/>
            <pc:sldMk cId="4265269636" sldId="259"/>
            <ac:spMk id="2" creationId="{6A9359AB-2089-CDD9-3C5C-6C127216FB6E}"/>
          </ac:spMkLst>
        </pc:spChg>
        <pc:spChg chg="mod">
          <ac:chgData name="Sara Muneeb" userId="29b624b1-a719-43f5-9b52-388cd4043c04" providerId="ADAL" clId="{07B87C65-7BF0-4289-BFF5-6A43FACCF6DC}" dt="2022-11-28T09:15:04.754" v="379" actId="20577"/>
          <ac:spMkLst>
            <pc:docMk/>
            <pc:sldMk cId="4265269636" sldId="259"/>
            <ac:spMk id="3" creationId="{5FC31DFC-EC75-4865-B5E9-3F0E3FF8BDCA}"/>
          </ac:spMkLst>
        </pc:spChg>
      </pc:sldChg>
      <pc:sldChg chg="del">
        <pc:chgData name="Sara Muneeb" userId="29b624b1-a719-43f5-9b52-388cd4043c04" providerId="ADAL" clId="{07B87C65-7BF0-4289-BFF5-6A43FACCF6DC}" dt="2022-11-25T04:26:49.041" v="0" actId="47"/>
        <pc:sldMkLst>
          <pc:docMk/>
          <pc:sldMk cId="2600276571" sldId="260"/>
        </pc:sldMkLst>
      </pc:sldChg>
      <pc:sldChg chg="addSp delSp modSp new mod">
        <pc:chgData name="Sara Muneeb" userId="29b624b1-a719-43f5-9b52-388cd4043c04" providerId="ADAL" clId="{07B87C65-7BF0-4289-BFF5-6A43FACCF6DC}" dt="2022-11-28T09:16:09.242" v="409" actId="22"/>
        <pc:sldMkLst>
          <pc:docMk/>
          <pc:sldMk cId="3053092613" sldId="260"/>
        </pc:sldMkLst>
        <pc:spChg chg="mod">
          <ac:chgData name="Sara Muneeb" userId="29b624b1-a719-43f5-9b52-388cd4043c04" providerId="ADAL" clId="{07B87C65-7BF0-4289-BFF5-6A43FACCF6DC}" dt="2022-11-28T09:15:47.999" v="408" actId="20577"/>
          <ac:spMkLst>
            <pc:docMk/>
            <pc:sldMk cId="3053092613" sldId="260"/>
            <ac:spMk id="2" creationId="{68FEAE9E-AD7D-92B7-4A13-D87C8C1CC399}"/>
          </ac:spMkLst>
        </pc:spChg>
        <pc:spChg chg="del">
          <ac:chgData name="Sara Muneeb" userId="29b624b1-a719-43f5-9b52-388cd4043c04" providerId="ADAL" clId="{07B87C65-7BF0-4289-BFF5-6A43FACCF6DC}" dt="2022-11-28T09:16:09.242" v="409" actId="22"/>
          <ac:spMkLst>
            <pc:docMk/>
            <pc:sldMk cId="3053092613" sldId="260"/>
            <ac:spMk id="3" creationId="{497C2FE3-5E55-1AC7-5D6D-80575406B5F8}"/>
          </ac:spMkLst>
        </pc:spChg>
        <pc:picChg chg="add mod ord">
          <ac:chgData name="Sara Muneeb" userId="29b624b1-a719-43f5-9b52-388cd4043c04" providerId="ADAL" clId="{07B87C65-7BF0-4289-BFF5-6A43FACCF6DC}" dt="2022-11-28T09:16:09.242" v="409" actId="22"/>
          <ac:picMkLst>
            <pc:docMk/>
            <pc:sldMk cId="3053092613" sldId="260"/>
            <ac:picMk id="5" creationId="{43B55A1C-152E-2A37-CF03-23AFC8E16CEC}"/>
          </ac:picMkLst>
        </pc:picChg>
      </pc:sldChg>
      <pc:sldChg chg="modSp new mod">
        <pc:chgData name="Sara Muneeb" userId="29b624b1-a719-43f5-9b52-388cd4043c04" providerId="ADAL" clId="{07B87C65-7BF0-4289-BFF5-6A43FACCF6DC}" dt="2022-11-29T07:31:58.307" v="507" actId="113"/>
        <pc:sldMkLst>
          <pc:docMk/>
          <pc:sldMk cId="148806529" sldId="261"/>
        </pc:sldMkLst>
        <pc:spChg chg="mod">
          <ac:chgData name="Sara Muneeb" userId="29b624b1-a719-43f5-9b52-388cd4043c04" providerId="ADAL" clId="{07B87C65-7BF0-4289-BFF5-6A43FACCF6DC}" dt="2022-11-28T10:18:16.079" v="445" actId="20577"/>
          <ac:spMkLst>
            <pc:docMk/>
            <pc:sldMk cId="148806529" sldId="261"/>
            <ac:spMk id="2" creationId="{6EB53279-B1E6-E8CE-D724-5006DC985BA2}"/>
          </ac:spMkLst>
        </pc:spChg>
        <pc:spChg chg="mod">
          <ac:chgData name="Sara Muneeb" userId="29b624b1-a719-43f5-9b52-388cd4043c04" providerId="ADAL" clId="{07B87C65-7BF0-4289-BFF5-6A43FACCF6DC}" dt="2022-11-29T07:31:58.307" v="507" actId="113"/>
          <ac:spMkLst>
            <pc:docMk/>
            <pc:sldMk cId="148806529" sldId="261"/>
            <ac:spMk id="3" creationId="{F120CFDE-1724-1B54-E2DA-5486F8C81118}"/>
          </ac:spMkLst>
        </pc:spChg>
      </pc:sldChg>
      <pc:sldChg chg="del">
        <pc:chgData name="Sara Muneeb" userId="29b624b1-a719-43f5-9b52-388cd4043c04" providerId="ADAL" clId="{07B87C65-7BF0-4289-BFF5-6A43FACCF6DC}" dt="2022-11-25T04:26:49.041" v="0" actId="47"/>
        <pc:sldMkLst>
          <pc:docMk/>
          <pc:sldMk cId="3302378807" sldId="261"/>
        </pc:sldMkLst>
      </pc:sldChg>
      <pc:sldChg chg="addSp delSp modSp new mod">
        <pc:chgData name="Sara Muneeb" userId="29b624b1-a719-43f5-9b52-388cd4043c04" providerId="ADAL" clId="{07B87C65-7BF0-4289-BFF5-6A43FACCF6DC}" dt="2022-11-29T07:50:05.931" v="531" actId="1076"/>
        <pc:sldMkLst>
          <pc:docMk/>
          <pc:sldMk cId="2076603548" sldId="262"/>
        </pc:sldMkLst>
        <pc:spChg chg="mod">
          <ac:chgData name="Sara Muneeb" userId="29b624b1-a719-43f5-9b52-388cd4043c04" providerId="ADAL" clId="{07B87C65-7BF0-4289-BFF5-6A43FACCF6DC}" dt="2022-11-29T07:48:47.763" v="511" actId="20577"/>
          <ac:spMkLst>
            <pc:docMk/>
            <pc:sldMk cId="2076603548" sldId="262"/>
            <ac:spMk id="2" creationId="{F3785345-9836-C81A-8C43-B254A70CD2C5}"/>
          </ac:spMkLst>
        </pc:spChg>
        <pc:spChg chg="del">
          <ac:chgData name="Sara Muneeb" userId="29b624b1-a719-43f5-9b52-388cd4043c04" providerId="ADAL" clId="{07B87C65-7BF0-4289-BFF5-6A43FACCF6DC}" dt="2022-11-29T07:49:12.743" v="512" actId="22"/>
          <ac:spMkLst>
            <pc:docMk/>
            <pc:sldMk cId="2076603548" sldId="262"/>
            <ac:spMk id="3" creationId="{8AC7FDA9-411B-4E31-CB67-182247C44DC8}"/>
          </ac:spMkLst>
        </pc:spChg>
        <pc:spChg chg="add mod">
          <ac:chgData name="Sara Muneeb" userId="29b624b1-a719-43f5-9b52-388cd4043c04" providerId="ADAL" clId="{07B87C65-7BF0-4289-BFF5-6A43FACCF6DC}" dt="2022-11-29T07:50:02.514" v="530"/>
          <ac:spMkLst>
            <pc:docMk/>
            <pc:sldMk cId="2076603548" sldId="262"/>
            <ac:spMk id="7" creationId="{15F9C096-6822-8F54-8D7A-3910E101A2E2}"/>
          </ac:spMkLst>
        </pc:spChg>
        <pc:picChg chg="add del mod ord">
          <ac:chgData name="Sara Muneeb" userId="29b624b1-a719-43f5-9b52-388cd4043c04" providerId="ADAL" clId="{07B87C65-7BF0-4289-BFF5-6A43FACCF6DC}" dt="2022-11-29T07:49:18.791" v="514" actId="21"/>
          <ac:picMkLst>
            <pc:docMk/>
            <pc:sldMk cId="2076603548" sldId="262"/>
            <ac:picMk id="5" creationId="{4A14F249-C638-D630-C27C-BF3814884256}"/>
          </ac:picMkLst>
        </pc:picChg>
        <pc:picChg chg="add mod">
          <ac:chgData name="Sara Muneeb" userId="29b624b1-a719-43f5-9b52-388cd4043c04" providerId="ADAL" clId="{07B87C65-7BF0-4289-BFF5-6A43FACCF6DC}" dt="2022-11-29T07:50:05.931" v="531" actId="1076"/>
          <ac:picMkLst>
            <pc:docMk/>
            <pc:sldMk cId="2076603548" sldId="262"/>
            <ac:picMk id="8" creationId="{C1D63230-9C36-E8E1-81D1-0411475521F0}"/>
          </ac:picMkLst>
        </pc:picChg>
      </pc:sldChg>
      <pc:sldChg chg="del">
        <pc:chgData name="Sara Muneeb" userId="29b624b1-a719-43f5-9b52-388cd4043c04" providerId="ADAL" clId="{07B87C65-7BF0-4289-BFF5-6A43FACCF6DC}" dt="2022-11-25T04:26:49.041" v="0" actId="47"/>
        <pc:sldMkLst>
          <pc:docMk/>
          <pc:sldMk cId="3153897923" sldId="262"/>
        </pc:sldMkLst>
      </pc:sldChg>
      <pc:sldChg chg="del">
        <pc:chgData name="Sara Muneeb" userId="29b624b1-a719-43f5-9b52-388cd4043c04" providerId="ADAL" clId="{07B87C65-7BF0-4289-BFF5-6A43FACCF6DC}" dt="2022-11-25T04:26:49.041" v="0" actId="47"/>
        <pc:sldMkLst>
          <pc:docMk/>
          <pc:sldMk cId="549192520" sldId="263"/>
        </pc:sldMkLst>
      </pc:sldChg>
      <pc:sldChg chg="modSp new mod">
        <pc:chgData name="Sara Muneeb" userId="29b624b1-a719-43f5-9b52-388cd4043c04" providerId="ADAL" clId="{07B87C65-7BF0-4289-BFF5-6A43FACCF6DC}" dt="2022-11-29T07:52:26.693" v="613" actId="27636"/>
        <pc:sldMkLst>
          <pc:docMk/>
          <pc:sldMk cId="1694070568" sldId="263"/>
        </pc:sldMkLst>
        <pc:spChg chg="mod">
          <ac:chgData name="Sara Muneeb" userId="29b624b1-a719-43f5-9b52-388cd4043c04" providerId="ADAL" clId="{07B87C65-7BF0-4289-BFF5-6A43FACCF6DC}" dt="2022-11-29T07:50:16.468" v="534" actId="27636"/>
          <ac:spMkLst>
            <pc:docMk/>
            <pc:sldMk cId="1694070568" sldId="263"/>
            <ac:spMk id="2" creationId="{48FB18CF-CEE8-E867-3852-C8F63BB3E30F}"/>
          </ac:spMkLst>
        </pc:spChg>
        <pc:spChg chg="mod">
          <ac:chgData name="Sara Muneeb" userId="29b624b1-a719-43f5-9b52-388cd4043c04" providerId="ADAL" clId="{07B87C65-7BF0-4289-BFF5-6A43FACCF6DC}" dt="2022-11-29T07:52:26.693" v="613" actId="27636"/>
          <ac:spMkLst>
            <pc:docMk/>
            <pc:sldMk cId="1694070568" sldId="263"/>
            <ac:spMk id="3" creationId="{99F183BB-C036-3B0B-5546-C112AA1D206D}"/>
          </ac:spMkLst>
        </pc:spChg>
      </pc:sldChg>
      <pc:sldChg chg="del">
        <pc:chgData name="Sara Muneeb" userId="29b624b1-a719-43f5-9b52-388cd4043c04" providerId="ADAL" clId="{07B87C65-7BF0-4289-BFF5-6A43FACCF6DC}" dt="2022-11-25T04:26:49.041" v="0" actId="47"/>
        <pc:sldMkLst>
          <pc:docMk/>
          <pc:sldMk cId="65336695" sldId="264"/>
        </pc:sldMkLst>
      </pc:sldChg>
      <pc:sldChg chg="addSp delSp modSp new mod">
        <pc:chgData name="Sara Muneeb" userId="29b624b1-a719-43f5-9b52-388cd4043c04" providerId="ADAL" clId="{07B87C65-7BF0-4289-BFF5-6A43FACCF6DC}" dt="2022-11-29T07:55:35.208" v="668" actId="20577"/>
        <pc:sldMkLst>
          <pc:docMk/>
          <pc:sldMk cId="588564377" sldId="264"/>
        </pc:sldMkLst>
        <pc:spChg chg="mod">
          <ac:chgData name="Sara Muneeb" userId="29b624b1-a719-43f5-9b52-388cd4043c04" providerId="ADAL" clId="{07B87C65-7BF0-4289-BFF5-6A43FACCF6DC}" dt="2022-11-29T07:52:58.224" v="617" actId="27636"/>
          <ac:spMkLst>
            <pc:docMk/>
            <pc:sldMk cId="588564377" sldId="264"/>
            <ac:spMk id="2" creationId="{B1ABD304-B4C0-5476-67EE-75E27ED46C4A}"/>
          </ac:spMkLst>
        </pc:spChg>
        <pc:spChg chg="del">
          <ac:chgData name="Sara Muneeb" userId="29b624b1-a719-43f5-9b52-388cd4043c04" providerId="ADAL" clId="{07B87C65-7BF0-4289-BFF5-6A43FACCF6DC}" dt="2022-11-29T07:52:49.073" v="615" actId="22"/>
          <ac:spMkLst>
            <pc:docMk/>
            <pc:sldMk cId="588564377" sldId="264"/>
            <ac:spMk id="3" creationId="{6AC37CC5-B942-070B-F4CD-DDCB71A088AE}"/>
          </ac:spMkLst>
        </pc:spChg>
        <pc:spChg chg="add del mod">
          <ac:chgData name="Sara Muneeb" userId="29b624b1-a719-43f5-9b52-388cd4043c04" providerId="ADAL" clId="{07B87C65-7BF0-4289-BFF5-6A43FACCF6DC}" dt="2022-11-29T07:53:19.460" v="621"/>
          <ac:spMkLst>
            <pc:docMk/>
            <pc:sldMk cId="588564377" sldId="264"/>
            <ac:spMk id="7" creationId="{4711964E-5778-B5DA-45D3-8A9EB1673AF2}"/>
          </ac:spMkLst>
        </pc:spChg>
        <pc:spChg chg="add mod">
          <ac:chgData name="Sara Muneeb" userId="29b624b1-a719-43f5-9b52-388cd4043c04" providerId="ADAL" clId="{07B87C65-7BF0-4289-BFF5-6A43FACCF6DC}" dt="2022-11-29T07:53:57.471" v="631" actId="20577"/>
          <ac:spMkLst>
            <pc:docMk/>
            <pc:sldMk cId="588564377" sldId="264"/>
            <ac:spMk id="11" creationId="{0E5E5843-45B8-8455-5511-C0D3A6A9CCFF}"/>
          </ac:spMkLst>
        </pc:spChg>
        <pc:spChg chg="add mod">
          <ac:chgData name="Sara Muneeb" userId="29b624b1-a719-43f5-9b52-388cd4043c04" providerId="ADAL" clId="{07B87C65-7BF0-4289-BFF5-6A43FACCF6DC}" dt="2022-11-29T07:55:35.208" v="668" actId="20577"/>
          <ac:spMkLst>
            <pc:docMk/>
            <pc:sldMk cId="588564377" sldId="264"/>
            <ac:spMk id="13" creationId="{F48BCAEB-802E-2B3E-3F2B-31314851D28F}"/>
          </ac:spMkLst>
        </pc:spChg>
        <pc:picChg chg="add del mod ord">
          <ac:chgData name="Sara Muneeb" userId="29b624b1-a719-43f5-9b52-388cd4043c04" providerId="ADAL" clId="{07B87C65-7BF0-4289-BFF5-6A43FACCF6DC}" dt="2022-11-29T07:53:14.867" v="618" actId="21"/>
          <ac:picMkLst>
            <pc:docMk/>
            <pc:sldMk cId="588564377" sldId="264"/>
            <ac:picMk id="5" creationId="{31C5C8D7-BD16-C51E-46C5-BE0339527AC7}"/>
          </ac:picMkLst>
        </pc:picChg>
        <pc:picChg chg="add del mod">
          <ac:chgData name="Sara Muneeb" userId="29b624b1-a719-43f5-9b52-388cd4043c04" providerId="ADAL" clId="{07B87C65-7BF0-4289-BFF5-6A43FACCF6DC}" dt="2022-11-29T07:53:17.727" v="620"/>
          <ac:picMkLst>
            <pc:docMk/>
            <pc:sldMk cId="588564377" sldId="264"/>
            <ac:picMk id="8" creationId="{56793790-D8F3-371D-0A20-4BE2F81CCBBF}"/>
          </ac:picMkLst>
        </pc:picChg>
        <pc:picChg chg="add mod">
          <ac:chgData name="Sara Muneeb" userId="29b624b1-a719-43f5-9b52-388cd4043c04" providerId="ADAL" clId="{07B87C65-7BF0-4289-BFF5-6A43FACCF6DC}" dt="2022-11-29T07:54:26.747" v="632" actId="1076"/>
          <ac:picMkLst>
            <pc:docMk/>
            <pc:sldMk cId="588564377" sldId="264"/>
            <ac:picMk id="9" creationId="{D5895A0E-C046-FCDC-344F-B4794F5612C5}"/>
          </ac:picMkLst>
        </pc:picChg>
      </pc:sldChg>
      <pc:sldChg chg="del">
        <pc:chgData name="Sara Muneeb" userId="29b624b1-a719-43f5-9b52-388cd4043c04" providerId="ADAL" clId="{07B87C65-7BF0-4289-BFF5-6A43FACCF6DC}" dt="2022-11-25T04:26:49.041" v="0" actId="47"/>
        <pc:sldMkLst>
          <pc:docMk/>
          <pc:sldMk cId="696826166" sldId="265"/>
        </pc:sldMkLst>
      </pc:sldChg>
      <pc:sldChg chg="addSp modSp new mod">
        <pc:chgData name="Sara Muneeb" userId="29b624b1-a719-43f5-9b52-388cd4043c04" providerId="ADAL" clId="{07B87C65-7BF0-4289-BFF5-6A43FACCF6DC}" dt="2022-11-29T07:57:54.787" v="692" actId="113"/>
        <pc:sldMkLst>
          <pc:docMk/>
          <pc:sldMk cId="920584413" sldId="265"/>
        </pc:sldMkLst>
        <pc:spChg chg="mod">
          <ac:chgData name="Sara Muneeb" userId="29b624b1-a719-43f5-9b52-388cd4043c04" providerId="ADAL" clId="{07B87C65-7BF0-4289-BFF5-6A43FACCF6DC}" dt="2022-11-29T07:55:55.988" v="671" actId="27636"/>
          <ac:spMkLst>
            <pc:docMk/>
            <pc:sldMk cId="920584413" sldId="265"/>
            <ac:spMk id="2" creationId="{55A387FB-BA6D-1A53-26B1-232A9A538C8F}"/>
          </ac:spMkLst>
        </pc:spChg>
        <pc:spChg chg="mod">
          <ac:chgData name="Sara Muneeb" userId="29b624b1-a719-43f5-9b52-388cd4043c04" providerId="ADAL" clId="{07B87C65-7BF0-4289-BFF5-6A43FACCF6DC}" dt="2022-11-29T07:57:54.787" v="692" actId="113"/>
          <ac:spMkLst>
            <pc:docMk/>
            <pc:sldMk cId="920584413" sldId="265"/>
            <ac:spMk id="3" creationId="{75E70F34-49A5-0390-AAA7-861E241AE01D}"/>
          </ac:spMkLst>
        </pc:spChg>
        <pc:picChg chg="add mod">
          <ac:chgData name="Sara Muneeb" userId="29b624b1-a719-43f5-9b52-388cd4043c04" providerId="ADAL" clId="{07B87C65-7BF0-4289-BFF5-6A43FACCF6DC}" dt="2022-11-29T07:57:43.801" v="689" actId="1038"/>
          <ac:picMkLst>
            <pc:docMk/>
            <pc:sldMk cId="920584413" sldId="265"/>
            <ac:picMk id="5" creationId="{EEF9386D-5A1C-134C-37B3-67300E28828C}"/>
          </ac:picMkLst>
        </pc:picChg>
      </pc:sldChg>
      <pc:sldChg chg="modSp new mod">
        <pc:chgData name="Sara Muneeb" userId="29b624b1-a719-43f5-9b52-388cd4043c04" providerId="ADAL" clId="{07B87C65-7BF0-4289-BFF5-6A43FACCF6DC}" dt="2022-11-29T08:07:39.622" v="826" actId="15"/>
        <pc:sldMkLst>
          <pc:docMk/>
          <pc:sldMk cId="480505665" sldId="266"/>
        </pc:sldMkLst>
        <pc:spChg chg="mod">
          <ac:chgData name="Sara Muneeb" userId="29b624b1-a719-43f5-9b52-388cd4043c04" providerId="ADAL" clId="{07B87C65-7BF0-4289-BFF5-6A43FACCF6DC}" dt="2022-11-29T08:01:25.846" v="762" actId="20577"/>
          <ac:spMkLst>
            <pc:docMk/>
            <pc:sldMk cId="480505665" sldId="266"/>
            <ac:spMk id="2" creationId="{F87C91DA-CDDA-10E7-254B-C9F11A90D94F}"/>
          </ac:spMkLst>
        </pc:spChg>
        <pc:spChg chg="mod">
          <ac:chgData name="Sara Muneeb" userId="29b624b1-a719-43f5-9b52-388cd4043c04" providerId="ADAL" clId="{07B87C65-7BF0-4289-BFF5-6A43FACCF6DC}" dt="2022-11-29T08:07:39.622" v="826" actId="15"/>
          <ac:spMkLst>
            <pc:docMk/>
            <pc:sldMk cId="480505665" sldId="266"/>
            <ac:spMk id="3" creationId="{B3D98B26-ED18-2AD7-2E13-DC5AEB001770}"/>
          </ac:spMkLst>
        </pc:spChg>
      </pc:sldChg>
      <pc:sldChg chg="del">
        <pc:chgData name="Sara Muneeb" userId="29b624b1-a719-43f5-9b52-388cd4043c04" providerId="ADAL" clId="{07B87C65-7BF0-4289-BFF5-6A43FACCF6DC}" dt="2022-11-25T04:26:49.041" v="0" actId="47"/>
        <pc:sldMkLst>
          <pc:docMk/>
          <pc:sldMk cId="922512695" sldId="266"/>
        </pc:sldMkLst>
      </pc:sldChg>
      <pc:sldChg chg="modSp new mod">
        <pc:chgData name="Sara Muneeb" userId="29b624b1-a719-43f5-9b52-388cd4043c04" providerId="ADAL" clId="{07B87C65-7BF0-4289-BFF5-6A43FACCF6DC}" dt="2022-11-29T08:10:54.056" v="881" actId="20577"/>
        <pc:sldMkLst>
          <pc:docMk/>
          <pc:sldMk cId="814825275" sldId="267"/>
        </pc:sldMkLst>
        <pc:spChg chg="mod">
          <ac:chgData name="Sara Muneeb" userId="29b624b1-a719-43f5-9b52-388cd4043c04" providerId="ADAL" clId="{07B87C65-7BF0-4289-BFF5-6A43FACCF6DC}" dt="2022-11-29T08:09:30.695" v="835" actId="20577"/>
          <ac:spMkLst>
            <pc:docMk/>
            <pc:sldMk cId="814825275" sldId="267"/>
            <ac:spMk id="2" creationId="{9DD101A9-675F-B073-0FCF-69CCACAA4509}"/>
          </ac:spMkLst>
        </pc:spChg>
        <pc:spChg chg="mod">
          <ac:chgData name="Sara Muneeb" userId="29b624b1-a719-43f5-9b52-388cd4043c04" providerId="ADAL" clId="{07B87C65-7BF0-4289-BFF5-6A43FACCF6DC}" dt="2022-11-29T08:10:54.056" v="881" actId="20577"/>
          <ac:spMkLst>
            <pc:docMk/>
            <pc:sldMk cId="814825275" sldId="267"/>
            <ac:spMk id="3" creationId="{CAF53B9D-DE20-BE50-D0FE-318EBDD60E08}"/>
          </ac:spMkLst>
        </pc:spChg>
      </pc:sldChg>
      <pc:sldChg chg="del">
        <pc:chgData name="Sara Muneeb" userId="29b624b1-a719-43f5-9b52-388cd4043c04" providerId="ADAL" clId="{07B87C65-7BF0-4289-BFF5-6A43FACCF6DC}" dt="2022-11-25T04:26:49.041" v="0" actId="47"/>
        <pc:sldMkLst>
          <pc:docMk/>
          <pc:sldMk cId="2171506608" sldId="267"/>
        </pc:sldMkLst>
      </pc:sldChg>
      <pc:sldChg chg="addSp delSp modSp new mod">
        <pc:chgData name="Sara Muneeb" userId="29b624b1-a719-43f5-9b52-388cd4043c04" providerId="ADAL" clId="{07B87C65-7BF0-4289-BFF5-6A43FACCF6DC}" dt="2022-11-29T08:15:01.445" v="944" actId="20577"/>
        <pc:sldMkLst>
          <pc:docMk/>
          <pc:sldMk cId="793564404" sldId="268"/>
        </pc:sldMkLst>
        <pc:spChg chg="mod">
          <ac:chgData name="Sara Muneeb" userId="29b624b1-a719-43f5-9b52-388cd4043c04" providerId="ADAL" clId="{07B87C65-7BF0-4289-BFF5-6A43FACCF6DC}" dt="2022-11-29T08:15:01.445" v="944" actId="20577"/>
          <ac:spMkLst>
            <pc:docMk/>
            <pc:sldMk cId="793564404" sldId="268"/>
            <ac:spMk id="2" creationId="{E26AC86E-A5C8-6B45-D4B0-F1DD6A181F56}"/>
          </ac:spMkLst>
        </pc:spChg>
        <pc:spChg chg="del">
          <ac:chgData name="Sara Muneeb" userId="29b624b1-a719-43f5-9b52-388cd4043c04" providerId="ADAL" clId="{07B87C65-7BF0-4289-BFF5-6A43FACCF6DC}" dt="2022-11-29T08:12:47.301" v="918" actId="22"/>
          <ac:spMkLst>
            <pc:docMk/>
            <pc:sldMk cId="793564404" sldId="268"/>
            <ac:spMk id="3" creationId="{B7A91D8B-19E1-1478-079B-5DCF3872C373}"/>
          </ac:spMkLst>
        </pc:spChg>
        <pc:spChg chg="add mod">
          <ac:chgData name="Sara Muneeb" userId="29b624b1-a719-43f5-9b52-388cd4043c04" providerId="ADAL" clId="{07B87C65-7BF0-4289-BFF5-6A43FACCF6DC}" dt="2022-11-29T08:13:31.767" v="938" actId="20577"/>
          <ac:spMkLst>
            <pc:docMk/>
            <pc:sldMk cId="793564404" sldId="268"/>
            <ac:spMk id="7" creationId="{945C77B3-6FA1-3FDF-7B7E-1C5E743D52E6}"/>
          </ac:spMkLst>
        </pc:spChg>
        <pc:picChg chg="add mod ord">
          <ac:chgData name="Sara Muneeb" userId="29b624b1-a719-43f5-9b52-388cd4043c04" providerId="ADAL" clId="{07B87C65-7BF0-4289-BFF5-6A43FACCF6DC}" dt="2022-11-29T08:12:50.359" v="919" actId="1076"/>
          <ac:picMkLst>
            <pc:docMk/>
            <pc:sldMk cId="793564404" sldId="268"/>
            <ac:picMk id="5" creationId="{29E05507-6C91-2A3B-D391-21CA998F7235}"/>
          </ac:picMkLst>
        </pc:picChg>
      </pc:sldChg>
      <pc:sldChg chg="del">
        <pc:chgData name="Sara Muneeb" userId="29b624b1-a719-43f5-9b52-388cd4043c04" providerId="ADAL" clId="{07B87C65-7BF0-4289-BFF5-6A43FACCF6DC}" dt="2022-11-25T04:26:49.041" v="0" actId="47"/>
        <pc:sldMkLst>
          <pc:docMk/>
          <pc:sldMk cId="3311259099" sldId="268"/>
        </pc:sldMkLst>
      </pc:sldChg>
      <pc:sldChg chg="del">
        <pc:chgData name="Sara Muneeb" userId="29b624b1-a719-43f5-9b52-388cd4043c04" providerId="ADAL" clId="{07B87C65-7BF0-4289-BFF5-6A43FACCF6DC}" dt="2022-11-25T04:26:49.041" v="0" actId="47"/>
        <pc:sldMkLst>
          <pc:docMk/>
          <pc:sldMk cId="1027124531" sldId="269"/>
        </pc:sldMkLst>
      </pc:sldChg>
      <pc:sldChg chg="addSp delSp modSp new mod">
        <pc:chgData name="Sara Muneeb" userId="29b624b1-a719-43f5-9b52-388cd4043c04" providerId="ADAL" clId="{07B87C65-7BF0-4289-BFF5-6A43FACCF6DC}" dt="2022-11-29T08:15:09.432" v="959" actId="20577"/>
        <pc:sldMkLst>
          <pc:docMk/>
          <pc:sldMk cId="3179164803" sldId="269"/>
        </pc:sldMkLst>
        <pc:spChg chg="mod">
          <ac:chgData name="Sara Muneeb" userId="29b624b1-a719-43f5-9b52-388cd4043c04" providerId="ADAL" clId="{07B87C65-7BF0-4289-BFF5-6A43FACCF6DC}" dt="2022-11-29T08:15:09.432" v="959" actId="20577"/>
          <ac:spMkLst>
            <pc:docMk/>
            <pc:sldMk cId="3179164803" sldId="269"/>
            <ac:spMk id="2" creationId="{1D97CD13-E0C4-2982-F017-A2F4563742E6}"/>
          </ac:spMkLst>
        </pc:spChg>
        <pc:spChg chg="del">
          <ac:chgData name="Sara Muneeb" userId="29b624b1-a719-43f5-9b52-388cd4043c04" providerId="ADAL" clId="{07B87C65-7BF0-4289-BFF5-6A43FACCF6DC}" dt="2022-11-29T08:14:49.877" v="940" actId="22"/>
          <ac:spMkLst>
            <pc:docMk/>
            <pc:sldMk cId="3179164803" sldId="269"/>
            <ac:spMk id="3" creationId="{8CDBDA02-E953-9A98-51CF-7413A2B497EF}"/>
          </ac:spMkLst>
        </pc:spChg>
        <pc:picChg chg="add mod ord">
          <ac:chgData name="Sara Muneeb" userId="29b624b1-a719-43f5-9b52-388cd4043c04" providerId="ADAL" clId="{07B87C65-7BF0-4289-BFF5-6A43FACCF6DC}" dt="2022-11-29T08:14:49.877" v="940" actId="22"/>
          <ac:picMkLst>
            <pc:docMk/>
            <pc:sldMk cId="3179164803" sldId="269"/>
            <ac:picMk id="5" creationId="{2D056AF0-4B09-2295-772D-391C386EBACE}"/>
          </ac:picMkLst>
        </pc:picChg>
      </pc:sldChg>
      <pc:sldChg chg="addSp delSp modSp new mod">
        <pc:chgData name="Sara Muneeb" userId="29b624b1-a719-43f5-9b52-388cd4043c04" providerId="ADAL" clId="{07B87C65-7BF0-4289-BFF5-6A43FACCF6DC}" dt="2022-11-29T08:15:30.731" v="974" actId="22"/>
        <pc:sldMkLst>
          <pc:docMk/>
          <pc:sldMk cId="1469265427" sldId="270"/>
        </pc:sldMkLst>
        <pc:spChg chg="mod">
          <ac:chgData name="Sara Muneeb" userId="29b624b1-a719-43f5-9b52-388cd4043c04" providerId="ADAL" clId="{07B87C65-7BF0-4289-BFF5-6A43FACCF6DC}" dt="2022-11-29T08:15:28.284" v="973" actId="20577"/>
          <ac:spMkLst>
            <pc:docMk/>
            <pc:sldMk cId="1469265427" sldId="270"/>
            <ac:spMk id="2" creationId="{560AB7A3-7D9C-4835-C5CF-29EFE68DCAB7}"/>
          </ac:spMkLst>
        </pc:spChg>
        <pc:spChg chg="del">
          <ac:chgData name="Sara Muneeb" userId="29b624b1-a719-43f5-9b52-388cd4043c04" providerId="ADAL" clId="{07B87C65-7BF0-4289-BFF5-6A43FACCF6DC}" dt="2022-11-29T08:15:30.731" v="974" actId="22"/>
          <ac:spMkLst>
            <pc:docMk/>
            <pc:sldMk cId="1469265427" sldId="270"/>
            <ac:spMk id="3" creationId="{984402B9-F4B0-5D55-41A4-9ADFA28C5E1F}"/>
          </ac:spMkLst>
        </pc:spChg>
        <pc:picChg chg="add mod ord">
          <ac:chgData name="Sara Muneeb" userId="29b624b1-a719-43f5-9b52-388cd4043c04" providerId="ADAL" clId="{07B87C65-7BF0-4289-BFF5-6A43FACCF6DC}" dt="2022-11-29T08:15:30.731" v="974" actId="22"/>
          <ac:picMkLst>
            <pc:docMk/>
            <pc:sldMk cId="1469265427" sldId="270"/>
            <ac:picMk id="5" creationId="{AA3A4857-EF54-D2A6-2DF0-68E4FF6BE937}"/>
          </ac:picMkLst>
        </pc:picChg>
      </pc:sldChg>
      <pc:sldChg chg="del">
        <pc:chgData name="Sara Muneeb" userId="29b624b1-a719-43f5-9b52-388cd4043c04" providerId="ADAL" clId="{07B87C65-7BF0-4289-BFF5-6A43FACCF6DC}" dt="2022-11-25T04:26:49.041" v="0" actId="47"/>
        <pc:sldMkLst>
          <pc:docMk/>
          <pc:sldMk cId="4065404976" sldId="270"/>
        </pc:sldMkLst>
      </pc:sldChg>
      <pc:sldChg chg="addSp delSp modSp new mod">
        <pc:chgData name="Sara Muneeb" userId="29b624b1-a719-43f5-9b52-388cd4043c04" providerId="ADAL" clId="{07B87C65-7BF0-4289-BFF5-6A43FACCF6DC}" dt="2022-11-29T08:16:57.616" v="992" actId="14100"/>
        <pc:sldMkLst>
          <pc:docMk/>
          <pc:sldMk cId="3856423633" sldId="271"/>
        </pc:sldMkLst>
        <pc:spChg chg="mod">
          <ac:chgData name="Sara Muneeb" userId="29b624b1-a719-43f5-9b52-388cd4043c04" providerId="ADAL" clId="{07B87C65-7BF0-4289-BFF5-6A43FACCF6DC}" dt="2022-11-29T08:16:42.539" v="989" actId="20577"/>
          <ac:spMkLst>
            <pc:docMk/>
            <pc:sldMk cId="3856423633" sldId="271"/>
            <ac:spMk id="2" creationId="{A0F64CB3-843D-9F4E-5594-21FDA5E05DA2}"/>
          </ac:spMkLst>
        </pc:spChg>
        <pc:spChg chg="del">
          <ac:chgData name="Sara Muneeb" userId="29b624b1-a719-43f5-9b52-388cd4043c04" providerId="ADAL" clId="{07B87C65-7BF0-4289-BFF5-6A43FACCF6DC}" dt="2022-11-29T08:16:35.935" v="976" actId="22"/>
          <ac:spMkLst>
            <pc:docMk/>
            <pc:sldMk cId="3856423633" sldId="271"/>
            <ac:spMk id="3" creationId="{7EF17957-3D7B-D327-A2A2-C955BF68DBBC}"/>
          </ac:spMkLst>
        </pc:spChg>
        <pc:spChg chg="add mod">
          <ac:chgData name="Sara Muneeb" userId="29b624b1-a719-43f5-9b52-388cd4043c04" providerId="ADAL" clId="{07B87C65-7BF0-4289-BFF5-6A43FACCF6DC}" dt="2022-11-29T08:16:57.616" v="992" actId="14100"/>
          <ac:spMkLst>
            <pc:docMk/>
            <pc:sldMk cId="3856423633" sldId="271"/>
            <ac:spMk id="7" creationId="{F180F789-D42C-49BF-B849-C1035DF2E2EE}"/>
          </ac:spMkLst>
        </pc:spChg>
        <pc:picChg chg="add mod ord">
          <ac:chgData name="Sara Muneeb" userId="29b624b1-a719-43f5-9b52-388cd4043c04" providerId="ADAL" clId="{07B87C65-7BF0-4289-BFF5-6A43FACCF6DC}" dt="2022-11-29T08:16:35.935" v="976" actId="22"/>
          <ac:picMkLst>
            <pc:docMk/>
            <pc:sldMk cId="3856423633" sldId="271"/>
            <ac:picMk id="5" creationId="{91913426-7371-9E7F-528F-D90DB59A1FA9}"/>
          </ac:picMkLst>
        </pc:picChg>
      </pc:sldChg>
      <pc:sldChg chg="del">
        <pc:chgData name="Sara Muneeb" userId="29b624b1-a719-43f5-9b52-388cd4043c04" providerId="ADAL" clId="{07B87C65-7BF0-4289-BFF5-6A43FACCF6DC}" dt="2022-11-25T04:26:49.041" v="0" actId="47"/>
        <pc:sldMkLst>
          <pc:docMk/>
          <pc:sldMk cId="4199156068" sldId="271"/>
        </pc:sldMkLst>
      </pc:sldChg>
      <pc:sldChg chg="addSp modSp new mod">
        <pc:chgData name="Sara Muneeb" userId="29b624b1-a719-43f5-9b52-388cd4043c04" providerId="ADAL" clId="{07B87C65-7BF0-4289-BFF5-6A43FACCF6DC}" dt="2022-11-29T08:36:37.703" v="1298" actId="20577"/>
        <pc:sldMkLst>
          <pc:docMk/>
          <pc:sldMk cId="1763966239" sldId="272"/>
        </pc:sldMkLst>
        <pc:spChg chg="mod">
          <ac:chgData name="Sara Muneeb" userId="29b624b1-a719-43f5-9b52-388cd4043c04" providerId="ADAL" clId="{07B87C65-7BF0-4289-BFF5-6A43FACCF6DC}" dt="2022-11-29T08:36:37.703" v="1298" actId="20577"/>
          <ac:spMkLst>
            <pc:docMk/>
            <pc:sldMk cId="1763966239" sldId="272"/>
            <ac:spMk id="2" creationId="{0EFABA8F-AEDC-4298-66B0-95A31E9E4D1C}"/>
          </ac:spMkLst>
        </pc:spChg>
        <pc:spChg chg="mod">
          <ac:chgData name="Sara Muneeb" userId="29b624b1-a719-43f5-9b52-388cd4043c04" providerId="ADAL" clId="{07B87C65-7BF0-4289-BFF5-6A43FACCF6DC}" dt="2022-11-29T08:32:57.662" v="1190" actId="20577"/>
          <ac:spMkLst>
            <pc:docMk/>
            <pc:sldMk cId="1763966239" sldId="272"/>
            <ac:spMk id="3" creationId="{93C5E084-5FA3-9105-9E29-426351B0CE7D}"/>
          </ac:spMkLst>
        </pc:spChg>
        <pc:graphicFrameChg chg="add mod modGraphic">
          <ac:chgData name="Sara Muneeb" userId="29b624b1-a719-43f5-9b52-388cd4043c04" providerId="ADAL" clId="{07B87C65-7BF0-4289-BFF5-6A43FACCF6DC}" dt="2022-11-29T08:33:33.481" v="1200" actId="14734"/>
          <ac:graphicFrameMkLst>
            <pc:docMk/>
            <pc:sldMk cId="1763966239" sldId="272"/>
            <ac:graphicFrameMk id="4" creationId="{BCA46073-627B-4C73-4D9D-428566E4A9AA}"/>
          </ac:graphicFrameMkLst>
        </pc:graphicFrameChg>
      </pc:sldChg>
      <pc:sldChg chg="del">
        <pc:chgData name="Sara Muneeb" userId="29b624b1-a719-43f5-9b52-388cd4043c04" providerId="ADAL" clId="{07B87C65-7BF0-4289-BFF5-6A43FACCF6DC}" dt="2022-11-25T04:26:49.041" v="0" actId="47"/>
        <pc:sldMkLst>
          <pc:docMk/>
          <pc:sldMk cId="2475071258" sldId="272"/>
        </pc:sldMkLst>
      </pc:sldChg>
      <pc:sldChg chg="addSp delSp modSp new mod">
        <pc:chgData name="Sara Muneeb" userId="29b624b1-a719-43f5-9b52-388cd4043c04" providerId="ADAL" clId="{07B87C65-7BF0-4289-BFF5-6A43FACCF6DC}" dt="2022-11-29T08:36:45.976" v="1309" actId="20577"/>
        <pc:sldMkLst>
          <pc:docMk/>
          <pc:sldMk cId="1205803140" sldId="273"/>
        </pc:sldMkLst>
        <pc:spChg chg="mod">
          <ac:chgData name="Sara Muneeb" userId="29b624b1-a719-43f5-9b52-388cd4043c04" providerId="ADAL" clId="{07B87C65-7BF0-4289-BFF5-6A43FACCF6DC}" dt="2022-11-29T08:36:45.976" v="1309" actId="20577"/>
          <ac:spMkLst>
            <pc:docMk/>
            <pc:sldMk cId="1205803140" sldId="273"/>
            <ac:spMk id="2" creationId="{D03637D0-2AB2-8227-573D-0D36001F8875}"/>
          </ac:spMkLst>
        </pc:spChg>
        <pc:spChg chg="del">
          <ac:chgData name="Sara Muneeb" userId="29b624b1-a719-43f5-9b52-388cd4043c04" providerId="ADAL" clId="{07B87C65-7BF0-4289-BFF5-6A43FACCF6DC}" dt="2022-11-29T08:34:29.471" v="1202" actId="22"/>
          <ac:spMkLst>
            <pc:docMk/>
            <pc:sldMk cId="1205803140" sldId="273"/>
            <ac:spMk id="3" creationId="{38582C34-C804-BBE5-002C-E4D9A9E1E98D}"/>
          </ac:spMkLst>
        </pc:spChg>
        <pc:spChg chg="add del mod">
          <ac:chgData name="Sara Muneeb" userId="29b624b1-a719-43f5-9b52-388cd4043c04" providerId="ADAL" clId="{07B87C65-7BF0-4289-BFF5-6A43FACCF6DC}" dt="2022-11-29T08:35:39.069" v="1243" actId="21"/>
          <ac:spMkLst>
            <pc:docMk/>
            <pc:sldMk cId="1205803140" sldId="273"/>
            <ac:spMk id="7" creationId="{710C18A3-5D88-4117-0B0F-B6EE6716CCA7}"/>
          </ac:spMkLst>
        </pc:spChg>
        <pc:picChg chg="add mod ord">
          <ac:chgData name="Sara Muneeb" userId="29b624b1-a719-43f5-9b52-388cd4043c04" providerId="ADAL" clId="{07B87C65-7BF0-4289-BFF5-6A43FACCF6DC}" dt="2022-11-29T08:34:29.471" v="1202" actId="22"/>
          <ac:picMkLst>
            <pc:docMk/>
            <pc:sldMk cId="1205803140" sldId="273"/>
            <ac:picMk id="5" creationId="{22C765FF-56C4-5A30-8AC3-564FF69B7411}"/>
          </ac:picMkLst>
        </pc:picChg>
      </pc:sldChg>
      <pc:sldChg chg="del">
        <pc:chgData name="Sara Muneeb" userId="29b624b1-a719-43f5-9b52-388cd4043c04" providerId="ADAL" clId="{07B87C65-7BF0-4289-BFF5-6A43FACCF6DC}" dt="2022-11-25T04:26:49.041" v="0" actId="47"/>
        <pc:sldMkLst>
          <pc:docMk/>
          <pc:sldMk cId="1256280144" sldId="273"/>
        </pc:sldMkLst>
      </pc:sldChg>
      <pc:sldChg chg="addSp delSp modSp new mod">
        <pc:chgData name="Sara Muneeb" userId="29b624b1-a719-43f5-9b52-388cd4043c04" providerId="ADAL" clId="{07B87C65-7BF0-4289-BFF5-6A43FACCF6DC}" dt="2022-11-29T08:36:59.374" v="1315" actId="20577"/>
        <pc:sldMkLst>
          <pc:docMk/>
          <pc:sldMk cId="1972697422" sldId="274"/>
        </pc:sldMkLst>
        <pc:spChg chg="mod">
          <ac:chgData name="Sara Muneeb" userId="29b624b1-a719-43f5-9b52-388cd4043c04" providerId="ADAL" clId="{07B87C65-7BF0-4289-BFF5-6A43FACCF6DC}" dt="2022-11-29T08:36:59.374" v="1315" actId="20577"/>
          <ac:spMkLst>
            <pc:docMk/>
            <pc:sldMk cId="1972697422" sldId="274"/>
            <ac:spMk id="2" creationId="{440FF1F6-3A89-C0C5-FD6C-4559D1235B65}"/>
          </ac:spMkLst>
        </pc:spChg>
        <pc:spChg chg="del">
          <ac:chgData name="Sara Muneeb" userId="29b624b1-a719-43f5-9b52-388cd4043c04" providerId="ADAL" clId="{07B87C65-7BF0-4289-BFF5-6A43FACCF6DC}" dt="2022-11-29T08:34:51.113" v="1204" actId="22"/>
          <ac:spMkLst>
            <pc:docMk/>
            <pc:sldMk cId="1972697422" sldId="274"/>
            <ac:spMk id="3" creationId="{80D1A473-A26B-2AB1-C873-B62F65754999}"/>
          </ac:spMkLst>
        </pc:spChg>
        <pc:picChg chg="add mod ord">
          <ac:chgData name="Sara Muneeb" userId="29b624b1-a719-43f5-9b52-388cd4043c04" providerId="ADAL" clId="{07B87C65-7BF0-4289-BFF5-6A43FACCF6DC}" dt="2022-11-29T08:34:51.113" v="1204" actId="22"/>
          <ac:picMkLst>
            <pc:docMk/>
            <pc:sldMk cId="1972697422" sldId="274"/>
            <ac:picMk id="5" creationId="{0534981D-3462-4712-2B16-CEB1266643E4}"/>
          </ac:picMkLst>
        </pc:picChg>
      </pc:sldChg>
      <pc:sldChg chg="del">
        <pc:chgData name="Sara Muneeb" userId="29b624b1-a719-43f5-9b52-388cd4043c04" providerId="ADAL" clId="{07B87C65-7BF0-4289-BFF5-6A43FACCF6DC}" dt="2022-11-25T04:26:49.041" v="0" actId="47"/>
        <pc:sldMkLst>
          <pc:docMk/>
          <pc:sldMk cId="2120313278" sldId="274"/>
        </pc:sldMkLst>
      </pc:sldChg>
      <pc:sldChg chg="addSp modSp new mod">
        <pc:chgData name="Sara Muneeb" userId="29b624b1-a719-43f5-9b52-388cd4043c04" providerId="ADAL" clId="{07B87C65-7BF0-4289-BFF5-6A43FACCF6DC}" dt="2022-11-29T08:38:23.757" v="1343" actId="1076"/>
        <pc:sldMkLst>
          <pc:docMk/>
          <pc:sldMk cId="709167848" sldId="275"/>
        </pc:sldMkLst>
        <pc:spChg chg="mod">
          <ac:chgData name="Sara Muneeb" userId="29b624b1-a719-43f5-9b52-388cd4043c04" providerId="ADAL" clId="{07B87C65-7BF0-4289-BFF5-6A43FACCF6DC}" dt="2022-11-29T08:37:04.136" v="1324" actId="20577"/>
          <ac:spMkLst>
            <pc:docMk/>
            <pc:sldMk cId="709167848" sldId="275"/>
            <ac:spMk id="2" creationId="{BFF9D3F2-0B1B-074B-3109-FAE922FF2D0A}"/>
          </ac:spMkLst>
        </pc:spChg>
        <pc:spChg chg="mod">
          <ac:chgData name="Sara Muneeb" userId="29b624b1-a719-43f5-9b52-388cd4043c04" providerId="ADAL" clId="{07B87C65-7BF0-4289-BFF5-6A43FACCF6DC}" dt="2022-11-29T08:38:16.139" v="1340" actId="404"/>
          <ac:spMkLst>
            <pc:docMk/>
            <pc:sldMk cId="709167848" sldId="275"/>
            <ac:spMk id="3" creationId="{8808EE11-1509-F5BE-B64A-BA71406F16EC}"/>
          </ac:spMkLst>
        </pc:spChg>
        <pc:picChg chg="add mod">
          <ac:chgData name="Sara Muneeb" userId="29b624b1-a719-43f5-9b52-388cd4043c04" providerId="ADAL" clId="{07B87C65-7BF0-4289-BFF5-6A43FACCF6DC}" dt="2022-11-29T08:38:23.757" v="1343" actId="1076"/>
          <ac:picMkLst>
            <pc:docMk/>
            <pc:sldMk cId="709167848" sldId="275"/>
            <ac:picMk id="5" creationId="{3EB1779E-6616-6B00-1604-EADA9A3BC209}"/>
          </ac:picMkLst>
        </pc:picChg>
      </pc:sldChg>
      <pc:sldChg chg="del">
        <pc:chgData name="Sara Muneeb" userId="29b624b1-a719-43f5-9b52-388cd4043c04" providerId="ADAL" clId="{07B87C65-7BF0-4289-BFF5-6A43FACCF6DC}" dt="2022-11-25T04:26:49.041" v="0" actId="47"/>
        <pc:sldMkLst>
          <pc:docMk/>
          <pc:sldMk cId="3670279967" sldId="275"/>
        </pc:sldMkLst>
      </pc:sldChg>
      <pc:sldChg chg="del">
        <pc:chgData name="Sara Muneeb" userId="29b624b1-a719-43f5-9b52-388cd4043c04" providerId="ADAL" clId="{07B87C65-7BF0-4289-BFF5-6A43FACCF6DC}" dt="2022-11-25T04:26:49.041" v="0" actId="47"/>
        <pc:sldMkLst>
          <pc:docMk/>
          <pc:sldMk cId="1201384780" sldId="276"/>
        </pc:sldMkLst>
      </pc:sldChg>
      <pc:sldChg chg="addSp delSp modSp new mod">
        <pc:chgData name="Sara Muneeb" userId="29b624b1-a719-43f5-9b52-388cd4043c04" providerId="ADAL" clId="{07B87C65-7BF0-4289-BFF5-6A43FACCF6DC}" dt="2022-11-29T08:38:50.440" v="1369" actId="22"/>
        <pc:sldMkLst>
          <pc:docMk/>
          <pc:sldMk cId="3316731035" sldId="276"/>
        </pc:sldMkLst>
        <pc:spChg chg="mod">
          <ac:chgData name="Sara Muneeb" userId="29b624b1-a719-43f5-9b52-388cd4043c04" providerId="ADAL" clId="{07B87C65-7BF0-4289-BFF5-6A43FACCF6DC}" dt="2022-11-29T08:38:49.025" v="1368" actId="20577"/>
          <ac:spMkLst>
            <pc:docMk/>
            <pc:sldMk cId="3316731035" sldId="276"/>
            <ac:spMk id="2" creationId="{DDD21BE6-6601-DAB8-A99B-88AD59AA14FA}"/>
          </ac:spMkLst>
        </pc:spChg>
        <pc:spChg chg="del">
          <ac:chgData name="Sara Muneeb" userId="29b624b1-a719-43f5-9b52-388cd4043c04" providerId="ADAL" clId="{07B87C65-7BF0-4289-BFF5-6A43FACCF6DC}" dt="2022-11-29T08:38:50.440" v="1369" actId="22"/>
          <ac:spMkLst>
            <pc:docMk/>
            <pc:sldMk cId="3316731035" sldId="276"/>
            <ac:spMk id="3" creationId="{9A02462D-A768-80BE-271B-60D8C458D4D8}"/>
          </ac:spMkLst>
        </pc:spChg>
        <pc:picChg chg="add mod ord">
          <ac:chgData name="Sara Muneeb" userId="29b624b1-a719-43f5-9b52-388cd4043c04" providerId="ADAL" clId="{07B87C65-7BF0-4289-BFF5-6A43FACCF6DC}" dt="2022-11-29T08:38:50.440" v="1369" actId="22"/>
          <ac:picMkLst>
            <pc:docMk/>
            <pc:sldMk cId="3316731035" sldId="276"/>
            <ac:picMk id="5" creationId="{87C019E9-A20A-FE9F-7402-416CC8E98C84}"/>
          </ac:picMkLst>
        </pc:picChg>
      </pc:sldChg>
      <pc:sldChg chg="addSp delSp modSp new mod">
        <pc:chgData name="Sara Muneeb" userId="29b624b1-a719-43f5-9b52-388cd4043c04" providerId="ADAL" clId="{07B87C65-7BF0-4289-BFF5-6A43FACCF6DC}" dt="2022-11-29T08:39:18.928" v="1391" actId="22"/>
        <pc:sldMkLst>
          <pc:docMk/>
          <pc:sldMk cId="312312546" sldId="277"/>
        </pc:sldMkLst>
        <pc:spChg chg="mod">
          <ac:chgData name="Sara Muneeb" userId="29b624b1-a719-43f5-9b52-388cd4043c04" providerId="ADAL" clId="{07B87C65-7BF0-4289-BFF5-6A43FACCF6DC}" dt="2022-11-29T08:39:06.134" v="1390" actId="20577"/>
          <ac:spMkLst>
            <pc:docMk/>
            <pc:sldMk cId="312312546" sldId="277"/>
            <ac:spMk id="2" creationId="{6307FF82-B7C7-3F05-A81B-122B549E1FBE}"/>
          </ac:spMkLst>
        </pc:spChg>
        <pc:spChg chg="del">
          <ac:chgData name="Sara Muneeb" userId="29b624b1-a719-43f5-9b52-388cd4043c04" providerId="ADAL" clId="{07B87C65-7BF0-4289-BFF5-6A43FACCF6DC}" dt="2022-11-29T08:39:18.928" v="1391" actId="22"/>
          <ac:spMkLst>
            <pc:docMk/>
            <pc:sldMk cId="312312546" sldId="277"/>
            <ac:spMk id="3" creationId="{C9689D3C-DC3E-53D0-83A6-24DD42F423C5}"/>
          </ac:spMkLst>
        </pc:spChg>
        <pc:picChg chg="add mod ord">
          <ac:chgData name="Sara Muneeb" userId="29b624b1-a719-43f5-9b52-388cd4043c04" providerId="ADAL" clId="{07B87C65-7BF0-4289-BFF5-6A43FACCF6DC}" dt="2022-11-29T08:39:18.928" v="1391" actId="22"/>
          <ac:picMkLst>
            <pc:docMk/>
            <pc:sldMk cId="312312546" sldId="277"/>
            <ac:picMk id="5" creationId="{F5BBE050-DE0A-0271-C01C-57C4036F0E4C}"/>
          </ac:picMkLst>
        </pc:picChg>
      </pc:sldChg>
      <pc:sldChg chg="del">
        <pc:chgData name="Sara Muneeb" userId="29b624b1-a719-43f5-9b52-388cd4043c04" providerId="ADAL" clId="{07B87C65-7BF0-4289-BFF5-6A43FACCF6DC}" dt="2022-11-25T04:26:49.041" v="0" actId="47"/>
        <pc:sldMkLst>
          <pc:docMk/>
          <pc:sldMk cId="3823172309" sldId="277"/>
        </pc:sldMkLst>
      </pc:sldChg>
      <pc:sldChg chg="del">
        <pc:chgData name="Sara Muneeb" userId="29b624b1-a719-43f5-9b52-388cd4043c04" providerId="ADAL" clId="{07B87C65-7BF0-4289-BFF5-6A43FACCF6DC}" dt="2022-11-25T04:26:49.041" v="0" actId="47"/>
        <pc:sldMkLst>
          <pc:docMk/>
          <pc:sldMk cId="42086703" sldId="278"/>
        </pc:sldMkLst>
      </pc:sldChg>
      <pc:sldChg chg="addSp delSp modSp new mod">
        <pc:chgData name="Sara Muneeb" userId="29b624b1-a719-43f5-9b52-388cd4043c04" providerId="ADAL" clId="{07B87C65-7BF0-4289-BFF5-6A43FACCF6DC}" dt="2022-11-29T08:40:47.778" v="1459" actId="20577"/>
        <pc:sldMkLst>
          <pc:docMk/>
          <pc:sldMk cId="255357008" sldId="278"/>
        </pc:sldMkLst>
        <pc:spChg chg="mod">
          <ac:chgData name="Sara Muneeb" userId="29b624b1-a719-43f5-9b52-388cd4043c04" providerId="ADAL" clId="{07B87C65-7BF0-4289-BFF5-6A43FACCF6DC}" dt="2022-11-29T08:40:22.146" v="1453" actId="20577"/>
          <ac:spMkLst>
            <pc:docMk/>
            <pc:sldMk cId="255357008" sldId="278"/>
            <ac:spMk id="2" creationId="{EF3B071B-43A1-AF33-7304-03C646545978}"/>
          </ac:spMkLst>
        </pc:spChg>
        <pc:spChg chg="del">
          <ac:chgData name="Sara Muneeb" userId="29b624b1-a719-43f5-9b52-388cd4043c04" providerId="ADAL" clId="{07B87C65-7BF0-4289-BFF5-6A43FACCF6DC}" dt="2022-11-29T08:40:02.332" v="1393" actId="22"/>
          <ac:spMkLst>
            <pc:docMk/>
            <pc:sldMk cId="255357008" sldId="278"/>
            <ac:spMk id="3" creationId="{AF6671FC-030F-8A1D-3AE0-CBABE5E9DF2F}"/>
          </ac:spMkLst>
        </pc:spChg>
        <pc:spChg chg="add mod">
          <ac:chgData name="Sara Muneeb" userId="29b624b1-a719-43f5-9b52-388cd4043c04" providerId="ADAL" clId="{07B87C65-7BF0-4289-BFF5-6A43FACCF6DC}" dt="2022-11-29T08:40:47.778" v="1459" actId="20577"/>
          <ac:spMkLst>
            <pc:docMk/>
            <pc:sldMk cId="255357008" sldId="278"/>
            <ac:spMk id="7" creationId="{46C6F546-B13F-366D-24B3-C848829294BB}"/>
          </ac:spMkLst>
        </pc:spChg>
        <pc:picChg chg="add mod ord">
          <ac:chgData name="Sara Muneeb" userId="29b624b1-a719-43f5-9b52-388cd4043c04" providerId="ADAL" clId="{07B87C65-7BF0-4289-BFF5-6A43FACCF6DC}" dt="2022-11-29T08:40:02.332" v="1393" actId="22"/>
          <ac:picMkLst>
            <pc:docMk/>
            <pc:sldMk cId="255357008" sldId="278"/>
            <ac:picMk id="5" creationId="{000FDB27-B96B-9DF3-1D77-7586EFB5C1B1}"/>
          </ac:picMkLst>
        </pc:picChg>
      </pc:sldChg>
      <pc:sldChg chg="del">
        <pc:chgData name="Sara Muneeb" userId="29b624b1-a719-43f5-9b52-388cd4043c04" providerId="ADAL" clId="{07B87C65-7BF0-4289-BFF5-6A43FACCF6DC}" dt="2022-11-25T04:26:49.041" v="0" actId="47"/>
        <pc:sldMkLst>
          <pc:docMk/>
          <pc:sldMk cId="607249761" sldId="279"/>
        </pc:sldMkLst>
      </pc:sldChg>
      <pc:sldChg chg="modSp new mod">
        <pc:chgData name="Sara Muneeb" userId="29b624b1-a719-43f5-9b52-388cd4043c04" providerId="ADAL" clId="{07B87C65-7BF0-4289-BFF5-6A43FACCF6DC}" dt="2022-11-29T08:46:51.670" v="1505" actId="5793"/>
        <pc:sldMkLst>
          <pc:docMk/>
          <pc:sldMk cId="1358696121" sldId="279"/>
        </pc:sldMkLst>
        <pc:spChg chg="mod">
          <ac:chgData name="Sara Muneeb" userId="29b624b1-a719-43f5-9b52-388cd4043c04" providerId="ADAL" clId="{07B87C65-7BF0-4289-BFF5-6A43FACCF6DC}" dt="2022-11-29T08:44:36.898" v="1483" actId="20577"/>
          <ac:spMkLst>
            <pc:docMk/>
            <pc:sldMk cId="1358696121" sldId="279"/>
            <ac:spMk id="2" creationId="{0AC444B3-CEC8-2562-5F25-0E7D03AD0226}"/>
          </ac:spMkLst>
        </pc:spChg>
        <pc:spChg chg="mod">
          <ac:chgData name="Sara Muneeb" userId="29b624b1-a719-43f5-9b52-388cd4043c04" providerId="ADAL" clId="{07B87C65-7BF0-4289-BFF5-6A43FACCF6DC}" dt="2022-11-29T08:46:51.670" v="1505" actId="5793"/>
          <ac:spMkLst>
            <pc:docMk/>
            <pc:sldMk cId="1358696121" sldId="279"/>
            <ac:spMk id="3" creationId="{E2D86466-CD8F-B261-B016-6D61855687AC}"/>
          </ac:spMkLst>
        </pc:spChg>
      </pc:sldChg>
      <pc:sldChg chg="del">
        <pc:chgData name="Sara Muneeb" userId="29b624b1-a719-43f5-9b52-388cd4043c04" providerId="ADAL" clId="{07B87C65-7BF0-4289-BFF5-6A43FACCF6DC}" dt="2022-11-25T04:26:49.041" v="0" actId="47"/>
        <pc:sldMkLst>
          <pc:docMk/>
          <pc:sldMk cId="1915487802" sldId="280"/>
        </pc:sldMkLst>
      </pc:sldChg>
      <pc:sldChg chg="modSp new mod ord">
        <pc:chgData name="Sara Muneeb" userId="29b624b1-a719-43f5-9b52-388cd4043c04" providerId="ADAL" clId="{07B87C65-7BF0-4289-BFF5-6A43FACCF6DC}" dt="2022-11-29T11:25:44.196" v="2666"/>
        <pc:sldMkLst>
          <pc:docMk/>
          <pc:sldMk cId="2517784485" sldId="280"/>
        </pc:sldMkLst>
        <pc:spChg chg="mod">
          <ac:chgData name="Sara Muneeb" userId="29b624b1-a719-43f5-9b52-388cd4043c04" providerId="ADAL" clId="{07B87C65-7BF0-4289-BFF5-6A43FACCF6DC}" dt="2022-11-29T08:47:36.775" v="1526" actId="20577"/>
          <ac:spMkLst>
            <pc:docMk/>
            <pc:sldMk cId="2517784485" sldId="280"/>
            <ac:spMk id="2" creationId="{39FA079D-7B41-B4C7-D776-EA71FE7D9226}"/>
          </ac:spMkLst>
        </pc:spChg>
        <pc:spChg chg="mod">
          <ac:chgData name="Sara Muneeb" userId="29b624b1-a719-43f5-9b52-388cd4043c04" providerId="ADAL" clId="{07B87C65-7BF0-4289-BFF5-6A43FACCF6DC}" dt="2022-11-29T09:13:12.395" v="1546" actId="20577"/>
          <ac:spMkLst>
            <pc:docMk/>
            <pc:sldMk cId="2517784485" sldId="280"/>
            <ac:spMk id="3" creationId="{BFAF7095-93AA-FC88-CA00-086F34A6F5DB}"/>
          </ac:spMkLst>
        </pc:spChg>
      </pc:sldChg>
      <pc:sldChg chg="addSp delSp modSp new mod">
        <pc:chgData name="Sara Muneeb" userId="29b624b1-a719-43f5-9b52-388cd4043c04" providerId="ADAL" clId="{07B87C65-7BF0-4289-BFF5-6A43FACCF6DC}" dt="2022-11-29T11:25:19.531" v="2663" actId="20577"/>
        <pc:sldMkLst>
          <pc:docMk/>
          <pc:sldMk cId="2369126632" sldId="281"/>
        </pc:sldMkLst>
        <pc:spChg chg="mod">
          <ac:chgData name="Sara Muneeb" userId="29b624b1-a719-43f5-9b52-388cd4043c04" providerId="ADAL" clId="{07B87C65-7BF0-4289-BFF5-6A43FACCF6DC}" dt="2022-11-29T11:25:19.531" v="2663" actId="20577"/>
          <ac:spMkLst>
            <pc:docMk/>
            <pc:sldMk cId="2369126632" sldId="281"/>
            <ac:spMk id="2" creationId="{7E28A6A1-DD59-FC39-3A17-A548CE73C800}"/>
          </ac:spMkLst>
        </pc:spChg>
        <pc:spChg chg="del mod">
          <ac:chgData name="Sara Muneeb" userId="29b624b1-a719-43f5-9b52-388cd4043c04" providerId="ADAL" clId="{07B87C65-7BF0-4289-BFF5-6A43FACCF6DC}" dt="2022-11-29T09:27:23.796" v="1643"/>
          <ac:spMkLst>
            <pc:docMk/>
            <pc:sldMk cId="2369126632" sldId="281"/>
            <ac:spMk id="3" creationId="{0DB19D48-5A32-4006-5F22-CF4990FCA0B3}"/>
          </ac:spMkLst>
        </pc:spChg>
        <pc:spChg chg="add mod">
          <ac:chgData name="Sara Muneeb" userId="29b624b1-a719-43f5-9b52-388cd4043c04" providerId="ADAL" clId="{07B87C65-7BF0-4289-BFF5-6A43FACCF6DC}" dt="2022-11-29T09:31:48.234" v="1825" actId="20577"/>
          <ac:spMkLst>
            <pc:docMk/>
            <pc:sldMk cId="2369126632" sldId="281"/>
            <ac:spMk id="4" creationId="{599628CE-9B8F-99C5-1CE2-055D98535E98}"/>
          </ac:spMkLst>
        </pc:spChg>
        <pc:picChg chg="add del mod">
          <ac:chgData name="Sara Muneeb" userId="29b624b1-a719-43f5-9b52-388cd4043c04" providerId="ADAL" clId="{07B87C65-7BF0-4289-BFF5-6A43FACCF6DC}" dt="2022-11-29T09:30:00.537" v="1648" actId="478"/>
          <ac:picMkLst>
            <pc:docMk/>
            <pc:sldMk cId="2369126632" sldId="281"/>
            <ac:picMk id="1026" creationId="{0067553B-466B-F9DF-E16D-7255EC40F64E}"/>
          </ac:picMkLst>
        </pc:picChg>
      </pc:sldChg>
      <pc:sldChg chg="del">
        <pc:chgData name="Sara Muneeb" userId="29b624b1-a719-43f5-9b52-388cd4043c04" providerId="ADAL" clId="{07B87C65-7BF0-4289-BFF5-6A43FACCF6DC}" dt="2022-11-25T04:26:49.041" v="0" actId="47"/>
        <pc:sldMkLst>
          <pc:docMk/>
          <pc:sldMk cId="3190139180" sldId="281"/>
        </pc:sldMkLst>
      </pc:sldChg>
      <pc:sldChg chg="modSp new mod ord">
        <pc:chgData name="Sara Muneeb" userId="29b624b1-a719-43f5-9b52-388cd4043c04" providerId="ADAL" clId="{07B87C65-7BF0-4289-BFF5-6A43FACCF6DC}" dt="2022-11-29T11:25:24.632" v="2664"/>
        <pc:sldMkLst>
          <pc:docMk/>
          <pc:sldMk cId="2392264234" sldId="282"/>
        </pc:sldMkLst>
        <pc:spChg chg="mod">
          <ac:chgData name="Sara Muneeb" userId="29b624b1-a719-43f5-9b52-388cd4043c04" providerId="ADAL" clId="{07B87C65-7BF0-4289-BFF5-6A43FACCF6DC}" dt="2022-11-29T11:25:24.632" v="2664"/>
          <ac:spMkLst>
            <pc:docMk/>
            <pc:sldMk cId="2392264234" sldId="282"/>
            <ac:spMk id="2" creationId="{17557D2D-1682-02E7-4908-A91756A1B878}"/>
          </ac:spMkLst>
        </pc:spChg>
        <pc:spChg chg="mod">
          <ac:chgData name="Sara Muneeb" userId="29b624b1-a719-43f5-9b52-388cd4043c04" providerId="ADAL" clId="{07B87C65-7BF0-4289-BFF5-6A43FACCF6DC}" dt="2022-11-29T09:36:38.540" v="1983" actId="20577"/>
          <ac:spMkLst>
            <pc:docMk/>
            <pc:sldMk cId="2392264234" sldId="282"/>
            <ac:spMk id="3" creationId="{CD034C90-F797-E818-8131-91E382ACE961}"/>
          </ac:spMkLst>
        </pc:spChg>
      </pc:sldChg>
      <pc:sldChg chg="del">
        <pc:chgData name="Sara Muneeb" userId="29b624b1-a719-43f5-9b52-388cd4043c04" providerId="ADAL" clId="{07B87C65-7BF0-4289-BFF5-6A43FACCF6DC}" dt="2022-11-25T04:26:49.041" v="0" actId="47"/>
        <pc:sldMkLst>
          <pc:docMk/>
          <pc:sldMk cId="2415073261" sldId="282"/>
        </pc:sldMkLst>
      </pc:sldChg>
      <pc:sldChg chg="modSp new mod ord">
        <pc:chgData name="Sara Muneeb" userId="29b624b1-a719-43f5-9b52-388cd4043c04" providerId="ADAL" clId="{07B87C65-7BF0-4289-BFF5-6A43FACCF6DC}" dt="2022-11-29T11:24:52.583" v="2646"/>
        <pc:sldMkLst>
          <pc:docMk/>
          <pc:sldMk cId="2561454925" sldId="283"/>
        </pc:sldMkLst>
        <pc:spChg chg="mod">
          <ac:chgData name="Sara Muneeb" userId="29b624b1-a719-43f5-9b52-388cd4043c04" providerId="ADAL" clId="{07B87C65-7BF0-4289-BFF5-6A43FACCF6DC}" dt="2022-11-29T09:40:37.774" v="2001" actId="20577"/>
          <ac:spMkLst>
            <pc:docMk/>
            <pc:sldMk cId="2561454925" sldId="283"/>
            <ac:spMk id="2" creationId="{E036136D-D5CA-6B80-32CB-D1AABFAF2705}"/>
          </ac:spMkLst>
        </pc:spChg>
        <pc:spChg chg="mod">
          <ac:chgData name="Sara Muneeb" userId="29b624b1-a719-43f5-9b52-388cd4043c04" providerId="ADAL" clId="{07B87C65-7BF0-4289-BFF5-6A43FACCF6DC}" dt="2022-11-29T10:44:51.078" v="2097" actId="20577"/>
          <ac:spMkLst>
            <pc:docMk/>
            <pc:sldMk cId="2561454925" sldId="283"/>
            <ac:spMk id="3" creationId="{8257ED5A-40DC-CC92-7BDA-C75BA13ADFB1}"/>
          </ac:spMkLst>
        </pc:spChg>
      </pc:sldChg>
      <pc:sldChg chg="del">
        <pc:chgData name="Sara Muneeb" userId="29b624b1-a719-43f5-9b52-388cd4043c04" providerId="ADAL" clId="{07B87C65-7BF0-4289-BFF5-6A43FACCF6DC}" dt="2022-11-25T04:26:49.041" v="0" actId="47"/>
        <pc:sldMkLst>
          <pc:docMk/>
          <pc:sldMk cId="3214258101" sldId="283"/>
        </pc:sldMkLst>
      </pc:sldChg>
      <pc:sldChg chg="del">
        <pc:chgData name="Sara Muneeb" userId="29b624b1-a719-43f5-9b52-388cd4043c04" providerId="ADAL" clId="{07B87C65-7BF0-4289-BFF5-6A43FACCF6DC}" dt="2022-11-25T04:26:49.041" v="0" actId="47"/>
        <pc:sldMkLst>
          <pc:docMk/>
          <pc:sldMk cId="2598223408" sldId="284"/>
        </pc:sldMkLst>
      </pc:sldChg>
      <pc:sldChg chg="addSp delSp modSp new mod">
        <pc:chgData name="Sara Muneeb" userId="29b624b1-a719-43f5-9b52-388cd4043c04" providerId="ADAL" clId="{07B87C65-7BF0-4289-BFF5-6A43FACCF6DC}" dt="2022-11-29T11:26:50.100" v="2696" actId="20577"/>
        <pc:sldMkLst>
          <pc:docMk/>
          <pc:sldMk cId="3142686621" sldId="284"/>
        </pc:sldMkLst>
        <pc:spChg chg="mod">
          <ac:chgData name="Sara Muneeb" userId="29b624b1-a719-43f5-9b52-388cd4043c04" providerId="ADAL" clId="{07B87C65-7BF0-4289-BFF5-6A43FACCF6DC}" dt="2022-11-29T11:26:50.100" v="2696" actId="20577"/>
          <ac:spMkLst>
            <pc:docMk/>
            <pc:sldMk cId="3142686621" sldId="284"/>
            <ac:spMk id="2" creationId="{74117765-1FD5-FAA9-A764-A434AFD4928A}"/>
          </ac:spMkLst>
        </pc:spChg>
        <pc:spChg chg="del">
          <ac:chgData name="Sara Muneeb" userId="29b624b1-a719-43f5-9b52-388cd4043c04" providerId="ADAL" clId="{07B87C65-7BF0-4289-BFF5-6A43FACCF6DC}" dt="2022-11-29T11:14:16.888" v="2505" actId="22"/>
          <ac:spMkLst>
            <pc:docMk/>
            <pc:sldMk cId="3142686621" sldId="284"/>
            <ac:spMk id="3" creationId="{53AE8B04-5B04-101B-B82B-C156A44C51D5}"/>
          </ac:spMkLst>
        </pc:spChg>
        <pc:spChg chg="add mod">
          <ac:chgData name="Sara Muneeb" userId="29b624b1-a719-43f5-9b52-388cd4043c04" providerId="ADAL" clId="{07B87C65-7BF0-4289-BFF5-6A43FACCF6DC}" dt="2022-11-29T11:14:57.358" v="2512" actId="20577"/>
          <ac:spMkLst>
            <pc:docMk/>
            <pc:sldMk cId="3142686621" sldId="284"/>
            <ac:spMk id="7" creationId="{FD406F00-5ED0-A147-5F22-31FA3D8A95F0}"/>
          </ac:spMkLst>
        </pc:spChg>
        <pc:picChg chg="add mod ord">
          <ac:chgData name="Sara Muneeb" userId="29b624b1-a719-43f5-9b52-388cd4043c04" providerId="ADAL" clId="{07B87C65-7BF0-4289-BFF5-6A43FACCF6DC}" dt="2022-11-29T11:15:11.673" v="2514" actId="1076"/>
          <ac:picMkLst>
            <pc:docMk/>
            <pc:sldMk cId="3142686621" sldId="284"/>
            <ac:picMk id="5" creationId="{DCEE26BA-8BAD-D1FD-CCBB-DB5E5FAD6285}"/>
          </ac:picMkLst>
        </pc:picChg>
      </pc:sldChg>
      <pc:sldChg chg="del">
        <pc:chgData name="Sara Muneeb" userId="29b624b1-a719-43f5-9b52-388cd4043c04" providerId="ADAL" clId="{07B87C65-7BF0-4289-BFF5-6A43FACCF6DC}" dt="2022-11-25T04:26:49.041" v="0" actId="47"/>
        <pc:sldMkLst>
          <pc:docMk/>
          <pc:sldMk cId="1163340828" sldId="285"/>
        </pc:sldMkLst>
      </pc:sldChg>
      <pc:sldChg chg="modSp new mod">
        <pc:chgData name="Sara Muneeb" userId="29b624b1-a719-43f5-9b52-388cd4043c04" providerId="ADAL" clId="{07B87C65-7BF0-4289-BFF5-6A43FACCF6DC}" dt="2022-11-29T11:25:57.800" v="2674" actId="20577"/>
        <pc:sldMkLst>
          <pc:docMk/>
          <pc:sldMk cId="1885256380" sldId="285"/>
        </pc:sldMkLst>
        <pc:spChg chg="mod">
          <ac:chgData name="Sara Muneeb" userId="29b624b1-a719-43f5-9b52-388cd4043c04" providerId="ADAL" clId="{07B87C65-7BF0-4289-BFF5-6A43FACCF6DC}" dt="2022-11-29T11:25:57.800" v="2674" actId="20577"/>
          <ac:spMkLst>
            <pc:docMk/>
            <pc:sldMk cId="1885256380" sldId="285"/>
            <ac:spMk id="2" creationId="{669A6618-CED7-C31D-FC22-6F7BB9CA64DD}"/>
          </ac:spMkLst>
        </pc:spChg>
        <pc:spChg chg="mod">
          <ac:chgData name="Sara Muneeb" userId="29b624b1-a719-43f5-9b52-388cd4043c04" providerId="ADAL" clId="{07B87C65-7BF0-4289-BFF5-6A43FACCF6DC}" dt="2022-11-29T10:59:12.436" v="2283" actId="5793"/>
          <ac:spMkLst>
            <pc:docMk/>
            <pc:sldMk cId="1885256380" sldId="285"/>
            <ac:spMk id="3" creationId="{44CCEE1F-4C9A-E669-373A-F73A8BEFC6AB}"/>
          </ac:spMkLst>
        </pc:spChg>
      </pc:sldChg>
      <pc:sldChg chg="addSp modSp new mod">
        <pc:chgData name="Sara Muneeb" userId="29b624b1-a719-43f5-9b52-388cd4043c04" providerId="ADAL" clId="{07B87C65-7BF0-4289-BFF5-6A43FACCF6DC}" dt="2022-11-29T11:04:29.199" v="2444" actId="123"/>
        <pc:sldMkLst>
          <pc:docMk/>
          <pc:sldMk cId="3176274497" sldId="286"/>
        </pc:sldMkLst>
        <pc:spChg chg="mod">
          <ac:chgData name="Sara Muneeb" userId="29b624b1-a719-43f5-9b52-388cd4043c04" providerId="ADAL" clId="{07B87C65-7BF0-4289-BFF5-6A43FACCF6DC}" dt="2022-11-29T11:02:07.060" v="2303" actId="20577"/>
          <ac:spMkLst>
            <pc:docMk/>
            <pc:sldMk cId="3176274497" sldId="286"/>
            <ac:spMk id="2" creationId="{F609F421-FABD-2DC4-A9CF-DFA524163C8A}"/>
          </ac:spMkLst>
        </pc:spChg>
        <pc:spChg chg="mod">
          <ac:chgData name="Sara Muneeb" userId="29b624b1-a719-43f5-9b52-388cd4043c04" providerId="ADAL" clId="{07B87C65-7BF0-4289-BFF5-6A43FACCF6DC}" dt="2022-11-29T11:04:29.199" v="2444" actId="123"/>
          <ac:spMkLst>
            <pc:docMk/>
            <pc:sldMk cId="3176274497" sldId="286"/>
            <ac:spMk id="3" creationId="{ED570677-F200-ACEB-DF90-6F9261439FE0}"/>
          </ac:spMkLst>
        </pc:spChg>
        <pc:picChg chg="add mod">
          <ac:chgData name="Sara Muneeb" userId="29b624b1-a719-43f5-9b52-388cd4043c04" providerId="ADAL" clId="{07B87C65-7BF0-4289-BFF5-6A43FACCF6DC}" dt="2022-11-29T11:04:23.264" v="2443" actId="1076"/>
          <ac:picMkLst>
            <pc:docMk/>
            <pc:sldMk cId="3176274497" sldId="286"/>
            <ac:picMk id="5" creationId="{C4949DA2-4E8C-08B4-80BE-003ACAAF81CF}"/>
          </ac:picMkLst>
        </pc:picChg>
      </pc:sldChg>
      <pc:sldChg chg="del">
        <pc:chgData name="Sara Muneeb" userId="29b624b1-a719-43f5-9b52-388cd4043c04" providerId="ADAL" clId="{07B87C65-7BF0-4289-BFF5-6A43FACCF6DC}" dt="2022-11-25T04:26:49.041" v="0" actId="47"/>
        <pc:sldMkLst>
          <pc:docMk/>
          <pc:sldMk cId="3764304900" sldId="286"/>
        </pc:sldMkLst>
      </pc:sldChg>
      <pc:sldChg chg="del">
        <pc:chgData name="Sara Muneeb" userId="29b624b1-a719-43f5-9b52-388cd4043c04" providerId="ADAL" clId="{07B87C65-7BF0-4289-BFF5-6A43FACCF6DC}" dt="2022-11-25T04:26:49.041" v="0" actId="47"/>
        <pc:sldMkLst>
          <pc:docMk/>
          <pc:sldMk cId="610554424" sldId="287"/>
        </pc:sldMkLst>
      </pc:sldChg>
      <pc:sldChg chg="addSp delSp modSp new mod">
        <pc:chgData name="Sara Muneeb" userId="29b624b1-a719-43f5-9b52-388cd4043c04" providerId="ADAL" clId="{07B87C65-7BF0-4289-BFF5-6A43FACCF6DC}" dt="2022-11-29T11:18:03.399" v="2633" actId="20577"/>
        <pc:sldMkLst>
          <pc:docMk/>
          <pc:sldMk cId="957256394" sldId="287"/>
        </pc:sldMkLst>
        <pc:spChg chg="mod">
          <ac:chgData name="Sara Muneeb" userId="29b624b1-a719-43f5-9b52-388cd4043c04" providerId="ADAL" clId="{07B87C65-7BF0-4289-BFF5-6A43FACCF6DC}" dt="2022-11-29T11:18:03.399" v="2633" actId="20577"/>
          <ac:spMkLst>
            <pc:docMk/>
            <pc:sldMk cId="957256394" sldId="287"/>
            <ac:spMk id="2" creationId="{476E1F84-7DB8-78A2-F113-374714747B10}"/>
          </ac:spMkLst>
        </pc:spChg>
        <pc:spChg chg="del">
          <ac:chgData name="Sara Muneeb" userId="29b624b1-a719-43f5-9b52-388cd4043c04" providerId="ADAL" clId="{07B87C65-7BF0-4289-BFF5-6A43FACCF6DC}" dt="2022-11-29T11:15:33.173" v="2516" actId="22"/>
          <ac:spMkLst>
            <pc:docMk/>
            <pc:sldMk cId="957256394" sldId="287"/>
            <ac:spMk id="3" creationId="{25D8C5BD-5260-E044-E3D8-3BBCB89A6D4D}"/>
          </ac:spMkLst>
        </pc:spChg>
        <pc:spChg chg="add mod">
          <ac:chgData name="Sara Muneeb" userId="29b624b1-a719-43f5-9b52-388cd4043c04" providerId="ADAL" clId="{07B87C65-7BF0-4289-BFF5-6A43FACCF6DC}" dt="2022-11-29T11:15:59.920" v="2525" actId="1036"/>
          <ac:spMkLst>
            <pc:docMk/>
            <pc:sldMk cId="957256394" sldId="287"/>
            <ac:spMk id="7" creationId="{D131E308-2B61-DDCD-31BA-B3467F85EA57}"/>
          </ac:spMkLst>
        </pc:spChg>
        <pc:picChg chg="add mod ord">
          <ac:chgData name="Sara Muneeb" userId="29b624b1-a719-43f5-9b52-388cd4043c04" providerId="ADAL" clId="{07B87C65-7BF0-4289-BFF5-6A43FACCF6DC}" dt="2022-11-29T11:16:05.019" v="2530" actId="1037"/>
          <ac:picMkLst>
            <pc:docMk/>
            <pc:sldMk cId="957256394" sldId="287"/>
            <ac:picMk id="5" creationId="{0303B0A9-A161-5381-EFD5-5FAC6D5FDCFD}"/>
          </ac:picMkLst>
        </pc:picChg>
      </pc:sldChg>
      <pc:sldChg chg="addSp delSp modSp new mod">
        <pc:chgData name="Sara Muneeb" userId="29b624b1-a719-43f5-9b52-388cd4043c04" providerId="ADAL" clId="{07B87C65-7BF0-4289-BFF5-6A43FACCF6DC}" dt="2022-11-29T11:20:53.590" v="2642" actId="1076"/>
        <pc:sldMkLst>
          <pc:docMk/>
          <pc:sldMk cId="927710118" sldId="288"/>
        </pc:sldMkLst>
        <pc:spChg chg="mod">
          <ac:chgData name="Sara Muneeb" userId="29b624b1-a719-43f5-9b52-388cd4043c04" providerId="ADAL" clId="{07B87C65-7BF0-4289-BFF5-6A43FACCF6DC}" dt="2022-11-29T11:20:41.871" v="2640" actId="20577"/>
          <ac:spMkLst>
            <pc:docMk/>
            <pc:sldMk cId="927710118" sldId="288"/>
            <ac:spMk id="2" creationId="{DB52FACB-75BA-A7AB-3AA4-842CDD8A7E3F}"/>
          </ac:spMkLst>
        </pc:spChg>
        <pc:spChg chg="del">
          <ac:chgData name="Sara Muneeb" userId="29b624b1-a719-43f5-9b52-388cd4043c04" providerId="ADAL" clId="{07B87C65-7BF0-4289-BFF5-6A43FACCF6DC}" dt="2022-11-29T11:16:51.904" v="2532" actId="22"/>
          <ac:spMkLst>
            <pc:docMk/>
            <pc:sldMk cId="927710118" sldId="288"/>
            <ac:spMk id="3" creationId="{3548B374-4C18-7363-2801-010C1A1AAB20}"/>
          </ac:spMkLst>
        </pc:spChg>
        <pc:spChg chg="add mod">
          <ac:chgData name="Sara Muneeb" userId="29b624b1-a719-43f5-9b52-388cd4043c04" providerId="ADAL" clId="{07B87C65-7BF0-4289-BFF5-6A43FACCF6DC}" dt="2022-11-29T11:17:57.874" v="2626" actId="1076"/>
          <ac:spMkLst>
            <pc:docMk/>
            <pc:sldMk cId="927710118" sldId="288"/>
            <ac:spMk id="8" creationId="{7DABC08A-4031-F839-EC45-62FF3A0DD116}"/>
          </ac:spMkLst>
        </pc:spChg>
        <pc:picChg chg="add mod ord">
          <ac:chgData name="Sara Muneeb" userId="29b624b1-a719-43f5-9b52-388cd4043c04" providerId="ADAL" clId="{07B87C65-7BF0-4289-BFF5-6A43FACCF6DC}" dt="2022-11-29T11:20:53.590" v="2642" actId="1076"/>
          <ac:picMkLst>
            <pc:docMk/>
            <pc:sldMk cId="927710118" sldId="288"/>
            <ac:picMk id="5" creationId="{1A3C4100-CD8F-FE69-91DF-75AC87737D0C}"/>
          </ac:picMkLst>
        </pc:picChg>
        <pc:picChg chg="add mod">
          <ac:chgData name="Sara Muneeb" userId="29b624b1-a719-43f5-9b52-388cd4043c04" providerId="ADAL" clId="{07B87C65-7BF0-4289-BFF5-6A43FACCF6DC}" dt="2022-11-29T11:17:03.385" v="2534" actId="571"/>
          <ac:picMkLst>
            <pc:docMk/>
            <pc:sldMk cId="927710118" sldId="288"/>
            <ac:picMk id="6" creationId="{9D137113-722F-DA2C-2BAA-8FEC6FECF4AE}"/>
          </ac:picMkLst>
        </pc:picChg>
      </pc:sldChg>
      <pc:sldChg chg="del">
        <pc:chgData name="Sara Muneeb" userId="29b624b1-a719-43f5-9b52-388cd4043c04" providerId="ADAL" clId="{07B87C65-7BF0-4289-BFF5-6A43FACCF6DC}" dt="2022-11-25T04:26:49.041" v="0" actId="47"/>
        <pc:sldMkLst>
          <pc:docMk/>
          <pc:sldMk cId="3020482031" sldId="288"/>
        </pc:sldMkLst>
      </pc:sldChg>
      <pc:sldChg chg="del">
        <pc:chgData name="Sara Muneeb" userId="29b624b1-a719-43f5-9b52-388cd4043c04" providerId="ADAL" clId="{07B87C65-7BF0-4289-BFF5-6A43FACCF6DC}" dt="2022-11-25T04:26:49.041" v="0" actId="47"/>
        <pc:sldMkLst>
          <pc:docMk/>
          <pc:sldMk cId="25240944" sldId="289"/>
        </pc:sldMkLst>
      </pc:sldChg>
      <pc:sldChg chg="modSp new mod">
        <pc:chgData name="Sara Muneeb" userId="29b624b1-a719-43f5-9b52-388cd4043c04" providerId="ADAL" clId="{07B87C65-7BF0-4289-BFF5-6A43FACCF6DC}" dt="2022-11-29T11:34:15.723" v="2762" actId="20577"/>
        <pc:sldMkLst>
          <pc:docMk/>
          <pc:sldMk cId="3407071435" sldId="289"/>
        </pc:sldMkLst>
        <pc:spChg chg="mod">
          <ac:chgData name="Sara Muneeb" userId="29b624b1-a719-43f5-9b52-388cd4043c04" providerId="ADAL" clId="{07B87C65-7BF0-4289-BFF5-6A43FACCF6DC}" dt="2022-11-29T11:28:36.147" v="2726" actId="20577"/>
          <ac:spMkLst>
            <pc:docMk/>
            <pc:sldMk cId="3407071435" sldId="289"/>
            <ac:spMk id="2" creationId="{D2E5623C-D4C2-E389-A25D-D4D07CE0D85B}"/>
          </ac:spMkLst>
        </pc:spChg>
        <pc:spChg chg="mod">
          <ac:chgData name="Sara Muneeb" userId="29b624b1-a719-43f5-9b52-388cd4043c04" providerId="ADAL" clId="{07B87C65-7BF0-4289-BFF5-6A43FACCF6DC}" dt="2022-11-29T11:34:15.723" v="2762" actId="20577"/>
          <ac:spMkLst>
            <pc:docMk/>
            <pc:sldMk cId="3407071435" sldId="289"/>
            <ac:spMk id="3" creationId="{47C376BF-7C97-832F-EA94-30F6672F5B6F}"/>
          </ac:spMkLst>
        </pc:spChg>
      </pc:sldChg>
      <pc:sldChg chg="del">
        <pc:chgData name="Sara Muneeb" userId="29b624b1-a719-43f5-9b52-388cd4043c04" providerId="ADAL" clId="{07B87C65-7BF0-4289-BFF5-6A43FACCF6DC}" dt="2022-11-25T04:26:49.041" v="0" actId="47"/>
        <pc:sldMkLst>
          <pc:docMk/>
          <pc:sldMk cId="2249725786" sldId="290"/>
        </pc:sldMkLst>
      </pc:sldChg>
      <pc:sldChg chg="modSp new mod">
        <pc:chgData name="Sara Muneeb" userId="29b624b1-a719-43f5-9b52-388cd4043c04" providerId="ADAL" clId="{07B87C65-7BF0-4289-BFF5-6A43FACCF6DC}" dt="2022-11-29T11:28:11.711" v="2723"/>
        <pc:sldMkLst>
          <pc:docMk/>
          <pc:sldMk cId="2531843012" sldId="290"/>
        </pc:sldMkLst>
        <pc:spChg chg="mod">
          <ac:chgData name="Sara Muneeb" userId="29b624b1-a719-43f5-9b52-388cd4043c04" providerId="ADAL" clId="{07B87C65-7BF0-4289-BFF5-6A43FACCF6DC}" dt="2022-11-29T11:26:56.876" v="2698"/>
          <ac:spMkLst>
            <pc:docMk/>
            <pc:sldMk cId="2531843012" sldId="290"/>
            <ac:spMk id="2" creationId="{E42D7C93-6859-A3C0-85DF-07EE3EB0D51B}"/>
          </ac:spMkLst>
        </pc:spChg>
        <pc:spChg chg="mod">
          <ac:chgData name="Sara Muneeb" userId="29b624b1-a719-43f5-9b52-388cd4043c04" providerId="ADAL" clId="{07B87C65-7BF0-4289-BFF5-6A43FACCF6DC}" dt="2022-11-29T11:28:11.711" v="2723"/>
          <ac:spMkLst>
            <pc:docMk/>
            <pc:sldMk cId="2531843012" sldId="290"/>
            <ac:spMk id="3" creationId="{1B394C12-627F-A0C6-6B91-25D8641D5311}"/>
          </ac:spMkLst>
        </pc:spChg>
      </pc:sldChg>
      <pc:sldChg chg="modSp new mod">
        <pc:chgData name="Sara Muneeb" userId="29b624b1-a719-43f5-9b52-388cd4043c04" providerId="ADAL" clId="{07B87C65-7BF0-4289-BFF5-6A43FACCF6DC}" dt="2022-11-29T11:42:45.521" v="2771" actId="123"/>
        <pc:sldMkLst>
          <pc:docMk/>
          <pc:sldMk cId="86561532" sldId="291"/>
        </pc:sldMkLst>
        <pc:spChg chg="mod">
          <ac:chgData name="Sara Muneeb" userId="29b624b1-a719-43f5-9b52-388cd4043c04" providerId="ADAL" clId="{07B87C65-7BF0-4289-BFF5-6A43FACCF6DC}" dt="2022-11-29T11:35:33.419" v="2764"/>
          <ac:spMkLst>
            <pc:docMk/>
            <pc:sldMk cId="86561532" sldId="291"/>
            <ac:spMk id="2" creationId="{50AF3626-0B7A-8E58-8059-7315E2D5F4D6}"/>
          </ac:spMkLst>
        </pc:spChg>
        <pc:spChg chg="mod">
          <ac:chgData name="Sara Muneeb" userId="29b624b1-a719-43f5-9b52-388cd4043c04" providerId="ADAL" clId="{07B87C65-7BF0-4289-BFF5-6A43FACCF6DC}" dt="2022-11-29T11:42:45.521" v="2771" actId="123"/>
          <ac:spMkLst>
            <pc:docMk/>
            <pc:sldMk cId="86561532" sldId="291"/>
            <ac:spMk id="3" creationId="{1DA344A0-0273-7FBC-0C27-BFE1398E5277}"/>
          </ac:spMkLst>
        </pc:spChg>
      </pc:sldChg>
      <pc:sldChg chg="del">
        <pc:chgData name="Sara Muneeb" userId="29b624b1-a719-43f5-9b52-388cd4043c04" providerId="ADAL" clId="{07B87C65-7BF0-4289-BFF5-6A43FACCF6DC}" dt="2022-11-25T04:26:49.041" v="0" actId="47"/>
        <pc:sldMkLst>
          <pc:docMk/>
          <pc:sldMk cId="3610408976" sldId="291"/>
        </pc:sldMkLst>
      </pc:sldChg>
      <pc:sldChg chg="del">
        <pc:chgData name="Sara Muneeb" userId="29b624b1-a719-43f5-9b52-388cd4043c04" providerId="ADAL" clId="{07B87C65-7BF0-4289-BFF5-6A43FACCF6DC}" dt="2022-11-25T04:26:49.041" v="0" actId="47"/>
        <pc:sldMkLst>
          <pc:docMk/>
          <pc:sldMk cId="192924341" sldId="292"/>
        </pc:sldMkLst>
      </pc:sldChg>
      <pc:sldChg chg="addSp delSp modSp new mod">
        <pc:chgData name="Sara Muneeb" userId="29b624b1-a719-43f5-9b52-388cd4043c04" providerId="ADAL" clId="{07B87C65-7BF0-4289-BFF5-6A43FACCF6DC}" dt="2022-11-29T11:45:20.243" v="2790" actId="1035"/>
        <pc:sldMkLst>
          <pc:docMk/>
          <pc:sldMk cId="1372548100" sldId="292"/>
        </pc:sldMkLst>
        <pc:spChg chg="mod">
          <ac:chgData name="Sara Muneeb" userId="29b624b1-a719-43f5-9b52-388cd4043c04" providerId="ADAL" clId="{07B87C65-7BF0-4289-BFF5-6A43FACCF6DC}" dt="2022-11-29T11:43:42.642" v="2775" actId="20577"/>
          <ac:spMkLst>
            <pc:docMk/>
            <pc:sldMk cId="1372548100" sldId="292"/>
            <ac:spMk id="2" creationId="{897DCEC5-A4CA-1A35-FFB9-CEB4FA7745D0}"/>
          </ac:spMkLst>
        </pc:spChg>
        <pc:spChg chg="del">
          <ac:chgData name="Sara Muneeb" userId="29b624b1-a719-43f5-9b52-388cd4043c04" providerId="ADAL" clId="{07B87C65-7BF0-4289-BFF5-6A43FACCF6DC}" dt="2022-11-29T11:44:46.150" v="2776" actId="22"/>
          <ac:spMkLst>
            <pc:docMk/>
            <pc:sldMk cId="1372548100" sldId="292"/>
            <ac:spMk id="3" creationId="{8F76EA25-8077-4704-1F7C-18BAE8207F10}"/>
          </ac:spMkLst>
        </pc:spChg>
        <pc:spChg chg="add mod">
          <ac:chgData name="Sara Muneeb" userId="29b624b1-a719-43f5-9b52-388cd4043c04" providerId="ADAL" clId="{07B87C65-7BF0-4289-BFF5-6A43FACCF6DC}" dt="2022-11-29T11:45:20.243" v="2790" actId="1035"/>
          <ac:spMkLst>
            <pc:docMk/>
            <pc:sldMk cId="1372548100" sldId="292"/>
            <ac:spMk id="7" creationId="{A0F71DF1-5FB7-8367-4AF9-6471CE300FBF}"/>
          </ac:spMkLst>
        </pc:spChg>
        <pc:picChg chg="add mod ord">
          <ac:chgData name="Sara Muneeb" userId="29b624b1-a719-43f5-9b52-388cd4043c04" providerId="ADAL" clId="{07B87C65-7BF0-4289-BFF5-6A43FACCF6DC}" dt="2022-11-29T11:45:14.933" v="2789" actId="1038"/>
          <ac:picMkLst>
            <pc:docMk/>
            <pc:sldMk cId="1372548100" sldId="292"/>
            <ac:picMk id="5" creationId="{7A0C6368-596F-BB5F-A5F0-3650B7F64D5D}"/>
          </ac:picMkLst>
        </pc:picChg>
      </pc:sldChg>
      <pc:sldChg chg="del">
        <pc:chgData name="Sara Muneeb" userId="29b624b1-a719-43f5-9b52-388cd4043c04" providerId="ADAL" clId="{07B87C65-7BF0-4289-BFF5-6A43FACCF6DC}" dt="2022-11-25T04:26:49.041" v="0" actId="47"/>
        <pc:sldMkLst>
          <pc:docMk/>
          <pc:sldMk cId="2012698245" sldId="293"/>
        </pc:sldMkLst>
      </pc:sldChg>
      <pc:sldChg chg="del">
        <pc:chgData name="Sara Muneeb" userId="29b624b1-a719-43f5-9b52-388cd4043c04" providerId="ADAL" clId="{07B87C65-7BF0-4289-BFF5-6A43FACCF6DC}" dt="2022-11-25T04:26:49.041" v="0" actId="47"/>
        <pc:sldMkLst>
          <pc:docMk/>
          <pc:sldMk cId="4002966167" sldId="294"/>
        </pc:sldMkLst>
      </pc:sldChg>
      <pc:sldChg chg="del">
        <pc:chgData name="Sara Muneeb" userId="29b624b1-a719-43f5-9b52-388cd4043c04" providerId="ADAL" clId="{07B87C65-7BF0-4289-BFF5-6A43FACCF6DC}" dt="2022-11-25T04:26:49.041" v="0" actId="47"/>
        <pc:sldMkLst>
          <pc:docMk/>
          <pc:sldMk cId="2954718911" sldId="295"/>
        </pc:sldMkLst>
      </pc:sldChg>
      <pc:sldChg chg="del">
        <pc:chgData name="Sara Muneeb" userId="29b624b1-a719-43f5-9b52-388cd4043c04" providerId="ADAL" clId="{07B87C65-7BF0-4289-BFF5-6A43FACCF6DC}" dt="2022-11-25T04:26:49.041" v="0" actId="47"/>
        <pc:sldMkLst>
          <pc:docMk/>
          <pc:sldMk cId="2279228112" sldId="296"/>
        </pc:sldMkLst>
      </pc:sldChg>
      <pc:sldChg chg="del">
        <pc:chgData name="Sara Muneeb" userId="29b624b1-a719-43f5-9b52-388cd4043c04" providerId="ADAL" clId="{07B87C65-7BF0-4289-BFF5-6A43FACCF6DC}" dt="2022-11-25T04:26:49.041" v="0" actId="47"/>
        <pc:sldMkLst>
          <pc:docMk/>
          <pc:sldMk cId="3713014717" sldId="297"/>
        </pc:sldMkLst>
      </pc:sldChg>
      <pc:sldChg chg="del">
        <pc:chgData name="Sara Muneeb" userId="29b624b1-a719-43f5-9b52-388cd4043c04" providerId="ADAL" clId="{07B87C65-7BF0-4289-BFF5-6A43FACCF6DC}" dt="2022-11-25T04:26:49.041" v="0" actId="47"/>
        <pc:sldMkLst>
          <pc:docMk/>
          <pc:sldMk cId="1079184309" sldId="298"/>
        </pc:sldMkLst>
      </pc:sldChg>
      <pc:sldChg chg="del">
        <pc:chgData name="Sara Muneeb" userId="29b624b1-a719-43f5-9b52-388cd4043c04" providerId="ADAL" clId="{07B87C65-7BF0-4289-BFF5-6A43FACCF6DC}" dt="2022-11-25T04:26:49.041" v="0" actId="47"/>
        <pc:sldMkLst>
          <pc:docMk/>
          <pc:sldMk cId="3554821673" sldId="299"/>
        </pc:sldMkLst>
      </pc:sldChg>
      <pc:sldChg chg="del">
        <pc:chgData name="Sara Muneeb" userId="29b624b1-a719-43f5-9b52-388cd4043c04" providerId="ADAL" clId="{07B87C65-7BF0-4289-BFF5-6A43FACCF6DC}" dt="2022-11-25T04:26:49.041" v="0" actId="47"/>
        <pc:sldMkLst>
          <pc:docMk/>
          <pc:sldMk cId="3411595474" sldId="300"/>
        </pc:sldMkLst>
      </pc:sldChg>
      <pc:sldChg chg="del">
        <pc:chgData name="Sara Muneeb" userId="29b624b1-a719-43f5-9b52-388cd4043c04" providerId="ADAL" clId="{07B87C65-7BF0-4289-BFF5-6A43FACCF6DC}" dt="2022-11-25T04:26:49.041" v="0" actId="47"/>
        <pc:sldMkLst>
          <pc:docMk/>
          <pc:sldMk cId="7699154" sldId="301"/>
        </pc:sldMkLst>
      </pc:sldChg>
      <pc:sldChg chg="del">
        <pc:chgData name="Sara Muneeb" userId="29b624b1-a719-43f5-9b52-388cd4043c04" providerId="ADAL" clId="{07B87C65-7BF0-4289-BFF5-6A43FACCF6DC}" dt="2022-11-25T04:26:49.041" v="0" actId="47"/>
        <pc:sldMkLst>
          <pc:docMk/>
          <pc:sldMk cId="4157430830" sldId="302"/>
        </pc:sldMkLst>
      </pc:sldChg>
      <pc:sldChg chg="del">
        <pc:chgData name="Sara Muneeb" userId="29b624b1-a719-43f5-9b52-388cd4043c04" providerId="ADAL" clId="{07B87C65-7BF0-4289-BFF5-6A43FACCF6DC}" dt="2022-11-25T04:26:49.041" v="0" actId="47"/>
        <pc:sldMkLst>
          <pc:docMk/>
          <pc:sldMk cId="3213821226" sldId="303"/>
        </pc:sldMkLst>
      </pc:sldChg>
      <pc:sldChg chg="del">
        <pc:chgData name="Sara Muneeb" userId="29b624b1-a719-43f5-9b52-388cd4043c04" providerId="ADAL" clId="{07B87C65-7BF0-4289-BFF5-6A43FACCF6DC}" dt="2022-11-25T04:26:49.041" v="0" actId="47"/>
        <pc:sldMkLst>
          <pc:docMk/>
          <pc:sldMk cId="205969955" sldId="304"/>
        </pc:sldMkLst>
      </pc:sldChg>
      <pc:sldChg chg="del">
        <pc:chgData name="Sara Muneeb" userId="29b624b1-a719-43f5-9b52-388cd4043c04" providerId="ADAL" clId="{07B87C65-7BF0-4289-BFF5-6A43FACCF6DC}" dt="2022-11-25T04:26:49.041" v="0" actId="47"/>
        <pc:sldMkLst>
          <pc:docMk/>
          <pc:sldMk cId="3459373187" sldId="305"/>
        </pc:sldMkLst>
      </pc:sldChg>
      <pc:sldChg chg="del">
        <pc:chgData name="Sara Muneeb" userId="29b624b1-a719-43f5-9b52-388cd4043c04" providerId="ADAL" clId="{07B87C65-7BF0-4289-BFF5-6A43FACCF6DC}" dt="2022-11-25T04:26:49.041" v="0" actId="47"/>
        <pc:sldMkLst>
          <pc:docMk/>
          <pc:sldMk cId="4049550503" sldId="306"/>
        </pc:sldMkLst>
      </pc:sldChg>
      <pc:sldChg chg="del">
        <pc:chgData name="Sara Muneeb" userId="29b624b1-a719-43f5-9b52-388cd4043c04" providerId="ADAL" clId="{07B87C65-7BF0-4289-BFF5-6A43FACCF6DC}" dt="2022-11-25T04:26:49.041" v="0" actId="47"/>
        <pc:sldMkLst>
          <pc:docMk/>
          <pc:sldMk cId="3508365302" sldId="307"/>
        </pc:sldMkLst>
      </pc:sldChg>
      <pc:sldChg chg="del">
        <pc:chgData name="Sara Muneeb" userId="29b624b1-a719-43f5-9b52-388cd4043c04" providerId="ADAL" clId="{07B87C65-7BF0-4289-BFF5-6A43FACCF6DC}" dt="2022-11-25T04:26:49.041" v="0" actId="47"/>
        <pc:sldMkLst>
          <pc:docMk/>
          <pc:sldMk cId="4222737946" sldId="308"/>
        </pc:sldMkLst>
      </pc:sldChg>
      <pc:sldChg chg="del">
        <pc:chgData name="Sara Muneeb" userId="29b624b1-a719-43f5-9b52-388cd4043c04" providerId="ADAL" clId="{07B87C65-7BF0-4289-BFF5-6A43FACCF6DC}" dt="2022-11-25T04:26:49.041" v="0" actId="47"/>
        <pc:sldMkLst>
          <pc:docMk/>
          <pc:sldMk cId="547706082" sldId="309"/>
        </pc:sldMkLst>
      </pc:sldChg>
      <pc:sldChg chg="del">
        <pc:chgData name="Sara Muneeb" userId="29b624b1-a719-43f5-9b52-388cd4043c04" providerId="ADAL" clId="{07B87C65-7BF0-4289-BFF5-6A43FACCF6DC}" dt="2022-11-25T04:26:49.041" v="0" actId="47"/>
        <pc:sldMkLst>
          <pc:docMk/>
          <pc:sldMk cId="321608399" sldId="310"/>
        </pc:sldMkLst>
      </pc:sldChg>
      <pc:sldChg chg="del">
        <pc:chgData name="Sara Muneeb" userId="29b624b1-a719-43f5-9b52-388cd4043c04" providerId="ADAL" clId="{07B87C65-7BF0-4289-BFF5-6A43FACCF6DC}" dt="2022-11-25T04:26:49.041" v="0" actId="47"/>
        <pc:sldMkLst>
          <pc:docMk/>
          <pc:sldMk cId="90341570" sldId="311"/>
        </pc:sldMkLst>
      </pc:sldChg>
      <pc:sldChg chg="del">
        <pc:chgData name="Sara Muneeb" userId="29b624b1-a719-43f5-9b52-388cd4043c04" providerId="ADAL" clId="{07B87C65-7BF0-4289-BFF5-6A43FACCF6DC}" dt="2022-11-25T04:26:49.041" v="0" actId="47"/>
        <pc:sldMkLst>
          <pc:docMk/>
          <pc:sldMk cId="1394940076" sldId="312"/>
        </pc:sldMkLst>
      </pc:sldChg>
      <pc:sldChg chg="modSp mod">
        <pc:chgData name="Sara Muneeb" userId="29b624b1-a719-43f5-9b52-388cd4043c04" providerId="ADAL" clId="{07B87C65-7BF0-4289-BFF5-6A43FACCF6DC}" dt="2022-12-06T04:04:56.169" v="2988" actId="27636"/>
        <pc:sldMkLst>
          <pc:docMk/>
          <pc:sldMk cId="2877534449" sldId="312"/>
        </pc:sldMkLst>
        <pc:spChg chg="mod">
          <ac:chgData name="Sara Muneeb" userId="29b624b1-a719-43f5-9b52-388cd4043c04" providerId="ADAL" clId="{07B87C65-7BF0-4289-BFF5-6A43FACCF6DC}" dt="2022-12-06T04:04:56.169" v="2988" actId="27636"/>
          <ac:spMkLst>
            <pc:docMk/>
            <pc:sldMk cId="2877534449" sldId="312"/>
            <ac:spMk id="3" creationId="{FCCD0A07-289D-85C2-1087-F1A4570E8380}"/>
          </ac:spMkLst>
        </pc:spChg>
      </pc:sldChg>
      <pc:sldChg chg="new del">
        <pc:chgData name="Sara Muneeb" userId="29b624b1-a719-43f5-9b52-388cd4043c04" providerId="ADAL" clId="{07B87C65-7BF0-4289-BFF5-6A43FACCF6DC}" dt="2022-12-06T04:47:16.707" v="3608" actId="47"/>
        <pc:sldMkLst>
          <pc:docMk/>
          <pc:sldMk cId="597740062" sldId="313"/>
        </pc:sldMkLst>
      </pc:sldChg>
      <pc:sldChg chg="del">
        <pc:chgData name="Sara Muneeb" userId="29b624b1-a719-43f5-9b52-388cd4043c04" providerId="ADAL" clId="{07B87C65-7BF0-4289-BFF5-6A43FACCF6DC}" dt="2022-11-25T04:26:49.041" v="0" actId="47"/>
        <pc:sldMkLst>
          <pc:docMk/>
          <pc:sldMk cId="1759940775" sldId="313"/>
        </pc:sldMkLst>
      </pc:sldChg>
      <pc:sldChg chg="del">
        <pc:chgData name="Sara Muneeb" userId="29b624b1-a719-43f5-9b52-388cd4043c04" providerId="ADAL" clId="{07B87C65-7BF0-4289-BFF5-6A43FACCF6DC}" dt="2022-11-25T04:26:49.041" v="0" actId="47"/>
        <pc:sldMkLst>
          <pc:docMk/>
          <pc:sldMk cId="2269165914" sldId="314"/>
        </pc:sldMkLst>
      </pc:sldChg>
      <pc:sldChg chg="modSp new mod">
        <pc:chgData name="Sara Muneeb" userId="29b624b1-a719-43f5-9b52-388cd4043c04" providerId="ADAL" clId="{07B87C65-7BF0-4289-BFF5-6A43FACCF6DC}" dt="2022-12-06T04:30:50.123" v="3060" actId="5793"/>
        <pc:sldMkLst>
          <pc:docMk/>
          <pc:sldMk cId="3347304787" sldId="314"/>
        </pc:sldMkLst>
        <pc:spChg chg="mod">
          <ac:chgData name="Sara Muneeb" userId="29b624b1-a719-43f5-9b52-388cd4043c04" providerId="ADAL" clId="{07B87C65-7BF0-4289-BFF5-6A43FACCF6DC}" dt="2022-12-06T04:05:24.419" v="3019" actId="20577"/>
          <ac:spMkLst>
            <pc:docMk/>
            <pc:sldMk cId="3347304787" sldId="314"/>
            <ac:spMk id="2" creationId="{07A518C9-3CA1-6356-CDAA-C0D10987064D}"/>
          </ac:spMkLst>
        </pc:spChg>
        <pc:spChg chg="mod">
          <ac:chgData name="Sara Muneeb" userId="29b624b1-a719-43f5-9b52-388cd4043c04" providerId="ADAL" clId="{07B87C65-7BF0-4289-BFF5-6A43FACCF6DC}" dt="2022-12-06T04:30:50.123" v="3060" actId="5793"/>
          <ac:spMkLst>
            <pc:docMk/>
            <pc:sldMk cId="3347304787" sldId="314"/>
            <ac:spMk id="3" creationId="{56F3B97D-F19B-E175-4023-F27DEAACAA77}"/>
          </ac:spMkLst>
        </pc:spChg>
      </pc:sldChg>
      <pc:sldChg chg="addSp delSp modSp new mod">
        <pc:chgData name="Sara Muneeb" userId="29b624b1-a719-43f5-9b52-388cd4043c04" providerId="ADAL" clId="{07B87C65-7BF0-4289-BFF5-6A43FACCF6DC}" dt="2022-12-06T04:32:25.212" v="3103" actId="1076"/>
        <pc:sldMkLst>
          <pc:docMk/>
          <pc:sldMk cId="1401089230" sldId="315"/>
        </pc:sldMkLst>
        <pc:spChg chg="mod">
          <ac:chgData name="Sara Muneeb" userId="29b624b1-a719-43f5-9b52-388cd4043c04" providerId="ADAL" clId="{07B87C65-7BF0-4289-BFF5-6A43FACCF6DC}" dt="2022-12-06T04:31:31.106" v="3083" actId="20577"/>
          <ac:spMkLst>
            <pc:docMk/>
            <pc:sldMk cId="1401089230" sldId="315"/>
            <ac:spMk id="2" creationId="{006433C3-B2C6-39DC-C62C-A571019231E1}"/>
          </ac:spMkLst>
        </pc:spChg>
        <pc:spChg chg="del">
          <ac:chgData name="Sara Muneeb" userId="29b624b1-a719-43f5-9b52-388cd4043c04" providerId="ADAL" clId="{07B87C65-7BF0-4289-BFF5-6A43FACCF6DC}" dt="2022-12-06T04:31:26.209" v="3069"/>
          <ac:spMkLst>
            <pc:docMk/>
            <pc:sldMk cId="1401089230" sldId="315"/>
            <ac:spMk id="3" creationId="{DFB44034-6310-85E8-25A0-4882FC913531}"/>
          </ac:spMkLst>
        </pc:spChg>
        <pc:picChg chg="add mod">
          <ac:chgData name="Sara Muneeb" userId="29b624b1-a719-43f5-9b52-388cd4043c04" providerId="ADAL" clId="{07B87C65-7BF0-4289-BFF5-6A43FACCF6DC}" dt="2022-12-06T04:32:25.212" v="3103" actId="1076"/>
          <ac:picMkLst>
            <pc:docMk/>
            <pc:sldMk cId="1401089230" sldId="315"/>
            <ac:picMk id="1026" creationId="{D58A4EC9-0780-1EF8-30A8-118929C0C116}"/>
          </ac:picMkLst>
        </pc:picChg>
      </pc:sldChg>
      <pc:sldChg chg="del">
        <pc:chgData name="Sara Muneeb" userId="29b624b1-a719-43f5-9b52-388cd4043c04" providerId="ADAL" clId="{07B87C65-7BF0-4289-BFF5-6A43FACCF6DC}" dt="2022-11-25T04:26:49.041" v="0" actId="47"/>
        <pc:sldMkLst>
          <pc:docMk/>
          <pc:sldMk cId="1574604444" sldId="315"/>
        </pc:sldMkLst>
      </pc:sldChg>
      <pc:sldChg chg="addSp delSp modSp new mod">
        <pc:chgData name="Sara Muneeb" userId="29b624b1-a719-43f5-9b52-388cd4043c04" providerId="ADAL" clId="{07B87C65-7BF0-4289-BFF5-6A43FACCF6DC}" dt="2022-12-06T04:34:49.307" v="3116" actId="1076"/>
        <pc:sldMkLst>
          <pc:docMk/>
          <pc:sldMk cId="2929702152" sldId="316"/>
        </pc:sldMkLst>
        <pc:spChg chg="mod">
          <ac:chgData name="Sara Muneeb" userId="29b624b1-a719-43f5-9b52-388cd4043c04" providerId="ADAL" clId="{07B87C65-7BF0-4289-BFF5-6A43FACCF6DC}" dt="2022-12-06T04:31:37.363" v="3099" actId="5793"/>
          <ac:spMkLst>
            <pc:docMk/>
            <pc:sldMk cId="2929702152" sldId="316"/>
            <ac:spMk id="2" creationId="{FA709AF4-A790-41F4-E656-E39D6FB07DF1}"/>
          </ac:spMkLst>
        </pc:spChg>
        <pc:spChg chg="del">
          <ac:chgData name="Sara Muneeb" userId="29b624b1-a719-43f5-9b52-388cd4043c04" providerId="ADAL" clId="{07B87C65-7BF0-4289-BFF5-6A43FACCF6DC}" dt="2022-12-06T04:32:13.143" v="3100"/>
          <ac:spMkLst>
            <pc:docMk/>
            <pc:sldMk cId="2929702152" sldId="316"/>
            <ac:spMk id="3" creationId="{AA877C5E-E468-D837-369A-25D4EE92AE9E}"/>
          </ac:spMkLst>
        </pc:spChg>
        <pc:spChg chg="add del mod">
          <ac:chgData name="Sara Muneeb" userId="29b624b1-a719-43f5-9b52-388cd4043c04" providerId="ADAL" clId="{07B87C65-7BF0-4289-BFF5-6A43FACCF6DC}" dt="2022-12-06T04:33:27.759" v="3111" actId="478"/>
          <ac:spMkLst>
            <pc:docMk/>
            <pc:sldMk cId="2929702152" sldId="316"/>
            <ac:spMk id="4" creationId="{AB2D90F0-CF23-7059-8EBD-2CB5BE35251A}"/>
          </ac:spMkLst>
        </pc:spChg>
        <pc:spChg chg="add mod">
          <ac:chgData name="Sara Muneeb" userId="29b624b1-a719-43f5-9b52-388cd4043c04" providerId="ADAL" clId="{07B87C65-7BF0-4289-BFF5-6A43FACCF6DC}" dt="2022-12-06T04:34:40.615" v="3112" actId="478"/>
          <ac:spMkLst>
            <pc:docMk/>
            <pc:sldMk cId="2929702152" sldId="316"/>
            <ac:spMk id="5" creationId="{5A52007E-C1E7-05EB-3805-980316459094}"/>
          </ac:spMkLst>
        </pc:spChg>
        <pc:picChg chg="add del mod">
          <ac:chgData name="Sara Muneeb" userId="29b624b1-a719-43f5-9b52-388cd4043c04" providerId="ADAL" clId="{07B87C65-7BF0-4289-BFF5-6A43FACCF6DC}" dt="2022-12-06T04:34:40.615" v="3112" actId="478"/>
          <ac:picMkLst>
            <pc:docMk/>
            <pc:sldMk cId="2929702152" sldId="316"/>
            <ac:picMk id="2050" creationId="{C223B538-C532-7D2E-27ED-79A38174B04D}"/>
          </ac:picMkLst>
        </pc:picChg>
        <pc:picChg chg="add del mod">
          <ac:chgData name="Sara Muneeb" userId="29b624b1-a719-43f5-9b52-388cd4043c04" providerId="ADAL" clId="{07B87C65-7BF0-4289-BFF5-6A43FACCF6DC}" dt="2022-12-06T04:33:27.332" v="3110"/>
          <ac:picMkLst>
            <pc:docMk/>
            <pc:sldMk cId="2929702152" sldId="316"/>
            <ac:picMk id="2052" creationId="{47E13A5E-6662-BCAA-1A50-211BD5F311DC}"/>
          </ac:picMkLst>
        </pc:picChg>
        <pc:picChg chg="add mod">
          <ac:chgData name="Sara Muneeb" userId="29b624b1-a719-43f5-9b52-388cd4043c04" providerId="ADAL" clId="{07B87C65-7BF0-4289-BFF5-6A43FACCF6DC}" dt="2022-12-06T04:34:49.307" v="3116" actId="1076"/>
          <ac:picMkLst>
            <pc:docMk/>
            <pc:sldMk cId="2929702152" sldId="316"/>
            <ac:picMk id="2054" creationId="{C38A788A-8AE3-E5AA-D8A6-87EE714449DE}"/>
          </ac:picMkLst>
        </pc:picChg>
      </pc:sldChg>
      <pc:sldChg chg="del">
        <pc:chgData name="Sara Muneeb" userId="29b624b1-a719-43f5-9b52-388cd4043c04" providerId="ADAL" clId="{07B87C65-7BF0-4289-BFF5-6A43FACCF6DC}" dt="2022-11-25T04:26:49.041" v="0" actId="47"/>
        <pc:sldMkLst>
          <pc:docMk/>
          <pc:sldMk cId="3785957644" sldId="316"/>
        </pc:sldMkLst>
      </pc:sldChg>
      <pc:sldChg chg="modSp new mod">
        <pc:chgData name="Sara Muneeb" userId="29b624b1-a719-43f5-9b52-388cd4043c04" providerId="ADAL" clId="{07B87C65-7BF0-4289-BFF5-6A43FACCF6DC}" dt="2022-12-06T04:41:02.838" v="3173" actId="20577"/>
        <pc:sldMkLst>
          <pc:docMk/>
          <pc:sldMk cId="207355886" sldId="317"/>
        </pc:sldMkLst>
        <pc:spChg chg="mod">
          <ac:chgData name="Sara Muneeb" userId="29b624b1-a719-43f5-9b52-388cd4043c04" providerId="ADAL" clId="{07B87C65-7BF0-4289-BFF5-6A43FACCF6DC}" dt="2022-12-06T04:35:55.411" v="3152" actId="5793"/>
          <ac:spMkLst>
            <pc:docMk/>
            <pc:sldMk cId="207355886" sldId="317"/>
            <ac:spMk id="2" creationId="{0AED4CBA-FA3D-2C1E-275E-36C488978C9D}"/>
          </ac:spMkLst>
        </pc:spChg>
        <pc:spChg chg="mod">
          <ac:chgData name="Sara Muneeb" userId="29b624b1-a719-43f5-9b52-388cd4043c04" providerId="ADAL" clId="{07B87C65-7BF0-4289-BFF5-6A43FACCF6DC}" dt="2022-12-06T04:41:02.838" v="3173" actId="20577"/>
          <ac:spMkLst>
            <pc:docMk/>
            <pc:sldMk cId="207355886" sldId="317"/>
            <ac:spMk id="3" creationId="{57599E7F-2088-53D3-280B-FDAD066380DB}"/>
          </ac:spMkLst>
        </pc:spChg>
      </pc:sldChg>
      <pc:sldChg chg="del">
        <pc:chgData name="Sara Muneeb" userId="29b624b1-a719-43f5-9b52-388cd4043c04" providerId="ADAL" clId="{07B87C65-7BF0-4289-BFF5-6A43FACCF6DC}" dt="2022-11-25T04:26:49.041" v="0" actId="47"/>
        <pc:sldMkLst>
          <pc:docMk/>
          <pc:sldMk cId="996644715" sldId="317"/>
        </pc:sldMkLst>
      </pc:sldChg>
      <pc:sldChg chg="del">
        <pc:chgData name="Sara Muneeb" userId="29b624b1-a719-43f5-9b52-388cd4043c04" providerId="ADAL" clId="{07B87C65-7BF0-4289-BFF5-6A43FACCF6DC}" dt="2022-11-25T04:26:49.041" v="0" actId="47"/>
        <pc:sldMkLst>
          <pc:docMk/>
          <pc:sldMk cId="1545905496" sldId="318"/>
        </pc:sldMkLst>
      </pc:sldChg>
      <pc:sldChg chg="modSp new mod">
        <pc:chgData name="Sara Muneeb" userId="29b624b1-a719-43f5-9b52-388cd4043c04" providerId="ADAL" clId="{07B87C65-7BF0-4289-BFF5-6A43FACCF6DC}" dt="2022-12-06T04:44:34.103" v="3385" actId="20577"/>
        <pc:sldMkLst>
          <pc:docMk/>
          <pc:sldMk cId="3253479535" sldId="318"/>
        </pc:sldMkLst>
        <pc:spChg chg="mod">
          <ac:chgData name="Sara Muneeb" userId="29b624b1-a719-43f5-9b52-388cd4043c04" providerId="ADAL" clId="{07B87C65-7BF0-4289-BFF5-6A43FACCF6DC}" dt="2022-12-06T04:41:46.186" v="3200" actId="313"/>
          <ac:spMkLst>
            <pc:docMk/>
            <pc:sldMk cId="3253479535" sldId="318"/>
            <ac:spMk id="2" creationId="{566F3255-E094-8C40-D68F-0EDAA9B7F434}"/>
          </ac:spMkLst>
        </pc:spChg>
        <pc:spChg chg="mod">
          <ac:chgData name="Sara Muneeb" userId="29b624b1-a719-43f5-9b52-388cd4043c04" providerId="ADAL" clId="{07B87C65-7BF0-4289-BFF5-6A43FACCF6DC}" dt="2022-12-06T04:44:34.103" v="3385" actId="20577"/>
          <ac:spMkLst>
            <pc:docMk/>
            <pc:sldMk cId="3253479535" sldId="318"/>
            <ac:spMk id="3" creationId="{B99DA845-C627-B6FB-CEEC-ADAA9AFA0385}"/>
          </ac:spMkLst>
        </pc:spChg>
      </pc:sldChg>
      <pc:sldChg chg="modSp new mod">
        <pc:chgData name="Sara Muneeb" userId="29b624b1-a719-43f5-9b52-388cd4043c04" providerId="ADAL" clId="{07B87C65-7BF0-4289-BFF5-6A43FACCF6DC}" dt="2022-12-06T04:47:21.753" v="3609" actId="313"/>
        <pc:sldMkLst>
          <pc:docMk/>
          <pc:sldMk cId="3258948435" sldId="319"/>
        </pc:sldMkLst>
        <pc:spChg chg="mod">
          <ac:chgData name="Sara Muneeb" userId="29b624b1-a719-43f5-9b52-388cd4043c04" providerId="ADAL" clId="{07B87C65-7BF0-4289-BFF5-6A43FACCF6DC}" dt="2022-12-06T04:47:21.753" v="3609" actId="313"/>
          <ac:spMkLst>
            <pc:docMk/>
            <pc:sldMk cId="3258948435" sldId="319"/>
            <ac:spMk id="2" creationId="{83495DE6-22E5-D63D-EEAD-AE7DF5EE3560}"/>
          </ac:spMkLst>
        </pc:spChg>
        <pc:spChg chg="mod">
          <ac:chgData name="Sara Muneeb" userId="29b624b1-a719-43f5-9b52-388cd4043c04" providerId="ADAL" clId="{07B87C65-7BF0-4289-BFF5-6A43FACCF6DC}" dt="2022-12-06T04:47:11.039" v="3607" actId="20577"/>
          <ac:spMkLst>
            <pc:docMk/>
            <pc:sldMk cId="3258948435" sldId="319"/>
            <ac:spMk id="3" creationId="{CB41A3DD-CFB2-EEC0-1AE9-C9556D65C8B4}"/>
          </ac:spMkLst>
        </pc:spChg>
      </pc:sldChg>
    </pc:docChg>
  </pc:docChgLst>
  <pc:docChgLst>
    <pc:chgData name="Sara Muneeb" userId="29b624b1-a719-43f5-9b52-388cd4043c04" providerId="ADAL" clId="{9349EC5B-3418-40D6-82D5-AD7C894D9B85}"/>
    <pc:docChg chg="undo custSel addSld delSld modSld sldOrd">
      <pc:chgData name="Sara Muneeb" userId="29b624b1-a719-43f5-9b52-388cd4043c04" providerId="ADAL" clId="{9349EC5B-3418-40D6-82D5-AD7C894D9B85}" dt="2022-12-14T10:14:36.433" v="1183" actId="20577"/>
      <pc:docMkLst>
        <pc:docMk/>
      </pc:docMkLst>
      <pc:sldChg chg="modSp mod">
        <pc:chgData name="Sara Muneeb" userId="29b624b1-a719-43f5-9b52-388cd4043c04" providerId="ADAL" clId="{9349EC5B-3418-40D6-82D5-AD7C894D9B85}" dt="2022-12-08T04:16:14.602" v="26" actId="20577"/>
        <pc:sldMkLst>
          <pc:docMk/>
          <pc:sldMk cId="2984185032" sldId="256"/>
        </pc:sldMkLst>
        <pc:spChg chg="mod">
          <ac:chgData name="Sara Muneeb" userId="29b624b1-a719-43f5-9b52-388cd4043c04" providerId="ADAL" clId="{9349EC5B-3418-40D6-82D5-AD7C894D9B85}" dt="2022-12-08T04:16:14.602" v="26" actId="20577"/>
          <ac:spMkLst>
            <pc:docMk/>
            <pc:sldMk cId="2984185032" sldId="256"/>
            <ac:spMk id="2" creationId="{00000000-0000-0000-0000-000000000000}"/>
          </ac:spMkLst>
        </pc:spChg>
      </pc:sldChg>
      <pc:sldChg chg="del">
        <pc:chgData name="Sara Muneeb" userId="29b624b1-a719-43f5-9b52-388cd4043c04" providerId="ADAL" clId="{9349EC5B-3418-40D6-82D5-AD7C894D9B85}" dt="2022-12-08T04:15:52.168" v="0" actId="47"/>
        <pc:sldMkLst>
          <pc:docMk/>
          <pc:sldMk cId="1746396122" sldId="257"/>
        </pc:sldMkLst>
      </pc:sldChg>
      <pc:sldChg chg="new">
        <pc:chgData name="Sara Muneeb" userId="29b624b1-a719-43f5-9b52-388cd4043c04" providerId="ADAL" clId="{9349EC5B-3418-40D6-82D5-AD7C894D9B85}" dt="2022-12-08T04:15:55.663" v="1" actId="680"/>
        <pc:sldMkLst>
          <pc:docMk/>
          <pc:sldMk cId="2712128638" sldId="257"/>
        </pc:sldMkLst>
      </pc:sldChg>
      <pc:sldChg chg="del">
        <pc:chgData name="Sara Muneeb" userId="29b624b1-a719-43f5-9b52-388cd4043c04" providerId="ADAL" clId="{9349EC5B-3418-40D6-82D5-AD7C894D9B85}" dt="2022-12-08T04:15:52.168" v="0" actId="47"/>
        <pc:sldMkLst>
          <pc:docMk/>
          <pc:sldMk cId="3860371570" sldId="258"/>
        </pc:sldMkLst>
      </pc:sldChg>
      <pc:sldChg chg="del">
        <pc:chgData name="Sara Muneeb" userId="29b624b1-a719-43f5-9b52-388cd4043c04" providerId="ADAL" clId="{9349EC5B-3418-40D6-82D5-AD7C894D9B85}" dt="2022-12-08T04:15:52.168" v="0" actId="47"/>
        <pc:sldMkLst>
          <pc:docMk/>
          <pc:sldMk cId="2060412909" sldId="259"/>
        </pc:sldMkLst>
      </pc:sldChg>
      <pc:sldChg chg="del">
        <pc:chgData name="Sara Muneeb" userId="29b624b1-a719-43f5-9b52-388cd4043c04" providerId="ADAL" clId="{9349EC5B-3418-40D6-82D5-AD7C894D9B85}" dt="2022-12-08T04:15:52.168" v="0" actId="47"/>
        <pc:sldMkLst>
          <pc:docMk/>
          <pc:sldMk cId="3321054555" sldId="260"/>
        </pc:sldMkLst>
      </pc:sldChg>
      <pc:sldChg chg="del">
        <pc:chgData name="Sara Muneeb" userId="29b624b1-a719-43f5-9b52-388cd4043c04" providerId="ADAL" clId="{9349EC5B-3418-40D6-82D5-AD7C894D9B85}" dt="2022-12-08T04:15:52.168" v="0" actId="47"/>
        <pc:sldMkLst>
          <pc:docMk/>
          <pc:sldMk cId="1632207964" sldId="261"/>
        </pc:sldMkLst>
      </pc:sldChg>
      <pc:sldChg chg="del">
        <pc:chgData name="Sara Muneeb" userId="29b624b1-a719-43f5-9b52-388cd4043c04" providerId="ADAL" clId="{9349EC5B-3418-40D6-82D5-AD7C894D9B85}" dt="2022-12-08T04:15:52.168" v="0" actId="47"/>
        <pc:sldMkLst>
          <pc:docMk/>
          <pc:sldMk cId="3110555305" sldId="262"/>
        </pc:sldMkLst>
      </pc:sldChg>
      <pc:sldChg chg="del">
        <pc:chgData name="Sara Muneeb" userId="29b624b1-a719-43f5-9b52-388cd4043c04" providerId="ADAL" clId="{9349EC5B-3418-40D6-82D5-AD7C894D9B85}" dt="2022-12-08T04:15:52.168" v="0" actId="47"/>
        <pc:sldMkLst>
          <pc:docMk/>
          <pc:sldMk cId="2084209913" sldId="263"/>
        </pc:sldMkLst>
      </pc:sldChg>
      <pc:sldChg chg="del">
        <pc:chgData name="Sara Muneeb" userId="29b624b1-a719-43f5-9b52-388cd4043c04" providerId="ADAL" clId="{9349EC5B-3418-40D6-82D5-AD7C894D9B85}" dt="2022-12-08T04:15:52.168" v="0" actId="47"/>
        <pc:sldMkLst>
          <pc:docMk/>
          <pc:sldMk cId="2319099585" sldId="264"/>
        </pc:sldMkLst>
      </pc:sldChg>
      <pc:sldChg chg="del">
        <pc:chgData name="Sara Muneeb" userId="29b624b1-a719-43f5-9b52-388cd4043c04" providerId="ADAL" clId="{9349EC5B-3418-40D6-82D5-AD7C894D9B85}" dt="2022-12-08T04:15:52.168" v="0" actId="47"/>
        <pc:sldMkLst>
          <pc:docMk/>
          <pc:sldMk cId="187458491" sldId="265"/>
        </pc:sldMkLst>
      </pc:sldChg>
      <pc:sldChg chg="modSp mod">
        <pc:chgData name="Sara Muneeb" userId="29b624b1-a719-43f5-9b52-388cd4043c04" providerId="ADAL" clId="{9349EC5B-3418-40D6-82D5-AD7C894D9B85}" dt="2022-12-14T07:52:44.786" v="33" actId="20577"/>
        <pc:sldMkLst>
          <pc:docMk/>
          <pc:sldMk cId="1786857512" sldId="265"/>
        </pc:sldMkLst>
        <pc:spChg chg="mod">
          <ac:chgData name="Sara Muneeb" userId="29b624b1-a719-43f5-9b52-388cd4043c04" providerId="ADAL" clId="{9349EC5B-3418-40D6-82D5-AD7C894D9B85}" dt="2022-12-14T07:52:44.786" v="33" actId="20577"/>
          <ac:spMkLst>
            <pc:docMk/>
            <pc:sldMk cId="1786857512" sldId="265"/>
            <ac:spMk id="2" creationId="{925BD242-3C86-7E0E-015F-84BC035B5FF9}"/>
          </ac:spMkLst>
        </pc:spChg>
      </pc:sldChg>
      <pc:sldChg chg="del">
        <pc:chgData name="Sara Muneeb" userId="29b624b1-a719-43f5-9b52-388cd4043c04" providerId="ADAL" clId="{9349EC5B-3418-40D6-82D5-AD7C894D9B85}" dt="2022-12-08T04:15:52.168" v="0" actId="47"/>
        <pc:sldMkLst>
          <pc:docMk/>
          <pc:sldMk cId="3212761477" sldId="266"/>
        </pc:sldMkLst>
      </pc:sldChg>
      <pc:sldChg chg="del">
        <pc:chgData name="Sara Muneeb" userId="29b624b1-a719-43f5-9b52-388cd4043c04" providerId="ADAL" clId="{9349EC5B-3418-40D6-82D5-AD7C894D9B85}" dt="2022-12-08T04:15:52.168" v="0" actId="47"/>
        <pc:sldMkLst>
          <pc:docMk/>
          <pc:sldMk cId="2035522379" sldId="267"/>
        </pc:sldMkLst>
      </pc:sldChg>
      <pc:sldChg chg="addSp delSp modSp mod">
        <pc:chgData name="Sara Muneeb" userId="29b624b1-a719-43f5-9b52-388cd4043c04" providerId="ADAL" clId="{9349EC5B-3418-40D6-82D5-AD7C894D9B85}" dt="2022-12-14T07:54:18.003" v="85" actId="313"/>
        <pc:sldMkLst>
          <pc:docMk/>
          <pc:sldMk cId="187108510" sldId="268"/>
        </pc:sldMkLst>
        <pc:spChg chg="mod">
          <ac:chgData name="Sara Muneeb" userId="29b624b1-a719-43f5-9b52-388cd4043c04" providerId="ADAL" clId="{9349EC5B-3418-40D6-82D5-AD7C894D9B85}" dt="2022-12-14T07:54:18.003" v="85" actId="313"/>
          <ac:spMkLst>
            <pc:docMk/>
            <pc:sldMk cId="187108510" sldId="268"/>
            <ac:spMk id="2" creationId="{5128B08A-2501-747C-1DAA-E86E2DE3C14F}"/>
          </ac:spMkLst>
        </pc:spChg>
        <pc:spChg chg="mod">
          <ac:chgData name="Sara Muneeb" userId="29b624b1-a719-43f5-9b52-388cd4043c04" providerId="ADAL" clId="{9349EC5B-3418-40D6-82D5-AD7C894D9B85}" dt="2022-12-14T07:53:02.323" v="39" actId="113"/>
          <ac:spMkLst>
            <pc:docMk/>
            <pc:sldMk cId="187108510" sldId="268"/>
            <ac:spMk id="3" creationId="{3F6A5FD6-A26D-EE66-0DE2-68F1146A3101}"/>
          </ac:spMkLst>
        </pc:spChg>
        <pc:picChg chg="add del">
          <ac:chgData name="Sara Muneeb" userId="29b624b1-a719-43f5-9b52-388cd4043c04" providerId="ADAL" clId="{9349EC5B-3418-40D6-82D5-AD7C894D9B85}" dt="2022-12-14T07:52:58.782" v="38"/>
          <ac:picMkLst>
            <pc:docMk/>
            <pc:sldMk cId="187108510" sldId="268"/>
            <ac:picMk id="1026" creationId="{74491559-72C5-CA97-61FD-700AD23F9CBE}"/>
          </ac:picMkLst>
        </pc:picChg>
      </pc:sldChg>
      <pc:sldChg chg="del">
        <pc:chgData name="Sara Muneeb" userId="29b624b1-a719-43f5-9b52-388cd4043c04" providerId="ADAL" clId="{9349EC5B-3418-40D6-82D5-AD7C894D9B85}" dt="2022-12-08T04:15:52.168" v="0" actId="47"/>
        <pc:sldMkLst>
          <pc:docMk/>
          <pc:sldMk cId="1886305423" sldId="268"/>
        </pc:sldMkLst>
      </pc:sldChg>
      <pc:sldChg chg="del">
        <pc:chgData name="Sara Muneeb" userId="29b624b1-a719-43f5-9b52-388cd4043c04" providerId="ADAL" clId="{9349EC5B-3418-40D6-82D5-AD7C894D9B85}" dt="2022-12-08T04:15:52.168" v="0" actId="47"/>
        <pc:sldMkLst>
          <pc:docMk/>
          <pc:sldMk cId="681321597" sldId="269"/>
        </pc:sldMkLst>
      </pc:sldChg>
      <pc:sldChg chg="ord">
        <pc:chgData name="Sara Muneeb" userId="29b624b1-a719-43f5-9b52-388cd4043c04" providerId="ADAL" clId="{9349EC5B-3418-40D6-82D5-AD7C894D9B85}" dt="2022-12-14T07:52:25.164" v="30"/>
        <pc:sldMkLst>
          <pc:docMk/>
          <pc:sldMk cId="2685620422" sldId="269"/>
        </pc:sldMkLst>
      </pc:sldChg>
      <pc:sldChg chg="addSp delSp modSp mod ord">
        <pc:chgData name="Sara Muneeb" userId="29b624b1-a719-43f5-9b52-388cd4043c04" providerId="ADAL" clId="{9349EC5B-3418-40D6-82D5-AD7C894D9B85}" dt="2022-12-14T07:56:01.757" v="145" actId="22"/>
        <pc:sldMkLst>
          <pc:docMk/>
          <pc:sldMk cId="1592908027" sldId="270"/>
        </pc:sldMkLst>
        <pc:spChg chg="add del mod">
          <ac:chgData name="Sara Muneeb" userId="29b624b1-a719-43f5-9b52-388cd4043c04" providerId="ADAL" clId="{9349EC5B-3418-40D6-82D5-AD7C894D9B85}" dt="2022-12-14T07:56:01.757" v="145" actId="22"/>
          <ac:spMkLst>
            <pc:docMk/>
            <pc:sldMk cId="1592908027" sldId="270"/>
            <ac:spMk id="4" creationId="{A1306177-B272-3B90-285A-B9F828052514}"/>
          </ac:spMkLst>
        </pc:spChg>
        <pc:picChg chg="del">
          <ac:chgData name="Sara Muneeb" userId="29b624b1-a719-43f5-9b52-388cd4043c04" providerId="ADAL" clId="{9349EC5B-3418-40D6-82D5-AD7C894D9B85}" dt="2022-12-14T07:55:49.224" v="144" actId="478"/>
          <ac:picMkLst>
            <pc:docMk/>
            <pc:sldMk cId="1592908027" sldId="270"/>
            <ac:picMk id="5" creationId="{25678828-1011-2CA4-6390-4D64461B1AEA}"/>
          </ac:picMkLst>
        </pc:picChg>
        <pc:picChg chg="add mod ord">
          <ac:chgData name="Sara Muneeb" userId="29b624b1-a719-43f5-9b52-388cd4043c04" providerId="ADAL" clId="{9349EC5B-3418-40D6-82D5-AD7C894D9B85}" dt="2022-12-14T07:56:01.757" v="145" actId="22"/>
          <ac:picMkLst>
            <pc:docMk/>
            <pc:sldMk cId="1592908027" sldId="270"/>
            <ac:picMk id="7" creationId="{F0C10000-8E21-D0CD-F555-9E80CCA30564}"/>
          </ac:picMkLst>
        </pc:picChg>
      </pc:sldChg>
      <pc:sldChg chg="del">
        <pc:chgData name="Sara Muneeb" userId="29b624b1-a719-43f5-9b52-388cd4043c04" providerId="ADAL" clId="{9349EC5B-3418-40D6-82D5-AD7C894D9B85}" dt="2022-12-08T04:15:52.168" v="0" actId="47"/>
        <pc:sldMkLst>
          <pc:docMk/>
          <pc:sldMk cId="3433099799" sldId="270"/>
        </pc:sldMkLst>
      </pc:sldChg>
      <pc:sldChg chg="del">
        <pc:chgData name="Sara Muneeb" userId="29b624b1-a719-43f5-9b52-388cd4043c04" providerId="ADAL" clId="{9349EC5B-3418-40D6-82D5-AD7C894D9B85}" dt="2022-12-08T04:15:52.168" v="0" actId="47"/>
        <pc:sldMkLst>
          <pc:docMk/>
          <pc:sldMk cId="1942714225" sldId="271"/>
        </pc:sldMkLst>
      </pc:sldChg>
      <pc:sldChg chg="ord">
        <pc:chgData name="Sara Muneeb" userId="29b624b1-a719-43f5-9b52-388cd4043c04" providerId="ADAL" clId="{9349EC5B-3418-40D6-82D5-AD7C894D9B85}" dt="2022-12-14T08:49:17.894" v="427"/>
        <pc:sldMkLst>
          <pc:docMk/>
          <pc:sldMk cId="3111914320" sldId="271"/>
        </pc:sldMkLst>
      </pc:sldChg>
      <pc:sldChg chg="del">
        <pc:chgData name="Sara Muneeb" userId="29b624b1-a719-43f5-9b52-388cd4043c04" providerId="ADAL" clId="{9349EC5B-3418-40D6-82D5-AD7C894D9B85}" dt="2022-12-08T04:15:52.168" v="0" actId="47"/>
        <pc:sldMkLst>
          <pc:docMk/>
          <pc:sldMk cId="350534148" sldId="272"/>
        </pc:sldMkLst>
      </pc:sldChg>
      <pc:sldChg chg="modSp mod">
        <pc:chgData name="Sara Muneeb" userId="29b624b1-a719-43f5-9b52-388cd4043c04" providerId="ADAL" clId="{9349EC5B-3418-40D6-82D5-AD7C894D9B85}" dt="2022-12-14T08:11:41.080" v="154" actId="20577"/>
        <pc:sldMkLst>
          <pc:docMk/>
          <pc:sldMk cId="4241662000" sldId="272"/>
        </pc:sldMkLst>
        <pc:spChg chg="mod">
          <ac:chgData name="Sara Muneeb" userId="29b624b1-a719-43f5-9b52-388cd4043c04" providerId="ADAL" clId="{9349EC5B-3418-40D6-82D5-AD7C894D9B85}" dt="2022-12-14T07:54:28.443" v="99" actId="20577"/>
          <ac:spMkLst>
            <pc:docMk/>
            <pc:sldMk cId="4241662000" sldId="272"/>
            <ac:spMk id="2" creationId="{B5DF074D-EEF7-557A-C881-B51D393B2F79}"/>
          </ac:spMkLst>
        </pc:spChg>
        <pc:spChg chg="mod">
          <ac:chgData name="Sara Muneeb" userId="29b624b1-a719-43f5-9b52-388cd4043c04" providerId="ADAL" clId="{9349EC5B-3418-40D6-82D5-AD7C894D9B85}" dt="2022-12-14T08:11:41.080" v="154" actId="20577"/>
          <ac:spMkLst>
            <pc:docMk/>
            <pc:sldMk cId="4241662000" sldId="272"/>
            <ac:spMk id="3" creationId="{BD98ADE7-112C-72A1-C759-8346123A24E1}"/>
          </ac:spMkLst>
        </pc:spChg>
      </pc:sldChg>
      <pc:sldChg chg="modSp mod">
        <pc:chgData name="Sara Muneeb" userId="29b624b1-a719-43f5-9b52-388cd4043c04" providerId="ADAL" clId="{9349EC5B-3418-40D6-82D5-AD7C894D9B85}" dt="2022-12-14T08:12:04.142" v="166" actId="20577"/>
        <pc:sldMkLst>
          <pc:docMk/>
          <pc:sldMk cId="1104730889" sldId="273"/>
        </pc:sldMkLst>
        <pc:spChg chg="mod">
          <ac:chgData name="Sara Muneeb" userId="29b624b1-a719-43f5-9b52-388cd4043c04" providerId="ADAL" clId="{9349EC5B-3418-40D6-82D5-AD7C894D9B85}" dt="2022-12-14T07:54:34.003" v="100"/>
          <ac:spMkLst>
            <pc:docMk/>
            <pc:sldMk cId="1104730889" sldId="273"/>
            <ac:spMk id="2" creationId="{10E8DCBB-9B30-5BBB-2065-A0D1111EE575}"/>
          </ac:spMkLst>
        </pc:spChg>
        <pc:spChg chg="mod">
          <ac:chgData name="Sara Muneeb" userId="29b624b1-a719-43f5-9b52-388cd4043c04" providerId="ADAL" clId="{9349EC5B-3418-40D6-82D5-AD7C894D9B85}" dt="2022-12-14T08:12:04.142" v="166" actId="20577"/>
          <ac:spMkLst>
            <pc:docMk/>
            <pc:sldMk cId="1104730889" sldId="273"/>
            <ac:spMk id="3" creationId="{22B4C66E-C1B2-6331-CAA3-7886005C34AC}"/>
          </ac:spMkLst>
        </pc:spChg>
      </pc:sldChg>
      <pc:sldChg chg="del">
        <pc:chgData name="Sara Muneeb" userId="29b624b1-a719-43f5-9b52-388cd4043c04" providerId="ADAL" clId="{9349EC5B-3418-40D6-82D5-AD7C894D9B85}" dt="2022-12-08T04:15:52.168" v="0" actId="47"/>
        <pc:sldMkLst>
          <pc:docMk/>
          <pc:sldMk cId="3180318981" sldId="273"/>
        </pc:sldMkLst>
      </pc:sldChg>
      <pc:sldChg chg="modSp mod">
        <pc:chgData name="Sara Muneeb" userId="29b624b1-a719-43f5-9b52-388cd4043c04" providerId="ADAL" clId="{9349EC5B-3418-40D6-82D5-AD7C894D9B85}" dt="2022-12-14T08:12:22.653" v="180" actId="20577"/>
        <pc:sldMkLst>
          <pc:docMk/>
          <pc:sldMk cId="1145746347" sldId="274"/>
        </pc:sldMkLst>
        <pc:spChg chg="mod">
          <ac:chgData name="Sara Muneeb" userId="29b624b1-a719-43f5-9b52-388cd4043c04" providerId="ADAL" clId="{9349EC5B-3418-40D6-82D5-AD7C894D9B85}" dt="2022-12-14T07:54:37.353" v="101"/>
          <ac:spMkLst>
            <pc:docMk/>
            <pc:sldMk cId="1145746347" sldId="274"/>
            <ac:spMk id="2" creationId="{4F5B5CDE-35E1-4450-6CC9-6EE1E21278C9}"/>
          </ac:spMkLst>
        </pc:spChg>
        <pc:spChg chg="mod">
          <ac:chgData name="Sara Muneeb" userId="29b624b1-a719-43f5-9b52-388cd4043c04" providerId="ADAL" clId="{9349EC5B-3418-40D6-82D5-AD7C894D9B85}" dt="2022-12-14T08:12:22.653" v="180" actId="20577"/>
          <ac:spMkLst>
            <pc:docMk/>
            <pc:sldMk cId="1145746347" sldId="274"/>
            <ac:spMk id="3" creationId="{8E8E7025-CE1E-C3D5-A221-07360CE2A1CC}"/>
          </ac:spMkLst>
        </pc:spChg>
      </pc:sldChg>
      <pc:sldChg chg="del">
        <pc:chgData name="Sara Muneeb" userId="29b624b1-a719-43f5-9b52-388cd4043c04" providerId="ADAL" clId="{9349EC5B-3418-40D6-82D5-AD7C894D9B85}" dt="2022-12-08T04:15:52.168" v="0" actId="47"/>
        <pc:sldMkLst>
          <pc:docMk/>
          <pc:sldMk cId="2830285302" sldId="274"/>
        </pc:sldMkLst>
      </pc:sldChg>
      <pc:sldChg chg="modSp mod">
        <pc:chgData name="Sara Muneeb" userId="29b624b1-a719-43f5-9b52-388cd4043c04" providerId="ADAL" clId="{9349EC5B-3418-40D6-82D5-AD7C894D9B85}" dt="2022-12-14T08:13:23.632" v="209" actId="207"/>
        <pc:sldMkLst>
          <pc:docMk/>
          <pc:sldMk cId="410102142" sldId="275"/>
        </pc:sldMkLst>
        <pc:spChg chg="mod">
          <ac:chgData name="Sara Muneeb" userId="29b624b1-a719-43f5-9b52-388cd4043c04" providerId="ADAL" clId="{9349EC5B-3418-40D6-82D5-AD7C894D9B85}" dt="2022-12-14T07:54:39.938" v="102"/>
          <ac:spMkLst>
            <pc:docMk/>
            <pc:sldMk cId="410102142" sldId="275"/>
            <ac:spMk id="2" creationId="{D663213D-2A67-588A-1CD5-20DCDBADA03C}"/>
          </ac:spMkLst>
        </pc:spChg>
        <pc:spChg chg="mod">
          <ac:chgData name="Sara Muneeb" userId="29b624b1-a719-43f5-9b52-388cd4043c04" providerId="ADAL" clId="{9349EC5B-3418-40D6-82D5-AD7C894D9B85}" dt="2022-12-14T08:13:23.632" v="209" actId="207"/>
          <ac:spMkLst>
            <pc:docMk/>
            <pc:sldMk cId="410102142" sldId="275"/>
            <ac:spMk id="3" creationId="{AAE288EE-81CE-621A-F0BC-7A5816CC4BF9}"/>
          </ac:spMkLst>
        </pc:spChg>
      </pc:sldChg>
      <pc:sldChg chg="del">
        <pc:chgData name="Sara Muneeb" userId="29b624b1-a719-43f5-9b52-388cd4043c04" providerId="ADAL" clId="{9349EC5B-3418-40D6-82D5-AD7C894D9B85}" dt="2022-12-08T04:15:52.168" v="0" actId="47"/>
        <pc:sldMkLst>
          <pc:docMk/>
          <pc:sldMk cId="2632730708" sldId="275"/>
        </pc:sldMkLst>
      </pc:sldChg>
      <pc:sldChg chg="del">
        <pc:chgData name="Sara Muneeb" userId="29b624b1-a719-43f5-9b52-388cd4043c04" providerId="ADAL" clId="{9349EC5B-3418-40D6-82D5-AD7C894D9B85}" dt="2022-12-08T04:15:52.168" v="0" actId="47"/>
        <pc:sldMkLst>
          <pc:docMk/>
          <pc:sldMk cId="126390465" sldId="276"/>
        </pc:sldMkLst>
      </pc:sldChg>
      <pc:sldChg chg="modSp mod ord">
        <pc:chgData name="Sara Muneeb" userId="29b624b1-a719-43f5-9b52-388cd4043c04" providerId="ADAL" clId="{9349EC5B-3418-40D6-82D5-AD7C894D9B85}" dt="2022-12-14T09:45:38.669" v="485" actId="20577"/>
        <pc:sldMkLst>
          <pc:docMk/>
          <pc:sldMk cId="3090277031" sldId="276"/>
        </pc:sldMkLst>
        <pc:spChg chg="mod">
          <ac:chgData name="Sara Muneeb" userId="29b624b1-a719-43f5-9b52-388cd4043c04" providerId="ADAL" clId="{9349EC5B-3418-40D6-82D5-AD7C894D9B85}" dt="2022-12-14T08:49:49.402" v="432" actId="27636"/>
          <ac:spMkLst>
            <pc:docMk/>
            <pc:sldMk cId="3090277031" sldId="276"/>
            <ac:spMk id="2" creationId="{4EBB3F66-1F35-6667-C5EC-837D336E1185}"/>
          </ac:spMkLst>
        </pc:spChg>
        <pc:spChg chg="mod">
          <ac:chgData name="Sara Muneeb" userId="29b624b1-a719-43f5-9b52-388cd4043c04" providerId="ADAL" clId="{9349EC5B-3418-40D6-82D5-AD7C894D9B85}" dt="2022-12-14T09:45:38.669" v="485" actId="20577"/>
          <ac:spMkLst>
            <pc:docMk/>
            <pc:sldMk cId="3090277031" sldId="276"/>
            <ac:spMk id="3" creationId="{3B0C1AA7-66C6-6EA1-E7C6-3B4C64B99D65}"/>
          </ac:spMkLst>
        </pc:spChg>
      </pc:sldChg>
      <pc:sldChg chg="del">
        <pc:chgData name="Sara Muneeb" userId="29b624b1-a719-43f5-9b52-388cd4043c04" providerId="ADAL" clId="{9349EC5B-3418-40D6-82D5-AD7C894D9B85}" dt="2022-12-08T04:15:52.168" v="0" actId="47"/>
        <pc:sldMkLst>
          <pc:docMk/>
          <pc:sldMk cId="3305001275" sldId="277"/>
        </pc:sldMkLst>
      </pc:sldChg>
      <pc:sldChg chg="modSp new mod">
        <pc:chgData name="Sara Muneeb" userId="29b624b1-a719-43f5-9b52-388cd4043c04" providerId="ADAL" clId="{9349EC5B-3418-40D6-82D5-AD7C894D9B85}" dt="2022-12-14T08:47:36.516" v="423" actId="207"/>
        <pc:sldMkLst>
          <pc:docMk/>
          <pc:sldMk cId="4153406677" sldId="277"/>
        </pc:sldMkLst>
        <pc:spChg chg="mod">
          <ac:chgData name="Sara Muneeb" userId="29b624b1-a719-43f5-9b52-388cd4043c04" providerId="ADAL" clId="{9349EC5B-3418-40D6-82D5-AD7C894D9B85}" dt="2022-12-14T08:27:21.937" v="217" actId="20577"/>
          <ac:spMkLst>
            <pc:docMk/>
            <pc:sldMk cId="4153406677" sldId="277"/>
            <ac:spMk id="2" creationId="{81FB0D1A-D183-3678-4F26-2A415C256474}"/>
          </ac:spMkLst>
        </pc:spChg>
        <pc:spChg chg="mod">
          <ac:chgData name="Sara Muneeb" userId="29b624b1-a719-43f5-9b52-388cd4043c04" providerId="ADAL" clId="{9349EC5B-3418-40D6-82D5-AD7C894D9B85}" dt="2022-12-14T08:47:36.516" v="423" actId="207"/>
          <ac:spMkLst>
            <pc:docMk/>
            <pc:sldMk cId="4153406677" sldId="277"/>
            <ac:spMk id="3" creationId="{1F3AB872-54D4-938F-A6D1-21C244D49A22}"/>
          </ac:spMkLst>
        </pc:spChg>
      </pc:sldChg>
      <pc:sldChg chg="del">
        <pc:chgData name="Sara Muneeb" userId="29b624b1-a719-43f5-9b52-388cd4043c04" providerId="ADAL" clId="{9349EC5B-3418-40D6-82D5-AD7C894D9B85}" dt="2022-12-08T04:15:52.168" v="0" actId="47"/>
        <pc:sldMkLst>
          <pc:docMk/>
          <pc:sldMk cId="100861930" sldId="278"/>
        </pc:sldMkLst>
      </pc:sldChg>
      <pc:sldChg chg="addSp delSp modSp new mod">
        <pc:chgData name="Sara Muneeb" userId="29b624b1-a719-43f5-9b52-388cd4043c04" providerId="ADAL" clId="{9349EC5B-3418-40D6-82D5-AD7C894D9B85}" dt="2022-12-14T08:43:09.161" v="385" actId="1076"/>
        <pc:sldMkLst>
          <pc:docMk/>
          <pc:sldMk cId="2389945778" sldId="278"/>
        </pc:sldMkLst>
        <pc:spChg chg="mod">
          <ac:chgData name="Sara Muneeb" userId="29b624b1-a719-43f5-9b52-388cd4043c04" providerId="ADAL" clId="{9349EC5B-3418-40D6-82D5-AD7C894D9B85}" dt="2022-12-14T08:33:35.289" v="306" actId="20577"/>
          <ac:spMkLst>
            <pc:docMk/>
            <pc:sldMk cId="2389945778" sldId="278"/>
            <ac:spMk id="2" creationId="{2D470EBE-31DB-E01C-73A1-82F8EC415F4E}"/>
          </ac:spMkLst>
        </pc:spChg>
        <pc:spChg chg="mod">
          <ac:chgData name="Sara Muneeb" userId="29b624b1-a719-43f5-9b52-388cd4043c04" providerId="ADAL" clId="{9349EC5B-3418-40D6-82D5-AD7C894D9B85}" dt="2022-12-14T08:42:51.211" v="379" actId="27636"/>
          <ac:spMkLst>
            <pc:docMk/>
            <pc:sldMk cId="2389945778" sldId="278"/>
            <ac:spMk id="3" creationId="{56F266A9-D48E-8A75-1FA9-BCE0D0BE018C}"/>
          </ac:spMkLst>
        </pc:spChg>
        <pc:picChg chg="add del">
          <ac:chgData name="Sara Muneeb" userId="29b624b1-a719-43f5-9b52-388cd4043c04" providerId="ADAL" clId="{9349EC5B-3418-40D6-82D5-AD7C894D9B85}" dt="2022-12-14T08:39:16.079" v="358"/>
          <ac:picMkLst>
            <pc:docMk/>
            <pc:sldMk cId="2389945778" sldId="278"/>
            <ac:picMk id="1026" creationId="{F0C38ADA-F685-40FA-D8C2-E1FE7427E56B}"/>
          </ac:picMkLst>
        </pc:picChg>
        <pc:picChg chg="add mod">
          <ac:chgData name="Sara Muneeb" userId="29b624b1-a719-43f5-9b52-388cd4043c04" providerId="ADAL" clId="{9349EC5B-3418-40D6-82D5-AD7C894D9B85}" dt="2022-12-14T08:43:09.161" v="385" actId="1076"/>
          <ac:picMkLst>
            <pc:docMk/>
            <pc:sldMk cId="2389945778" sldId="278"/>
            <ac:picMk id="1028" creationId="{32D565D6-3D41-6975-F72C-19FFEBA4CCF8}"/>
          </ac:picMkLst>
        </pc:picChg>
        <pc:picChg chg="add mod">
          <ac:chgData name="Sara Muneeb" userId="29b624b1-a719-43f5-9b52-388cd4043c04" providerId="ADAL" clId="{9349EC5B-3418-40D6-82D5-AD7C894D9B85}" dt="2022-12-14T08:43:01.519" v="382" actId="1076"/>
          <ac:picMkLst>
            <pc:docMk/>
            <pc:sldMk cId="2389945778" sldId="278"/>
            <ac:picMk id="2050" creationId="{584D4E86-836C-EDA4-E520-B1C17DFBDD9D}"/>
          </ac:picMkLst>
        </pc:picChg>
        <pc:picChg chg="add del mod">
          <ac:chgData name="Sara Muneeb" userId="29b624b1-a719-43f5-9b52-388cd4043c04" providerId="ADAL" clId="{9349EC5B-3418-40D6-82D5-AD7C894D9B85}" dt="2022-12-14T08:39:30.650" v="360" actId="478"/>
          <ac:picMkLst>
            <pc:docMk/>
            <pc:sldMk cId="2389945778" sldId="278"/>
            <ac:picMk id="2052" creationId="{2E019D00-96DB-592E-66F5-CBD058C15FD1}"/>
          </ac:picMkLst>
        </pc:picChg>
      </pc:sldChg>
      <pc:sldChg chg="addSp delSp modSp new mod">
        <pc:chgData name="Sara Muneeb" userId="29b624b1-a719-43f5-9b52-388cd4043c04" providerId="ADAL" clId="{9349EC5B-3418-40D6-82D5-AD7C894D9B85}" dt="2022-12-14T08:43:18.997" v="388" actId="1076"/>
        <pc:sldMkLst>
          <pc:docMk/>
          <pc:sldMk cId="3912674407" sldId="279"/>
        </pc:sldMkLst>
        <pc:spChg chg="mod">
          <ac:chgData name="Sara Muneeb" userId="29b624b1-a719-43f5-9b52-388cd4043c04" providerId="ADAL" clId="{9349EC5B-3418-40D6-82D5-AD7C894D9B85}" dt="2022-12-14T08:33:39.216" v="313" actId="20577"/>
          <ac:spMkLst>
            <pc:docMk/>
            <pc:sldMk cId="3912674407" sldId="279"/>
            <ac:spMk id="2" creationId="{48849693-3B0B-F37F-F53B-D2153595E908}"/>
          </ac:spMkLst>
        </pc:spChg>
        <pc:spChg chg="mod">
          <ac:chgData name="Sara Muneeb" userId="29b624b1-a719-43f5-9b52-388cd4043c04" providerId="ADAL" clId="{9349EC5B-3418-40D6-82D5-AD7C894D9B85}" dt="2022-12-14T08:43:14.944" v="387" actId="27636"/>
          <ac:spMkLst>
            <pc:docMk/>
            <pc:sldMk cId="3912674407" sldId="279"/>
            <ac:spMk id="3" creationId="{31C0066C-F136-BC06-3D11-585B1FD10351}"/>
          </ac:spMkLst>
        </pc:spChg>
        <pc:picChg chg="add del">
          <ac:chgData name="Sara Muneeb" userId="29b624b1-a719-43f5-9b52-388cd4043c04" providerId="ADAL" clId="{9349EC5B-3418-40D6-82D5-AD7C894D9B85}" dt="2022-12-14T08:41:51.035" v="372"/>
          <ac:picMkLst>
            <pc:docMk/>
            <pc:sldMk cId="3912674407" sldId="279"/>
            <ac:picMk id="2050" creationId="{C0664632-B0DA-B39F-8080-4BB93FE78DF0}"/>
          </ac:picMkLst>
        </pc:picChg>
        <pc:picChg chg="add del">
          <ac:chgData name="Sara Muneeb" userId="29b624b1-a719-43f5-9b52-388cd4043c04" providerId="ADAL" clId="{9349EC5B-3418-40D6-82D5-AD7C894D9B85}" dt="2022-12-14T08:42:03.166" v="374"/>
          <ac:picMkLst>
            <pc:docMk/>
            <pc:sldMk cId="3912674407" sldId="279"/>
            <ac:picMk id="2052" creationId="{CF843C9E-7103-0EAB-6A86-E595FF9BBB87}"/>
          </ac:picMkLst>
        </pc:picChg>
        <pc:picChg chg="add mod">
          <ac:chgData name="Sara Muneeb" userId="29b624b1-a719-43f5-9b52-388cd4043c04" providerId="ADAL" clId="{9349EC5B-3418-40D6-82D5-AD7C894D9B85}" dt="2022-12-14T08:43:18.997" v="388" actId="1076"/>
          <ac:picMkLst>
            <pc:docMk/>
            <pc:sldMk cId="3912674407" sldId="279"/>
            <ac:picMk id="2054" creationId="{6FFBAC72-EF01-4F68-D970-BFA16B781C5F}"/>
          </ac:picMkLst>
        </pc:picChg>
      </pc:sldChg>
      <pc:sldChg chg="del">
        <pc:chgData name="Sara Muneeb" userId="29b624b1-a719-43f5-9b52-388cd4043c04" providerId="ADAL" clId="{9349EC5B-3418-40D6-82D5-AD7C894D9B85}" dt="2022-12-08T04:15:52.168" v="0" actId="47"/>
        <pc:sldMkLst>
          <pc:docMk/>
          <pc:sldMk cId="4108301402" sldId="279"/>
        </pc:sldMkLst>
      </pc:sldChg>
      <pc:sldChg chg="del">
        <pc:chgData name="Sara Muneeb" userId="29b624b1-a719-43f5-9b52-388cd4043c04" providerId="ADAL" clId="{9349EC5B-3418-40D6-82D5-AD7C894D9B85}" dt="2022-12-08T04:15:52.168" v="0" actId="47"/>
        <pc:sldMkLst>
          <pc:docMk/>
          <pc:sldMk cId="816205269" sldId="280"/>
        </pc:sldMkLst>
      </pc:sldChg>
      <pc:sldChg chg="addSp modSp new mod">
        <pc:chgData name="Sara Muneeb" userId="29b624b1-a719-43f5-9b52-388cd4043c04" providerId="ADAL" clId="{9349EC5B-3418-40D6-82D5-AD7C894D9B85}" dt="2022-12-14T08:44:48.765" v="400" actId="1076"/>
        <pc:sldMkLst>
          <pc:docMk/>
          <pc:sldMk cId="3072065120" sldId="280"/>
        </pc:sldMkLst>
        <pc:spChg chg="mod">
          <ac:chgData name="Sara Muneeb" userId="29b624b1-a719-43f5-9b52-388cd4043c04" providerId="ADAL" clId="{9349EC5B-3418-40D6-82D5-AD7C894D9B85}" dt="2022-12-14T08:43:24.994" v="395" actId="20577"/>
          <ac:spMkLst>
            <pc:docMk/>
            <pc:sldMk cId="3072065120" sldId="280"/>
            <ac:spMk id="2" creationId="{0A37871C-8C5A-37B4-8632-D0E2907696C3}"/>
          </ac:spMkLst>
        </pc:spChg>
        <pc:spChg chg="mod">
          <ac:chgData name="Sara Muneeb" userId="29b624b1-a719-43f5-9b52-388cd4043c04" providerId="ADAL" clId="{9349EC5B-3418-40D6-82D5-AD7C894D9B85}" dt="2022-12-14T08:44:44.999" v="399" actId="14100"/>
          <ac:spMkLst>
            <pc:docMk/>
            <pc:sldMk cId="3072065120" sldId="280"/>
            <ac:spMk id="3" creationId="{C99D37B3-6D18-5B9C-2006-5AA1F2009FCF}"/>
          </ac:spMkLst>
        </pc:spChg>
        <pc:picChg chg="add mod">
          <ac:chgData name="Sara Muneeb" userId="29b624b1-a719-43f5-9b52-388cd4043c04" providerId="ADAL" clId="{9349EC5B-3418-40D6-82D5-AD7C894D9B85}" dt="2022-12-14T08:44:48.765" v="400" actId="1076"/>
          <ac:picMkLst>
            <pc:docMk/>
            <pc:sldMk cId="3072065120" sldId="280"/>
            <ac:picMk id="3074" creationId="{7EBB93F7-155B-F539-1A08-6EA06299692F}"/>
          </ac:picMkLst>
        </pc:picChg>
      </pc:sldChg>
      <pc:sldChg chg="addSp modSp new mod">
        <pc:chgData name="Sara Muneeb" userId="29b624b1-a719-43f5-9b52-388cd4043c04" providerId="ADAL" clId="{9349EC5B-3418-40D6-82D5-AD7C894D9B85}" dt="2022-12-14T08:45:51.742" v="409" actId="1076"/>
        <pc:sldMkLst>
          <pc:docMk/>
          <pc:sldMk cId="564349661" sldId="281"/>
        </pc:sldMkLst>
        <pc:spChg chg="mod">
          <ac:chgData name="Sara Muneeb" userId="29b624b1-a719-43f5-9b52-388cd4043c04" providerId="ADAL" clId="{9349EC5B-3418-40D6-82D5-AD7C894D9B85}" dt="2022-12-14T08:34:32.911" v="333" actId="20577"/>
          <ac:spMkLst>
            <pc:docMk/>
            <pc:sldMk cId="564349661" sldId="281"/>
            <ac:spMk id="2" creationId="{AAB6586F-63A9-0B8D-409D-CEE33AC7CC97}"/>
          </ac:spMkLst>
        </pc:spChg>
        <pc:spChg chg="mod">
          <ac:chgData name="Sara Muneeb" userId="29b624b1-a719-43f5-9b52-388cd4043c04" providerId="ADAL" clId="{9349EC5B-3418-40D6-82D5-AD7C894D9B85}" dt="2022-12-14T08:45:21.485" v="402" actId="27636"/>
          <ac:spMkLst>
            <pc:docMk/>
            <pc:sldMk cId="564349661" sldId="281"/>
            <ac:spMk id="3" creationId="{2B49BCA0-0A98-1126-1256-170B9C47AF0F}"/>
          </ac:spMkLst>
        </pc:spChg>
        <pc:picChg chg="add mod">
          <ac:chgData name="Sara Muneeb" userId="29b624b1-a719-43f5-9b52-388cd4043c04" providerId="ADAL" clId="{9349EC5B-3418-40D6-82D5-AD7C894D9B85}" dt="2022-12-14T08:45:51.742" v="409" actId="1076"/>
          <ac:picMkLst>
            <pc:docMk/>
            <pc:sldMk cId="564349661" sldId="281"/>
            <ac:picMk id="4098" creationId="{D86AB881-A21A-40D4-247C-0F15BDA2B81E}"/>
          </ac:picMkLst>
        </pc:picChg>
      </pc:sldChg>
      <pc:sldChg chg="del">
        <pc:chgData name="Sara Muneeb" userId="29b624b1-a719-43f5-9b52-388cd4043c04" providerId="ADAL" clId="{9349EC5B-3418-40D6-82D5-AD7C894D9B85}" dt="2022-12-08T04:15:52.168" v="0" actId="47"/>
        <pc:sldMkLst>
          <pc:docMk/>
          <pc:sldMk cId="1257308498" sldId="281"/>
        </pc:sldMkLst>
      </pc:sldChg>
      <pc:sldChg chg="del">
        <pc:chgData name="Sara Muneeb" userId="29b624b1-a719-43f5-9b52-388cd4043c04" providerId="ADAL" clId="{9349EC5B-3418-40D6-82D5-AD7C894D9B85}" dt="2022-12-08T04:15:52.168" v="0" actId="47"/>
        <pc:sldMkLst>
          <pc:docMk/>
          <pc:sldMk cId="2256898020" sldId="282"/>
        </pc:sldMkLst>
      </pc:sldChg>
      <pc:sldChg chg="addSp modSp new mod">
        <pc:chgData name="Sara Muneeb" userId="29b624b1-a719-43f5-9b52-388cd4043c04" providerId="ADAL" clId="{9349EC5B-3418-40D6-82D5-AD7C894D9B85}" dt="2022-12-14T08:47:15.185" v="418" actId="1076"/>
        <pc:sldMkLst>
          <pc:docMk/>
          <pc:sldMk cId="2632875915" sldId="282"/>
        </pc:sldMkLst>
        <pc:spChg chg="mod">
          <ac:chgData name="Sara Muneeb" userId="29b624b1-a719-43f5-9b52-388cd4043c04" providerId="ADAL" clId="{9349EC5B-3418-40D6-82D5-AD7C894D9B85}" dt="2022-12-14T08:34:39.414" v="340" actId="20577"/>
          <ac:spMkLst>
            <pc:docMk/>
            <pc:sldMk cId="2632875915" sldId="282"/>
            <ac:spMk id="2" creationId="{7CFE118C-8048-9139-23CD-37298B120A6E}"/>
          </ac:spMkLst>
        </pc:spChg>
        <pc:spChg chg="mod">
          <ac:chgData name="Sara Muneeb" userId="29b624b1-a719-43f5-9b52-388cd4043c04" providerId="ADAL" clId="{9349EC5B-3418-40D6-82D5-AD7C894D9B85}" dt="2022-12-14T08:46:38.994" v="410" actId="14100"/>
          <ac:spMkLst>
            <pc:docMk/>
            <pc:sldMk cId="2632875915" sldId="282"/>
            <ac:spMk id="3" creationId="{18278A01-B025-45E4-3D5C-26581724EE48}"/>
          </ac:spMkLst>
        </pc:spChg>
        <pc:picChg chg="add mod">
          <ac:chgData name="Sara Muneeb" userId="29b624b1-a719-43f5-9b52-388cd4043c04" providerId="ADAL" clId="{9349EC5B-3418-40D6-82D5-AD7C894D9B85}" dt="2022-12-14T08:47:15.185" v="418" actId="1076"/>
          <ac:picMkLst>
            <pc:docMk/>
            <pc:sldMk cId="2632875915" sldId="282"/>
            <ac:picMk id="5122" creationId="{612B9239-F158-2CB7-9A16-207E6C5C0183}"/>
          </ac:picMkLst>
        </pc:picChg>
      </pc:sldChg>
      <pc:sldChg chg="addSp delSp modSp new mod">
        <pc:chgData name="Sara Muneeb" userId="29b624b1-a719-43f5-9b52-388cd4043c04" providerId="ADAL" clId="{9349EC5B-3418-40D6-82D5-AD7C894D9B85}" dt="2022-12-14T10:05:15.259" v="801" actId="14100"/>
        <pc:sldMkLst>
          <pc:docMk/>
          <pc:sldMk cId="1994472083" sldId="283"/>
        </pc:sldMkLst>
        <pc:spChg chg="mod">
          <ac:chgData name="Sara Muneeb" userId="29b624b1-a719-43f5-9b52-388cd4043c04" providerId="ADAL" clId="{9349EC5B-3418-40D6-82D5-AD7C894D9B85}" dt="2022-12-14T09:48:11.057" v="581" actId="20577"/>
          <ac:spMkLst>
            <pc:docMk/>
            <pc:sldMk cId="1994472083" sldId="283"/>
            <ac:spMk id="2" creationId="{BF839777-4F26-652D-6E3A-B368B35F17AA}"/>
          </ac:spMkLst>
        </pc:spChg>
        <pc:spChg chg="mod">
          <ac:chgData name="Sara Muneeb" userId="29b624b1-a719-43f5-9b52-388cd4043c04" providerId="ADAL" clId="{9349EC5B-3418-40D6-82D5-AD7C894D9B85}" dt="2022-12-14T10:05:03.611" v="799" actId="20577"/>
          <ac:spMkLst>
            <pc:docMk/>
            <pc:sldMk cId="1994472083" sldId="283"/>
            <ac:spMk id="3" creationId="{31984313-D253-7590-BBD8-1CA14AAC8C6A}"/>
          </ac:spMkLst>
        </pc:spChg>
        <pc:picChg chg="add del mod">
          <ac:chgData name="Sara Muneeb" userId="29b624b1-a719-43f5-9b52-388cd4043c04" providerId="ADAL" clId="{9349EC5B-3418-40D6-82D5-AD7C894D9B85}" dt="2022-12-14T09:58:29.871" v="737" actId="21"/>
          <ac:picMkLst>
            <pc:docMk/>
            <pc:sldMk cId="1994472083" sldId="283"/>
            <ac:picMk id="6146" creationId="{31ACE468-3335-7E2F-1695-B9F489BF0046}"/>
          </ac:picMkLst>
        </pc:picChg>
        <pc:picChg chg="add mod">
          <ac:chgData name="Sara Muneeb" userId="29b624b1-a719-43f5-9b52-388cd4043c04" providerId="ADAL" clId="{9349EC5B-3418-40D6-82D5-AD7C894D9B85}" dt="2022-12-14T10:05:15.259" v="801" actId="14100"/>
          <ac:picMkLst>
            <pc:docMk/>
            <pc:sldMk cId="1994472083" sldId="283"/>
            <ac:picMk id="6148" creationId="{A5C8B7A0-7DBB-23CB-B07A-0D492FBDA35F}"/>
          </ac:picMkLst>
        </pc:picChg>
      </pc:sldChg>
      <pc:sldChg chg="del">
        <pc:chgData name="Sara Muneeb" userId="29b624b1-a719-43f5-9b52-388cd4043c04" providerId="ADAL" clId="{9349EC5B-3418-40D6-82D5-AD7C894D9B85}" dt="2022-12-08T04:15:52.168" v="0" actId="47"/>
        <pc:sldMkLst>
          <pc:docMk/>
          <pc:sldMk cId="1243337029" sldId="284"/>
        </pc:sldMkLst>
      </pc:sldChg>
      <pc:sldChg chg="modSp new mod">
        <pc:chgData name="Sara Muneeb" userId="29b624b1-a719-43f5-9b52-388cd4043c04" providerId="ADAL" clId="{9349EC5B-3418-40D6-82D5-AD7C894D9B85}" dt="2022-12-14T10:10:21.236" v="1058" actId="27636"/>
        <pc:sldMkLst>
          <pc:docMk/>
          <pc:sldMk cId="1935204131" sldId="284"/>
        </pc:sldMkLst>
        <pc:spChg chg="mod">
          <ac:chgData name="Sara Muneeb" userId="29b624b1-a719-43f5-9b52-388cd4043c04" providerId="ADAL" clId="{9349EC5B-3418-40D6-82D5-AD7C894D9B85}" dt="2022-12-14T10:10:21.236" v="1058" actId="27636"/>
          <ac:spMkLst>
            <pc:docMk/>
            <pc:sldMk cId="1935204131" sldId="284"/>
            <ac:spMk id="2" creationId="{49B229F6-25FA-9647-4E44-46912C2DA079}"/>
          </ac:spMkLst>
        </pc:spChg>
        <pc:spChg chg="mod">
          <ac:chgData name="Sara Muneeb" userId="29b624b1-a719-43f5-9b52-388cd4043c04" providerId="ADAL" clId="{9349EC5B-3418-40D6-82D5-AD7C894D9B85}" dt="2022-12-14T10:10:04.081" v="1052" actId="20577"/>
          <ac:spMkLst>
            <pc:docMk/>
            <pc:sldMk cId="1935204131" sldId="284"/>
            <ac:spMk id="3" creationId="{F7B5BC33-43BB-1888-BF38-B083F18B0E53}"/>
          </ac:spMkLst>
        </pc:spChg>
      </pc:sldChg>
      <pc:sldChg chg="del">
        <pc:chgData name="Sara Muneeb" userId="29b624b1-a719-43f5-9b52-388cd4043c04" providerId="ADAL" clId="{9349EC5B-3418-40D6-82D5-AD7C894D9B85}" dt="2022-12-08T04:15:52.168" v="0" actId="47"/>
        <pc:sldMkLst>
          <pc:docMk/>
          <pc:sldMk cId="133598058" sldId="285"/>
        </pc:sldMkLst>
      </pc:sldChg>
      <pc:sldChg chg="modSp new mod ord">
        <pc:chgData name="Sara Muneeb" userId="29b624b1-a719-43f5-9b52-388cd4043c04" providerId="ADAL" clId="{9349EC5B-3418-40D6-82D5-AD7C894D9B85}" dt="2022-12-14T10:14:36.433" v="1183" actId="20577"/>
        <pc:sldMkLst>
          <pc:docMk/>
          <pc:sldMk cId="1483931368" sldId="285"/>
        </pc:sldMkLst>
        <pc:spChg chg="mod">
          <ac:chgData name="Sara Muneeb" userId="29b624b1-a719-43f5-9b52-388cd4043c04" providerId="ADAL" clId="{9349EC5B-3418-40D6-82D5-AD7C894D9B85}" dt="2022-12-14T10:10:39.443" v="1083" actId="313"/>
          <ac:spMkLst>
            <pc:docMk/>
            <pc:sldMk cId="1483931368" sldId="285"/>
            <ac:spMk id="2" creationId="{B25017CB-4975-259B-B737-188722D4CD70}"/>
          </ac:spMkLst>
        </pc:spChg>
        <pc:spChg chg="mod">
          <ac:chgData name="Sara Muneeb" userId="29b624b1-a719-43f5-9b52-388cd4043c04" providerId="ADAL" clId="{9349EC5B-3418-40D6-82D5-AD7C894D9B85}" dt="2022-12-14T10:14:36.433" v="1183" actId="20577"/>
          <ac:spMkLst>
            <pc:docMk/>
            <pc:sldMk cId="1483931368" sldId="285"/>
            <ac:spMk id="3" creationId="{D96EFDDF-24D0-631D-5289-3E6CBE721DD6}"/>
          </ac:spMkLst>
        </pc:spChg>
      </pc:sldChg>
    </pc:docChg>
  </pc:docChgLst>
  <pc:docChgLst>
    <pc:chgData name="Sara Muneeb" userId="29b624b1-a719-43f5-9b52-388cd4043c04" providerId="ADAL" clId="{10D3A54C-D4DA-44D3-89CD-8D707469CA0C}"/>
    <pc:docChg chg="addSld delSld modSld">
      <pc:chgData name="Sara Muneeb" userId="29b624b1-a719-43f5-9b52-388cd4043c04" providerId="ADAL" clId="{10D3A54C-D4DA-44D3-89CD-8D707469CA0C}" dt="2022-11-01T03:53:42.478" v="17" actId="680"/>
      <pc:docMkLst>
        <pc:docMk/>
      </pc:docMkLst>
      <pc:sldChg chg="modSp mod">
        <pc:chgData name="Sara Muneeb" userId="29b624b1-a719-43f5-9b52-388cd4043c04" providerId="ADAL" clId="{10D3A54C-D4DA-44D3-89CD-8D707469CA0C}" dt="2022-11-01T03:52:58.767" v="16" actId="20577"/>
        <pc:sldMkLst>
          <pc:docMk/>
          <pc:sldMk cId="2984185032" sldId="256"/>
        </pc:sldMkLst>
        <pc:spChg chg="mod">
          <ac:chgData name="Sara Muneeb" userId="29b624b1-a719-43f5-9b52-388cd4043c04" providerId="ADAL" clId="{10D3A54C-D4DA-44D3-89CD-8D707469CA0C}" dt="2022-11-01T03:52:58.767" v="16" actId="20577"/>
          <ac:spMkLst>
            <pc:docMk/>
            <pc:sldMk cId="2984185032" sldId="256"/>
            <ac:spMk id="2" creationId="{00000000-0000-0000-0000-000000000000}"/>
          </ac:spMkLst>
        </pc:spChg>
      </pc:sldChg>
      <pc:sldChg chg="new">
        <pc:chgData name="Sara Muneeb" userId="29b624b1-a719-43f5-9b52-388cd4043c04" providerId="ADAL" clId="{10D3A54C-D4DA-44D3-89CD-8D707469CA0C}" dt="2022-11-01T03:53:42.478" v="17" actId="680"/>
        <pc:sldMkLst>
          <pc:docMk/>
          <pc:sldMk cId="2231384248" sldId="257"/>
        </pc:sldMkLst>
      </pc:sldChg>
      <pc:sldChg chg="del">
        <pc:chgData name="Sara Muneeb" userId="29b624b1-a719-43f5-9b52-388cd4043c04" providerId="ADAL" clId="{10D3A54C-D4DA-44D3-89CD-8D707469CA0C}" dt="2022-11-01T03:52:50.038" v="0" actId="47"/>
        <pc:sldMkLst>
          <pc:docMk/>
          <pc:sldMk cId="3551309204" sldId="257"/>
        </pc:sldMkLst>
      </pc:sldChg>
      <pc:sldChg chg="del">
        <pc:chgData name="Sara Muneeb" userId="29b624b1-a719-43f5-9b52-388cd4043c04" providerId="ADAL" clId="{10D3A54C-D4DA-44D3-89CD-8D707469CA0C}" dt="2022-11-01T03:52:50.038" v="0" actId="47"/>
        <pc:sldMkLst>
          <pc:docMk/>
          <pc:sldMk cId="2024920055" sldId="258"/>
        </pc:sldMkLst>
      </pc:sldChg>
      <pc:sldChg chg="del">
        <pc:chgData name="Sara Muneeb" userId="29b624b1-a719-43f5-9b52-388cd4043c04" providerId="ADAL" clId="{10D3A54C-D4DA-44D3-89CD-8D707469CA0C}" dt="2022-11-01T03:52:50.038" v="0" actId="47"/>
        <pc:sldMkLst>
          <pc:docMk/>
          <pc:sldMk cId="3918807433" sldId="259"/>
        </pc:sldMkLst>
      </pc:sldChg>
      <pc:sldChg chg="del">
        <pc:chgData name="Sara Muneeb" userId="29b624b1-a719-43f5-9b52-388cd4043c04" providerId="ADAL" clId="{10D3A54C-D4DA-44D3-89CD-8D707469CA0C}" dt="2022-11-01T03:52:50.038" v="0" actId="47"/>
        <pc:sldMkLst>
          <pc:docMk/>
          <pc:sldMk cId="4186466395" sldId="260"/>
        </pc:sldMkLst>
      </pc:sldChg>
      <pc:sldChg chg="del">
        <pc:chgData name="Sara Muneeb" userId="29b624b1-a719-43f5-9b52-388cd4043c04" providerId="ADAL" clId="{10D3A54C-D4DA-44D3-89CD-8D707469CA0C}" dt="2022-11-01T03:52:50.038" v="0" actId="47"/>
        <pc:sldMkLst>
          <pc:docMk/>
          <pc:sldMk cId="3337870780" sldId="261"/>
        </pc:sldMkLst>
      </pc:sldChg>
      <pc:sldChg chg="del">
        <pc:chgData name="Sara Muneeb" userId="29b624b1-a719-43f5-9b52-388cd4043c04" providerId="ADAL" clId="{10D3A54C-D4DA-44D3-89CD-8D707469CA0C}" dt="2022-11-01T03:52:50.038" v="0" actId="47"/>
        <pc:sldMkLst>
          <pc:docMk/>
          <pc:sldMk cId="1654318215" sldId="262"/>
        </pc:sldMkLst>
      </pc:sldChg>
      <pc:sldChg chg="del">
        <pc:chgData name="Sara Muneeb" userId="29b624b1-a719-43f5-9b52-388cd4043c04" providerId="ADAL" clId="{10D3A54C-D4DA-44D3-89CD-8D707469CA0C}" dt="2022-11-01T03:52:50.038" v="0" actId="47"/>
        <pc:sldMkLst>
          <pc:docMk/>
          <pc:sldMk cId="4294319554" sldId="263"/>
        </pc:sldMkLst>
      </pc:sldChg>
      <pc:sldChg chg="del">
        <pc:chgData name="Sara Muneeb" userId="29b624b1-a719-43f5-9b52-388cd4043c04" providerId="ADAL" clId="{10D3A54C-D4DA-44D3-89CD-8D707469CA0C}" dt="2022-11-01T03:52:50.038" v="0" actId="47"/>
        <pc:sldMkLst>
          <pc:docMk/>
          <pc:sldMk cId="3609823631" sldId="264"/>
        </pc:sldMkLst>
      </pc:sldChg>
      <pc:sldChg chg="del">
        <pc:chgData name="Sara Muneeb" userId="29b624b1-a719-43f5-9b52-388cd4043c04" providerId="ADAL" clId="{10D3A54C-D4DA-44D3-89CD-8D707469CA0C}" dt="2022-11-01T03:52:50.038" v="0" actId="47"/>
        <pc:sldMkLst>
          <pc:docMk/>
          <pc:sldMk cId="3671922232" sldId="265"/>
        </pc:sldMkLst>
      </pc:sldChg>
      <pc:sldChg chg="del">
        <pc:chgData name="Sara Muneeb" userId="29b624b1-a719-43f5-9b52-388cd4043c04" providerId="ADAL" clId="{10D3A54C-D4DA-44D3-89CD-8D707469CA0C}" dt="2022-11-01T03:52:50.038" v="0" actId="47"/>
        <pc:sldMkLst>
          <pc:docMk/>
          <pc:sldMk cId="1666915946" sldId="266"/>
        </pc:sldMkLst>
      </pc:sldChg>
      <pc:sldChg chg="del">
        <pc:chgData name="Sara Muneeb" userId="29b624b1-a719-43f5-9b52-388cd4043c04" providerId="ADAL" clId="{10D3A54C-D4DA-44D3-89CD-8D707469CA0C}" dt="2022-11-01T03:52:50.038" v="0" actId="47"/>
        <pc:sldMkLst>
          <pc:docMk/>
          <pc:sldMk cId="662440185" sldId="267"/>
        </pc:sldMkLst>
      </pc:sldChg>
      <pc:sldChg chg="del">
        <pc:chgData name="Sara Muneeb" userId="29b624b1-a719-43f5-9b52-388cd4043c04" providerId="ADAL" clId="{10D3A54C-D4DA-44D3-89CD-8D707469CA0C}" dt="2022-11-01T03:52:50.038" v="0" actId="47"/>
        <pc:sldMkLst>
          <pc:docMk/>
          <pc:sldMk cId="1251303979" sldId="268"/>
        </pc:sldMkLst>
      </pc:sldChg>
      <pc:sldChg chg="del">
        <pc:chgData name="Sara Muneeb" userId="29b624b1-a719-43f5-9b52-388cd4043c04" providerId="ADAL" clId="{10D3A54C-D4DA-44D3-89CD-8D707469CA0C}" dt="2022-11-01T03:52:50.038" v="0" actId="47"/>
        <pc:sldMkLst>
          <pc:docMk/>
          <pc:sldMk cId="625244237" sldId="269"/>
        </pc:sldMkLst>
      </pc:sldChg>
      <pc:sldChg chg="del">
        <pc:chgData name="Sara Muneeb" userId="29b624b1-a719-43f5-9b52-388cd4043c04" providerId="ADAL" clId="{10D3A54C-D4DA-44D3-89CD-8D707469CA0C}" dt="2022-11-01T03:52:50.038" v="0" actId="47"/>
        <pc:sldMkLst>
          <pc:docMk/>
          <pc:sldMk cId="3689388705" sldId="270"/>
        </pc:sldMkLst>
      </pc:sldChg>
      <pc:sldChg chg="del">
        <pc:chgData name="Sara Muneeb" userId="29b624b1-a719-43f5-9b52-388cd4043c04" providerId="ADAL" clId="{10D3A54C-D4DA-44D3-89CD-8D707469CA0C}" dt="2022-11-01T03:52:50.038" v="0" actId="47"/>
        <pc:sldMkLst>
          <pc:docMk/>
          <pc:sldMk cId="2632452845" sldId="271"/>
        </pc:sldMkLst>
      </pc:sldChg>
    </pc:docChg>
  </pc:docChgLst>
  <pc:docChgLst>
    <pc:chgData name="Sara Muneeb" userId="29b624b1-a719-43f5-9b52-388cd4043c04" providerId="ADAL" clId="{3F7FB391-E689-4438-9E08-5EC6E3D820C0}"/>
    <pc:docChg chg="undo redo custSel addSld delSld modSld">
      <pc:chgData name="Sara Muneeb" userId="29b624b1-a719-43f5-9b52-388cd4043c04" providerId="ADAL" clId="{3F7FB391-E689-4438-9E08-5EC6E3D820C0}" dt="2022-10-10T06:34:37.994" v="926" actId="20577"/>
      <pc:docMkLst>
        <pc:docMk/>
      </pc:docMkLst>
      <pc:sldChg chg="modSp mod">
        <pc:chgData name="Sara Muneeb" userId="29b624b1-a719-43f5-9b52-388cd4043c04" providerId="ADAL" clId="{3F7FB391-E689-4438-9E08-5EC6E3D820C0}" dt="2022-10-05T09:49:13.557" v="17" actId="20577"/>
        <pc:sldMkLst>
          <pc:docMk/>
          <pc:sldMk cId="2984185032" sldId="256"/>
        </pc:sldMkLst>
        <pc:spChg chg="mod">
          <ac:chgData name="Sara Muneeb" userId="29b624b1-a719-43f5-9b52-388cd4043c04" providerId="ADAL" clId="{3F7FB391-E689-4438-9E08-5EC6E3D820C0}" dt="2022-10-05T09:49:13.557" v="17" actId="20577"/>
          <ac:spMkLst>
            <pc:docMk/>
            <pc:sldMk cId="2984185032" sldId="256"/>
            <ac:spMk id="2" creationId="{00000000-0000-0000-0000-000000000000}"/>
          </ac:spMkLst>
        </pc:spChg>
      </pc:sldChg>
      <pc:sldChg chg="addSp modSp new mod">
        <pc:chgData name="Sara Muneeb" userId="29b624b1-a719-43f5-9b52-388cd4043c04" providerId="ADAL" clId="{3F7FB391-E689-4438-9E08-5EC6E3D820C0}" dt="2022-10-06T03:48:23.084" v="181" actId="1076"/>
        <pc:sldMkLst>
          <pc:docMk/>
          <pc:sldMk cId="3551309204" sldId="257"/>
        </pc:sldMkLst>
        <pc:spChg chg="mod">
          <ac:chgData name="Sara Muneeb" userId="29b624b1-a719-43f5-9b52-388cd4043c04" providerId="ADAL" clId="{3F7FB391-E689-4438-9E08-5EC6E3D820C0}" dt="2022-10-05T09:56:44.852" v="32" actId="20577"/>
          <ac:spMkLst>
            <pc:docMk/>
            <pc:sldMk cId="3551309204" sldId="257"/>
            <ac:spMk id="2" creationId="{8B6E7983-B3F9-F39F-CB3C-088E7400C18D}"/>
          </ac:spMkLst>
        </pc:spChg>
        <pc:spChg chg="mod">
          <ac:chgData name="Sara Muneeb" userId="29b624b1-a719-43f5-9b52-388cd4043c04" providerId="ADAL" clId="{3F7FB391-E689-4438-9E08-5EC6E3D820C0}" dt="2022-10-06T03:47:31.792" v="177" actId="404"/>
          <ac:spMkLst>
            <pc:docMk/>
            <pc:sldMk cId="3551309204" sldId="257"/>
            <ac:spMk id="3" creationId="{A19B700E-6D40-1EE4-AE4F-B0623D89335D}"/>
          </ac:spMkLst>
        </pc:spChg>
        <pc:picChg chg="add mod">
          <ac:chgData name="Sara Muneeb" userId="29b624b1-a719-43f5-9b52-388cd4043c04" providerId="ADAL" clId="{3F7FB391-E689-4438-9E08-5EC6E3D820C0}" dt="2022-10-06T03:48:23.084" v="181" actId="1076"/>
          <ac:picMkLst>
            <pc:docMk/>
            <pc:sldMk cId="3551309204" sldId="257"/>
            <ac:picMk id="1026" creationId="{0669B95C-8EA7-B4C2-52BC-9C1E1ECD842D}"/>
          </ac:picMkLst>
        </pc:picChg>
      </pc:sldChg>
      <pc:sldChg chg="del">
        <pc:chgData name="Sara Muneeb" userId="29b624b1-a719-43f5-9b52-388cd4043c04" providerId="ADAL" clId="{3F7FB391-E689-4438-9E08-5EC6E3D820C0}" dt="2022-10-05T09:56:34.003" v="18" actId="47"/>
        <pc:sldMkLst>
          <pc:docMk/>
          <pc:sldMk cId="4179302358" sldId="257"/>
        </pc:sldMkLst>
      </pc:sldChg>
      <pc:sldChg chg="del">
        <pc:chgData name="Sara Muneeb" userId="29b624b1-a719-43f5-9b52-388cd4043c04" providerId="ADAL" clId="{3F7FB391-E689-4438-9E08-5EC6E3D820C0}" dt="2022-10-05T09:56:34.003" v="18" actId="47"/>
        <pc:sldMkLst>
          <pc:docMk/>
          <pc:sldMk cId="896610511" sldId="258"/>
        </pc:sldMkLst>
      </pc:sldChg>
      <pc:sldChg chg="addSp modSp new mod">
        <pc:chgData name="Sara Muneeb" userId="29b624b1-a719-43f5-9b52-388cd4043c04" providerId="ADAL" clId="{3F7FB391-E689-4438-9E08-5EC6E3D820C0}" dt="2022-10-06T06:18:14.247" v="287" actId="1076"/>
        <pc:sldMkLst>
          <pc:docMk/>
          <pc:sldMk cId="2024920055" sldId="258"/>
        </pc:sldMkLst>
        <pc:spChg chg="mod">
          <ac:chgData name="Sara Muneeb" userId="29b624b1-a719-43f5-9b52-388cd4043c04" providerId="ADAL" clId="{3F7FB391-E689-4438-9E08-5EC6E3D820C0}" dt="2022-10-06T04:00:46.203" v="194" actId="20577"/>
          <ac:spMkLst>
            <pc:docMk/>
            <pc:sldMk cId="2024920055" sldId="258"/>
            <ac:spMk id="2" creationId="{31C45E19-68AF-FB66-8D92-38BA7D18642B}"/>
          </ac:spMkLst>
        </pc:spChg>
        <pc:spChg chg="mod">
          <ac:chgData name="Sara Muneeb" userId="29b624b1-a719-43f5-9b52-388cd4043c04" providerId="ADAL" clId="{3F7FB391-E689-4438-9E08-5EC6E3D820C0}" dt="2022-10-06T04:09:20.693" v="284" actId="20577"/>
          <ac:spMkLst>
            <pc:docMk/>
            <pc:sldMk cId="2024920055" sldId="258"/>
            <ac:spMk id="3" creationId="{609E5FCB-8113-F780-289C-17FC58F13008}"/>
          </ac:spMkLst>
        </pc:spChg>
        <pc:picChg chg="add mod">
          <ac:chgData name="Sara Muneeb" userId="29b624b1-a719-43f5-9b52-388cd4043c04" providerId="ADAL" clId="{3F7FB391-E689-4438-9E08-5EC6E3D820C0}" dt="2022-10-06T06:18:14.247" v="287" actId="1076"/>
          <ac:picMkLst>
            <pc:docMk/>
            <pc:sldMk cId="2024920055" sldId="258"/>
            <ac:picMk id="2050" creationId="{B570AF24-EDFE-457A-E6EE-0A80EE7EFAFE}"/>
          </ac:picMkLst>
        </pc:picChg>
      </pc:sldChg>
      <pc:sldChg chg="del">
        <pc:chgData name="Sara Muneeb" userId="29b624b1-a719-43f5-9b52-388cd4043c04" providerId="ADAL" clId="{3F7FB391-E689-4438-9E08-5EC6E3D820C0}" dt="2022-10-05T09:56:34.003" v="18" actId="47"/>
        <pc:sldMkLst>
          <pc:docMk/>
          <pc:sldMk cId="3149991155" sldId="259"/>
        </pc:sldMkLst>
      </pc:sldChg>
      <pc:sldChg chg="addSp delSp modSp new mod">
        <pc:chgData name="Sara Muneeb" userId="29b624b1-a719-43f5-9b52-388cd4043c04" providerId="ADAL" clId="{3F7FB391-E689-4438-9E08-5EC6E3D820C0}" dt="2022-10-06T07:13:23.912" v="365" actId="14100"/>
        <pc:sldMkLst>
          <pc:docMk/>
          <pc:sldMk cId="3918807433" sldId="259"/>
        </pc:sldMkLst>
        <pc:spChg chg="mod">
          <ac:chgData name="Sara Muneeb" userId="29b624b1-a719-43f5-9b52-388cd4043c04" providerId="ADAL" clId="{3F7FB391-E689-4438-9E08-5EC6E3D820C0}" dt="2022-10-06T07:08:13.379" v="298" actId="20577"/>
          <ac:spMkLst>
            <pc:docMk/>
            <pc:sldMk cId="3918807433" sldId="259"/>
            <ac:spMk id="2" creationId="{264102E1-B99B-5021-A623-ADEC1B23D6BA}"/>
          </ac:spMkLst>
        </pc:spChg>
        <pc:spChg chg="add del mod">
          <ac:chgData name="Sara Muneeb" userId="29b624b1-a719-43f5-9b52-388cd4043c04" providerId="ADAL" clId="{3F7FB391-E689-4438-9E08-5EC6E3D820C0}" dt="2022-10-06T07:10:08.053" v="363" actId="20577"/>
          <ac:spMkLst>
            <pc:docMk/>
            <pc:sldMk cId="3918807433" sldId="259"/>
            <ac:spMk id="3" creationId="{2DFCFD70-0E78-D3C5-9D14-05657D8BB8A2}"/>
          </ac:spMkLst>
        </pc:spChg>
        <pc:spChg chg="add del mod">
          <ac:chgData name="Sara Muneeb" userId="29b624b1-a719-43f5-9b52-388cd4043c04" providerId="ADAL" clId="{3F7FB391-E689-4438-9E08-5EC6E3D820C0}" dt="2022-10-06T07:08:44.873" v="348"/>
          <ac:spMkLst>
            <pc:docMk/>
            <pc:sldMk cId="3918807433" sldId="259"/>
            <ac:spMk id="4" creationId="{0B00268D-2C1F-D00E-B23E-B7CEC8F472F2}"/>
          </ac:spMkLst>
        </pc:spChg>
        <pc:spChg chg="add del mod">
          <ac:chgData name="Sara Muneeb" userId="29b624b1-a719-43f5-9b52-388cd4043c04" providerId="ADAL" clId="{3F7FB391-E689-4438-9E08-5EC6E3D820C0}" dt="2022-10-06T07:08:39.142" v="345" actId="21"/>
          <ac:spMkLst>
            <pc:docMk/>
            <pc:sldMk cId="3918807433" sldId="259"/>
            <ac:spMk id="5" creationId="{00ACD40F-147E-0C1F-F689-25C1632407A0}"/>
          </ac:spMkLst>
        </pc:spChg>
        <pc:picChg chg="add mod">
          <ac:chgData name="Sara Muneeb" userId="29b624b1-a719-43f5-9b52-388cd4043c04" providerId="ADAL" clId="{3F7FB391-E689-4438-9E08-5EC6E3D820C0}" dt="2022-10-06T07:13:23.912" v="365" actId="14100"/>
          <ac:picMkLst>
            <pc:docMk/>
            <pc:sldMk cId="3918807433" sldId="259"/>
            <ac:picMk id="3076" creationId="{B11C7E45-FB31-097B-BF92-9F9ECA6436F0}"/>
          </ac:picMkLst>
        </pc:picChg>
      </pc:sldChg>
      <pc:sldChg chg="del">
        <pc:chgData name="Sara Muneeb" userId="29b624b1-a719-43f5-9b52-388cd4043c04" providerId="ADAL" clId="{3F7FB391-E689-4438-9E08-5EC6E3D820C0}" dt="2022-10-05T09:56:34.003" v="18" actId="47"/>
        <pc:sldMkLst>
          <pc:docMk/>
          <pc:sldMk cId="198138684" sldId="260"/>
        </pc:sldMkLst>
      </pc:sldChg>
      <pc:sldChg chg="modSp new mod">
        <pc:chgData name="Sara Muneeb" userId="29b624b1-a719-43f5-9b52-388cd4043c04" providerId="ADAL" clId="{3F7FB391-E689-4438-9E08-5EC6E3D820C0}" dt="2022-10-06T08:29:42.002" v="440" actId="113"/>
        <pc:sldMkLst>
          <pc:docMk/>
          <pc:sldMk cId="4186466395" sldId="260"/>
        </pc:sldMkLst>
        <pc:spChg chg="mod">
          <ac:chgData name="Sara Muneeb" userId="29b624b1-a719-43f5-9b52-388cd4043c04" providerId="ADAL" clId="{3F7FB391-E689-4438-9E08-5EC6E3D820C0}" dt="2022-10-06T07:15:43.743" v="398" actId="20577"/>
          <ac:spMkLst>
            <pc:docMk/>
            <pc:sldMk cId="4186466395" sldId="260"/>
            <ac:spMk id="2" creationId="{8E88E8BD-1CA7-3ADB-E270-7A65BE18077D}"/>
          </ac:spMkLst>
        </pc:spChg>
        <pc:spChg chg="mod">
          <ac:chgData name="Sara Muneeb" userId="29b624b1-a719-43f5-9b52-388cd4043c04" providerId="ADAL" clId="{3F7FB391-E689-4438-9E08-5EC6E3D820C0}" dt="2022-10-06T08:29:42.002" v="440" actId="113"/>
          <ac:spMkLst>
            <pc:docMk/>
            <pc:sldMk cId="4186466395" sldId="260"/>
            <ac:spMk id="3" creationId="{EE3469E8-E6C7-170C-592B-6D8710B05402}"/>
          </ac:spMkLst>
        </pc:spChg>
      </pc:sldChg>
      <pc:sldChg chg="del">
        <pc:chgData name="Sara Muneeb" userId="29b624b1-a719-43f5-9b52-388cd4043c04" providerId="ADAL" clId="{3F7FB391-E689-4438-9E08-5EC6E3D820C0}" dt="2022-10-05T09:56:34.003" v="18" actId="47"/>
        <pc:sldMkLst>
          <pc:docMk/>
          <pc:sldMk cId="2876332182" sldId="261"/>
        </pc:sldMkLst>
      </pc:sldChg>
      <pc:sldChg chg="addSp modSp new mod">
        <pc:chgData name="Sara Muneeb" userId="29b624b1-a719-43f5-9b52-388cd4043c04" providerId="ADAL" clId="{3F7FB391-E689-4438-9E08-5EC6E3D820C0}" dt="2022-10-06T08:34:40.806" v="583" actId="14100"/>
        <pc:sldMkLst>
          <pc:docMk/>
          <pc:sldMk cId="3337870780" sldId="261"/>
        </pc:sldMkLst>
        <pc:spChg chg="mod">
          <ac:chgData name="Sara Muneeb" userId="29b624b1-a719-43f5-9b52-388cd4043c04" providerId="ADAL" clId="{3F7FB391-E689-4438-9E08-5EC6E3D820C0}" dt="2022-10-06T08:30:22.112" v="465" actId="20577"/>
          <ac:spMkLst>
            <pc:docMk/>
            <pc:sldMk cId="3337870780" sldId="261"/>
            <ac:spMk id="2" creationId="{77C93915-CC0A-78EC-1E95-6E3300CDCB55}"/>
          </ac:spMkLst>
        </pc:spChg>
        <pc:spChg chg="mod">
          <ac:chgData name="Sara Muneeb" userId="29b624b1-a719-43f5-9b52-388cd4043c04" providerId="ADAL" clId="{3F7FB391-E689-4438-9E08-5EC6E3D820C0}" dt="2022-10-06T08:34:30.964" v="580" actId="14100"/>
          <ac:spMkLst>
            <pc:docMk/>
            <pc:sldMk cId="3337870780" sldId="261"/>
            <ac:spMk id="3" creationId="{8F931A51-73BE-4AF1-56D3-0F0496D18BCE}"/>
          </ac:spMkLst>
        </pc:spChg>
        <pc:picChg chg="add mod">
          <ac:chgData name="Sara Muneeb" userId="29b624b1-a719-43f5-9b52-388cd4043c04" providerId="ADAL" clId="{3F7FB391-E689-4438-9E08-5EC6E3D820C0}" dt="2022-10-06T08:34:40.806" v="583" actId="14100"/>
          <ac:picMkLst>
            <pc:docMk/>
            <pc:sldMk cId="3337870780" sldId="261"/>
            <ac:picMk id="4098" creationId="{05797A4A-E187-8C82-FABE-1088EEECD08F}"/>
          </ac:picMkLst>
        </pc:picChg>
      </pc:sldChg>
      <pc:sldChg chg="del">
        <pc:chgData name="Sara Muneeb" userId="29b624b1-a719-43f5-9b52-388cd4043c04" providerId="ADAL" clId="{3F7FB391-E689-4438-9E08-5EC6E3D820C0}" dt="2022-10-05T09:56:34.003" v="18" actId="47"/>
        <pc:sldMkLst>
          <pc:docMk/>
          <pc:sldMk cId="601268" sldId="262"/>
        </pc:sldMkLst>
      </pc:sldChg>
      <pc:sldChg chg="addSp delSp modSp new mod">
        <pc:chgData name="Sara Muneeb" userId="29b624b1-a719-43f5-9b52-388cd4043c04" providerId="ADAL" clId="{3F7FB391-E689-4438-9E08-5EC6E3D820C0}" dt="2022-10-06T08:42:26.485" v="649" actId="14100"/>
        <pc:sldMkLst>
          <pc:docMk/>
          <pc:sldMk cId="1654318215" sldId="262"/>
        </pc:sldMkLst>
        <pc:spChg chg="mod">
          <ac:chgData name="Sara Muneeb" userId="29b624b1-a719-43f5-9b52-388cd4043c04" providerId="ADAL" clId="{3F7FB391-E689-4438-9E08-5EC6E3D820C0}" dt="2022-10-06T08:37:27.397" v="609" actId="20577"/>
          <ac:spMkLst>
            <pc:docMk/>
            <pc:sldMk cId="1654318215" sldId="262"/>
            <ac:spMk id="2" creationId="{0AFBDD36-3CFD-05D8-4E2B-32CD8D39C844}"/>
          </ac:spMkLst>
        </pc:spChg>
        <pc:spChg chg="del">
          <ac:chgData name="Sara Muneeb" userId="29b624b1-a719-43f5-9b52-388cd4043c04" providerId="ADAL" clId="{3F7FB391-E689-4438-9E08-5EC6E3D820C0}" dt="2022-10-06T08:41:03.710" v="610" actId="22"/>
          <ac:spMkLst>
            <pc:docMk/>
            <pc:sldMk cId="1654318215" sldId="262"/>
            <ac:spMk id="3" creationId="{B32BA12A-2F1E-2F5C-C7D0-F68B78713812}"/>
          </ac:spMkLst>
        </pc:spChg>
        <pc:spChg chg="add mod">
          <ac:chgData name="Sara Muneeb" userId="29b624b1-a719-43f5-9b52-388cd4043c04" providerId="ADAL" clId="{3F7FB391-E689-4438-9E08-5EC6E3D820C0}" dt="2022-10-06T08:42:11.637" v="633" actId="1076"/>
          <ac:spMkLst>
            <pc:docMk/>
            <pc:sldMk cId="1654318215" sldId="262"/>
            <ac:spMk id="8" creationId="{05524CB5-3D13-759E-DA78-B32FCA477A71}"/>
          </ac:spMkLst>
        </pc:spChg>
        <pc:spChg chg="add mod">
          <ac:chgData name="Sara Muneeb" userId="29b624b1-a719-43f5-9b52-388cd4043c04" providerId="ADAL" clId="{3F7FB391-E689-4438-9E08-5EC6E3D820C0}" dt="2022-10-06T08:42:26.485" v="649" actId="14100"/>
          <ac:spMkLst>
            <pc:docMk/>
            <pc:sldMk cId="1654318215" sldId="262"/>
            <ac:spMk id="9" creationId="{57652B81-9115-0557-F496-47D63B7563DF}"/>
          </ac:spMkLst>
        </pc:spChg>
        <pc:picChg chg="add mod ord">
          <ac:chgData name="Sara Muneeb" userId="29b624b1-a719-43f5-9b52-388cd4043c04" providerId="ADAL" clId="{3F7FB391-E689-4438-9E08-5EC6E3D820C0}" dt="2022-10-06T08:41:52.324" v="618" actId="1076"/>
          <ac:picMkLst>
            <pc:docMk/>
            <pc:sldMk cId="1654318215" sldId="262"/>
            <ac:picMk id="5" creationId="{9BFF0D8F-9952-4340-5E8A-CD5F0AC0D03A}"/>
          </ac:picMkLst>
        </pc:picChg>
        <pc:picChg chg="add mod">
          <ac:chgData name="Sara Muneeb" userId="29b624b1-a719-43f5-9b52-388cd4043c04" providerId="ADAL" clId="{3F7FB391-E689-4438-9E08-5EC6E3D820C0}" dt="2022-10-06T08:41:46.393" v="616" actId="14100"/>
          <ac:picMkLst>
            <pc:docMk/>
            <pc:sldMk cId="1654318215" sldId="262"/>
            <ac:picMk id="7" creationId="{AAEB9402-A727-C483-9BD7-4CE0E1987CFF}"/>
          </ac:picMkLst>
        </pc:picChg>
      </pc:sldChg>
      <pc:sldChg chg="del">
        <pc:chgData name="Sara Muneeb" userId="29b624b1-a719-43f5-9b52-388cd4043c04" providerId="ADAL" clId="{3F7FB391-E689-4438-9E08-5EC6E3D820C0}" dt="2022-10-05T09:56:34.003" v="18" actId="47"/>
        <pc:sldMkLst>
          <pc:docMk/>
          <pc:sldMk cId="2598016477" sldId="263"/>
        </pc:sldMkLst>
      </pc:sldChg>
      <pc:sldChg chg="addSp delSp modSp new mod">
        <pc:chgData name="Sara Muneeb" userId="29b624b1-a719-43f5-9b52-388cd4043c04" providerId="ADAL" clId="{3F7FB391-E689-4438-9E08-5EC6E3D820C0}" dt="2022-10-06T08:47:35.798" v="716" actId="1076"/>
        <pc:sldMkLst>
          <pc:docMk/>
          <pc:sldMk cId="4294319554" sldId="263"/>
        </pc:sldMkLst>
        <pc:spChg chg="mod">
          <ac:chgData name="Sara Muneeb" userId="29b624b1-a719-43f5-9b52-388cd4043c04" providerId="ADAL" clId="{3F7FB391-E689-4438-9E08-5EC6E3D820C0}" dt="2022-10-06T08:46:51.186" v="657" actId="20577"/>
          <ac:spMkLst>
            <pc:docMk/>
            <pc:sldMk cId="4294319554" sldId="263"/>
            <ac:spMk id="2" creationId="{469FB018-CF21-CC93-779B-104E271521D0}"/>
          </ac:spMkLst>
        </pc:spChg>
        <pc:spChg chg="del mod">
          <ac:chgData name="Sara Muneeb" userId="29b624b1-a719-43f5-9b52-388cd4043c04" providerId="ADAL" clId="{3F7FB391-E689-4438-9E08-5EC6E3D820C0}" dt="2022-10-06T08:46:53.073" v="659" actId="22"/>
          <ac:spMkLst>
            <pc:docMk/>
            <pc:sldMk cId="4294319554" sldId="263"/>
            <ac:spMk id="3" creationId="{400FC049-CE97-4E48-C2B2-08F2CCEF5CF0}"/>
          </ac:spMkLst>
        </pc:spChg>
        <pc:spChg chg="add mod">
          <ac:chgData name="Sara Muneeb" userId="29b624b1-a719-43f5-9b52-388cd4043c04" providerId="ADAL" clId="{3F7FB391-E689-4438-9E08-5EC6E3D820C0}" dt="2022-10-06T08:47:35.798" v="716" actId="1076"/>
          <ac:spMkLst>
            <pc:docMk/>
            <pc:sldMk cId="4294319554" sldId="263"/>
            <ac:spMk id="6" creationId="{DF8DA616-CF7C-4736-87BD-4387F0454C7F}"/>
          </ac:spMkLst>
        </pc:spChg>
        <pc:picChg chg="add mod ord">
          <ac:chgData name="Sara Muneeb" userId="29b624b1-a719-43f5-9b52-388cd4043c04" providerId="ADAL" clId="{3F7FB391-E689-4438-9E08-5EC6E3D820C0}" dt="2022-10-06T08:46:53.073" v="659" actId="22"/>
          <ac:picMkLst>
            <pc:docMk/>
            <pc:sldMk cId="4294319554" sldId="263"/>
            <ac:picMk id="5" creationId="{157A1106-BB2F-1E78-12F5-0B15370D88DD}"/>
          </ac:picMkLst>
        </pc:picChg>
      </pc:sldChg>
      <pc:sldChg chg="del">
        <pc:chgData name="Sara Muneeb" userId="29b624b1-a719-43f5-9b52-388cd4043c04" providerId="ADAL" clId="{3F7FB391-E689-4438-9E08-5EC6E3D820C0}" dt="2022-10-05T09:56:34.003" v="18" actId="47"/>
        <pc:sldMkLst>
          <pc:docMk/>
          <pc:sldMk cId="2320396932" sldId="264"/>
        </pc:sldMkLst>
      </pc:sldChg>
      <pc:sldChg chg="addSp delSp modSp new mod">
        <pc:chgData name="Sara Muneeb" userId="29b624b1-a719-43f5-9b52-388cd4043c04" providerId="ADAL" clId="{3F7FB391-E689-4438-9E08-5EC6E3D820C0}" dt="2022-10-06T08:48:44.627" v="803" actId="20577"/>
        <pc:sldMkLst>
          <pc:docMk/>
          <pc:sldMk cId="3609823631" sldId="264"/>
        </pc:sldMkLst>
        <pc:spChg chg="mod">
          <ac:chgData name="Sara Muneeb" userId="29b624b1-a719-43f5-9b52-388cd4043c04" providerId="ADAL" clId="{3F7FB391-E689-4438-9E08-5EC6E3D820C0}" dt="2022-10-06T08:48:44.627" v="803" actId="20577"/>
          <ac:spMkLst>
            <pc:docMk/>
            <pc:sldMk cId="3609823631" sldId="264"/>
            <ac:spMk id="2" creationId="{3D2BA08B-F34D-C586-7BF3-984DEA5671A0}"/>
          </ac:spMkLst>
        </pc:spChg>
        <pc:spChg chg="del">
          <ac:chgData name="Sara Muneeb" userId="29b624b1-a719-43f5-9b52-388cd4043c04" providerId="ADAL" clId="{3F7FB391-E689-4438-9E08-5EC6E3D820C0}" dt="2022-10-06T08:47:56.775" v="725" actId="22"/>
          <ac:spMkLst>
            <pc:docMk/>
            <pc:sldMk cId="3609823631" sldId="264"/>
            <ac:spMk id="3" creationId="{F45FF0E7-5FA8-61DA-D6EC-ECDA2C825906}"/>
          </ac:spMkLst>
        </pc:spChg>
        <pc:spChg chg="add mod">
          <ac:chgData name="Sara Muneeb" userId="29b624b1-a719-43f5-9b52-388cd4043c04" providerId="ADAL" clId="{3F7FB391-E689-4438-9E08-5EC6E3D820C0}" dt="2022-10-06T08:48:35.838" v="784" actId="1076"/>
          <ac:spMkLst>
            <pc:docMk/>
            <pc:sldMk cId="3609823631" sldId="264"/>
            <ac:spMk id="6" creationId="{2D1C418D-5312-EE06-7625-9FAA2E879447}"/>
          </ac:spMkLst>
        </pc:spChg>
        <pc:picChg chg="add mod ord">
          <ac:chgData name="Sara Muneeb" userId="29b624b1-a719-43f5-9b52-388cd4043c04" providerId="ADAL" clId="{3F7FB391-E689-4438-9E08-5EC6E3D820C0}" dt="2022-10-06T08:47:56.775" v="725" actId="22"/>
          <ac:picMkLst>
            <pc:docMk/>
            <pc:sldMk cId="3609823631" sldId="264"/>
            <ac:picMk id="5" creationId="{BA195658-4101-E5E2-D2BC-C14D1A7ACA7F}"/>
          </ac:picMkLst>
        </pc:picChg>
      </pc:sldChg>
      <pc:sldChg chg="del">
        <pc:chgData name="Sara Muneeb" userId="29b624b1-a719-43f5-9b52-388cd4043c04" providerId="ADAL" clId="{3F7FB391-E689-4438-9E08-5EC6E3D820C0}" dt="2022-10-05T09:56:34.003" v="18" actId="47"/>
        <pc:sldMkLst>
          <pc:docMk/>
          <pc:sldMk cId="766487697" sldId="265"/>
        </pc:sldMkLst>
      </pc:sldChg>
      <pc:sldChg chg="addSp delSp modSp new mod">
        <pc:chgData name="Sara Muneeb" userId="29b624b1-a719-43f5-9b52-388cd4043c04" providerId="ADAL" clId="{3F7FB391-E689-4438-9E08-5EC6E3D820C0}" dt="2022-10-06T08:57:37.841" v="857" actId="22"/>
        <pc:sldMkLst>
          <pc:docMk/>
          <pc:sldMk cId="3671922232" sldId="265"/>
        </pc:sldMkLst>
        <pc:spChg chg="mod">
          <ac:chgData name="Sara Muneeb" userId="29b624b1-a719-43f5-9b52-388cd4043c04" providerId="ADAL" clId="{3F7FB391-E689-4438-9E08-5EC6E3D820C0}" dt="2022-10-06T08:57:35.313" v="855" actId="20577"/>
          <ac:spMkLst>
            <pc:docMk/>
            <pc:sldMk cId="3671922232" sldId="265"/>
            <ac:spMk id="2" creationId="{B8E0596E-AD56-8BDC-461F-DD9D8C92FFEE}"/>
          </ac:spMkLst>
        </pc:spChg>
        <pc:spChg chg="del mod">
          <ac:chgData name="Sara Muneeb" userId="29b624b1-a719-43f5-9b52-388cd4043c04" providerId="ADAL" clId="{3F7FB391-E689-4438-9E08-5EC6E3D820C0}" dt="2022-10-06T08:57:37.841" v="857" actId="22"/>
          <ac:spMkLst>
            <pc:docMk/>
            <pc:sldMk cId="3671922232" sldId="265"/>
            <ac:spMk id="3" creationId="{D77B6166-2B1F-49E0-DC4B-0820897636ED}"/>
          </ac:spMkLst>
        </pc:spChg>
        <pc:picChg chg="add mod ord">
          <ac:chgData name="Sara Muneeb" userId="29b624b1-a719-43f5-9b52-388cd4043c04" providerId="ADAL" clId="{3F7FB391-E689-4438-9E08-5EC6E3D820C0}" dt="2022-10-06T08:57:37.841" v="857" actId="22"/>
          <ac:picMkLst>
            <pc:docMk/>
            <pc:sldMk cId="3671922232" sldId="265"/>
            <ac:picMk id="5" creationId="{859A201E-251B-ACC1-2B05-AA08127964CF}"/>
          </ac:picMkLst>
        </pc:picChg>
      </pc:sldChg>
      <pc:sldChg chg="del">
        <pc:chgData name="Sara Muneeb" userId="29b624b1-a719-43f5-9b52-388cd4043c04" providerId="ADAL" clId="{3F7FB391-E689-4438-9E08-5EC6E3D820C0}" dt="2022-10-05T09:56:34.003" v="18" actId="47"/>
        <pc:sldMkLst>
          <pc:docMk/>
          <pc:sldMk cId="1657546060" sldId="266"/>
        </pc:sldMkLst>
      </pc:sldChg>
      <pc:sldChg chg="del">
        <pc:chgData name="Sara Muneeb" userId="29b624b1-a719-43f5-9b52-388cd4043c04" providerId="ADAL" clId="{3F7FB391-E689-4438-9E08-5EC6E3D820C0}" dt="2022-10-05T09:56:34.003" v="18" actId="47"/>
        <pc:sldMkLst>
          <pc:docMk/>
          <pc:sldMk cId="3390644009" sldId="267"/>
        </pc:sldMkLst>
      </pc:sldChg>
      <pc:sldChg chg="modSp mod">
        <pc:chgData name="Sara Muneeb" userId="29b624b1-a719-43f5-9b52-388cd4043c04" providerId="ADAL" clId="{3F7FB391-E689-4438-9E08-5EC6E3D820C0}" dt="2022-10-10T06:34:37.994" v="926" actId="20577"/>
        <pc:sldMkLst>
          <pc:docMk/>
          <pc:sldMk cId="1251303979" sldId="268"/>
        </pc:sldMkLst>
        <pc:spChg chg="mod">
          <ac:chgData name="Sara Muneeb" userId="29b624b1-a719-43f5-9b52-388cd4043c04" providerId="ADAL" clId="{3F7FB391-E689-4438-9E08-5EC6E3D820C0}" dt="2022-10-10T06:34:37.994" v="926" actId="20577"/>
          <ac:spMkLst>
            <pc:docMk/>
            <pc:sldMk cId="1251303979" sldId="268"/>
            <ac:spMk id="3" creationId="{6D4F821F-443B-73AB-438B-0D79F768E520}"/>
          </ac:spMkLst>
        </pc:spChg>
      </pc:sldChg>
      <pc:sldChg chg="del">
        <pc:chgData name="Sara Muneeb" userId="29b624b1-a719-43f5-9b52-388cd4043c04" providerId="ADAL" clId="{3F7FB391-E689-4438-9E08-5EC6E3D820C0}" dt="2022-10-05T09:56:34.003" v="18" actId="47"/>
        <pc:sldMkLst>
          <pc:docMk/>
          <pc:sldMk cId="3167281788" sldId="268"/>
        </pc:sldMkLst>
      </pc:sldChg>
      <pc:sldChg chg="del">
        <pc:chgData name="Sara Muneeb" userId="29b624b1-a719-43f5-9b52-388cd4043c04" providerId="ADAL" clId="{3F7FB391-E689-4438-9E08-5EC6E3D820C0}" dt="2022-10-05T09:56:34.003" v="18" actId="47"/>
        <pc:sldMkLst>
          <pc:docMk/>
          <pc:sldMk cId="3448848701" sldId="269"/>
        </pc:sldMkLst>
      </pc:sldChg>
      <pc:sldChg chg="del">
        <pc:chgData name="Sara Muneeb" userId="29b624b1-a719-43f5-9b52-388cd4043c04" providerId="ADAL" clId="{3F7FB391-E689-4438-9E08-5EC6E3D820C0}" dt="2022-10-05T09:56:34.003" v="18" actId="47"/>
        <pc:sldMkLst>
          <pc:docMk/>
          <pc:sldMk cId="4245632414" sldId="270"/>
        </pc:sldMkLst>
      </pc:sldChg>
      <pc:sldChg chg="del">
        <pc:chgData name="Sara Muneeb" userId="29b624b1-a719-43f5-9b52-388cd4043c04" providerId="ADAL" clId="{3F7FB391-E689-4438-9E08-5EC6E3D820C0}" dt="2022-10-05T09:56:34.003" v="18" actId="47"/>
        <pc:sldMkLst>
          <pc:docMk/>
          <pc:sldMk cId="4006803244" sldId="271"/>
        </pc:sldMkLst>
      </pc:sldChg>
      <pc:sldChg chg="del">
        <pc:chgData name="Sara Muneeb" userId="29b624b1-a719-43f5-9b52-388cd4043c04" providerId="ADAL" clId="{3F7FB391-E689-4438-9E08-5EC6E3D820C0}" dt="2022-10-05T09:56:34.003" v="18" actId="47"/>
        <pc:sldMkLst>
          <pc:docMk/>
          <pc:sldMk cId="1424118343" sldId="272"/>
        </pc:sldMkLst>
      </pc:sldChg>
      <pc:sldChg chg="del">
        <pc:chgData name="Sara Muneeb" userId="29b624b1-a719-43f5-9b52-388cd4043c04" providerId="ADAL" clId="{3F7FB391-E689-4438-9E08-5EC6E3D820C0}" dt="2022-10-05T09:56:34.003" v="18" actId="47"/>
        <pc:sldMkLst>
          <pc:docMk/>
          <pc:sldMk cId="999133735" sldId="273"/>
        </pc:sldMkLst>
      </pc:sldChg>
      <pc:sldChg chg="del">
        <pc:chgData name="Sara Muneeb" userId="29b624b1-a719-43f5-9b52-388cd4043c04" providerId="ADAL" clId="{3F7FB391-E689-4438-9E08-5EC6E3D820C0}" dt="2022-10-05T09:56:34.003" v="18" actId="47"/>
        <pc:sldMkLst>
          <pc:docMk/>
          <pc:sldMk cId="2742577211" sldId="274"/>
        </pc:sldMkLst>
      </pc:sldChg>
      <pc:sldChg chg="del">
        <pc:chgData name="Sara Muneeb" userId="29b624b1-a719-43f5-9b52-388cd4043c04" providerId="ADAL" clId="{3F7FB391-E689-4438-9E08-5EC6E3D820C0}" dt="2022-10-05T09:56:34.003" v="18" actId="47"/>
        <pc:sldMkLst>
          <pc:docMk/>
          <pc:sldMk cId="3394791061" sldId="275"/>
        </pc:sldMkLst>
      </pc:sldChg>
      <pc:sldChg chg="del">
        <pc:chgData name="Sara Muneeb" userId="29b624b1-a719-43f5-9b52-388cd4043c04" providerId="ADAL" clId="{3F7FB391-E689-4438-9E08-5EC6E3D820C0}" dt="2022-10-05T09:56:34.003" v="18" actId="47"/>
        <pc:sldMkLst>
          <pc:docMk/>
          <pc:sldMk cId="2278341385" sldId="276"/>
        </pc:sldMkLst>
      </pc:sldChg>
      <pc:sldChg chg="del">
        <pc:chgData name="Sara Muneeb" userId="29b624b1-a719-43f5-9b52-388cd4043c04" providerId="ADAL" clId="{3F7FB391-E689-4438-9E08-5EC6E3D820C0}" dt="2022-10-05T09:56:34.003" v="18" actId="47"/>
        <pc:sldMkLst>
          <pc:docMk/>
          <pc:sldMk cId="1238051902" sldId="277"/>
        </pc:sldMkLst>
      </pc:sldChg>
      <pc:sldChg chg="del">
        <pc:chgData name="Sara Muneeb" userId="29b624b1-a719-43f5-9b52-388cd4043c04" providerId="ADAL" clId="{3F7FB391-E689-4438-9E08-5EC6E3D820C0}" dt="2022-10-05T09:56:34.003" v="18" actId="47"/>
        <pc:sldMkLst>
          <pc:docMk/>
          <pc:sldMk cId="1237888567" sldId="278"/>
        </pc:sldMkLst>
      </pc:sldChg>
      <pc:sldChg chg="del">
        <pc:chgData name="Sara Muneeb" userId="29b624b1-a719-43f5-9b52-388cd4043c04" providerId="ADAL" clId="{3F7FB391-E689-4438-9E08-5EC6E3D820C0}" dt="2022-10-05T09:56:34.003" v="18" actId="47"/>
        <pc:sldMkLst>
          <pc:docMk/>
          <pc:sldMk cId="3087496290" sldId="280"/>
        </pc:sldMkLst>
      </pc:sldChg>
      <pc:sldChg chg="del">
        <pc:chgData name="Sara Muneeb" userId="29b624b1-a719-43f5-9b52-388cd4043c04" providerId="ADAL" clId="{3F7FB391-E689-4438-9E08-5EC6E3D820C0}" dt="2022-10-05T09:56:34.003" v="18" actId="47"/>
        <pc:sldMkLst>
          <pc:docMk/>
          <pc:sldMk cId="682799263" sldId="281"/>
        </pc:sldMkLst>
      </pc:sldChg>
      <pc:sldChg chg="del">
        <pc:chgData name="Sara Muneeb" userId="29b624b1-a719-43f5-9b52-388cd4043c04" providerId="ADAL" clId="{3F7FB391-E689-4438-9E08-5EC6E3D820C0}" dt="2022-10-05T09:56:34.003" v="18" actId="47"/>
        <pc:sldMkLst>
          <pc:docMk/>
          <pc:sldMk cId="938039169" sldId="284"/>
        </pc:sldMkLst>
      </pc:sldChg>
      <pc:sldChg chg="del">
        <pc:chgData name="Sara Muneeb" userId="29b624b1-a719-43f5-9b52-388cd4043c04" providerId="ADAL" clId="{3F7FB391-E689-4438-9E08-5EC6E3D820C0}" dt="2022-10-05T09:56:34.003" v="18" actId="47"/>
        <pc:sldMkLst>
          <pc:docMk/>
          <pc:sldMk cId="2063745838" sldId="286"/>
        </pc:sldMkLst>
      </pc:sldChg>
      <pc:sldChg chg="del">
        <pc:chgData name="Sara Muneeb" userId="29b624b1-a719-43f5-9b52-388cd4043c04" providerId="ADAL" clId="{3F7FB391-E689-4438-9E08-5EC6E3D820C0}" dt="2022-10-05T09:56:34.003" v="18" actId="47"/>
        <pc:sldMkLst>
          <pc:docMk/>
          <pc:sldMk cId="1044308845" sldId="287"/>
        </pc:sldMkLst>
      </pc:sldChg>
      <pc:sldChg chg="del">
        <pc:chgData name="Sara Muneeb" userId="29b624b1-a719-43f5-9b52-388cd4043c04" providerId="ADAL" clId="{3F7FB391-E689-4438-9E08-5EC6E3D820C0}" dt="2022-10-05T09:56:34.003" v="18" actId="47"/>
        <pc:sldMkLst>
          <pc:docMk/>
          <pc:sldMk cId="1104968559" sldId="289"/>
        </pc:sldMkLst>
      </pc:sldChg>
      <pc:sldChg chg="del">
        <pc:chgData name="Sara Muneeb" userId="29b624b1-a719-43f5-9b52-388cd4043c04" providerId="ADAL" clId="{3F7FB391-E689-4438-9E08-5EC6E3D820C0}" dt="2022-10-05T09:56:34.003" v="18" actId="47"/>
        <pc:sldMkLst>
          <pc:docMk/>
          <pc:sldMk cId="52606917" sldId="292"/>
        </pc:sldMkLst>
      </pc:sldChg>
      <pc:sldChg chg="del">
        <pc:chgData name="Sara Muneeb" userId="29b624b1-a719-43f5-9b52-388cd4043c04" providerId="ADAL" clId="{3F7FB391-E689-4438-9E08-5EC6E3D820C0}" dt="2022-10-05T09:56:34.003" v="18" actId="47"/>
        <pc:sldMkLst>
          <pc:docMk/>
          <pc:sldMk cId="1356901708" sldId="293"/>
        </pc:sldMkLst>
      </pc:sldChg>
      <pc:sldChg chg="del">
        <pc:chgData name="Sara Muneeb" userId="29b624b1-a719-43f5-9b52-388cd4043c04" providerId="ADAL" clId="{3F7FB391-E689-4438-9E08-5EC6E3D820C0}" dt="2022-10-05T09:56:34.003" v="18" actId="47"/>
        <pc:sldMkLst>
          <pc:docMk/>
          <pc:sldMk cId="3263305752" sldId="294"/>
        </pc:sldMkLst>
      </pc:sldChg>
      <pc:sldChg chg="del">
        <pc:chgData name="Sara Muneeb" userId="29b624b1-a719-43f5-9b52-388cd4043c04" providerId="ADAL" clId="{3F7FB391-E689-4438-9E08-5EC6E3D820C0}" dt="2022-10-05T09:56:34.003" v="18" actId="47"/>
        <pc:sldMkLst>
          <pc:docMk/>
          <pc:sldMk cId="415582154" sldId="295"/>
        </pc:sldMkLst>
      </pc:sldChg>
      <pc:sldChg chg="del">
        <pc:chgData name="Sara Muneeb" userId="29b624b1-a719-43f5-9b52-388cd4043c04" providerId="ADAL" clId="{3F7FB391-E689-4438-9E08-5EC6E3D820C0}" dt="2022-10-05T09:56:34.003" v="18" actId="47"/>
        <pc:sldMkLst>
          <pc:docMk/>
          <pc:sldMk cId="4129240445" sldId="296"/>
        </pc:sldMkLst>
      </pc:sldChg>
      <pc:sldChg chg="del">
        <pc:chgData name="Sara Muneeb" userId="29b624b1-a719-43f5-9b52-388cd4043c04" providerId="ADAL" clId="{3F7FB391-E689-4438-9E08-5EC6E3D820C0}" dt="2022-10-05T09:56:34.003" v="18" actId="47"/>
        <pc:sldMkLst>
          <pc:docMk/>
          <pc:sldMk cId="538218730" sldId="297"/>
        </pc:sldMkLst>
      </pc:sldChg>
      <pc:sldChg chg="del">
        <pc:chgData name="Sara Muneeb" userId="29b624b1-a719-43f5-9b52-388cd4043c04" providerId="ADAL" clId="{3F7FB391-E689-4438-9E08-5EC6E3D820C0}" dt="2022-10-05T09:56:34.003" v="18" actId="47"/>
        <pc:sldMkLst>
          <pc:docMk/>
          <pc:sldMk cId="2682898875" sldId="298"/>
        </pc:sldMkLst>
      </pc:sldChg>
      <pc:sldChg chg="del">
        <pc:chgData name="Sara Muneeb" userId="29b624b1-a719-43f5-9b52-388cd4043c04" providerId="ADAL" clId="{3F7FB391-E689-4438-9E08-5EC6E3D820C0}" dt="2022-10-05T09:56:34.003" v="18" actId="47"/>
        <pc:sldMkLst>
          <pc:docMk/>
          <pc:sldMk cId="3403539787" sldId="301"/>
        </pc:sldMkLst>
      </pc:sldChg>
      <pc:sldChg chg="del">
        <pc:chgData name="Sara Muneeb" userId="29b624b1-a719-43f5-9b52-388cd4043c04" providerId="ADAL" clId="{3F7FB391-E689-4438-9E08-5EC6E3D820C0}" dt="2022-10-05T09:56:34.003" v="18" actId="47"/>
        <pc:sldMkLst>
          <pc:docMk/>
          <pc:sldMk cId="3637490053" sldId="302"/>
        </pc:sldMkLst>
      </pc:sldChg>
      <pc:sldChg chg="del">
        <pc:chgData name="Sara Muneeb" userId="29b624b1-a719-43f5-9b52-388cd4043c04" providerId="ADAL" clId="{3F7FB391-E689-4438-9E08-5EC6E3D820C0}" dt="2022-10-05T09:56:34.003" v="18" actId="47"/>
        <pc:sldMkLst>
          <pc:docMk/>
          <pc:sldMk cId="2876852152" sldId="303"/>
        </pc:sldMkLst>
      </pc:sldChg>
      <pc:sldChg chg="del">
        <pc:chgData name="Sara Muneeb" userId="29b624b1-a719-43f5-9b52-388cd4043c04" providerId="ADAL" clId="{3F7FB391-E689-4438-9E08-5EC6E3D820C0}" dt="2022-10-05T09:56:34.003" v="18" actId="47"/>
        <pc:sldMkLst>
          <pc:docMk/>
          <pc:sldMk cId="86923313" sldId="304"/>
        </pc:sldMkLst>
      </pc:sldChg>
      <pc:sldChg chg="del">
        <pc:chgData name="Sara Muneeb" userId="29b624b1-a719-43f5-9b52-388cd4043c04" providerId="ADAL" clId="{3F7FB391-E689-4438-9E08-5EC6E3D820C0}" dt="2022-10-05T09:56:34.003" v="18" actId="47"/>
        <pc:sldMkLst>
          <pc:docMk/>
          <pc:sldMk cId="4106586161" sldId="305"/>
        </pc:sldMkLst>
      </pc:sldChg>
      <pc:sldChg chg="del">
        <pc:chgData name="Sara Muneeb" userId="29b624b1-a719-43f5-9b52-388cd4043c04" providerId="ADAL" clId="{3F7FB391-E689-4438-9E08-5EC6E3D820C0}" dt="2022-10-05T09:56:34.003" v="18" actId="47"/>
        <pc:sldMkLst>
          <pc:docMk/>
          <pc:sldMk cId="4157403971" sldId="306"/>
        </pc:sldMkLst>
      </pc:sldChg>
      <pc:sldChg chg="del">
        <pc:chgData name="Sara Muneeb" userId="29b624b1-a719-43f5-9b52-388cd4043c04" providerId="ADAL" clId="{3F7FB391-E689-4438-9E08-5EC6E3D820C0}" dt="2022-10-05T09:56:34.003" v="18" actId="47"/>
        <pc:sldMkLst>
          <pc:docMk/>
          <pc:sldMk cId="3279694682" sldId="307"/>
        </pc:sldMkLst>
      </pc:sldChg>
      <pc:sldChg chg="del">
        <pc:chgData name="Sara Muneeb" userId="29b624b1-a719-43f5-9b52-388cd4043c04" providerId="ADAL" clId="{3F7FB391-E689-4438-9E08-5EC6E3D820C0}" dt="2022-10-05T09:56:34.003" v="18" actId="47"/>
        <pc:sldMkLst>
          <pc:docMk/>
          <pc:sldMk cId="3534911287" sldId="308"/>
        </pc:sldMkLst>
      </pc:sldChg>
      <pc:sldChg chg="del">
        <pc:chgData name="Sara Muneeb" userId="29b624b1-a719-43f5-9b52-388cd4043c04" providerId="ADAL" clId="{3F7FB391-E689-4438-9E08-5EC6E3D820C0}" dt="2022-10-05T09:56:34.003" v="18" actId="47"/>
        <pc:sldMkLst>
          <pc:docMk/>
          <pc:sldMk cId="342350972" sldId="309"/>
        </pc:sldMkLst>
      </pc:sldChg>
      <pc:sldChg chg="del">
        <pc:chgData name="Sara Muneeb" userId="29b624b1-a719-43f5-9b52-388cd4043c04" providerId="ADAL" clId="{3F7FB391-E689-4438-9E08-5EC6E3D820C0}" dt="2022-10-05T09:56:34.003" v="18" actId="47"/>
        <pc:sldMkLst>
          <pc:docMk/>
          <pc:sldMk cId="3045204456" sldId="310"/>
        </pc:sldMkLst>
      </pc:sldChg>
      <pc:sldChg chg="del">
        <pc:chgData name="Sara Muneeb" userId="29b624b1-a719-43f5-9b52-388cd4043c04" providerId="ADAL" clId="{3F7FB391-E689-4438-9E08-5EC6E3D820C0}" dt="2022-10-05T09:56:34.003" v="18" actId="47"/>
        <pc:sldMkLst>
          <pc:docMk/>
          <pc:sldMk cId="1345374263" sldId="311"/>
        </pc:sldMkLst>
      </pc:sldChg>
      <pc:sldChg chg="del">
        <pc:chgData name="Sara Muneeb" userId="29b624b1-a719-43f5-9b52-388cd4043c04" providerId="ADAL" clId="{3F7FB391-E689-4438-9E08-5EC6E3D820C0}" dt="2022-10-05T09:56:34.003" v="18" actId="47"/>
        <pc:sldMkLst>
          <pc:docMk/>
          <pc:sldMk cId="2694764269" sldId="312"/>
        </pc:sldMkLst>
      </pc:sldChg>
      <pc:sldChg chg="del">
        <pc:chgData name="Sara Muneeb" userId="29b624b1-a719-43f5-9b52-388cd4043c04" providerId="ADAL" clId="{3F7FB391-E689-4438-9E08-5EC6E3D820C0}" dt="2022-10-05T09:56:34.003" v="18" actId="47"/>
        <pc:sldMkLst>
          <pc:docMk/>
          <pc:sldMk cId="2773881193" sldId="314"/>
        </pc:sldMkLst>
      </pc:sldChg>
      <pc:sldChg chg="del">
        <pc:chgData name="Sara Muneeb" userId="29b624b1-a719-43f5-9b52-388cd4043c04" providerId="ADAL" clId="{3F7FB391-E689-4438-9E08-5EC6E3D820C0}" dt="2022-10-05T09:56:34.003" v="18" actId="47"/>
        <pc:sldMkLst>
          <pc:docMk/>
          <pc:sldMk cId="1482266729" sldId="315"/>
        </pc:sldMkLst>
      </pc:sldChg>
      <pc:sldChg chg="del">
        <pc:chgData name="Sara Muneeb" userId="29b624b1-a719-43f5-9b52-388cd4043c04" providerId="ADAL" clId="{3F7FB391-E689-4438-9E08-5EC6E3D820C0}" dt="2022-10-05T09:56:34.003" v="18" actId="47"/>
        <pc:sldMkLst>
          <pc:docMk/>
          <pc:sldMk cId="34162203" sldId="318"/>
        </pc:sldMkLst>
      </pc:sldChg>
      <pc:sldChg chg="del">
        <pc:chgData name="Sara Muneeb" userId="29b624b1-a719-43f5-9b52-388cd4043c04" providerId="ADAL" clId="{3F7FB391-E689-4438-9E08-5EC6E3D820C0}" dt="2022-10-05T09:56:34.003" v="18" actId="47"/>
        <pc:sldMkLst>
          <pc:docMk/>
          <pc:sldMk cId="2945653139" sldId="319"/>
        </pc:sldMkLst>
      </pc:sldChg>
      <pc:sldChg chg="del">
        <pc:chgData name="Sara Muneeb" userId="29b624b1-a719-43f5-9b52-388cd4043c04" providerId="ADAL" clId="{3F7FB391-E689-4438-9E08-5EC6E3D820C0}" dt="2022-10-05T09:56:34.003" v="18" actId="47"/>
        <pc:sldMkLst>
          <pc:docMk/>
          <pc:sldMk cId="854609834" sldId="320"/>
        </pc:sldMkLst>
      </pc:sldChg>
      <pc:sldChg chg="del">
        <pc:chgData name="Sara Muneeb" userId="29b624b1-a719-43f5-9b52-388cd4043c04" providerId="ADAL" clId="{3F7FB391-E689-4438-9E08-5EC6E3D820C0}" dt="2022-10-05T09:56:34.003" v="18" actId="47"/>
        <pc:sldMkLst>
          <pc:docMk/>
          <pc:sldMk cId="406449667" sldId="321"/>
        </pc:sldMkLst>
      </pc:sldChg>
      <pc:sldChg chg="del">
        <pc:chgData name="Sara Muneeb" userId="29b624b1-a719-43f5-9b52-388cd4043c04" providerId="ADAL" clId="{3F7FB391-E689-4438-9E08-5EC6E3D820C0}" dt="2022-10-05T09:56:34.003" v="18" actId="47"/>
        <pc:sldMkLst>
          <pc:docMk/>
          <pc:sldMk cId="1151827555" sldId="323"/>
        </pc:sldMkLst>
      </pc:sldChg>
      <pc:sldChg chg="del">
        <pc:chgData name="Sara Muneeb" userId="29b624b1-a719-43f5-9b52-388cd4043c04" providerId="ADAL" clId="{3F7FB391-E689-4438-9E08-5EC6E3D820C0}" dt="2022-10-05T09:56:34.003" v="18" actId="47"/>
        <pc:sldMkLst>
          <pc:docMk/>
          <pc:sldMk cId="566433223" sldId="325"/>
        </pc:sldMkLst>
      </pc:sldChg>
      <pc:sldChg chg="del">
        <pc:chgData name="Sara Muneeb" userId="29b624b1-a719-43f5-9b52-388cd4043c04" providerId="ADAL" clId="{3F7FB391-E689-4438-9E08-5EC6E3D820C0}" dt="2022-10-05T09:56:34.003" v="18" actId="47"/>
        <pc:sldMkLst>
          <pc:docMk/>
          <pc:sldMk cId="3425390869" sldId="327"/>
        </pc:sldMkLst>
      </pc:sldChg>
      <pc:sldChg chg="del">
        <pc:chgData name="Sara Muneeb" userId="29b624b1-a719-43f5-9b52-388cd4043c04" providerId="ADAL" clId="{3F7FB391-E689-4438-9E08-5EC6E3D820C0}" dt="2022-10-05T09:56:34.003" v="18" actId="47"/>
        <pc:sldMkLst>
          <pc:docMk/>
          <pc:sldMk cId="3494110084" sldId="328"/>
        </pc:sldMkLst>
      </pc:sldChg>
      <pc:sldChg chg="del">
        <pc:chgData name="Sara Muneeb" userId="29b624b1-a719-43f5-9b52-388cd4043c04" providerId="ADAL" clId="{3F7FB391-E689-4438-9E08-5EC6E3D820C0}" dt="2022-10-05T09:56:34.003" v="18" actId="47"/>
        <pc:sldMkLst>
          <pc:docMk/>
          <pc:sldMk cId="3427912561" sldId="330"/>
        </pc:sldMkLst>
      </pc:sldChg>
      <pc:sldChg chg="del">
        <pc:chgData name="Sara Muneeb" userId="29b624b1-a719-43f5-9b52-388cd4043c04" providerId="ADAL" clId="{3F7FB391-E689-4438-9E08-5EC6E3D820C0}" dt="2022-10-05T09:56:34.003" v="18" actId="47"/>
        <pc:sldMkLst>
          <pc:docMk/>
          <pc:sldMk cId="3349574719" sldId="331"/>
        </pc:sldMkLst>
      </pc:sldChg>
      <pc:sldChg chg="del">
        <pc:chgData name="Sara Muneeb" userId="29b624b1-a719-43f5-9b52-388cd4043c04" providerId="ADAL" clId="{3F7FB391-E689-4438-9E08-5EC6E3D820C0}" dt="2022-10-05T09:56:34.003" v="18" actId="47"/>
        <pc:sldMkLst>
          <pc:docMk/>
          <pc:sldMk cId="3430477893" sldId="332"/>
        </pc:sldMkLst>
      </pc:sldChg>
      <pc:sldChg chg="del">
        <pc:chgData name="Sara Muneeb" userId="29b624b1-a719-43f5-9b52-388cd4043c04" providerId="ADAL" clId="{3F7FB391-E689-4438-9E08-5EC6E3D820C0}" dt="2022-10-05T09:56:34.003" v="18" actId="47"/>
        <pc:sldMkLst>
          <pc:docMk/>
          <pc:sldMk cId="3917894372" sldId="333"/>
        </pc:sldMkLst>
      </pc:sldChg>
      <pc:sldChg chg="del">
        <pc:chgData name="Sara Muneeb" userId="29b624b1-a719-43f5-9b52-388cd4043c04" providerId="ADAL" clId="{3F7FB391-E689-4438-9E08-5EC6E3D820C0}" dt="2022-10-05T09:56:34.003" v="18" actId="47"/>
        <pc:sldMkLst>
          <pc:docMk/>
          <pc:sldMk cId="8593176" sldId="335"/>
        </pc:sldMkLst>
      </pc:sldChg>
      <pc:sldChg chg="del">
        <pc:chgData name="Sara Muneeb" userId="29b624b1-a719-43f5-9b52-388cd4043c04" providerId="ADAL" clId="{3F7FB391-E689-4438-9E08-5EC6E3D820C0}" dt="2022-10-05T09:56:34.003" v="18" actId="47"/>
        <pc:sldMkLst>
          <pc:docMk/>
          <pc:sldMk cId="633161056" sldId="337"/>
        </pc:sldMkLst>
      </pc:sldChg>
      <pc:sldChg chg="del">
        <pc:chgData name="Sara Muneeb" userId="29b624b1-a719-43f5-9b52-388cd4043c04" providerId="ADAL" clId="{3F7FB391-E689-4438-9E08-5EC6E3D820C0}" dt="2022-10-05T09:56:34.003" v="18" actId="47"/>
        <pc:sldMkLst>
          <pc:docMk/>
          <pc:sldMk cId="3882494558" sldId="341"/>
        </pc:sldMkLst>
      </pc:sldChg>
      <pc:sldChg chg="del">
        <pc:chgData name="Sara Muneeb" userId="29b624b1-a719-43f5-9b52-388cd4043c04" providerId="ADAL" clId="{3F7FB391-E689-4438-9E08-5EC6E3D820C0}" dt="2022-10-05T09:56:34.003" v="18" actId="47"/>
        <pc:sldMkLst>
          <pc:docMk/>
          <pc:sldMk cId="2698458265" sldId="342"/>
        </pc:sldMkLst>
      </pc:sldChg>
      <pc:sldChg chg="del">
        <pc:chgData name="Sara Muneeb" userId="29b624b1-a719-43f5-9b52-388cd4043c04" providerId="ADAL" clId="{3F7FB391-E689-4438-9E08-5EC6E3D820C0}" dt="2022-10-05T09:56:34.003" v="18" actId="47"/>
        <pc:sldMkLst>
          <pc:docMk/>
          <pc:sldMk cId="2513089267" sldId="343"/>
        </pc:sldMkLst>
      </pc:sldChg>
      <pc:sldChg chg="del">
        <pc:chgData name="Sara Muneeb" userId="29b624b1-a719-43f5-9b52-388cd4043c04" providerId="ADAL" clId="{3F7FB391-E689-4438-9E08-5EC6E3D820C0}" dt="2022-10-05T09:56:34.003" v="18" actId="47"/>
        <pc:sldMkLst>
          <pc:docMk/>
          <pc:sldMk cId="405946211" sldId="344"/>
        </pc:sldMkLst>
      </pc:sldChg>
      <pc:sldChg chg="del">
        <pc:chgData name="Sara Muneeb" userId="29b624b1-a719-43f5-9b52-388cd4043c04" providerId="ADAL" clId="{3F7FB391-E689-4438-9E08-5EC6E3D820C0}" dt="2022-10-05T09:56:34.003" v="18" actId="47"/>
        <pc:sldMkLst>
          <pc:docMk/>
          <pc:sldMk cId="2989140334" sldId="345"/>
        </pc:sldMkLst>
      </pc:sldChg>
      <pc:sldChg chg="del">
        <pc:chgData name="Sara Muneeb" userId="29b624b1-a719-43f5-9b52-388cd4043c04" providerId="ADAL" clId="{3F7FB391-E689-4438-9E08-5EC6E3D820C0}" dt="2022-10-05T09:56:34.003" v="18" actId="47"/>
        <pc:sldMkLst>
          <pc:docMk/>
          <pc:sldMk cId="3678470995" sldId="346"/>
        </pc:sldMkLst>
      </pc:sldChg>
      <pc:sldChg chg="del">
        <pc:chgData name="Sara Muneeb" userId="29b624b1-a719-43f5-9b52-388cd4043c04" providerId="ADAL" clId="{3F7FB391-E689-4438-9E08-5EC6E3D820C0}" dt="2022-10-05T09:56:34.003" v="18" actId="47"/>
        <pc:sldMkLst>
          <pc:docMk/>
          <pc:sldMk cId="2185956998" sldId="347"/>
        </pc:sldMkLst>
      </pc:sldChg>
      <pc:sldChg chg="del">
        <pc:chgData name="Sara Muneeb" userId="29b624b1-a719-43f5-9b52-388cd4043c04" providerId="ADAL" clId="{3F7FB391-E689-4438-9E08-5EC6E3D820C0}" dt="2022-10-05T09:56:34.003" v="18" actId="47"/>
        <pc:sldMkLst>
          <pc:docMk/>
          <pc:sldMk cId="1296041024" sldId="348"/>
        </pc:sldMkLst>
      </pc:sldChg>
      <pc:sldChg chg="del">
        <pc:chgData name="Sara Muneeb" userId="29b624b1-a719-43f5-9b52-388cd4043c04" providerId="ADAL" clId="{3F7FB391-E689-4438-9E08-5EC6E3D820C0}" dt="2022-10-05T09:56:34.003" v="18" actId="47"/>
        <pc:sldMkLst>
          <pc:docMk/>
          <pc:sldMk cId="1638390018" sldId="350"/>
        </pc:sldMkLst>
      </pc:sldChg>
      <pc:sldChg chg="del">
        <pc:chgData name="Sara Muneeb" userId="29b624b1-a719-43f5-9b52-388cd4043c04" providerId="ADAL" clId="{3F7FB391-E689-4438-9E08-5EC6E3D820C0}" dt="2022-10-05T09:56:34.003" v="18" actId="47"/>
        <pc:sldMkLst>
          <pc:docMk/>
          <pc:sldMk cId="2210810185" sldId="351"/>
        </pc:sldMkLst>
      </pc:sldChg>
      <pc:sldChg chg="del">
        <pc:chgData name="Sara Muneeb" userId="29b624b1-a719-43f5-9b52-388cd4043c04" providerId="ADAL" clId="{3F7FB391-E689-4438-9E08-5EC6E3D820C0}" dt="2022-10-05T09:56:34.003" v="18" actId="47"/>
        <pc:sldMkLst>
          <pc:docMk/>
          <pc:sldMk cId="1182734953" sldId="352"/>
        </pc:sldMkLst>
      </pc:sldChg>
      <pc:sldChg chg="del">
        <pc:chgData name="Sara Muneeb" userId="29b624b1-a719-43f5-9b52-388cd4043c04" providerId="ADAL" clId="{3F7FB391-E689-4438-9E08-5EC6E3D820C0}" dt="2022-10-05T09:56:34.003" v="18" actId="47"/>
        <pc:sldMkLst>
          <pc:docMk/>
          <pc:sldMk cId="3733716193" sldId="353"/>
        </pc:sldMkLst>
      </pc:sldChg>
      <pc:sldChg chg="del">
        <pc:chgData name="Sara Muneeb" userId="29b624b1-a719-43f5-9b52-388cd4043c04" providerId="ADAL" clId="{3F7FB391-E689-4438-9E08-5EC6E3D820C0}" dt="2022-10-05T09:56:34.003" v="18" actId="47"/>
        <pc:sldMkLst>
          <pc:docMk/>
          <pc:sldMk cId="2260623248" sldId="354"/>
        </pc:sldMkLst>
      </pc:sldChg>
      <pc:sldChg chg="del">
        <pc:chgData name="Sara Muneeb" userId="29b624b1-a719-43f5-9b52-388cd4043c04" providerId="ADAL" clId="{3F7FB391-E689-4438-9E08-5EC6E3D820C0}" dt="2022-10-05T09:56:34.003" v="18" actId="47"/>
        <pc:sldMkLst>
          <pc:docMk/>
          <pc:sldMk cId="2264247476" sldId="355"/>
        </pc:sldMkLst>
      </pc:sldChg>
      <pc:sldChg chg="del">
        <pc:chgData name="Sara Muneeb" userId="29b624b1-a719-43f5-9b52-388cd4043c04" providerId="ADAL" clId="{3F7FB391-E689-4438-9E08-5EC6E3D820C0}" dt="2022-10-05T09:56:34.003" v="18" actId="47"/>
        <pc:sldMkLst>
          <pc:docMk/>
          <pc:sldMk cId="1908950209" sldId="356"/>
        </pc:sldMkLst>
      </pc:sldChg>
      <pc:sldChg chg="del">
        <pc:chgData name="Sara Muneeb" userId="29b624b1-a719-43f5-9b52-388cd4043c04" providerId="ADAL" clId="{3F7FB391-E689-4438-9E08-5EC6E3D820C0}" dt="2022-10-05T09:56:34.003" v="18" actId="47"/>
        <pc:sldMkLst>
          <pc:docMk/>
          <pc:sldMk cId="2628421753" sldId="357"/>
        </pc:sldMkLst>
      </pc:sldChg>
      <pc:sldChg chg="del">
        <pc:chgData name="Sara Muneeb" userId="29b624b1-a719-43f5-9b52-388cd4043c04" providerId="ADAL" clId="{3F7FB391-E689-4438-9E08-5EC6E3D820C0}" dt="2022-10-05T09:56:34.003" v="18" actId="47"/>
        <pc:sldMkLst>
          <pc:docMk/>
          <pc:sldMk cId="4206157969" sldId="358"/>
        </pc:sldMkLst>
      </pc:sldChg>
      <pc:sldChg chg="del">
        <pc:chgData name="Sara Muneeb" userId="29b624b1-a719-43f5-9b52-388cd4043c04" providerId="ADAL" clId="{3F7FB391-E689-4438-9E08-5EC6E3D820C0}" dt="2022-10-05T09:56:34.003" v="18" actId="47"/>
        <pc:sldMkLst>
          <pc:docMk/>
          <pc:sldMk cId="487906918" sldId="359"/>
        </pc:sldMkLst>
      </pc:sldChg>
      <pc:sldChg chg="del">
        <pc:chgData name="Sara Muneeb" userId="29b624b1-a719-43f5-9b52-388cd4043c04" providerId="ADAL" clId="{3F7FB391-E689-4438-9E08-5EC6E3D820C0}" dt="2022-10-05T09:56:34.003" v="18" actId="47"/>
        <pc:sldMkLst>
          <pc:docMk/>
          <pc:sldMk cId="518102146" sldId="360"/>
        </pc:sldMkLst>
      </pc:sldChg>
      <pc:sldChg chg="del">
        <pc:chgData name="Sara Muneeb" userId="29b624b1-a719-43f5-9b52-388cd4043c04" providerId="ADAL" clId="{3F7FB391-E689-4438-9E08-5EC6E3D820C0}" dt="2022-10-05T09:56:34.003" v="18" actId="47"/>
        <pc:sldMkLst>
          <pc:docMk/>
          <pc:sldMk cId="3846287848" sldId="361"/>
        </pc:sldMkLst>
      </pc:sldChg>
      <pc:sldChg chg="del">
        <pc:chgData name="Sara Muneeb" userId="29b624b1-a719-43f5-9b52-388cd4043c04" providerId="ADAL" clId="{3F7FB391-E689-4438-9E08-5EC6E3D820C0}" dt="2022-10-05T09:56:34.003" v="18" actId="47"/>
        <pc:sldMkLst>
          <pc:docMk/>
          <pc:sldMk cId="3058882324" sldId="362"/>
        </pc:sldMkLst>
      </pc:sldChg>
      <pc:sldChg chg="del">
        <pc:chgData name="Sara Muneeb" userId="29b624b1-a719-43f5-9b52-388cd4043c04" providerId="ADAL" clId="{3F7FB391-E689-4438-9E08-5EC6E3D820C0}" dt="2022-10-05T09:56:34.003" v="18" actId="47"/>
        <pc:sldMkLst>
          <pc:docMk/>
          <pc:sldMk cId="2788614881" sldId="363"/>
        </pc:sldMkLst>
      </pc:sldChg>
      <pc:sldChg chg="del">
        <pc:chgData name="Sara Muneeb" userId="29b624b1-a719-43f5-9b52-388cd4043c04" providerId="ADAL" clId="{3F7FB391-E689-4438-9E08-5EC6E3D820C0}" dt="2022-10-05T09:56:34.003" v="18" actId="47"/>
        <pc:sldMkLst>
          <pc:docMk/>
          <pc:sldMk cId="3550203735" sldId="364"/>
        </pc:sldMkLst>
      </pc:sldChg>
      <pc:sldChg chg="del">
        <pc:chgData name="Sara Muneeb" userId="29b624b1-a719-43f5-9b52-388cd4043c04" providerId="ADAL" clId="{3F7FB391-E689-4438-9E08-5EC6E3D820C0}" dt="2022-10-05T09:56:34.003" v="18" actId="47"/>
        <pc:sldMkLst>
          <pc:docMk/>
          <pc:sldMk cId="3084047886" sldId="365"/>
        </pc:sldMkLst>
      </pc:sldChg>
      <pc:sldChg chg="del">
        <pc:chgData name="Sara Muneeb" userId="29b624b1-a719-43f5-9b52-388cd4043c04" providerId="ADAL" clId="{3F7FB391-E689-4438-9E08-5EC6E3D820C0}" dt="2022-10-05T09:56:34.003" v="18" actId="47"/>
        <pc:sldMkLst>
          <pc:docMk/>
          <pc:sldMk cId="704692413" sldId="366"/>
        </pc:sldMkLst>
      </pc:sldChg>
      <pc:sldChg chg="del">
        <pc:chgData name="Sara Muneeb" userId="29b624b1-a719-43f5-9b52-388cd4043c04" providerId="ADAL" clId="{3F7FB391-E689-4438-9E08-5EC6E3D820C0}" dt="2022-10-05T09:56:34.003" v="18" actId="47"/>
        <pc:sldMkLst>
          <pc:docMk/>
          <pc:sldMk cId="1996185751" sldId="367"/>
        </pc:sldMkLst>
      </pc:sldChg>
      <pc:sldChg chg="del">
        <pc:chgData name="Sara Muneeb" userId="29b624b1-a719-43f5-9b52-388cd4043c04" providerId="ADAL" clId="{3F7FB391-E689-4438-9E08-5EC6E3D820C0}" dt="2022-10-05T09:56:34.003" v="18" actId="47"/>
        <pc:sldMkLst>
          <pc:docMk/>
          <pc:sldMk cId="613638807" sldId="368"/>
        </pc:sldMkLst>
      </pc:sldChg>
      <pc:sldChg chg="del">
        <pc:chgData name="Sara Muneeb" userId="29b624b1-a719-43f5-9b52-388cd4043c04" providerId="ADAL" clId="{3F7FB391-E689-4438-9E08-5EC6E3D820C0}" dt="2022-10-05T09:56:34.003" v="18" actId="47"/>
        <pc:sldMkLst>
          <pc:docMk/>
          <pc:sldMk cId="2692040407" sldId="369"/>
        </pc:sldMkLst>
      </pc:sldChg>
    </pc:docChg>
  </pc:docChgLst>
  <pc:docChgLst>
    <pc:chgData name="Sara Muneeb" userId="29b624b1-a719-43f5-9b52-388cd4043c04" providerId="ADAL" clId="{ABF93FB7-137C-49F8-97E0-D514822543EA}"/>
    <pc:docChg chg="undo custSel addSld modSld sldOrd">
      <pc:chgData name="Sara Muneeb" userId="29b624b1-a719-43f5-9b52-388cd4043c04" providerId="ADAL" clId="{ABF93FB7-137C-49F8-97E0-D514822543EA}" dt="2022-12-14T03:30:38.516" v="988" actId="27636"/>
      <pc:docMkLst>
        <pc:docMk/>
      </pc:docMkLst>
      <pc:sldChg chg="modSp mod">
        <pc:chgData name="Sara Muneeb" userId="29b624b1-a719-43f5-9b52-388cd4043c04" providerId="ADAL" clId="{ABF93FB7-137C-49F8-97E0-D514822543EA}" dt="2022-12-14T01:30:50.238" v="81" actId="123"/>
        <pc:sldMkLst>
          <pc:docMk/>
          <pc:sldMk cId="2712128638" sldId="257"/>
        </pc:sldMkLst>
        <pc:spChg chg="mod">
          <ac:chgData name="Sara Muneeb" userId="29b624b1-a719-43f5-9b52-388cd4043c04" providerId="ADAL" clId="{ABF93FB7-137C-49F8-97E0-D514822543EA}" dt="2022-12-14T01:27:47.895" v="13" actId="20577"/>
          <ac:spMkLst>
            <pc:docMk/>
            <pc:sldMk cId="2712128638" sldId="257"/>
            <ac:spMk id="2" creationId="{8541ABBC-9192-B545-5A31-7B48E602CE68}"/>
          </ac:spMkLst>
        </pc:spChg>
        <pc:spChg chg="mod">
          <ac:chgData name="Sara Muneeb" userId="29b624b1-a719-43f5-9b52-388cd4043c04" providerId="ADAL" clId="{ABF93FB7-137C-49F8-97E0-D514822543EA}" dt="2022-12-14T01:30:50.238" v="81" actId="123"/>
          <ac:spMkLst>
            <pc:docMk/>
            <pc:sldMk cId="2712128638" sldId="257"/>
            <ac:spMk id="3" creationId="{9779DFF3-5030-9648-E8C5-493FF02B5C87}"/>
          </ac:spMkLst>
        </pc:spChg>
      </pc:sldChg>
      <pc:sldChg chg="addSp modSp new mod">
        <pc:chgData name="Sara Muneeb" userId="29b624b1-a719-43f5-9b52-388cd4043c04" providerId="ADAL" clId="{ABF93FB7-137C-49F8-97E0-D514822543EA}" dt="2022-12-14T01:43:11.449" v="222" actId="20577"/>
        <pc:sldMkLst>
          <pc:docMk/>
          <pc:sldMk cId="3269686779" sldId="258"/>
        </pc:sldMkLst>
        <pc:spChg chg="mod">
          <ac:chgData name="Sara Muneeb" userId="29b624b1-a719-43f5-9b52-388cd4043c04" providerId="ADAL" clId="{ABF93FB7-137C-49F8-97E0-D514822543EA}" dt="2022-12-14T01:43:11.449" v="222" actId="20577"/>
          <ac:spMkLst>
            <pc:docMk/>
            <pc:sldMk cId="3269686779" sldId="258"/>
            <ac:spMk id="2" creationId="{CDE645CA-7EF1-9DBD-1814-960FDFC89F0B}"/>
          </ac:spMkLst>
        </pc:spChg>
        <pc:spChg chg="mod">
          <ac:chgData name="Sara Muneeb" userId="29b624b1-a719-43f5-9b52-388cd4043c04" providerId="ADAL" clId="{ABF93FB7-137C-49F8-97E0-D514822543EA}" dt="2022-12-14T01:38:22.258" v="166" actId="20577"/>
          <ac:spMkLst>
            <pc:docMk/>
            <pc:sldMk cId="3269686779" sldId="258"/>
            <ac:spMk id="3" creationId="{A1F88D56-AF21-E634-5414-4DB24F25727D}"/>
          </ac:spMkLst>
        </pc:spChg>
        <pc:picChg chg="add mod">
          <ac:chgData name="Sara Muneeb" userId="29b624b1-a719-43f5-9b52-388cd4043c04" providerId="ADAL" clId="{ABF93FB7-137C-49F8-97E0-D514822543EA}" dt="2022-12-14T01:39:41.020" v="174" actId="1076"/>
          <ac:picMkLst>
            <pc:docMk/>
            <pc:sldMk cId="3269686779" sldId="258"/>
            <ac:picMk id="4" creationId="{9C9F08E0-813C-1A9E-B195-9AA0F260D70F}"/>
          </ac:picMkLst>
        </pc:picChg>
      </pc:sldChg>
      <pc:sldChg chg="addSp delSp modSp new mod">
        <pc:chgData name="Sara Muneeb" userId="29b624b1-a719-43f5-9b52-388cd4043c04" providerId="ADAL" clId="{ABF93FB7-137C-49F8-97E0-D514822543EA}" dt="2022-12-14T03:05:22.078" v="506"/>
        <pc:sldMkLst>
          <pc:docMk/>
          <pc:sldMk cId="1138474640" sldId="259"/>
        </pc:sldMkLst>
        <pc:spChg chg="mod">
          <ac:chgData name="Sara Muneeb" userId="29b624b1-a719-43f5-9b52-388cd4043c04" providerId="ADAL" clId="{ABF93FB7-137C-49F8-97E0-D514822543EA}" dt="2022-12-14T03:05:22.078" v="506"/>
          <ac:spMkLst>
            <pc:docMk/>
            <pc:sldMk cId="1138474640" sldId="259"/>
            <ac:spMk id="2" creationId="{9E08A38B-1C44-098E-4B26-1DEFD766CFDD}"/>
          </ac:spMkLst>
        </pc:spChg>
        <pc:spChg chg="del">
          <ac:chgData name="Sara Muneeb" userId="29b624b1-a719-43f5-9b52-388cd4043c04" providerId="ADAL" clId="{ABF93FB7-137C-49F8-97E0-D514822543EA}" dt="2022-12-14T01:39:15.830" v="168" actId="931"/>
          <ac:spMkLst>
            <pc:docMk/>
            <pc:sldMk cId="1138474640" sldId="259"/>
            <ac:spMk id="3" creationId="{31A1183D-795B-18AC-D173-8780867EC75E}"/>
          </ac:spMkLst>
        </pc:spChg>
        <pc:spChg chg="add del mod">
          <ac:chgData name="Sara Muneeb" userId="29b624b1-a719-43f5-9b52-388cd4043c04" providerId="ADAL" clId="{ABF93FB7-137C-49F8-97E0-D514822543EA}" dt="2022-12-14T03:05:10.029" v="504" actId="22"/>
          <ac:spMkLst>
            <pc:docMk/>
            <pc:sldMk cId="1138474640" sldId="259"/>
            <ac:spMk id="7" creationId="{93DFF49F-BDB0-A570-21E5-FE13D8963AC9}"/>
          </ac:spMkLst>
        </pc:spChg>
        <pc:picChg chg="add del mod modCrop">
          <ac:chgData name="Sara Muneeb" userId="29b624b1-a719-43f5-9b52-388cd4043c04" providerId="ADAL" clId="{ABF93FB7-137C-49F8-97E0-D514822543EA}" dt="2022-12-14T01:39:35.659" v="172" actId="21"/>
          <ac:picMkLst>
            <pc:docMk/>
            <pc:sldMk cId="1138474640" sldId="259"/>
            <ac:picMk id="5" creationId="{25D30E37-100B-1161-5A66-BFF509C1EE8F}"/>
          </ac:picMkLst>
        </pc:picChg>
        <pc:picChg chg="add mod ord">
          <ac:chgData name="Sara Muneeb" userId="29b624b1-a719-43f5-9b52-388cd4043c04" providerId="ADAL" clId="{ABF93FB7-137C-49F8-97E0-D514822543EA}" dt="2022-12-14T03:05:11.881" v="505" actId="1076"/>
          <ac:picMkLst>
            <pc:docMk/>
            <pc:sldMk cId="1138474640" sldId="259"/>
            <ac:picMk id="9" creationId="{CA3E0FFA-6165-EA01-D7E3-CE590215655B}"/>
          </ac:picMkLst>
        </pc:picChg>
      </pc:sldChg>
      <pc:sldChg chg="modSp new mod">
        <pc:chgData name="Sara Muneeb" userId="29b624b1-a719-43f5-9b52-388cd4043c04" providerId="ADAL" clId="{ABF93FB7-137C-49F8-97E0-D514822543EA}" dt="2022-12-14T01:44:21.545" v="258" actId="20577"/>
        <pc:sldMkLst>
          <pc:docMk/>
          <pc:sldMk cId="1656695851" sldId="260"/>
        </pc:sldMkLst>
        <pc:spChg chg="mod">
          <ac:chgData name="Sara Muneeb" userId="29b624b1-a719-43f5-9b52-388cd4043c04" providerId="ADAL" clId="{ABF93FB7-137C-49F8-97E0-D514822543EA}" dt="2022-12-14T01:44:21.545" v="258" actId="20577"/>
          <ac:spMkLst>
            <pc:docMk/>
            <pc:sldMk cId="1656695851" sldId="260"/>
            <ac:spMk id="2" creationId="{F13012CD-CC57-B4E7-47BB-9AB6A05042FB}"/>
          </ac:spMkLst>
        </pc:spChg>
        <pc:spChg chg="mod">
          <ac:chgData name="Sara Muneeb" userId="29b624b1-a719-43f5-9b52-388cd4043c04" providerId="ADAL" clId="{ABF93FB7-137C-49F8-97E0-D514822543EA}" dt="2022-12-14T01:43:01.870" v="219" actId="5793"/>
          <ac:spMkLst>
            <pc:docMk/>
            <pc:sldMk cId="1656695851" sldId="260"/>
            <ac:spMk id="3" creationId="{D3F7F043-808B-30F9-3B8F-203C649372B2}"/>
          </ac:spMkLst>
        </pc:spChg>
      </pc:sldChg>
      <pc:sldChg chg="modSp new mod">
        <pc:chgData name="Sara Muneeb" userId="29b624b1-a719-43f5-9b52-388cd4043c04" providerId="ADAL" clId="{ABF93FB7-137C-49F8-97E0-D514822543EA}" dt="2022-12-14T01:58:05.426" v="360" actId="20577"/>
        <pc:sldMkLst>
          <pc:docMk/>
          <pc:sldMk cId="3233058487" sldId="261"/>
        </pc:sldMkLst>
        <pc:spChg chg="mod">
          <ac:chgData name="Sara Muneeb" userId="29b624b1-a719-43f5-9b52-388cd4043c04" providerId="ADAL" clId="{ABF93FB7-137C-49F8-97E0-D514822543EA}" dt="2022-12-14T01:52:18.283" v="264"/>
          <ac:spMkLst>
            <pc:docMk/>
            <pc:sldMk cId="3233058487" sldId="261"/>
            <ac:spMk id="2" creationId="{62D2C385-46F9-7ACE-1676-F2F10815514C}"/>
          </ac:spMkLst>
        </pc:spChg>
        <pc:spChg chg="mod">
          <ac:chgData name="Sara Muneeb" userId="29b624b1-a719-43f5-9b52-388cd4043c04" providerId="ADAL" clId="{ABF93FB7-137C-49F8-97E0-D514822543EA}" dt="2022-12-14T01:58:05.426" v="360" actId="20577"/>
          <ac:spMkLst>
            <pc:docMk/>
            <pc:sldMk cId="3233058487" sldId="261"/>
            <ac:spMk id="3" creationId="{AC9D7842-F99B-523D-7999-D076DC1A1095}"/>
          </ac:spMkLst>
        </pc:spChg>
      </pc:sldChg>
      <pc:sldChg chg="addSp modSp new mod">
        <pc:chgData name="Sara Muneeb" userId="29b624b1-a719-43f5-9b52-388cd4043c04" providerId="ADAL" clId="{ABF93FB7-137C-49F8-97E0-D514822543EA}" dt="2022-12-14T02:02:26.529" v="453" actId="1076"/>
        <pc:sldMkLst>
          <pc:docMk/>
          <pc:sldMk cId="2521153610" sldId="262"/>
        </pc:sldMkLst>
        <pc:spChg chg="mod">
          <ac:chgData name="Sara Muneeb" userId="29b624b1-a719-43f5-9b52-388cd4043c04" providerId="ADAL" clId="{ABF93FB7-137C-49F8-97E0-D514822543EA}" dt="2022-12-14T01:59:49.205" v="386" actId="20577"/>
          <ac:spMkLst>
            <pc:docMk/>
            <pc:sldMk cId="2521153610" sldId="262"/>
            <ac:spMk id="2" creationId="{0D14B1D0-2860-A003-D7DE-98EE238363C1}"/>
          </ac:spMkLst>
        </pc:spChg>
        <pc:spChg chg="mod">
          <ac:chgData name="Sara Muneeb" userId="29b624b1-a719-43f5-9b52-388cd4043c04" providerId="ADAL" clId="{ABF93FB7-137C-49F8-97E0-D514822543EA}" dt="2022-12-14T02:00:56.683" v="447" actId="20577"/>
          <ac:spMkLst>
            <pc:docMk/>
            <pc:sldMk cId="2521153610" sldId="262"/>
            <ac:spMk id="3" creationId="{5EF81695-0741-ECD3-A0E1-6BBBBF5824B4}"/>
          </ac:spMkLst>
        </pc:spChg>
        <pc:picChg chg="add mod">
          <ac:chgData name="Sara Muneeb" userId="29b624b1-a719-43f5-9b52-388cd4043c04" providerId="ADAL" clId="{ABF93FB7-137C-49F8-97E0-D514822543EA}" dt="2022-12-14T02:02:26.529" v="453" actId="1076"/>
          <ac:picMkLst>
            <pc:docMk/>
            <pc:sldMk cId="2521153610" sldId="262"/>
            <ac:picMk id="5" creationId="{C74BE118-10AF-981B-1118-E6FAD0C71C1B}"/>
          </ac:picMkLst>
        </pc:picChg>
      </pc:sldChg>
      <pc:sldChg chg="addSp modSp new mod">
        <pc:chgData name="Sara Muneeb" userId="29b624b1-a719-43f5-9b52-388cd4043c04" providerId="ADAL" clId="{ABF93FB7-137C-49F8-97E0-D514822543EA}" dt="2022-12-14T03:04:05.597" v="503" actId="1035"/>
        <pc:sldMkLst>
          <pc:docMk/>
          <pc:sldMk cId="727680694" sldId="263"/>
        </pc:sldMkLst>
        <pc:spChg chg="mod">
          <ac:chgData name="Sara Muneeb" userId="29b624b1-a719-43f5-9b52-388cd4043c04" providerId="ADAL" clId="{ABF93FB7-137C-49F8-97E0-D514822543EA}" dt="2022-12-14T02:04:11.436" v="478" actId="20577"/>
          <ac:spMkLst>
            <pc:docMk/>
            <pc:sldMk cId="727680694" sldId="263"/>
            <ac:spMk id="2" creationId="{2FAF1312-E249-F427-A986-CB0910D3E5D7}"/>
          </ac:spMkLst>
        </pc:spChg>
        <pc:spChg chg="mod">
          <ac:chgData name="Sara Muneeb" userId="29b624b1-a719-43f5-9b52-388cd4043c04" providerId="ADAL" clId="{ABF93FB7-137C-49F8-97E0-D514822543EA}" dt="2022-12-14T03:04:01.588" v="498" actId="6549"/>
          <ac:spMkLst>
            <pc:docMk/>
            <pc:sldMk cId="727680694" sldId="263"/>
            <ac:spMk id="3" creationId="{E2D3C003-59F6-3B86-80C0-F68C0BAEB960}"/>
          </ac:spMkLst>
        </pc:spChg>
        <pc:picChg chg="add mod">
          <ac:chgData name="Sara Muneeb" userId="29b624b1-a719-43f5-9b52-388cd4043c04" providerId="ADAL" clId="{ABF93FB7-137C-49F8-97E0-D514822543EA}" dt="2022-12-14T03:04:05.597" v="503" actId="1035"/>
          <ac:picMkLst>
            <pc:docMk/>
            <pc:sldMk cId="727680694" sldId="263"/>
            <ac:picMk id="5" creationId="{25A45349-8581-3B54-9208-8B85C099F555}"/>
          </ac:picMkLst>
        </pc:picChg>
      </pc:sldChg>
      <pc:sldChg chg="modSp new mod">
        <pc:chgData name="Sara Muneeb" userId="29b624b1-a719-43f5-9b52-388cd4043c04" providerId="ADAL" clId="{ABF93FB7-137C-49F8-97E0-D514822543EA}" dt="2022-12-14T03:06:46.532" v="567" actId="20577"/>
        <pc:sldMkLst>
          <pc:docMk/>
          <pc:sldMk cId="786008801" sldId="264"/>
        </pc:sldMkLst>
        <pc:spChg chg="mod">
          <ac:chgData name="Sara Muneeb" userId="29b624b1-a719-43f5-9b52-388cd4043c04" providerId="ADAL" clId="{ABF93FB7-137C-49F8-97E0-D514822543EA}" dt="2022-12-14T03:06:46.532" v="567" actId="20577"/>
          <ac:spMkLst>
            <pc:docMk/>
            <pc:sldMk cId="786008801" sldId="264"/>
            <ac:spMk id="2" creationId="{84550877-2B69-D3BB-A6DC-2E251C2D55E2}"/>
          </ac:spMkLst>
        </pc:spChg>
        <pc:spChg chg="mod">
          <ac:chgData name="Sara Muneeb" userId="29b624b1-a719-43f5-9b52-388cd4043c04" providerId="ADAL" clId="{ABF93FB7-137C-49F8-97E0-D514822543EA}" dt="2022-12-14T03:06:36.263" v="552" actId="20577"/>
          <ac:spMkLst>
            <pc:docMk/>
            <pc:sldMk cId="786008801" sldId="264"/>
            <ac:spMk id="3" creationId="{58A5AEF6-C457-AFA3-9B77-28534E5C0A56}"/>
          </ac:spMkLst>
        </pc:spChg>
      </pc:sldChg>
      <pc:sldChg chg="modSp new mod">
        <pc:chgData name="Sara Muneeb" userId="29b624b1-a719-43f5-9b52-388cd4043c04" providerId="ADAL" clId="{ABF93FB7-137C-49F8-97E0-D514822543EA}" dt="2022-12-14T03:06:51.173" v="570" actId="20577"/>
        <pc:sldMkLst>
          <pc:docMk/>
          <pc:sldMk cId="1786857512" sldId="265"/>
        </pc:sldMkLst>
        <pc:spChg chg="mod">
          <ac:chgData name="Sara Muneeb" userId="29b624b1-a719-43f5-9b52-388cd4043c04" providerId="ADAL" clId="{ABF93FB7-137C-49F8-97E0-D514822543EA}" dt="2022-12-14T03:06:41.991" v="558" actId="20577"/>
          <ac:spMkLst>
            <pc:docMk/>
            <pc:sldMk cId="1786857512" sldId="265"/>
            <ac:spMk id="2" creationId="{925BD242-3C86-7E0E-015F-84BC035B5FF9}"/>
          </ac:spMkLst>
        </pc:spChg>
        <pc:spChg chg="mod">
          <ac:chgData name="Sara Muneeb" userId="29b624b1-a719-43f5-9b52-388cd4043c04" providerId="ADAL" clId="{ABF93FB7-137C-49F8-97E0-D514822543EA}" dt="2022-12-14T03:06:51.173" v="570" actId="20577"/>
          <ac:spMkLst>
            <pc:docMk/>
            <pc:sldMk cId="1786857512" sldId="265"/>
            <ac:spMk id="3" creationId="{14FF1E9F-6929-EAAB-5D5D-577E207274B2}"/>
          </ac:spMkLst>
        </pc:spChg>
      </pc:sldChg>
      <pc:sldChg chg="addSp delSp modSp new mod ord">
        <pc:chgData name="Sara Muneeb" userId="29b624b1-a719-43f5-9b52-388cd4043c04" providerId="ADAL" clId="{ABF93FB7-137C-49F8-97E0-D514822543EA}" dt="2022-12-14T03:07:48.046" v="587"/>
        <pc:sldMkLst>
          <pc:docMk/>
          <pc:sldMk cId="4139956580" sldId="266"/>
        </pc:sldMkLst>
        <pc:spChg chg="mod">
          <ac:chgData name="Sara Muneeb" userId="29b624b1-a719-43f5-9b52-388cd4043c04" providerId="ADAL" clId="{ABF93FB7-137C-49F8-97E0-D514822543EA}" dt="2022-12-14T03:07:03.133" v="584" actId="20577"/>
          <ac:spMkLst>
            <pc:docMk/>
            <pc:sldMk cId="4139956580" sldId="266"/>
            <ac:spMk id="2" creationId="{61715E50-592E-D5BE-956D-CC8850D80B72}"/>
          </ac:spMkLst>
        </pc:spChg>
        <pc:spChg chg="del">
          <ac:chgData name="Sara Muneeb" userId="29b624b1-a719-43f5-9b52-388cd4043c04" providerId="ADAL" clId="{ABF93FB7-137C-49F8-97E0-D514822543EA}" dt="2022-12-14T03:07:43.398" v="585" actId="22"/>
          <ac:spMkLst>
            <pc:docMk/>
            <pc:sldMk cId="4139956580" sldId="266"/>
            <ac:spMk id="3" creationId="{B73480E0-4080-31E0-7122-CEC214C00EE4}"/>
          </ac:spMkLst>
        </pc:spChg>
        <pc:picChg chg="add mod ord">
          <ac:chgData name="Sara Muneeb" userId="29b624b1-a719-43f5-9b52-388cd4043c04" providerId="ADAL" clId="{ABF93FB7-137C-49F8-97E0-D514822543EA}" dt="2022-12-14T03:07:43.398" v="585" actId="22"/>
          <ac:picMkLst>
            <pc:docMk/>
            <pc:sldMk cId="4139956580" sldId="266"/>
            <ac:picMk id="5" creationId="{F43C5208-63ED-6334-8753-77DB3409D9DC}"/>
          </ac:picMkLst>
        </pc:picChg>
      </pc:sldChg>
      <pc:sldChg chg="addSp delSp modSp new mod">
        <pc:chgData name="Sara Muneeb" userId="29b624b1-a719-43f5-9b52-388cd4043c04" providerId="ADAL" clId="{ABF93FB7-137C-49F8-97E0-D514822543EA}" dt="2022-12-14T03:08:23.104" v="597" actId="14100"/>
        <pc:sldMkLst>
          <pc:docMk/>
          <pc:sldMk cId="655993881" sldId="267"/>
        </pc:sldMkLst>
        <pc:spChg chg="mod">
          <ac:chgData name="Sara Muneeb" userId="29b624b1-a719-43f5-9b52-388cd4043c04" providerId="ADAL" clId="{ABF93FB7-137C-49F8-97E0-D514822543EA}" dt="2022-12-14T03:07:52.620" v="595" actId="20577"/>
          <ac:spMkLst>
            <pc:docMk/>
            <pc:sldMk cId="655993881" sldId="267"/>
            <ac:spMk id="2" creationId="{90050890-53D2-3F8F-3DDB-AB6AB3A371B4}"/>
          </ac:spMkLst>
        </pc:spChg>
        <pc:spChg chg="del">
          <ac:chgData name="Sara Muneeb" userId="29b624b1-a719-43f5-9b52-388cd4043c04" providerId="ADAL" clId="{ABF93FB7-137C-49F8-97E0-D514822543EA}" dt="2022-12-14T03:08:17.425" v="596" actId="22"/>
          <ac:spMkLst>
            <pc:docMk/>
            <pc:sldMk cId="655993881" sldId="267"/>
            <ac:spMk id="3" creationId="{3806335B-7811-388B-7C80-AFD47640E00E}"/>
          </ac:spMkLst>
        </pc:spChg>
        <pc:picChg chg="add mod ord">
          <ac:chgData name="Sara Muneeb" userId="29b624b1-a719-43f5-9b52-388cd4043c04" providerId="ADAL" clId="{ABF93FB7-137C-49F8-97E0-D514822543EA}" dt="2022-12-14T03:08:23.104" v="597" actId="14100"/>
          <ac:picMkLst>
            <pc:docMk/>
            <pc:sldMk cId="655993881" sldId="267"/>
            <ac:picMk id="5" creationId="{BB79D15B-08BB-5567-9E4F-C0B8ED85210A}"/>
          </ac:picMkLst>
        </pc:picChg>
      </pc:sldChg>
      <pc:sldChg chg="modSp new mod">
        <pc:chgData name="Sara Muneeb" userId="29b624b1-a719-43f5-9b52-388cd4043c04" providerId="ADAL" clId="{ABF93FB7-137C-49F8-97E0-D514822543EA}" dt="2022-12-14T03:11:12.390" v="659" actId="5793"/>
        <pc:sldMkLst>
          <pc:docMk/>
          <pc:sldMk cId="187108510" sldId="268"/>
        </pc:sldMkLst>
        <pc:spChg chg="mod">
          <ac:chgData name="Sara Muneeb" userId="29b624b1-a719-43f5-9b52-388cd4043c04" providerId="ADAL" clId="{ABF93FB7-137C-49F8-97E0-D514822543EA}" dt="2022-12-14T03:08:36.428" v="625" actId="20577"/>
          <ac:spMkLst>
            <pc:docMk/>
            <pc:sldMk cId="187108510" sldId="268"/>
            <ac:spMk id="2" creationId="{5128B08A-2501-747C-1DAA-E86E2DE3C14F}"/>
          </ac:spMkLst>
        </pc:spChg>
        <pc:spChg chg="mod">
          <ac:chgData name="Sara Muneeb" userId="29b624b1-a719-43f5-9b52-388cd4043c04" providerId="ADAL" clId="{ABF93FB7-137C-49F8-97E0-D514822543EA}" dt="2022-12-14T03:11:12.390" v="659" actId="5793"/>
          <ac:spMkLst>
            <pc:docMk/>
            <pc:sldMk cId="187108510" sldId="268"/>
            <ac:spMk id="3" creationId="{3F6A5FD6-A26D-EE66-0DE2-68F1146A3101}"/>
          </ac:spMkLst>
        </pc:spChg>
      </pc:sldChg>
      <pc:sldChg chg="addSp delSp modSp new mod">
        <pc:chgData name="Sara Muneeb" userId="29b624b1-a719-43f5-9b52-388cd4043c04" providerId="ADAL" clId="{ABF93FB7-137C-49F8-97E0-D514822543EA}" dt="2022-12-14T03:13:50.743" v="707" actId="20577"/>
        <pc:sldMkLst>
          <pc:docMk/>
          <pc:sldMk cId="2685620422" sldId="269"/>
        </pc:sldMkLst>
        <pc:spChg chg="mod">
          <ac:chgData name="Sara Muneeb" userId="29b624b1-a719-43f5-9b52-388cd4043c04" providerId="ADAL" clId="{ABF93FB7-137C-49F8-97E0-D514822543EA}" dt="2022-12-14T03:13:50.743" v="707" actId="20577"/>
          <ac:spMkLst>
            <pc:docMk/>
            <pc:sldMk cId="2685620422" sldId="269"/>
            <ac:spMk id="2" creationId="{C57FF45E-CEF0-DD16-6BD3-EF0D3998B935}"/>
          </ac:spMkLst>
        </pc:spChg>
        <pc:spChg chg="del">
          <ac:chgData name="Sara Muneeb" userId="29b624b1-a719-43f5-9b52-388cd4043c04" providerId="ADAL" clId="{ABF93FB7-137C-49F8-97E0-D514822543EA}" dt="2022-12-14T03:12:12.435" v="683" actId="22"/>
          <ac:spMkLst>
            <pc:docMk/>
            <pc:sldMk cId="2685620422" sldId="269"/>
            <ac:spMk id="3" creationId="{AECE8F2F-0111-B60F-F75F-52A224F343FA}"/>
          </ac:spMkLst>
        </pc:spChg>
        <pc:picChg chg="add mod ord">
          <ac:chgData name="Sara Muneeb" userId="29b624b1-a719-43f5-9b52-388cd4043c04" providerId="ADAL" clId="{ABF93FB7-137C-49F8-97E0-D514822543EA}" dt="2022-12-14T03:12:12.435" v="683" actId="22"/>
          <ac:picMkLst>
            <pc:docMk/>
            <pc:sldMk cId="2685620422" sldId="269"/>
            <ac:picMk id="5" creationId="{D1676086-7CBA-A67C-2D9D-420FE9BAB0FC}"/>
          </ac:picMkLst>
        </pc:picChg>
      </pc:sldChg>
      <pc:sldChg chg="addSp delSp modSp new mod">
        <pc:chgData name="Sara Muneeb" userId="29b624b1-a719-43f5-9b52-388cd4043c04" providerId="ADAL" clId="{ABF93FB7-137C-49F8-97E0-D514822543EA}" dt="2022-12-14T03:13:57.942" v="708"/>
        <pc:sldMkLst>
          <pc:docMk/>
          <pc:sldMk cId="1592908027" sldId="270"/>
        </pc:sldMkLst>
        <pc:spChg chg="mod">
          <ac:chgData name="Sara Muneeb" userId="29b624b1-a719-43f5-9b52-388cd4043c04" providerId="ADAL" clId="{ABF93FB7-137C-49F8-97E0-D514822543EA}" dt="2022-12-14T03:13:57.942" v="708"/>
          <ac:spMkLst>
            <pc:docMk/>
            <pc:sldMk cId="1592908027" sldId="270"/>
            <ac:spMk id="2" creationId="{A72F7259-6B06-7399-EB6F-A2D7704A5D21}"/>
          </ac:spMkLst>
        </pc:spChg>
        <pc:spChg chg="del">
          <ac:chgData name="Sara Muneeb" userId="29b624b1-a719-43f5-9b52-388cd4043c04" providerId="ADAL" clId="{ABF93FB7-137C-49F8-97E0-D514822543EA}" dt="2022-12-14T03:13:17.006" v="685" actId="22"/>
          <ac:spMkLst>
            <pc:docMk/>
            <pc:sldMk cId="1592908027" sldId="270"/>
            <ac:spMk id="3" creationId="{319ADED9-BCA9-1F10-F1EE-77FB3B9ECBD5}"/>
          </ac:spMkLst>
        </pc:spChg>
        <pc:picChg chg="add mod ord">
          <ac:chgData name="Sara Muneeb" userId="29b624b1-a719-43f5-9b52-388cd4043c04" providerId="ADAL" clId="{ABF93FB7-137C-49F8-97E0-D514822543EA}" dt="2022-12-14T03:13:26.260" v="689" actId="1036"/>
          <ac:picMkLst>
            <pc:docMk/>
            <pc:sldMk cId="1592908027" sldId="270"/>
            <ac:picMk id="5" creationId="{25678828-1011-2CA4-6390-4D64461B1AEA}"/>
          </ac:picMkLst>
        </pc:picChg>
      </pc:sldChg>
      <pc:sldChg chg="addSp delSp modSp new mod">
        <pc:chgData name="Sara Muneeb" userId="29b624b1-a719-43f5-9b52-388cd4043c04" providerId="ADAL" clId="{ABF93FB7-137C-49F8-97E0-D514822543EA}" dt="2022-12-14T03:14:29.954" v="732" actId="1037"/>
        <pc:sldMkLst>
          <pc:docMk/>
          <pc:sldMk cId="3111914320" sldId="271"/>
        </pc:sldMkLst>
        <pc:spChg chg="mod">
          <ac:chgData name="Sara Muneeb" userId="29b624b1-a719-43f5-9b52-388cd4043c04" providerId="ADAL" clId="{ABF93FB7-137C-49F8-97E0-D514822543EA}" dt="2022-12-14T03:14:06.280" v="728" actId="20577"/>
          <ac:spMkLst>
            <pc:docMk/>
            <pc:sldMk cId="3111914320" sldId="271"/>
            <ac:spMk id="2" creationId="{941AAD24-BC76-9D9A-36D8-9146A9163355}"/>
          </ac:spMkLst>
        </pc:spChg>
        <pc:spChg chg="del">
          <ac:chgData name="Sara Muneeb" userId="29b624b1-a719-43f5-9b52-388cd4043c04" providerId="ADAL" clId="{ABF93FB7-137C-49F8-97E0-D514822543EA}" dt="2022-12-14T03:14:22.436" v="729" actId="22"/>
          <ac:spMkLst>
            <pc:docMk/>
            <pc:sldMk cId="3111914320" sldId="271"/>
            <ac:spMk id="3" creationId="{781A99E8-CFB2-B9CC-FBDA-9A71126C3E1A}"/>
          </ac:spMkLst>
        </pc:spChg>
        <pc:picChg chg="add mod ord">
          <ac:chgData name="Sara Muneeb" userId="29b624b1-a719-43f5-9b52-388cd4043c04" providerId="ADAL" clId="{ABF93FB7-137C-49F8-97E0-D514822543EA}" dt="2022-12-14T03:14:29.954" v="732" actId="1037"/>
          <ac:picMkLst>
            <pc:docMk/>
            <pc:sldMk cId="3111914320" sldId="271"/>
            <ac:picMk id="5" creationId="{D286508F-71FB-EA93-228F-C4C64FFC4F66}"/>
          </ac:picMkLst>
        </pc:picChg>
      </pc:sldChg>
      <pc:sldChg chg="modSp new mod">
        <pc:chgData name="Sara Muneeb" userId="29b624b1-a719-43f5-9b52-388cd4043c04" providerId="ADAL" clId="{ABF93FB7-137C-49F8-97E0-D514822543EA}" dt="2022-12-14T03:27:27.538" v="862" actId="113"/>
        <pc:sldMkLst>
          <pc:docMk/>
          <pc:sldMk cId="4241662000" sldId="272"/>
        </pc:sldMkLst>
        <pc:spChg chg="mod">
          <ac:chgData name="Sara Muneeb" userId="29b624b1-a719-43f5-9b52-388cd4043c04" providerId="ADAL" clId="{ABF93FB7-137C-49F8-97E0-D514822543EA}" dt="2022-12-14T03:22:38.841" v="755" actId="20577"/>
          <ac:spMkLst>
            <pc:docMk/>
            <pc:sldMk cId="4241662000" sldId="272"/>
            <ac:spMk id="2" creationId="{B5DF074D-EEF7-557A-C881-B51D393B2F79}"/>
          </ac:spMkLst>
        </pc:spChg>
        <pc:spChg chg="mod">
          <ac:chgData name="Sara Muneeb" userId="29b624b1-a719-43f5-9b52-388cd4043c04" providerId="ADAL" clId="{ABF93FB7-137C-49F8-97E0-D514822543EA}" dt="2022-12-14T03:27:27.538" v="862" actId="113"/>
          <ac:spMkLst>
            <pc:docMk/>
            <pc:sldMk cId="4241662000" sldId="272"/>
            <ac:spMk id="3" creationId="{BD98ADE7-112C-72A1-C759-8346123A24E1}"/>
          </ac:spMkLst>
        </pc:spChg>
      </pc:sldChg>
      <pc:sldChg chg="modSp new mod">
        <pc:chgData name="Sara Muneeb" userId="29b624b1-a719-43f5-9b52-388cd4043c04" providerId="ADAL" clId="{ABF93FB7-137C-49F8-97E0-D514822543EA}" dt="2022-12-14T03:29:13.926" v="952" actId="20577"/>
        <pc:sldMkLst>
          <pc:docMk/>
          <pc:sldMk cId="1104730889" sldId="273"/>
        </pc:sldMkLst>
        <pc:spChg chg="mod">
          <ac:chgData name="Sara Muneeb" userId="29b624b1-a719-43f5-9b52-388cd4043c04" providerId="ADAL" clId="{ABF93FB7-137C-49F8-97E0-D514822543EA}" dt="2022-12-14T03:27:56.016" v="892" actId="20577"/>
          <ac:spMkLst>
            <pc:docMk/>
            <pc:sldMk cId="1104730889" sldId="273"/>
            <ac:spMk id="2" creationId="{10E8DCBB-9B30-5BBB-2065-A0D1111EE575}"/>
          </ac:spMkLst>
        </pc:spChg>
        <pc:spChg chg="mod">
          <ac:chgData name="Sara Muneeb" userId="29b624b1-a719-43f5-9b52-388cd4043c04" providerId="ADAL" clId="{ABF93FB7-137C-49F8-97E0-D514822543EA}" dt="2022-12-14T03:29:13.926" v="952" actId="20577"/>
          <ac:spMkLst>
            <pc:docMk/>
            <pc:sldMk cId="1104730889" sldId="273"/>
            <ac:spMk id="3" creationId="{22B4C66E-C1B2-6331-CAA3-7886005C34AC}"/>
          </ac:spMkLst>
        </pc:spChg>
      </pc:sldChg>
      <pc:sldChg chg="modSp new mod">
        <pc:chgData name="Sara Muneeb" userId="29b624b1-a719-43f5-9b52-388cd4043c04" providerId="ADAL" clId="{ABF93FB7-137C-49F8-97E0-D514822543EA}" dt="2022-12-14T03:30:08.243" v="982" actId="20577"/>
        <pc:sldMkLst>
          <pc:docMk/>
          <pc:sldMk cId="1145746347" sldId="274"/>
        </pc:sldMkLst>
        <pc:spChg chg="mod">
          <ac:chgData name="Sara Muneeb" userId="29b624b1-a719-43f5-9b52-388cd4043c04" providerId="ADAL" clId="{ABF93FB7-137C-49F8-97E0-D514822543EA}" dt="2022-12-14T03:30:08.243" v="982" actId="20577"/>
          <ac:spMkLst>
            <pc:docMk/>
            <pc:sldMk cId="1145746347" sldId="274"/>
            <ac:spMk id="2" creationId="{4F5B5CDE-35E1-4450-6CC9-6EE1E21278C9}"/>
          </ac:spMkLst>
        </pc:spChg>
        <pc:spChg chg="mod">
          <ac:chgData name="Sara Muneeb" userId="29b624b1-a719-43f5-9b52-388cd4043c04" providerId="ADAL" clId="{ABF93FB7-137C-49F8-97E0-D514822543EA}" dt="2022-12-14T03:29:47.274" v="958" actId="123"/>
          <ac:spMkLst>
            <pc:docMk/>
            <pc:sldMk cId="1145746347" sldId="274"/>
            <ac:spMk id="3" creationId="{8E8E7025-CE1E-C3D5-A221-07360CE2A1CC}"/>
          </ac:spMkLst>
        </pc:spChg>
      </pc:sldChg>
      <pc:sldChg chg="modSp new mod">
        <pc:chgData name="Sara Muneeb" userId="29b624b1-a719-43f5-9b52-388cd4043c04" providerId="ADAL" clId="{ABF93FB7-137C-49F8-97E0-D514822543EA}" dt="2022-12-14T03:30:38.516" v="988" actId="27636"/>
        <pc:sldMkLst>
          <pc:docMk/>
          <pc:sldMk cId="410102142" sldId="275"/>
        </pc:sldMkLst>
        <pc:spChg chg="mod">
          <ac:chgData name="Sara Muneeb" userId="29b624b1-a719-43f5-9b52-388cd4043c04" providerId="ADAL" clId="{ABF93FB7-137C-49F8-97E0-D514822543EA}" dt="2022-12-14T03:30:13.840" v="983" actId="20577"/>
          <ac:spMkLst>
            <pc:docMk/>
            <pc:sldMk cId="410102142" sldId="275"/>
            <ac:spMk id="2" creationId="{D663213D-2A67-588A-1CD5-20DCDBADA03C}"/>
          </ac:spMkLst>
        </pc:spChg>
        <pc:spChg chg="mod">
          <ac:chgData name="Sara Muneeb" userId="29b624b1-a719-43f5-9b52-388cd4043c04" providerId="ADAL" clId="{ABF93FB7-137C-49F8-97E0-D514822543EA}" dt="2022-12-14T03:30:38.516" v="988" actId="27636"/>
          <ac:spMkLst>
            <pc:docMk/>
            <pc:sldMk cId="410102142" sldId="275"/>
            <ac:spMk id="3" creationId="{AAE288EE-81CE-621A-F0BC-7A5816CC4BF9}"/>
          </ac:spMkLst>
        </pc:spChg>
      </pc:sldChg>
      <pc:sldChg chg="modSp new mod">
        <pc:chgData name="Sara Muneeb" userId="29b624b1-a719-43f5-9b52-388cd4043c04" providerId="ADAL" clId="{ABF93FB7-137C-49F8-97E0-D514822543EA}" dt="2022-12-14T03:27:10.378" v="860" actId="20577"/>
        <pc:sldMkLst>
          <pc:docMk/>
          <pc:sldMk cId="3090277031" sldId="276"/>
        </pc:sldMkLst>
        <pc:spChg chg="mod">
          <ac:chgData name="Sara Muneeb" userId="29b624b1-a719-43f5-9b52-388cd4043c04" providerId="ADAL" clId="{ABF93FB7-137C-49F8-97E0-D514822543EA}" dt="2022-12-14T03:27:10.378" v="860" actId="20577"/>
          <ac:spMkLst>
            <pc:docMk/>
            <pc:sldMk cId="3090277031" sldId="276"/>
            <ac:spMk id="2" creationId="{4EBB3F66-1F35-6667-C5EC-837D336E1185}"/>
          </ac:spMkLst>
        </pc:spChg>
      </pc:sldChg>
    </pc:docChg>
  </pc:docChgLst>
  <pc:docChgLst>
    <pc:chgData name="Sara Muneeb" userId="29b624b1-a719-43f5-9b52-388cd4043c04" providerId="ADAL" clId="{9EA09CCF-4EB7-41FB-BFE4-3693A5C2ED1B}"/>
    <pc:docChg chg="undo custSel addSld delSld modSld sldOrd modNotesMaster">
      <pc:chgData name="Sara Muneeb" userId="29b624b1-a719-43f5-9b52-388cd4043c04" providerId="ADAL" clId="{9EA09CCF-4EB7-41FB-BFE4-3693A5C2ED1B}" dt="2022-09-26T14:10:47.952" v="4078" actId="20577"/>
      <pc:docMkLst>
        <pc:docMk/>
      </pc:docMkLst>
      <pc:sldChg chg="modSp mod">
        <pc:chgData name="Sara Muneeb" userId="29b624b1-a719-43f5-9b52-388cd4043c04" providerId="ADAL" clId="{9EA09CCF-4EB7-41FB-BFE4-3693A5C2ED1B}" dt="2022-09-21T08:00:16.642" v="66" actId="1076"/>
        <pc:sldMkLst>
          <pc:docMk/>
          <pc:sldMk cId="2984185032" sldId="256"/>
        </pc:sldMkLst>
        <pc:spChg chg="mod">
          <ac:chgData name="Sara Muneeb" userId="29b624b1-a719-43f5-9b52-388cd4043c04" providerId="ADAL" clId="{9EA09CCF-4EB7-41FB-BFE4-3693A5C2ED1B}" dt="2022-09-21T08:00:06.785" v="65" actId="20577"/>
          <ac:spMkLst>
            <pc:docMk/>
            <pc:sldMk cId="2984185032" sldId="256"/>
            <ac:spMk id="2" creationId="{00000000-0000-0000-0000-000000000000}"/>
          </ac:spMkLst>
        </pc:spChg>
        <pc:spChg chg="mod">
          <ac:chgData name="Sara Muneeb" userId="29b624b1-a719-43f5-9b52-388cd4043c04" providerId="ADAL" clId="{9EA09CCF-4EB7-41FB-BFE4-3693A5C2ED1B}" dt="2022-09-21T08:00:16.642" v="66" actId="1076"/>
          <ac:spMkLst>
            <pc:docMk/>
            <pc:sldMk cId="2984185032" sldId="256"/>
            <ac:spMk id="3" creationId="{00000000-0000-0000-0000-000000000000}"/>
          </ac:spMkLst>
        </pc:spChg>
      </pc:sldChg>
      <pc:sldChg chg="addSp modSp mod">
        <pc:chgData name="Sara Muneeb" userId="29b624b1-a719-43f5-9b52-388cd4043c04" providerId="ADAL" clId="{9EA09CCF-4EB7-41FB-BFE4-3693A5C2ED1B}" dt="2022-09-21T08:04:34.256" v="160" actId="1076"/>
        <pc:sldMkLst>
          <pc:docMk/>
          <pc:sldMk cId="4179302358" sldId="257"/>
        </pc:sldMkLst>
        <pc:spChg chg="mod">
          <ac:chgData name="Sara Muneeb" userId="29b624b1-a719-43f5-9b52-388cd4043c04" providerId="ADAL" clId="{9EA09CCF-4EB7-41FB-BFE4-3693A5C2ED1B}" dt="2022-09-21T08:04:22.929" v="157" actId="20577"/>
          <ac:spMkLst>
            <pc:docMk/>
            <pc:sldMk cId="4179302358" sldId="257"/>
            <ac:spMk id="3" creationId="{00000000-0000-0000-0000-000000000000}"/>
          </ac:spMkLst>
        </pc:spChg>
        <pc:picChg chg="add mod">
          <ac:chgData name="Sara Muneeb" userId="29b624b1-a719-43f5-9b52-388cd4043c04" providerId="ADAL" clId="{9EA09CCF-4EB7-41FB-BFE4-3693A5C2ED1B}" dt="2022-09-21T08:04:34.256" v="160" actId="1076"/>
          <ac:picMkLst>
            <pc:docMk/>
            <pc:sldMk cId="4179302358" sldId="257"/>
            <ac:picMk id="5" creationId="{76E6F1F1-BB99-4F6B-577E-A83D6140B971}"/>
          </ac:picMkLst>
        </pc:picChg>
      </pc:sldChg>
      <pc:sldChg chg="addSp delSp modSp mod ord">
        <pc:chgData name="Sara Muneeb" userId="29b624b1-a719-43f5-9b52-388cd4043c04" providerId="ADAL" clId="{9EA09CCF-4EB7-41FB-BFE4-3693A5C2ED1B}" dt="2022-09-26T11:51:10.384" v="1679"/>
        <pc:sldMkLst>
          <pc:docMk/>
          <pc:sldMk cId="2934318247" sldId="258"/>
        </pc:sldMkLst>
        <pc:spChg chg="mod">
          <ac:chgData name="Sara Muneeb" userId="29b624b1-a719-43f5-9b52-388cd4043c04" providerId="ADAL" clId="{9EA09CCF-4EB7-41FB-BFE4-3693A5C2ED1B}" dt="2022-09-21T08:08:02.042" v="176" actId="20577"/>
          <ac:spMkLst>
            <pc:docMk/>
            <pc:sldMk cId="2934318247" sldId="258"/>
            <ac:spMk id="2" creationId="{00000000-0000-0000-0000-000000000000}"/>
          </ac:spMkLst>
        </pc:spChg>
        <pc:spChg chg="add mod">
          <ac:chgData name="Sara Muneeb" userId="29b624b1-a719-43f5-9b52-388cd4043c04" providerId="ADAL" clId="{9EA09CCF-4EB7-41FB-BFE4-3693A5C2ED1B}" dt="2022-09-21T08:14:33.027" v="445" actId="20577"/>
          <ac:spMkLst>
            <pc:docMk/>
            <pc:sldMk cId="2934318247" sldId="258"/>
            <ac:spMk id="3" creationId="{EC1A22C0-E3E8-E9A4-6C27-03443F392EFF}"/>
          </ac:spMkLst>
        </pc:spChg>
        <pc:picChg chg="del">
          <ac:chgData name="Sara Muneeb" userId="29b624b1-a719-43f5-9b52-388cd4043c04" providerId="ADAL" clId="{9EA09CCF-4EB7-41FB-BFE4-3693A5C2ED1B}" dt="2022-09-21T08:12:34.248" v="177" actId="478"/>
          <ac:picMkLst>
            <pc:docMk/>
            <pc:sldMk cId="2934318247" sldId="258"/>
            <ac:picMk id="4" creationId="{4064BD76-F788-4681-821C-DDA0C2688C4B}"/>
          </ac:picMkLst>
        </pc:picChg>
        <pc:picChg chg="del">
          <ac:chgData name="Sara Muneeb" userId="29b624b1-a719-43f5-9b52-388cd4043c04" providerId="ADAL" clId="{9EA09CCF-4EB7-41FB-BFE4-3693A5C2ED1B}" dt="2022-09-21T08:12:34.248" v="177" actId="478"/>
          <ac:picMkLst>
            <pc:docMk/>
            <pc:sldMk cId="2934318247" sldId="258"/>
            <ac:picMk id="1026" creationId="{00000000-0000-0000-0000-000000000000}"/>
          </ac:picMkLst>
        </pc:picChg>
      </pc:sldChg>
      <pc:sldChg chg="addSp delSp modSp add mod">
        <pc:chgData name="Sara Muneeb" userId="29b624b1-a719-43f5-9b52-388cd4043c04" providerId="ADAL" clId="{9EA09CCF-4EB7-41FB-BFE4-3693A5C2ED1B}" dt="2022-09-26T13:14:54.747" v="3111" actId="14100"/>
        <pc:sldMkLst>
          <pc:docMk/>
          <pc:sldMk cId="2349585444" sldId="265"/>
        </pc:sldMkLst>
        <pc:picChg chg="del">
          <ac:chgData name="Sara Muneeb" userId="29b624b1-a719-43f5-9b52-388cd4043c04" providerId="ADAL" clId="{9EA09CCF-4EB7-41FB-BFE4-3693A5C2ED1B}" dt="2022-09-26T13:14:47.167" v="3109" actId="478"/>
          <ac:picMkLst>
            <pc:docMk/>
            <pc:sldMk cId="2349585444" sldId="265"/>
            <ac:picMk id="5" creationId="{0EBDBAE0-32A3-4666-89F7-B4837220E61E}"/>
          </ac:picMkLst>
        </pc:picChg>
        <pc:picChg chg="add mod modCrop">
          <ac:chgData name="Sara Muneeb" userId="29b624b1-a719-43f5-9b52-388cd4043c04" providerId="ADAL" clId="{9EA09CCF-4EB7-41FB-BFE4-3693A5C2ED1B}" dt="2022-09-26T13:14:54.747" v="3111" actId="14100"/>
          <ac:picMkLst>
            <pc:docMk/>
            <pc:sldMk cId="2349585444" sldId="265"/>
            <ac:picMk id="7" creationId="{03380BA2-1430-C7EE-C4F2-1D4E50EBF1F8}"/>
          </ac:picMkLst>
        </pc:picChg>
      </pc:sldChg>
      <pc:sldChg chg="add">
        <pc:chgData name="Sara Muneeb" userId="29b624b1-a719-43f5-9b52-388cd4043c04" providerId="ADAL" clId="{9EA09CCF-4EB7-41FB-BFE4-3693A5C2ED1B}" dt="2022-09-26T13:09:15.512" v="3072"/>
        <pc:sldMkLst>
          <pc:docMk/>
          <pc:sldMk cId="2970711622" sldId="301"/>
        </pc:sldMkLst>
      </pc:sldChg>
      <pc:sldChg chg="modSp add mod">
        <pc:chgData name="Sara Muneeb" userId="29b624b1-a719-43f5-9b52-388cd4043c04" providerId="ADAL" clId="{9EA09CCF-4EB7-41FB-BFE4-3693A5C2ED1B}" dt="2022-09-26T13:56:14.111" v="3906" actId="20577"/>
        <pc:sldMkLst>
          <pc:docMk/>
          <pc:sldMk cId="3978508472" sldId="315"/>
        </pc:sldMkLst>
        <pc:spChg chg="mod">
          <ac:chgData name="Sara Muneeb" userId="29b624b1-a719-43f5-9b52-388cd4043c04" providerId="ADAL" clId="{9EA09CCF-4EB7-41FB-BFE4-3693A5C2ED1B}" dt="2022-09-26T13:56:14.111" v="3906" actId="20577"/>
          <ac:spMkLst>
            <pc:docMk/>
            <pc:sldMk cId="3978508472" sldId="315"/>
            <ac:spMk id="2" creationId="{6D38B25D-F8BE-401F-A49D-33F663DAB505}"/>
          </ac:spMkLst>
        </pc:spChg>
      </pc:sldChg>
      <pc:sldChg chg="add del">
        <pc:chgData name="Sara Muneeb" userId="29b624b1-a719-43f5-9b52-388cd4043c04" providerId="ADAL" clId="{9EA09CCF-4EB7-41FB-BFE4-3693A5C2ED1B}" dt="2022-09-26T13:09:51.332" v="3074" actId="47"/>
        <pc:sldMkLst>
          <pc:docMk/>
          <pc:sldMk cId="3982629120" sldId="318"/>
        </pc:sldMkLst>
      </pc:sldChg>
      <pc:sldChg chg="del">
        <pc:chgData name="Sara Muneeb" userId="29b624b1-a719-43f5-9b52-388cd4043c04" providerId="ADAL" clId="{9EA09CCF-4EB7-41FB-BFE4-3693A5C2ED1B}" dt="2022-09-26T11:51:26.742" v="1680" actId="47"/>
        <pc:sldMkLst>
          <pc:docMk/>
          <pc:sldMk cId="134933159" sldId="326"/>
        </pc:sldMkLst>
      </pc:sldChg>
      <pc:sldChg chg="del">
        <pc:chgData name="Sara Muneeb" userId="29b624b1-a719-43f5-9b52-388cd4043c04" providerId="ADAL" clId="{9EA09CCF-4EB7-41FB-BFE4-3693A5C2ED1B}" dt="2022-09-26T11:51:26.742" v="1680" actId="47"/>
        <pc:sldMkLst>
          <pc:docMk/>
          <pc:sldMk cId="1262520422" sldId="327"/>
        </pc:sldMkLst>
      </pc:sldChg>
      <pc:sldChg chg="del">
        <pc:chgData name="Sara Muneeb" userId="29b624b1-a719-43f5-9b52-388cd4043c04" providerId="ADAL" clId="{9EA09CCF-4EB7-41FB-BFE4-3693A5C2ED1B}" dt="2022-09-26T11:51:26.742" v="1680" actId="47"/>
        <pc:sldMkLst>
          <pc:docMk/>
          <pc:sldMk cId="3780350452" sldId="328"/>
        </pc:sldMkLst>
      </pc:sldChg>
      <pc:sldChg chg="del">
        <pc:chgData name="Sara Muneeb" userId="29b624b1-a719-43f5-9b52-388cd4043c04" providerId="ADAL" clId="{9EA09CCF-4EB7-41FB-BFE4-3693A5C2ED1B}" dt="2022-09-26T11:51:26.742" v="1680" actId="47"/>
        <pc:sldMkLst>
          <pc:docMk/>
          <pc:sldMk cId="1173176202" sldId="329"/>
        </pc:sldMkLst>
      </pc:sldChg>
      <pc:sldChg chg="del">
        <pc:chgData name="Sara Muneeb" userId="29b624b1-a719-43f5-9b52-388cd4043c04" providerId="ADAL" clId="{9EA09CCF-4EB7-41FB-BFE4-3693A5C2ED1B}" dt="2022-09-26T11:51:26.742" v="1680" actId="47"/>
        <pc:sldMkLst>
          <pc:docMk/>
          <pc:sldMk cId="1433651122" sldId="330"/>
        </pc:sldMkLst>
      </pc:sldChg>
      <pc:sldChg chg="del">
        <pc:chgData name="Sara Muneeb" userId="29b624b1-a719-43f5-9b52-388cd4043c04" providerId="ADAL" clId="{9EA09CCF-4EB7-41FB-BFE4-3693A5C2ED1B}" dt="2022-09-26T11:51:26.742" v="1680" actId="47"/>
        <pc:sldMkLst>
          <pc:docMk/>
          <pc:sldMk cId="2587233225" sldId="331"/>
        </pc:sldMkLst>
      </pc:sldChg>
      <pc:sldChg chg="del">
        <pc:chgData name="Sara Muneeb" userId="29b624b1-a719-43f5-9b52-388cd4043c04" providerId="ADAL" clId="{9EA09CCF-4EB7-41FB-BFE4-3693A5C2ED1B}" dt="2022-09-26T11:51:26.742" v="1680" actId="47"/>
        <pc:sldMkLst>
          <pc:docMk/>
          <pc:sldMk cId="3656189529" sldId="332"/>
        </pc:sldMkLst>
      </pc:sldChg>
      <pc:sldChg chg="del">
        <pc:chgData name="Sara Muneeb" userId="29b624b1-a719-43f5-9b52-388cd4043c04" providerId="ADAL" clId="{9EA09CCF-4EB7-41FB-BFE4-3693A5C2ED1B}" dt="2022-09-26T11:51:26.742" v="1680" actId="47"/>
        <pc:sldMkLst>
          <pc:docMk/>
          <pc:sldMk cId="1294312690" sldId="333"/>
        </pc:sldMkLst>
      </pc:sldChg>
      <pc:sldChg chg="del">
        <pc:chgData name="Sara Muneeb" userId="29b624b1-a719-43f5-9b52-388cd4043c04" providerId="ADAL" clId="{9EA09CCF-4EB7-41FB-BFE4-3693A5C2ED1B}" dt="2022-09-26T11:51:26.742" v="1680" actId="47"/>
        <pc:sldMkLst>
          <pc:docMk/>
          <pc:sldMk cId="3683615567" sldId="334"/>
        </pc:sldMkLst>
      </pc:sldChg>
      <pc:sldChg chg="del">
        <pc:chgData name="Sara Muneeb" userId="29b624b1-a719-43f5-9b52-388cd4043c04" providerId="ADAL" clId="{9EA09CCF-4EB7-41FB-BFE4-3693A5C2ED1B}" dt="2022-09-26T11:51:26.742" v="1680" actId="47"/>
        <pc:sldMkLst>
          <pc:docMk/>
          <pc:sldMk cId="1806673627" sldId="335"/>
        </pc:sldMkLst>
      </pc:sldChg>
      <pc:sldChg chg="del">
        <pc:chgData name="Sara Muneeb" userId="29b624b1-a719-43f5-9b52-388cd4043c04" providerId="ADAL" clId="{9EA09CCF-4EB7-41FB-BFE4-3693A5C2ED1B}" dt="2022-09-26T11:51:26.742" v="1680" actId="47"/>
        <pc:sldMkLst>
          <pc:docMk/>
          <pc:sldMk cId="870626910" sldId="336"/>
        </pc:sldMkLst>
      </pc:sldChg>
      <pc:sldChg chg="del">
        <pc:chgData name="Sara Muneeb" userId="29b624b1-a719-43f5-9b52-388cd4043c04" providerId="ADAL" clId="{9EA09CCF-4EB7-41FB-BFE4-3693A5C2ED1B}" dt="2022-09-26T11:51:26.742" v="1680" actId="47"/>
        <pc:sldMkLst>
          <pc:docMk/>
          <pc:sldMk cId="3996656312" sldId="337"/>
        </pc:sldMkLst>
      </pc:sldChg>
      <pc:sldChg chg="del">
        <pc:chgData name="Sara Muneeb" userId="29b624b1-a719-43f5-9b52-388cd4043c04" providerId="ADAL" clId="{9EA09CCF-4EB7-41FB-BFE4-3693A5C2ED1B}" dt="2022-09-26T11:51:26.742" v="1680" actId="47"/>
        <pc:sldMkLst>
          <pc:docMk/>
          <pc:sldMk cId="2893404186" sldId="338"/>
        </pc:sldMkLst>
      </pc:sldChg>
      <pc:sldChg chg="del">
        <pc:chgData name="Sara Muneeb" userId="29b624b1-a719-43f5-9b52-388cd4043c04" providerId="ADAL" clId="{9EA09CCF-4EB7-41FB-BFE4-3693A5C2ED1B}" dt="2022-09-26T11:51:26.742" v="1680" actId="47"/>
        <pc:sldMkLst>
          <pc:docMk/>
          <pc:sldMk cId="2809689417" sldId="339"/>
        </pc:sldMkLst>
      </pc:sldChg>
      <pc:sldChg chg="del">
        <pc:chgData name="Sara Muneeb" userId="29b624b1-a719-43f5-9b52-388cd4043c04" providerId="ADAL" clId="{9EA09CCF-4EB7-41FB-BFE4-3693A5C2ED1B}" dt="2022-09-26T11:51:26.742" v="1680" actId="47"/>
        <pc:sldMkLst>
          <pc:docMk/>
          <pc:sldMk cId="261300321" sldId="340"/>
        </pc:sldMkLst>
      </pc:sldChg>
      <pc:sldChg chg="del">
        <pc:chgData name="Sara Muneeb" userId="29b624b1-a719-43f5-9b52-388cd4043c04" providerId="ADAL" clId="{9EA09CCF-4EB7-41FB-BFE4-3693A5C2ED1B}" dt="2022-09-26T11:51:26.742" v="1680" actId="47"/>
        <pc:sldMkLst>
          <pc:docMk/>
          <pc:sldMk cId="2581040809" sldId="341"/>
        </pc:sldMkLst>
      </pc:sldChg>
      <pc:sldChg chg="del">
        <pc:chgData name="Sara Muneeb" userId="29b624b1-a719-43f5-9b52-388cd4043c04" providerId="ADAL" clId="{9EA09CCF-4EB7-41FB-BFE4-3693A5C2ED1B}" dt="2022-09-26T11:51:26.742" v="1680" actId="47"/>
        <pc:sldMkLst>
          <pc:docMk/>
          <pc:sldMk cId="2671139842" sldId="342"/>
        </pc:sldMkLst>
      </pc:sldChg>
      <pc:sldChg chg="del">
        <pc:chgData name="Sara Muneeb" userId="29b624b1-a719-43f5-9b52-388cd4043c04" providerId="ADAL" clId="{9EA09CCF-4EB7-41FB-BFE4-3693A5C2ED1B}" dt="2022-09-26T11:51:26.742" v="1680" actId="47"/>
        <pc:sldMkLst>
          <pc:docMk/>
          <pc:sldMk cId="3207177132" sldId="343"/>
        </pc:sldMkLst>
      </pc:sldChg>
      <pc:sldChg chg="del">
        <pc:chgData name="Sara Muneeb" userId="29b624b1-a719-43f5-9b52-388cd4043c04" providerId="ADAL" clId="{9EA09CCF-4EB7-41FB-BFE4-3693A5C2ED1B}" dt="2022-09-26T11:51:26.742" v="1680" actId="47"/>
        <pc:sldMkLst>
          <pc:docMk/>
          <pc:sldMk cId="1403215134" sldId="344"/>
        </pc:sldMkLst>
      </pc:sldChg>
      <pc:sldChg chg="modSp new mod">
        <pc:chgData name="Sara Muneeb" userId="29b624b1-a719-43f5-9b52-388cd4043c04" providerId="ADAL" clId="{9EA09CCF-4EB7-41FB-BFE4-3693A5C2ED1B}" dt="2022-09-22T07:58:08.564" v="717" actId="20577"/>
        <pc:sldMkLst>
          <pc:docMk/>
          <pc:sldMk cId="4246156943" sldId="345"/>
        </pc:sldMkLst>
        <pc:spChg chg="mod">
          <ac:chgData name="Sara Muneeb" userId="29b624b1-a719-43f5-9b52-388cd4043c04" providerId="ADAL" clId="{9EA09CCF-4EB7-41FB-BFE4-3693A5C2ED1B}" dt="2022-09-22T07:58:08.564" v="717" actId="20577"/>
          <ac:spMkLst>
            <pc:docMk/>
            <pc:sldMk cId="4246156943" sldId="345"/>
            <ac:spMk id="2" creationId="{D5A56494-32CF-26FC-31B4-2209C99B032E}"/>
          </ac:spMkLst>
        </pc:spChg>
        <pc:spChg chg="mod">
          <ac:chgData name="Sara Muneeb" userId="29b624b1-a719-43f5-9b52-388cd4043c04" providerId="ADAL" clId="{9EA09CCF-4EB7-41FB-BFE4-3693A5C2ED1B}" dt="2022-09-22T07:51:46.937" v="636" actId="27636"/>
          <ac:spMkLst>
            <pc:docMk/>
            <pc:sldMk cId="4246156943" sldId="345"/>
            <ac:spMk id="3" creationId="{95E9DD29-5C9C-9D77-CBA9-DB0F7B1BD2BC}"/>
          </ac:spMkLst>
        </pc:spChg>
      </pc:sldChg>
      <pc:sldChg chg="modSp new mod">
        <pc:chgData name="Sara Muneeb" userId="29b624b1-a719-43f5-9b52-388cd4043c04" providerId="ADAL" clId="{9EA09CCF-4EB7-41FB-BFE4-3693A5C2ED1B}" dt="2022-09-22T07:57:40.273" v="694" actId="5793"/>
        <pc:sldMkLst>
          <pc:docMk/>
          <pc:sldMk cId="2366367615" sldId="346"/>
        </pc:sldMkLst>
        <pc:spChg chg="mod">
          <ac:chgData name="Sara Muneeb" userId="29b624b1-a719-43f5-9b52-388cd4043c04" providerId="ADAL" clId="{9EA09CCF-4EB7-41FB-BFE4-3693A5C2ED1B}" dt="2022-09-22T07:56:33.820" v="673" actId="20577"/>
          <ac:spMkLst>
            <pc:docMk/>
            <pc:sldMk cId="2366367615" sldId="346"/>
            <ac:spMk id="2" creationId="{8855384C-9E67-BBE5-C716-0A814B4F0AB6}"/>
          </ac:spMkLst>
        </pc:spChg>
        <pc:spChg chg="mod">
          <ac:chgData name="Sara Muneeb" userId="29b624b1-a719-43f5-9b52-388cd4043c04" providerId="ADAL" clId="{9EA09CCF-4EB7-41FB-BFE4-3693A5C2ED1B}" dt="2022-09-22T07:57:40.273" v="694" actId="5793"/>
          <ac:spMkLst>
            <pc:docMk/>
            <pc:sldMk cId="2366367615" sldId="346"/>
            <ac:spMk id="3" creationId="{F384BC2A-6222-E3B2-490B-F9E0DBDB0D1A}"/>
          </ac:spMkLst>
        </pc:spChg>
      </pc:sldChg>
      <pc:sldChg chg="modSp new mod">
        <pc:chgData name="Sara Muneeb" userId="29b624b1-a719-43f5-9b52-388cd4043c04" providerId="ADAL" clId="{9EA09CCF-4EB7-41FB-BFE4-3693A5C2ED1B}" dt="2022-09-22T08:05:41.346" v="1024" actId="20577"/>
        <pc:sldMkLst>
          <pc:docMk/>
          <pc:sldMk cId="1655376747" sldId="347"/>
        </pc:sldMkLst>
        <pc:spChg chg="mod">
          <ac:chgData name="Sara Muneeb" userId="29b624b1-a719-43f5-9b52-388cd4043c04" providerId="ADAL" clId="{9EA09CCF-4EB7-41FB-BFE4-3693A5C2ED1B}" dt="2022-09-22T08:01:17.077" v="736" actId="20577"/>
          <ac:spMkLst>
            <pc:docMk/>
            <pc:sldMk cId="1655376747" sldId="347"/>
            <ac:spMk id="2" creationId="{DA3B5A18-7666-09B7-37E4-629EA04477BB}"/>
          </ac:spMkLst>
        </pc:spChg>
        <pc:spChg chg="mod">
          <ac:chgData name="Sara Muneeb" userId="29b624b1-a719-43f5-9b52-388cd4043c04" providerId="ADAL" clId="{9EA09CCF-4EB7-41FB-BFE4-3693A5C2ED1B}" dt="2022-09-22T08:05:41.346" v="1024" actId="20577"/>
          <ac:spMkLst>
            <pc:docMk/>
            <pc:sldMk cId="1655376747" sldId="347"/>
            <ac:spMk id="3" creationId="{881FBEA2-06B0-3197-2DD0-7DF862946CC8}"/>
          </ac:spMkLst>
        </pc:spChg>
      </pc:sldChg>
      <pc:sldChg chg="modSp new mod">
        <pc:chgData name="Sara Muneeb" userId="29b624b1-a719-43f5-9b52-388cd4043c04" providerId="ADAL" clId="{9EA09CCF-4EB7-41FB-BFE4-3693A5C2ED1B}" dt="2022-09-23T04:10:19.880" v="1677" actId="20577"/>
        <pc:sldMkLst>
          <pc:docMk/>
          <pc:sldMk cId="341212743" sldId="348"/>
        </pc:sldMkLst>
        <pc:spChg chg="mod">
          <ac:chgData name="Sara Muneeb" userId="29b624b1-a719-43f5-9b52-388cd4043c04" providerId="ADAL" clId="{9EA09CCF-4EB7-41FB-BFE4-3693A5C2ED1B}" dt="2022-09-22T08:06:18.841" v="1053" actId="20577"/>
          <ac:spMkLst>
            <pc:docMk/>
            <pc:sldMk cId="341212743" sldId="348"/>
            <ac:spMk id="2" creationId="{11454D60-6B7B-50DD-2AD8-412E40FBB689}"/>
          </ac:spMkLst>
        </pc:spChg>
        <pc:spChg chg="mod">
          <ac:chgData name="Sara Muneeb" userId="29b624b1-a719-43f5-9b52-388cd4043c04" providerId="ADAL" clId="{9EA09CCF-4EB7-41FB-BFE4-3693A5C2ED1B}" dt="2022-09-23T04:10:19.880" v="1677" actId="20577"/>
          <ac:spMkLst>
            <pc:docMk/>
            <pc:sldMk cId="341212743" sldId="348"/>
            <ac:spMk id="3" creationId="{7FACFC41-DFC8-6E4C-F313-D0BE31CCDD5B}"/>
          </ac:spMkLst>
        </pc:spChg>
      </pc:sldChg>
      <pc:sldChg chg="modSp new mod">
        <pc:chgData name="Sara Muneeb" userId="29b624b1-a719-43f5-9b52-388cd4043c04" providerId="ADAL" clId="{9EA09CCF-4EB7-41FB-BFE4-3693A5C2ED1B}" dt="2022-09-22T08:17:33.004" v="1675" actId="20577"/>
        <pc:sldMkLst>
          <pc:docMk/>
          <pc:sldMk cId="451696442" sldId="349"/>
        </pc:sldMkLst>
        <pc:spChg chg="mod">
          <ac:chgData name="Sara Muneeb" userId="29b624b1-a719-43f5-9b52-388cd4043c04" providerId="ADAL" clId="{9EA09CCF-4EB7-41FB-BFE4-3693A5C2ED1B}" dt="2022-09-22T08:13:57.662" v="1396" actId="20577"/>
          <ac:spMkLst>
            <pc:docMk/>
            <pc:sldMk cId="451696442" sldId="349"/>
            <ac:spMk id="2" creationId="{D4825678-25D6-BBBB-4CB2-CC0EB5F247EA}"/>
          </ac:spMkLst>
        </pc:spChg>
        <pc:spChg chg="mod">
          <ac:chgData name="Sara Muneeb" userId="29b624b1-a719-43f5-9b52-388cd4043c04" providerId="ADAL" clId="{9EA09CCF-4EB7-41FB-BFE4-3693A5C2ED1B}" dt="2022-09-22T08:17:33.004" v="1675" actId="20577"/>
          <ac:spMkLst>
            <pc:docMk/>
            <pc:sldMk cId="451696442" sldId="349"/>
            <ac:spMk id="3" creationId="{3C9B9C60-F971-FB78-0C75-1A0D544D57A3}"/>
          </ac:spMkLst>
        </pc:spChg>
      </pc:sldChg>
      <pc:sldChg chg="addSp modSp new mod">
        <pc:chgData name="Sara Muneeb" userId="29b624b1-a719-43f5-9b52-388cd4043c04" providerId="ADAL" clId="{9EA09CCF-4EB7-41FB-BFE4-3693A5C2ED1B}" dt="2022-09-26T11:56:02.996" v="1947" actId="1076"/>
        <pc:sldMkLst>
          <pc:docMk/>
          <pc:sldMk cId="3205214481" sldId="350"/>
        </pc:sldMkLst>
        <pc:spChg chg="mod">
          <ac:chgData name="Sara Muneeb" userId="29b624b1-a719-43f5-9b52-388cd4043c04" providerId="ADAL" clId="{9EA09CCF-4EB7-41FB-BFE4-3693A5C2ED1B}" dt="2022-09-26T11:51:50.468" v="1705" actId="20577"/>
          <ac:spMkLst>
            <pc:docMk/>
            <pc:sldMk cId="3205214481" sldId="350"/>
            <ac:spMk id="2" creationId="{0E8DCFCD-A0A4-AD9E-20B7-7A547162772B}"/>
          </ac:spMkLst>
        </pc:spChg>
        <pc:spChg chg="mod">
          <ac:chgData name="Sara Muneeb" userId="29b624b1-a719-43f5-9b52-388cd4043c04" providerId="ADAL" clId="{9EA09CCF-4EB7-41FB-BFE4-3693A5C2ED1B}" dt="2022-09-26T11:54:49.520" v="1944" actId="20577"/>
          <ac:spMkLst>
            <pc:docMk/>
            <pc:sldMk cId="3205214481" sldId="350"/>
            <ac:spMk id="3" creationId="{6BB7A88A-49CC-3899-CBEF-4A2F3EDCA57F}"/>
          </ac:spMkLst>
        </pc:spChg>
        <pc:picChg chg="add mod">
          <ac:chgData name="Sara Muneeb" userId="29b624b1-a719-43f5-9b52-388cd4043c04" providerId="ADAL" clId="{9EA09CCF-4EB7-41FB-BFE4-3693A5C2ED1B}" dt="2022-09-26T11:56:02.996" v="1947" actId="1076"/>
          <ac:picMkLst>
            <pc:docMk/>
            <pc:sldMk cId="3205214481" sldId="350"/>
            <ac:picMk id="5" creationId="{A61A87CE-D5EC-A5B6-0918-FCC5A2F8EA06}"/>
          </ac:picMkLst>
        </pc:picChg>
      </pc:sldChg>
      <pc:sldChg chg="addSp modSp new mod">
        <pc:chgData name="Sara Muneeb" userId="29b624b1-a719-43f5-9b52-388cd4043c04" providerId="ADAL" clId="{9EA09CCF-4EB7-41FB-BFE4-3693A5C2ED1B}" dt="2022-09-26T12:13:50.285" v="2285" actId="14100"/>
        <pc:sldMkLst>
          <pc:docMk/>
          <pc:sldMk cId="3040880707" sldId="351"/>
        </pc:sldMkLst>
        <pc:spChg chg="mod">
          <ac:chgData name="Sara Muneeb" userId="29b624b1-a719-43f5-9b52-388cd4043c04" providerId="ADAL" clId="{9EA09CCF-4EB7-41FB-BFE4-3693A5C2ED1B}" dt="2022-09-26T12:04:48.887" v="1972" actId="313"/>
          <ac:spMkLst>
            <pc:docMk/>
            <pc:sldMk cId="3040880707" sldId="351"/>
            <ac:spMk id="2" creationId="{CA7B8B5E-896C-4C01-627E-B627C9117C65}"/>
          </ac:spMkLst>
        </pc:spChg>
        <pc:spChg chg="mod">
          <ac:chgData name="Sara Muneeb" userId="29b624b1-a719-43f5-9b52-388cd4043c04" providerId="ADAL" clId="{9EA09CCF-4EB7-41FB-BFE4-3693A5C2ED1B}" dt="2022-09-26T12:13:44.085" v="2283" actId="27636"/>
          <ac:spMkLst>
            <pc:docMk/>
            <pc:sldMk cId="3040880707" sldId="351"/>
            <ac:spMk id="3" creationId="{54292DFC-83CF-A1DC-FDD4-FBC6992FA78E}"/>
          </ac:spMkLst>
        </pc:spChg>
        <pc:picChg chg="add mod">
          <ac:chgData name="Sara Muneeb" userId="29b624b1-a719-43f5-9b52-388cd4043c04" providerId="ADAL" clId="{9EA09CCF-4EB7-41FB-BFE4-3693A5C2ED1B}" dt="2022-09-26T12:13:50.285" v="2285" actId="14100"/>
          <ac:picMkLst>
            <pc:docMk/>
            <pc:sldMk cId="3040880707" sldId="351"/>
            <ac:picMk id="5" creationId="{6124CA89-0899-98E4-92BE-56BD03DD26A5}"/>
          </ac:picMkLst>
        </pc:picChg>
      </pc:sldChg>
      <pc:sldChg chg="addSp modSp new mod">
        <pc:chgData name="Sara Muneeb" userId="29b624b1-a719-43f5-9b52-388cd4043c04" providerId="ADAL" clId="{9EA09CCF-4EB7-41FB-BFE4-3693A5C2ED1B}" dt="2022-09-26T12:24:46.851" v="2336" actId="1076"/>
        <pc:sldMkLst>
          <pc:docMk/>
          <pc:sldMk cId="2346777497" sldId="352"/>
        </pc:sldMkLst>
        <pc:spChg chg="mod">
          <ac:chgData name="Sara Muneeb" userId="29b624b1-a719-43f5-9b52-388cd4043c04" providerId="ADAL" clId="{9EA09CCF-4EB7-41FB-BFE4-3693A5C2ED1B}" dt="2022-09-26T12:20:13.554" v="2325" actId="313"/>
          <ac:spMkLst>
            <pc:docMk/>
            <pc:sldMk cId="2346777497" sldId="352"/>
            <ac:spMk id="2" creationId="{A5AD7DEC-19EA-3581-22A7-BB6724560F1A}"/>
          </ac:spMkLst>
        </pc:spChg>
        <pc:spChg chg="mod">
          <ac:chgData name="Sara Muneeb" userId="29b624b1-a719-43f5-9b52-388cd4043c04" providerId="ADAL" clId="{9EA09CCF-4EB7-41FB-BFE4-3693A5C2ED1B}" dt="2022-09-26T12:24:33.922" v="2332" actId="14100"/>
          <ac:spMkLst>
            <pc:docMk/>
            <pc:sldMk cId="2346777497" sldId="352"/>
            <ac:spMk id="3" creationId="{A470AC2C-F14C-E347-FDF6-6E18002950DA}"/>
          </ac:spMkLst>
        </pc:spChg>
        <pc:picChg chg="add mod">
          <ac:chgData name="Sara Muneeb" userId="29b624b1-a719-43f5-9b52-388cd4043c04" providerId="ADAL" clId="{9EA09CCF-4EB7-41FB-BFE4-3693A5C2ED1B}" dt="2022-09-26T12:24:46.851" v="2336" actId="1076"/>
          <ac:picMkLst>
            <pc:docMk/>
            <pc:sldMk cId="2346777497" sldId="352"/>
            <ac:picMk id="1026" creationId="{0A05C5FD-6F57-949B-4B08-06C4808086D2}"/>
          </ac:picMkLst>
        </pc:picChg>
      </pc:sldChg>
      <pc:sldChg chg="addSp modSp new mod">
        <pc:chgData name="Sara Muneeb" userId="29b624b1-a719-43f5-9b52-388cd4043c04" providerId="ADAL" clId="{9EA09CCF-4EB7-41FB-BFE4-3693A5C2ED1B}" dt="2022-09-26T12:33:53.180" v="2737" actId="1076"/>
        <pc:sldMkLst>
          <pc:docMk/>
          <pc:sldMk cId="647525035" sldId="353"/>
        </pc:sldMkLst>
        <pc:spChg chg="mod">
          <ac:chgData name="Sara Muneeb" userId="29b624b1-a719-43f5-9b52-388cd4043c04" providerId="ADAL" clId="{9EA09CCF-4EB7-41FB-BFE4-3693A5C2ED1B}" dt="2022-09-26T12:25:28.515" v="2355" actId="20577"/>
          <ac:spMkLst>
            <pc:docMk/>
            <pc:sldMk cId="647525035" sldId="353"/>
            <ac:spMk id="2" creationId="{7C0968B7-11E0-77DD-0CAE-DD3B0E4AB3F3}"/>
          </ac:spMkLst>
        </pc:spChg>
        <pc:spChg chg="mod">
          <ac:chgData name="Sara Muneeb" userId="29b624b1-a719-43f5-9b52-388cd4043c04" providerId="ADAL" clId="{9EA09CCF-4EB7-41FB-BFE4-3693A5C2ED1B}" dt="2022-09-26T12:33:49.942" v="2736" actId="27636"/>
          <ac:spMkLst>
            <pc:docMk/>
            <pc:sldMk cId="647525035" sldId="353"/>
            <ac:spMk id="3" creationId="{4941747E-8E50-5CDF-4EFE-972685AECF78}"/>
          </ac:spMkLst>
        </pc:spChg>
        <pc:picChg chg="add mod">
          <ac:chgData name="Sara Muneeb" userId="29b624b1-a719-43f5-9b52-388cd4043c04" providerId="ADAL" clId="{9EA09CCF-4EB7-41FB-BFE4-3693A5C2ED1B}" dt="2022-09-26T12:33:53.180" v="2737" actId="1076"/>
          <ac:picMkLst>
            <pc:docMk/>
            <pc:sldMk cId="647525035" sldId="353"/>
            <ac:picMk id="2050" creationId="{7DF233BE-1876-D4D2-B9EA-985BCFE14E1E}"/>
          </ac:picMkLst>
        </pc:picChg>
      </pc:sldChg>
      <pc:sldChg chg="modSp new mod">
        <pc:chgData name="Sara Muneeb" userId="29b624b1-a719-43f5-9b52-388cd4043c04" providerId="ADAL" clId="{9EA09CCF-4EB7-41FB-BFE4-3693A5C2ED1B}" dt="2022-09-26T12:45:12.650" v="2855" actId="15"/>
        <pc:sldMkLst>
          <pc:docMk/>
          <pc:sldMk cId="1129123376" sldId="354"/>
        </pc:sldMkLst>
        <pc:spChg chg="mod">
          <ac:chgData name="Sara Muneeb" userId="29b624b1-a719-43f5-9b52-388cd4043c04" providerId="ADAL" clId="{9EA09CCF-4EB7-41FB-BFE4-3693A5C2ED1B}" dt="2022-09-26T12:35:25.935" v="2757" actId="20577"/>
          <ac:spMkLst>
            <pc:docMk/>
            <pc:sldMk cId="1129123376" sldId="354"/>
            <ac:spMk id="2" creationId="{28AE8F55-B126-8873-999A-7BDA3BEEA1F4}"/>
          </ac:spMkLst>
        </pc:spChg>
        <pc:spChg chg="mod">
          <ac:chgData name="Sara Muneeb" userId="29b624b1-a719-43f5-9b52-388cd4043c04" providerId="ADAL" clId="{9EA09CCF-4EB7-41FB-BFE4-3693A5C2ED1B}" dt="2022-09-26T12:45:12.650" v="2855" actId="15"/>
          <ac:spMkLst>
            <pc:docMk/>
            <pc:sldMk cId="1129123376" sldId="354"/>
            <ac:spMk id="3" creationId="{C1ECCC8C-CE65-BEDE-4B3A-3CC6076A8462}"/>
          </ac:spMkLst>
        </pc:spChg>
      </pc:sldChg>
      <pc:sldChg chg="addSp modSp add mod">
        <pc:chgData name="Sara Muneeb" userId="29b624b1-a719-43f5-9b52-388cd4043c04" providerId="ADAL" clId="{9EA09CCF-4EB7-41FB-BFE4-3693A5C2ED1B}" dt="2022-09-26T12:48:54.895" v="2894" actId="1076"/>
        <pc:sldMkLst>
          <pc:docMk/>
          <pc:sldMk cId="2529333528" sldId="355"/>
        </pc:sldMkLst>
        <pc:spChg chg="mod">
          <ac:chgData name="Sara Muneeb" userId="29b624b1-a719-43f5-9b52-388cd4043c04" providerId="ADAL" clId="{9EA09CCF-4EB7-41FB-BFE4-3693A5C2ED1B}" dt="2022-09-26T12:48:37.411" v="2888" actId="27636"/>
          <ac:spMkLst>
            <pc:docMk/>
            <pc:sldMk cId="2529333528" sldId="355"/>
            <ac:spMk id="3" creationId="{C1ECCC8C-CE65-BEDE-4B3A-3CC6076A8462}"/>
          </ac:spMkLst>
        </pc:spChg>
        <pc:picChg chg="add mod">
          <ac:chgData name="Sara Muneeb" userId="29b624b1-a719-43f5-9b52-388cd4043c04" providerId="ADAL" clId="{9EA09CCF-4EB7-41FB-BFE4-3693A5C2ED1B}" dt="2022-09-26T12:48:54.895" v="2894" actId="1076"/>
          <ac:picMkLst>
            <pc:docMk/>
            <pc:sldMk cId="2529333528" sldId="355"/>
            <ac:picMk id="4" creationId="{4DAE0C73-5BBB-1FD6-94CE-D4AC1AC86F01}"/>
          </ac:picMkLst>
        </pc:picChg>
      </pc:sldChg>
      <pc:sldChg chg="new del">
        <pc:chgData name="Sara Muneeb" userId="29b624b1-a719-43f5-9b52-388cd4043c04" providerId="ADAL" clId="{9EA09CCF-4EB7-41FB-BFE4-3693A5C2ED1B}" dt="2022-09-26T12:37:01.145" v="2765" actId="47"/>
        <pc:sldMkLst>
          <pc:docMk/>
          <pc:sldMk cId="2494584753" sldId="356"/>
        </pc:sldMkLst>
      </pc:sldChg>
      <pc:sldChg chg="addSp delSp modSp new mod">
        <pc:chgData name="Sara Muneeb" userId="29b624b1-a719-43f5-9b52-388cd4043c04" providerId="ADAL" clId="{9EA09CCF-4EB7-41FB-BFE4-3693A5C2ED1B}" dt="2022-09-26T13:47:24.948" v="3532" actId="20577"/>
        <pc:sldMkLst>
          <pc:docMk/>
          <pc:sldMk cId="4291740093" sldId="356"/>
        </pc:sldMkLst>
        <pc:spChg chg="mod">
          <ac:chgData name="Sara Muneeb" userId="29b624b1-a719-43f5-9b52-388cd4043c04" providerId="ADAL" clId="{9EA09CCF-4EB7-41FB-BFE4-3693A5C2ED1B}" dt="2022-09-26T13:34:15.236" v="3167" actId="20577"/>
          <ac:spMkLst>
            <pc:docMk/>
            <pc:sldMk cId="4291740093" sldId="356"/>
            <ac:spMk id="2" creationId="{CFBFB153-691C-9201-1211-36CFCC640D7C}"/>
          </ac:spMkLst>
        </pc:spChg>
        <pc:spChg chg="mod">
          <ac:chgData name="Sara Muneeb" userId="29b624b1-a719-43f5-9b52-388cd4043c04" providerId="ADAL" clId="{9EA09CCF-4EB7-41FB-BFE4-3693A5C2ED1B}" dt="2022-09-26T13:47:24.948" v="3532" actId="20577"/>
          <ac:spMkLst>
            <pc:docMk/>
            <pc:sldMk cId="4291740093" sldId="356"/>
            <ac:spMk id="3" creationId="{7270C85C-2BE4-E87C-7FCD-10CC7659C68A}"/>
          </ac:spMkLst>
        </pc:spChg>
        <pc:picChg chg="add del">
          <ac:chgData name="Sara Muneeb" userId="29b624b1-a719-43f5-9b52-388cd4043c04" providerId="ADAL" clId="{9EA09CCF-4EB7-41FB-BFE4-3693A5C2ED1B}" dt="2022-09-26T12:48:42.704" v="2889" actId="21"/>
          <ac:picMkLst>
            <pc:docMk/>
            <pc:sldMk cId="4291740093" sldId="356"/>
            <ac:picMk id="3074" creationId="{E1D94CC8-3E59-81D2-D893-06A0E75D18CC}"/>
          </ac:picMkLst>
        </pc:picChg>
      </pc:sldChg>
      <pc:sldChg chg="modSp new mod">
        <pc:chgData name="Sara Muneeb" userId="29b624b1-a719-43f5-9b52-388cd4043c04" providerId="ADAL" clId="{9EA09CCF-4EB7-41FB-BFE4-3693A5C2ED1B}" dt="2022-09-26T12:57:08.820" v="3070" actId="20577"/>
        <pc:sldMkLst>
          <pc:docMk/>
          <pc:sldMk cId="54550552" sldId="357"/>
        </pc:sldMkLst>
        <pc:spChg chg="mod">
          <ac:chgData name="Sara Muneeb" userId="29b624b1-a719-43f5-9b52-388cd4043c04" providerId="ADAL" clId="{9EA09CCF-4EB7-41FB-BFE4-3693A5C2ED1B}" dt="2022-09-26T12:53:36.592" v="2917" actId="20577"/>
          <ac:spMkLst>
            <pc:docMk/>
            <pc:sldMk cId="54550552" sldId="357"/>
            <ac:spMk id="2" creationId="{EF8288DE-2B60-94B2-6CCD-5D48D456248E}"/>
          </ac:spMkLst>
        </pc:spChg>
        <pc:spChg chg="mod">
          <ac:chgData name="Sara Muneeb" userId="29b624b1-a719-43f5-9b52-388cd4043c04" providerId="ADAL" clId="{9EA09CCF-4EB7-41FB-BFE4-3693A5C2ED1B}" dt="2022-09-26T12:57:08.820" v="3070" actId="20577"/>
          <ac:spMkLst>
            <pc:docMk/>
            <pc:sldMk cId="54550552" sldId="357"/>
            <ac:spMk id="3" creationId="{8D818E5A-FBA5-CB41-B3D1-CA93020B03BB}"/>
          </ac:spMkLst>
        </pc:spChg>
      </pc:sldChg>
      <pc:sldChg chg="addSp delSp modSp new mod">
        <pc:chgData name="Sara Muneeb" userId="29b624b1-a719-43f5-9b52-388cd4043c04" providerId="ADAL" clId="{9EA09CCF-4EB7-41FB-BFE4-3693A5C2ED1B}" dt="2022-09-26T13:11:27.434" v="3100" actId="20577"/>
        <pc:sldMkLst>
          <pc:docMk/>
          <pc:sldMk cId="4289276877" sldId="358"/>
        </pc:sldMkLst>
        <pc:spChg chg="mod">
          <ac:chgData name="Sara Muneeb" userId="29b624b1-a719-43f5-9b52-388cd4043c04" providerId="ADAL" clId="{9EA09CCF-4EB7-41FB-BFE4-3693A5C2ED1B}" dt="2022-09-26T13:11:27.434" v="3100" actId="20577"/>
          <ac:spMkLst>
            <pc:docMk/>
            <pc:sldMk cId="4289276877" sldId="358"/>
            <ac:spMk id="2" creationId="{640C19B3-13A4-F146-A359-843938950160}"/>
          </ac:spMkLst>
        </pc:spChg>
        <pc:spChg chg="del">
          <ac:chgData name="Sara Muneeb" userId="29b624b1-a719-43f5-9b52-388cd4043c04" providerId="ADAL" clId="{9EA09CCF-4EB7-41FB-BFE4-3693A5C2ED1B}" dt="2022-09-26T13:11:18.457" v="3077"/>
          <ac:spMkLst>
            <pc:docMk/>
            <pc:sldMk cId="4289276877" sldId="358"/>
            <ac:spMk id="3" creationId="{980744BF-2C22-6E27-7C2B-974063CE010F}"/>
          </ac:spMkLst>
        </pc:spChg>
        <pc:picChg chg="add mod">
          <ac:chgData name="Sara Muneeb" userId="29b624b1-a719-43f5-9b52-388cd4043c04" providerId="ADAL" clId="{9EA09CCF-4EB7-41FB-BFE4-3693A5C2ED1B}" dt="2022-09-26T13:11:18.457" v="3077"/>
          <ac:picMkLst>
            <pc:docMk/>
            <pc:sldMk cId="4289276877" sldId="358"/>
            <ac:picMk id="4" creationId="{394C3760-0196-2419-53C2-26B23E717517}"/>
          </ac:picMkLst>
        </pc:picChg>
      </pc:sldChg>
      <pc:sldChg chg="addSp delSp modSp new mod">
        <pc:chgData name="Sara Muneeb" userId="29b624b1-a719-43f5-9b52-388cd4043c04" providerId="ADAL" clId="{9EA09CCF-4EB7-41FB-BFE4-3693A5C2ED1B}" dt="2022-09-26T13:53:57.154" v="3694" actId="20577"/>
        <pc:sldMkLst>
          <pc:docMk/>
          <pc:sldMk cId="229001700" sldId="359"/>
        </pc:sldMkLst>
        <pc:spChg chg="mod">
          <ac:chgData name="Sara Muneeb" userId="29b624b1-a719-43f5-9b52-388cd4043c04" providerId="ADAL" clId="{9EA09CCF-4EB7-41FB-BFE4-3693A5C2ED1B}" dt="2022-09-26T13:50:16.669" v="3567" actId="20577"/>
          <ac:spMkLst>
            <pc:docMk/>
            <pc:sldMk cId="229001700" sldId="359"/>
            <ac:spMk id="2" creationId="{F98F9137-C1CA-118D-731A-99E5F695D6C0}"/>
          </ac:spMkLst>
        </pc:spChg>
        <pc:spChg chg="add del">
          <ac:chgData name="Sara Muneeb" userId="29b624b1-a719-43f5-9b52-388cd4043c04" providerId="ADAL" clId="{9EA09CCF-4EB7-41FB-BFE4-3693A5C2ED1B}" dt="2022-09-26T13:50:08.150" v="3555"/>
          <ac:spMkLst>
            <pc:docMk/>
            <pc:sldMk cId="229001700" sldId="359"/>
            <ac:spMk id="3" creationId="{44DF56D5-C058-4B45-E3EC-3DF65DB729CB}"/>
          </ac:spMkLst>
        </pc:spChg>
        <pc:spChg chg="add del">
          <ac:chgData name="Sara Muneeb" userId="29b624b1-a719-43f5-9b52-388cd4043c04" providerId="ADAL" clId="{9EA09CCF-4EB7-41FB-BFE4-3693A5C2ED1B}" dt="2022-09-26T13:38:46.500" v="3203"/>
          <ac:spMkLst>
            <pc:docMk/>
            <pc:sldMk cId="229001700" sldId="359"/>
            <ac:spMk id="4" creationId="{11010B25-470A-C69F-920A-71E9AA420A5C}"/>
          </ac:spMkLst>
        </pc:spChg>
        <pc:spChg chg="add del mod">
          <ac:chgData name="Sara Muneeb" userId="29b624b1-a719-43f5-9b52-388cd4043c04" providerId="ADAL" clId="{9EA09CCF-4EB7-41FB-BFE4-3693A5C2ED1B}" dt="2022-09-26T13:51:34.550" v="3623" actId="478"/>
          <ac:spMkLst>
            <pc:docMk/>
            <pc:sldMk cId="229001700" sldId="359"/>
            <ac:spMk id="7" creationId="{55E16647-D2C9-C8CB-D961-62FF293F10D9}"/>
          </ac:spMkLst>
        </pc:spChg>
        <pc:spChg chg="add mod">
          <ac:chgData name="Sara Muneeb" userId="29b624b1-a719-43f5-9b52-388cd4043c04" providerId="ADAL" clId="{9EA09CCF-4EB7-41FB-BFE4-3693A5C2ED1B}" dt="2022-09-26T13:52:59.773" v="3687" actId="1076"/>
          <ac:spMkLst>
            <pc:docMk/>
            <pc:sldMk cId="229001700" sldId="359"/>
            <ac:spMk id="8" creationId="{545ECCA4-8705-72BE-13D0-608ECA22A39D}"/>
          </ac:spMkLst>
        </pc:spChg>
        <pc:spChg chg="add mod">
          <ac:chgData name="Sara Muneeb" userId="29b624b1-a719-43f5-9b52-388cd4043c04" providerId="ADAL" clId="{9EA09CCF-4EB7-41FB-BFE4-3693A5C2ED1B}" dt="2022-09-26T13:53:57.154" v="3694" actId="20577"/>
          <ac:spMkLst>
            <pc:docMk/>
            <pc:sldMk cId="229001700" sldId="359"/>
            <ac:spMk id="9" creationId="{B7B7CAD6-5630-88BA-0B13-59B615A50826}"/>
          </ac:spMkLst>
        </pc:spChg>
        <pc:picChg chg="add mod">
          <ac:chgData name="Sara Muneeb" userId="29b624b1-a719-43f5-9b52-388cd4043c04" providerId="ADAL" clId="{9EA09CCF-4EB7-41FB-BFE4-3693A5C2ED1B}" dt="2022-09-26T13:51:37.883" v="3624" actId="1076"/>
          <ac:picMkLst>
            <pc:docMk/>
            <pc:sldMk cId="229001700" sldId="359"/>
            <ac:picMk id="4" creationId="{0AF5CDAC-9335-7B07-C42D-A5744BA78459}"/>
          </ac:picMkLst>
        </pc:picChg>
        <pc:picChg chg="add del mod">
          <ac:chgData name="Sara Muneeb" userId="29b624b1-a719-43f5-9b52-388cd4043c04" providerId="ADAL" clId="{9EA09CCF-4EB7-41FB-BFE4-3693A5C2ED1B}" dt="2022-09-26T13:50:19.048" v="3568" actId="21"/>
          <ac:picMkLst>
            <pc:docMk/>
            <pc:sldMk cId="229001700" sldId="359"/>
            <ac:picMk id="5" creationId="{619FDB95-4E18-1B5A-F86C-2F88024D15D1}"/>
          </ac:picMkLst>
        </pc:picChg>
        <pc:picChg chg="add del mod">
          <ac:chgData name="Sara Muneeb" userId="29b624b1-a719-43f5-9b52-388cd4043c04" providerId="ADAL" clId="{9EA09CCF-4EB7-41FB-BFE4-3693A5C2ED1B}" dt="2022-09-26T13:49:04.885" v="3554"/>
          <ac:picMkLst>
            <pc:docMk/>
            <pc:sldMk cId="229001700" sldId="359"/>
            <ac:picMk id="1026" creationId="{7524872C-454E-07E0-F7E5-A19CFA300F20}"/>
          </ac:picMkLst>
        </pc:picChg>
        <pc:picChg chg="add mod">
          <ac:chgData name="Sara Muneeb" userId="29b624b1-a719-43f5-9b52-388cd4043c04" providerId="ADAL" clId="{9EA09CCF-4EB7-41FB-BFE4-3693A5C2ED1B}" dt="2022-09-26T13:53:35.303" v="3690" actId="1076"/>
          <ac:picMkLst>
            <pc:docMk/>
            <pc:sldMk cId="229001700" sldId="359"/>
            <ac:picMk id="1028" creationId="{027EF732-E85B-3BD2-22A1-A7705BE0336D}"/>
          </ac:picMkLst>
        </pc:picChg>
      </pc:sldChg>
      <pc:sldChg chg="addSp delSp modSp new mod">
        <pc:chgData name="Sara Muneeb" userId="29b624b1-a719-43f5-9b52-388cd4043c04" providerId="ADAL" clId="{9EA09CCF-4EB7-41FB-BFE4-3693A5C2ED1B}" dt="2022-09-26T13:51:17.410" v="3622" actId="20577"/>
        <pc:sldMkLst>
          <pc:docMk/>
          <pc:sldMk cId="1469553589" sldId="360"/>
        </pc:sldMkLst>
        <pc:spChg chg="mod">
          <ac:chgData name="Sara Muneeb" userId="29b624b1-a719-43f5-9b52-388cd4043c04" providerId="ADAL" clId="{9EA09CCF-4EB7-41FB-BFE4-3693A5C2ED1B}" dt="2022-09-26T13:50:29.026" v="3597" actId="20577"/>
          <ac:spMkLst>
            <pc:docMk/>
            <pc:sldMk cId="1469553589" sldId="360"/>
            <ac:spMk id="2" creationId="{D58BB696-325A-DCD1-4814-0FEA7BBCE833}"/>
          </ac:spMkLst>
        </pc:spChg>
        <pc:spChg chg="del">
          <ac:chgData name="Sara Muneeb" userId="29b624b1-a719-43f5-9b52-388cd4043c04" providerId="ADAL" clId="{9EA09CCF-4EB7-41FB-BFE4-3693A5C2ED1B}" dt="2022-09-26T13:50:30.788" v="3598"/>
          <ac:spMkLst>
            <pc:docMk/>
            <pc:sldMk cId="1469553589" sldId="360"/>
            <ac:spMk id="3" creationId="{04F00A85-D3C9-1943-A7CC-4E46E72BE707}"/>
          </ac:spMkLst>
        </pc:spChg>
        <pc:spChg chg="add mod">
          <ac:chgData name="Sara Muneeb" userId="29b624b1-a719-43f5-9b52-388cd4043c04" providerId="ADAL" clId="{9EA09CCF-4EB7-41FB-BFE4-3693A5C2ED1B}" dt="2022-09-26T13:51:17.410" v="3622" actId="20577"/>
          <ac:spMkLst>
            <pc:docMk/>
            <pc:sldMk cId="1469553589" sldId="360"/>
            <ac:spMk id="5" creationId="{EB9CF960-A730-4344-A5D4-23F15CCDA64A}"/>
          </ac:spMkLst>
        </pc:spChg>
        <pc:picChg chg="add mod">
          <ac:chgData name="Sara Muneeb" userId="29b624b1-a719-43f5-9b52-388cd4043c04" providerId="ADAL" clId="{9EA09CCF-4EB7-41FB-BFE4-3693A5C2ED1B}" dt="2022-09-26T13:50:33.192" v="3599" actId="1076"/>
          <ac:picMkLst>
            <pc:docMk/>
            <pc:sldMk cId="1469553589" sldId="360"/>
            <ac:picMk id="4" creationId="{0484441A-E25E-837D-22C6-1D1AB91CD4CE}"/>
          </ac:picMkLst>
        </pc:picChg>
      </pc:sldChg>
      <pc:sldChg chg="modSp new mod">
        <pc:chgData name="Sara Muneeb" userId="29b624b1-a719-43f5-9b52-388cd4043c04" providerId="ADAL" clId="{9EA09CCF-4EB7-41FB-BFE4-3693A5C2ED1B}" dt="2022-09-26T13:55:48.156" v="3879" actId="20577"/>
        <pc:sldMkLst>
          <pc:docMk/>
          <pc:sldMk cId="2619516327" sldId="361"/>
        </pc:sldMkLst>
        <pc:spChg chg="mod">
          <ac:chgData name="Sara Muneeb" userId="29b624b1-a719-43f5-9b52-388cd4043c04" providerId="ADAL" clId="{9EA09CCF-4EB7-41FB-BFE4-3693A5C2ED1B}" dt="2022-09-26T13:54:14.226" v="3705" actId="20577"/>
          <ac:spMkLst>
            <pc:docMk/>
            <pc:sldMk cId="2619516327" sldId="361"/>
            <ac:spMk id="2" creationId="{55EC64E2-21D2-138F-4D1B-7FB5FC9F9D85}"/>
          </ac:spMkLst>
        </pc:spChg>
        <pc:spChg chg="mod">
          <ac:chgData name="Sara Muneeb" userId="29b624b1-a719-43f5-9b52-388cd4043c04" providerId="ADAL" clId="{9EA09CCF-4EB7-41FB-BFE4-3693A5C2ED1B}" dt="2022-09-26T13:55:48.156" v="3879" actId="20577"/>
          <ac:spMkLst>
            <pc:docMk/>
            <pc:sldMk cId="2619516327" sldId="361"/>
            <ac:spMk id="3" creationId="{EE3035D7-8931-7883-167C-B35ACFE77B5B}"/>
          </ac:spMkLst>
        </pc:spChg>
      </pc:sldChg>
      <pc:sldChg chg="modSp new mod">
        <pc:chgData name="Sara Muneeb" userId="29b624b1-a719-43f5-9b52-388cd4043c04" providerId="ADAL" clId="{9EA09CCF-4EB7-41FB-BFE4-3693A5C2ED1B}" dt="2022-09-26T14:10:47.952" v="4078" actId="20577"/>
        <pc:sldMkLst>
          <pc:docMk/>
          <pc:sldMk cId="4180375240" sldId="362"/>
        </pc:sldMkLst>
        <pc:spChg chg="mod">
          <ac:chgData name="Sara Muneeb" userId="29b624b1-a719-43f5-9b52-388cd4043c04" providerId="ADAL" clId="{9EA09CCF-4EB7-41FB-BFE4-3693A5C2ED1B}" dt="2022-09-26T14:03:23.456" v="3933" actId="20577"/>
          <ac:spMkLst>
            <pc:docMk/>
            <pc:sldMk cId="4180375240" sldId="362"/>
            <ac:spMk id="2" creationId="{9FAD0792-FC14-816B-998F-B15FBB1785A9}"/>
          </ac:spMkLst>
        </pc:spChg>
        <pc:spChg chg="mod">
          <ac:chgData name="Sara Muneeb" userId="29b624b1-a719-43f5-9b52-388cd4043c04" providerId="ADAL" clId="{9EA09CCF-4EB7-41FB-BFE4-3693A5C2ED1B}" dt="2022-09-26T14:10:47.952" v="4078" actId="20577"/>
          <ac:spMkLst>
            <pc:docMk/>
            <pc:sldMk cId="4180375240" sldId="362"/>
            <ac:spMk id="3" creationId="{EAC1B5F1-356A-1A41-0F34-CDFB0D598E21}"/>
          </ac:spMkLst>
        </pc:spChg>
      </pc:sldChg>
    </pc:docChg>
  </pc:docChgLst>
  <pc:docChgLst>
    <pc:chgData name="Sara Muneeb" userId="29b624b1-a719-43f5-9b52-388cd4043c04" providerId="ADAL" clId="{92141329-D183-4FBC-A4C5-439AF6D228C3}"/>
    <pc:docChg chg="undo custSel addSld delSld modSld sldOrd">
      <pc:chgData name="Sara Muneeb" userId="29b624b1-a719-43f5-9b52-388cd4043c04" providerId="ADAL" clId="{92141329-D183-4FBC-A4C5-439AF6D228C3}" dt="2022-09-20T10:59:21.747" v="3211" actId="20577"/>
      <pc:docMkLst>
        <pc:docMk/>
      </pc:docMkLst>
      <pc:sldChg chg="modSp mod">
        <pc:chgData name="Sara Muneeb" userId="29b624b1-a719-43f5-9b52-388cd4043c04" providerId="ADAL" clId="{92141329-D183-4FBC-A4C5-439AF6D228C3}" dt="2022-09-20T10:59:21.747" v="3211" actId="20577"/>
        <pc:sldMkLst>
          <pc:docMk/>
          <pc:sldMk cId="2984185032" sldId="256"/>
        </pc:sldMkLst>
        <pc:spChg chg="mod">
          <ac:chgData name="Sara Muneeb" userId="29b624b1-a719-43f5-9b52-388cd4043c04" providerId="ADAL" clId="{92141329-D183-4FBC-A4C5-439AF6D228C3}" dt="2022-09-20T10:59:21.747" v="3211" actId="20577"/>
          <ac:spMkLst>
            <pc:docMk/>
            <pc:sldMk cId="2984185032" sldId="256"/>
            <ac:spMk id="2" creationId="{00000000-0000-0000-0000-000000000000}"/>
          </ac:spMkLst>
        </pc:spChg>
        <pc:spChg chg="mod">
          <ac:chgData name="Sara Muneeb" userId="29b624b1-a719-43f5-9b52-388cd4043c04" providerId="ADAL" clId="{92141329-D183-4FBC-A4C5-439AF6D228C3}" dt="2022-09-20T10:59:12.753" v="3176" actId="1076"/>
          <ac:spMkLst>
            <pc:docMk/>
            <pc:sldMk cId="2984185032" sldId="256"/>
            <ac:spMk id="3" creationId="{00000000-0000-0000-0000-000000000000}"/>
          </ac:spMkLst>
        </pc:spChg>
      </pc:sldChg>
      <pc:sldChg chg="delSp modSp mod">
        <pc:chgData name="Sara Muneeb" userId="29b624b1-a719-43f5-9b52-388cd4043c04" providerId="ADAL" clId="{92141329-D183-4FBC-A4C5-439AF6D228C3}" dt="2022-09-16T06:21:28.264" v="12" actId="478"/>
        <pc:sldMkLst>
          <pc:docMk/>
          <pc:sldMk cId="2934318247" sldId="258"/>
        </pc:sldMkLst>
        <pc:spChg chg="mod">
          <ac:chgData name="Sara Muneeb" userId="29b624b1-a719-43f5-9b52-388cd4043c04" providerId="ADAL" clId="{92141329-D183-4FBC-A4C5-439AF6D228C3}" dt="2022-09-16T06:21:09.676" v="11" actId="20577"/>
          <ac:spMkLst>
            <pc:docMk/>
            <pc:sldMk cId="2934318247" sldId="258"/>
            <ac:spMk id="2" creationId="{00000000-0000-0000-0000-000000000000}"/>
          </ac:spMkLst>
        </pc:spChg>
        <pc:graphicFrameChg chg="del">
          <ac:chgData name="Sara Muneeb" userId="29b624b1-a719-43f5-9b52-388cd4043c04" providerId="ADAL" clId="{92141329-D183-4FBC-A4C5-439AF6D228C3}" dt="2022-09-16T06:21:28.264" v="12" actId="478"/>
          <ac:graphicFrameMkLst>
            <pc:docMk/>
            <pc:sldMk cId="2934318247" sldId="258"/>
            <ac:graphicFrameMk id="3" creationId="{E7D39C53-3CAF-6C3E-7990-1ACA39AAF07D}"/>
          </ac:graphicFrameMkLst>
        </pc:graphicFrameChg>
      </pc:sldChg>
      <pc:sldChg chg="del">
        <pc:chgData name="Sara Muneeb" userId="29b624b1-a719-43f5-9b52-388cd4043c04" providerId="ADAL" clId="{92141329-D183-4FBC-A4C5-439AF6D228C3}" dt="2022-09-20T10:53:14.842" v="3001" actId="47"/>
        <pc:sldMkLst>
          <pc:docMk/>
          <pc:sldMk cId="859110417" sldId="259"/>
        </pc:sldMkLst>
      </pc:sldChg>
      <pc:sldChg chg="del">
        <pc:chgData name="Sara Muneeb" userId="29b624b1-a719-43f5-9b52-388cd4043c04" providerId="ADAL" clId="{92141329-D183-4FBC-A4C5-439AF6D228C3}" dt="2022-09-20T10:53:14.842" v="3001" actId="47"/>
        <pc:sldMkLst>
          <pc:docMk/>
          <pc:sldMk cId="3365345110" sldId="260"/>
        </pc:sldMkLst>
      </pc:sldChg>
      <pc:sldChg chg="del">
        <pc:chgData name="Sara Muneeb" userId="29b624b1-a719-43f5-9b52-388cd4043c04" providerId="ADAL" clId="{92141329-D183-4FBC-A4C5-439AF6D228C3}" dt="2022-09-20T10:53:14.842" v="3001" actId="47"/>
        <pc:sldMkLst>
          <pc:docMk/>
          <pc:sldMk cId="1444182912" sldId="261"/>
        </pc:sldMkLst>
      </pc:sldChg>
      <pc:sldChg chg="del">
        <pc:chgData name="Sara Muneeb" userId="29b624b1-a719-43f5-9b52-388cd4043c04" providerId="ADAL" clId="{92141329-D183-4FBC-A4C5-439AF6D228C3}" dt="2022-09-20T10:53:14.842" v="3001" actId="47"/>
        <pc:sldMkLst>
          <pc:docMk/>
          <pc:sldMk cId="3478828154" sldId="263"/>
        </pc:sldMkLst>
      </pc:sldChg>
      <pc:sldChg chg="del">
        <pc:chgData name="Sara Muneeb" userId="29b624b1-a719-43f5-9b52-388cd4043c04" providerId="ADAL" clId="{92141329-D183-4FBC-A4C5-439AF6D228C3}" dt="2022-09-20T10:53:14.842" v="3001" actId="47"/>
        <pc:sldMkLst>
          <pc:docMk/>
          <pc:sldMk cId="1460710233" sldId="264"/>
        </pc:sldMkLst>
      </pc:sldChg>
      <pc:sldChg chg="del">
        <pc:chgData name="Sara Muneeb" userId="29b624b1-a719-43f5-9b52-388cd4043c04" providerId="ADAL" clId="{92141329-D183-4FBC-A4C5-439AF6D228C3}" dt="2022-09-20T10:53:14.842" v="3001" actId="47"/>
        <pc:sldMkLst>
          <pc:docMk/>
          <pc:sldMk cId="1228258708" sldId="265"/>
        </pc:sldMkLst>
      </pc:sldChg>
      <pc:sldChg chg="del">
        <pc:chgData name="Sara Muneeb" userId="29b624b1-a719-43f5-9b52-388cd4043c04" providerId="ADAL" clId="{92141329-D183-4FBC-A4C5-439AF6D228C3}" dt="2022-09-20T10:53:14.842" v="3001" actId="47"/>
        <pc:sldMkLst>
          <pc:docMk/>
          <pc:sldMk cId="3087496290" sldId="266"/>
        </pc:sldMkLst>
      </pc:sldChg>
      <pc:sldChg chg="del">
        <pc:chgData name="Sara Muneeb" userId="29b624b1-a719-43f5-9b52-388cd4043c04" providerId="ADAL" clId="{92141329-D183-4FBC-A4C5-439AF6D228C3}" dt="2022-09-20T10:53:14.842" v="3001" actId="47"/>
        <pc:sldMkLst>
          <pc:docMk/>
          <pc:sldMk cId="4026094092" sldId="267"/>
        </pc:sldMkLst>
      </pc:sldChg>
      <pc:sldChg chg="del">
        <pc:chgData name="Sara Muneeb" userId="29b624b1-a719-43f5-9b52-388cd4043c04" providerId="ADAL" clId="{92141329-D183-4FBC-A4C5-439AF6D228C3}" dt="2022-09-20T10:53:14.842" v="3001" actId="47"/>
        <pc:sldMkLst>
          <pc:docMk/>
          <pc:sldMk cId="682799263" sldId="268"/>
        </pc:sldMkLst>
      </pc:sldChg>
      <pc:sldChg chg="del">
        <pc:chgData name="Sara Muneeb" userId="29b624b1-a719-43f5-9b52-388cd4043c04" providerId="ADAL" clId="{92141329-D183-4FBC-A4C5-439AF6D228C3}" dt="2022-09-20T10:53:14.842" v="3001" actId="47"/>
        <pc:sldMkLst>
          <pc:docMk/>
          <pc:sldMk cId="2989175404" sldId="269"/>
        </pc:sldMkLst>
      </pc:sldChg>
      <pc:sldChg chg="del">
        <pc:chgData name="Sara Muneeb" userId="29b624b1-a719-43f5-9b52-388cd4043c04" providerId="ADAL" clId="{92141329-D183-4FBC-A4C5-439AF6D228C3}" dt="2022-09-20T10:53:14.842" v="3001" actId="47"/>
        <pc:sldMkLst>
          <pc:docMk/>
          <pc:sldMk cId="642507062" sldId="270"/>
        </pc:sldMkLst>
      </pc:sldChg>
      <pc:sldChg chg="del">
        <pc:chgData name="Sara Muneeb" userId="29b624b1-a719-43f5-9b52-388cd4043c04" providerId="ADAL" clId="{92141329-D183-4FBC-A4C5-439AF6D228C3}" dt="2022-09-20T10:53:14.842" v="3001" actId="47"/>
        <pc:sldMkLst>
          <pc:docMk/>
          <pc:sldMk cId="938039169" sldId="271"/>
        </pc:sldMkLst>
      </pc:sldChg>
      <pc:sldChg chg="del">
        <pc:chgData name="Sara Muneeb" userId="29b624b1-a719-43f5-9b52-388cd4043c04" providerId="ADAL" clId="{92141329-D183-4FBC-A4C5-439AF6D228C3}" dt="2022-09-20T10:53:14.842" v="3001" actId="47"/>
        <pc:sldMkLst>
          <pc:docMk/>
          <pc:sldMk cId="1064415316" sldId="272"/>
        </pc:sldMkLst>
      </pc:sldChg>
      <pc:sldChg chg="del">
        <pc:chgData name="Sara Muneeb" userId="29b624b1-a719-43f5-9b52-388cd4043c04" providerId="ADAL" clId="{92141329-D183-4FBC-A4C5-439AF6D228C3}" dt="2022-09-20T10:53:14.842" v="3001" actId="47"/>
        <pc:sldMkLst>
          <pc:docMk/>
          <pc:sldMk cId="2063745838" sldId="273"/>
        </pc:sldMkLst>
      </pc:sldChg>
      <pc:sldChg chg="del">
        <pc:chgData name="Sara Muneeb" userId="29b624b1-a719-43f5-9b52-388cd4043c04" providerId="ADAL" clId="{92141329-D183-4FBC-A4C5-439AF6D228C3}" dt="2022-09-20T10:53:14.842" v="3001" actId="47"/>
        <pc:sldMkLst>
          <pc:docMk/>
          <pc:sldMk cId="1044308845" sldId="274"/>
        </pc:sldMkLst>
      </pc:sldChg>
      <pc:sldChg chg="del">
        <pc:chgData name="Sara Muneeb" userId="29b624b1-a719-43f5-9b52-388cd4043c04" providerId="ADAL" clId="{92141329-D183-4FBC-A4C5-439AF6D228C3}" dt="2022-09-20T10:53:14.842" v="3001" actId="47"/>
        <pc:sldMkLst>
          <pc:docMk/>
          <pc:sldMk cId="3263305752" sldId="275"/>
        </pc:sldMkLst>
      </pc:sldChg>
      <pc:sldChg chg="del">
        <pc:chgData name="Sara Muneeb" userId="29b624b1-a719-43f5-9b52-388cd4043c04" providerId="ADAL" clId="{92141329-D183-4FBC-A4C5-439AF6D228C3}" dt="2022-09-20T10:53:14.842" v="3001" actId="47"/>
        <pc:sldMkLst>
          <pc:docMk/>
          <pc:sldMk cId="415582154" sldId="276"/>
        </pc:sldMkLst>
      </pc:sldChg>
      <pc:sldChg chg="del">
        <pc:chgData name="Sara Muneeb" userId="29b624b1-a719-43f5-9b52-388cd4043c04" providerId="ADAL" clId="{92141329-D183-4FBC-A4C5-439AF6D228C3}" dt="2022-09-20T10:53:14.842" v="3001" actId="47"/>
        <pc:sldMkLst>
          <pc:docMk/>
          <pc:sldMk cId="4129240445" sldId="277"/>
        </pc:sldMkLst>
      </pc:sldChg>
      <pc:sldChg chg="del">
        <pc:chgData name="Sara Muneeb" userId="29b624b1-a719-43f5-9b52-388cd4043c04" providerId="ADAL" clId="{92141329-D183-4FBC-A4C5-439AF6D228C3}" dt="2022-09-20T10:53:14.842" v="3001" actId="47"/>
        <pc:sldMkLst>
          <pc:docMk/>
          <pc:sldMk cId="538218730" sldId="278"/>
        </pc:sldMkLst>
      </pc:sldChg>
      <pc:sldChg chg="del">
        <pc:chgData name="Sara Muneeb" userId="29b624b1-a719-43f5-9b52-388cd4043c04" providerId="ADAL" clId="{92141329-D183-4FBC-A4C5-439AF6D228C3}" dt="2022-09-20T10:53:14.842" v="3001" actId="47"/>
        <pc:sldMkLst>
          <pc:docMk/>
          <pc:sldMk cId="2682898875" sldId="279"/>
        </pc:sldMkLst>
      </pc:sldChg>
      <pc:sldChg chg="del">
        <pc:chgData name="Sara Muneeb" userId="29b624b1-a719-43f5-9b52-388cd4043c04" providerId="ADAL" clId="{92141329-D183-4FBC-A4C5-439AF6D228C3}" dt="2022-09-20T10:53:14.842" v="3001" actId="47"/>
        <pc:sldMkLst>
          <pc:docMk/>
          <pc:sldMk cId="2822380657" sldId="280"/>
        </pc:sldMkLst>
      </pc:sldChg>
      <pc:sldChg chg="del">
        <pc:chgData name="Sara Muneeb" userId="29b624b1-a719-43f5-9b52-388cd4043c04" providerId="ADAL" clId="{92141329-D183-4FBC-A4C5-439AF6D228C3}" dt="2022-09-20T10:53:14.842" v="3001" actId="47"/>
        <pc:sldMkLst>
          <pc:docMk/>
          <pc:sldMk cId="1678163868" sldId="281"/>
        </pc:sldMkLst>
      </pc:sldChg>
      <pc:sldChg chg="del">
        <pc:chgData name="Sara Muneeb" userId="29b624b1-a719-43f5-9b52-388cd4043c04" providerId="ADAL" clId="{92141329-D183-4FBC-A4C5-439AF6D228C3}" dt="2022-09-20T10:53:14.842" v="3001" actId="47"/>
        <pc:sldMkLst>
          <pc:docMk/>
          <pc:sldMk cId="2342829795" sldId="282"/>
        </pc:sldMkLst>
      </pc:sldChg>
      <pc:sldChg chg="del">
        <pc:chgData name="Sara Muneeb" userId="29b624b1-a719-43f5-9b52-388cd4043c04" providerId="ADAL" clId="{92141329-D183-4FBC-A4C5-439AF6D228C3}" dt="2022-09-20T10:53:14.842" v="3001" actId="47"/>
        <pc:sldMkLst>
          <pc:docMk/>
          <pc:sldMk cId="84272025" sldId="283"/>
        </pc:sldMkLst>
      </pc:sldChg>
      <pc:sldChg chg="del">
        <pc:chgData name="Sara Muneeb" userId="29b624b1-a719-43f5-9b52-388cd4043c04" providerId="ADAL" clId="{92141329-D183-4FBC-A4C5-439AF6D228C3}" dt="2022-09-20T10:53:14.842" v="3001" actId="47"/>
        <pc:sldMkLst>
          <pc:docMk/>
          <pc:sldMk cId="3738275062" sldId="284"/>
        </pc:sldMkLst>
      </pc:sldChg>
      <pc:sldChg chg="del">
        <pc:chgData name="Sara Muneeb" userId="29b624b1-a719-43f5-9b52-388cd4043c04" providerId="ADAL" clId="{92141329-D183-4FBC-A4C5-439AF6D228C3}" dt="2022-09-20T10:53:14.842" v="3001" actId="47"/>
        <pc:sldMkLst>
          <pc:docMk/>
          <pc:sldMk cId="3306393579" sldId="286"/>
        </pc:sldMkLst>
      </pc:sldChg>
      <pc:sldChg chg="del">
        <pc:chgData name="Sara Muneeb" userId="29b624b1-a719-43f5-9b52-388cd4043c04" providerId="ADAL" clId="{92141329-D183-4FBC-A4C5-439AF6D228C3}" dt="2022-09-20T10:53:14.842" v="3001" actId="47"/>
        <pc:sldMkLst>
          <pc:docMk/>
          <pc:sldMk cId="8593176" sldId="287"/>
        </pc:sldMkLst>
      </pc:sldChg>
      <pc:sldChg chg="del">
        <pc:chgData name="Sara Muneeb" userId="29b624b1-a719-43f5-9b52-388cd4043c04" providerId="ADAL" clId="{92141329-D183-4FBC-A4C5-439AF6D228C3}" dt="2022-09-20T10:53:14.842" v="3001" actId="47"/>
        <pc:sldMkLst>
          <pc:docMk/>
          <pc:sldMk cId="879983306" sldId="288"/>
        </pc:sldMkLst>
      </pc:sldChg>
      <pc:sldChg chg="del">
        <pc:chgData name="Sara Muneeb" userId="29b624b1-a719-43f5-9b52-388cd4043c04" providerId="ADAL" clId="{92141329-D183-4FBC-A4C5-439AF6D228C3}" dt="2022-09-20T10:53:14.842" v="3001" actId="47"/>
        <pc:sldMkLst>
          <pc:docMk/>
          <pc:sldMk cId="1104968559" sldId="289"/>
        </pc:sldMkLst>
      </pc:sldChg>
      <pc:sldChg chg="del">
        <pc:chgData name="Sara Muneeb" userId="29b624b1-a719-43f5-9b52-388cd4043c04" providerId="ADAL" clId="{92141329-D183-4FBC-A4C5-439AF6D228C3}" dt="2022-09-20T10:53:14.842" v="3001" actId="47"/>
        <pc:sldMkLst>
          <pc:docMk/>
          <pc:sldMk cId="3630931535" sldId="290"/>
        </pc:sldMkLst>
      </pc:sldChg>
      <pc:sldChg chg="del">
        <pc:chgData name="Sara Muneeb" userId="29b624b1-a719-43f5-9b52-388cd4043c04" providerId="ADAL" clId="{92141329-D183-4FBC-A4C5-439AF6D228C3}" dt="2022-09-20T10:53:14.842" v="3001" actId="47"/>
        <pc:sldMkLst>
          <pc:docMk/>
          <pc:sldMk cId="666685467" sldId="291"/>
        </pc:sldMkLst>
      </pc:sldChg>
      <pc:sldChg chg="del">
        <pc:chgData name="Sara Muneeb" userId="29b624b1-a719-43f5-9b52-388cd4043c04" providerId="ADAL" clId="{92141329-D183-4FBC-A4C5-439AF6D228C3}" dt="2022-09-20T10:53:14.842" v="3001" actId="47"/>
        <pc:sldMkLst>
          <pc:docMk/>
          <pc:sldMk cId="2958514030" sldId="292"/>
        </pc:sldMkLst>
      </pc:sldChg>
      <pc:sldChg chg="del">
        <pc:chgData name="Sara Muneeb" userId="29b624b1-a719-43f5-9b52-388cd4043c04" providerId="ADAL" clId="{92141329-D183-4FBC-A4C5-439AF6D228C3}" dt="2022-09-20T10:53:14.842" v="3001" actId="47"/>
        <pc:sldMkLst>
          <pc:docMk/>
          <pc:sldMk cId="1356901708" sldId="293"/>
        </pc:sldMkLst>
      </pc:sldChg>
      <pc:sldChg chg="del">
        <pc:chgData name="Sara Muneeb" userId="29b624b1-a719-43f5-9b52-388cd4043c04" providerId="ADAL" clId="{92141329-D183-4FBC-A4C5-439AF6D228C3}" dt="2022-09-20T10:53:14.842" v="3001" actId="47"/>
        <pc:sldMkLst>
          <pc:docMk/>
          <pc:sldMk cId="633161056" sldId="294"/>
        </pc:sldMkLst>
      </pc:sldChg>
      <pc:sldChg chg="del">
        <pc:chgData name="Sara Muneeb" userId="29b624b1-a719-43f5-9b52-388cd4043c04" providerId="ADAL" clId="{92141329-D183-4FBC-A4C5-439AF6D228C3}" dt="2022-09-20T10:53:14.842" v="3001" actId="47"/>
        <pc:sldMkLst>
          <pc:docMk/>
          <pc:sldMk cId="441756152" sldId="312"/>
        </pc:sldMkLst>
      </pc:sldChg>
      <pc:sldChg chg="del">
        <pc:chgData name="Sara Muneeb" userId="29b624b1-a719-43f5-9b52-388cd4043c04" providerId="ADAL" clId="{92141329-D183-4FBC-A4C5-439AF6D228C3}" dt="2022-09-20T10:53:14.842" v="3001" actId="47"/>
        <pc:sldMkLst>
          <pc:docMk/>
          <pc:sldMk cId="3128309874" sldId="317"/>
        </pc:sldMkLst>
      </pc:sldChg>
      <pc:sldChg chg="del">
        <pc:chgData name="Sara Muneeb" userId="29b624b1-a719-43f5-9b52-388cd4043c04" providerId="ADAL" clId="{92141329-D183-4FBC-A4C5-439AF6D228C3}" dt="2022-09-20T10:53:14.842" v="3001" actId="47"/>
        <pc:sldMkLst>
          <pc:docMk/>
          <pc:sldMk cId="1127259162" sldId="318"/>
        </pc:sldMkLst>
      </pc:sldChg>
      <pc:sldChg chg="del">
        <pc:chgData name="Sara Muneeb" userId="29b624b1-a719-43f5-9b52-388cd4043c04" providerId="ADAL" clId="{92141329-D183-4FBC-A4C5-439AF6D228C3}" dt="2022-09-20T10:53:14.842" v="3001" actId="47"/>
        <pc:sldMkLst>
          <pc:docMk/>
          <pc:sldMk cId="705047211" sldId="321"/>
        </pc:sldMkLst>
      </pc:sldChg>
      <pc:sldChg chg="del">
        <pc:chgData name="Sara Muneeb" userId="29b624b1-a719-43f5-9b52-388cd4043c04" providerId="ADAL" clId="{92141329-D183-4FBC-A4C5-439AF6D228C3}" dt="2022-09-20T10:53:14.842" v="3001" actId="47"/>
        <pc:sldMkLst>
          <pc:docMk/>
          <pc:sldMk cId="1815740737" sldId="322"/>
        </pc:sldMkLst>
      </pc:sldChg>
      <pc:sldChg chg="del">
        <pc:chgData name="Sara Muneeb" userId="29b624b1-a719-43f5-9b52-388cd4043c04" providerId="ADAL" clId="{92141329-D183-4FBC-A4C5-439AF6D228C3}" dt="2022-09-20T10:53:14.842" v="3001" actId="47"/>
        <pc:sldMkLst>
          <pc:docMk/>
          <pc:sldMk cId="459519721" sldId="324"/>
        </pc:sldMkLst>
      </pc:sldChg>
      <pc:sldChg chg="del">
        <pc:chgData name="Sara Muneeb" userId="29b624b1-a719-43f5-9b52-388cd4043c04" providerId="ADAL" clId="{92141329-D183-4FBC-A4C5-439AF6D228C3}" dt="2022-09-20T10:53:14.842" v="3001" actId="47"/>
        <pc:sldMkLst>
          <pc:docMk/>
          <pc:sldMk cId="3240634402" sldId="325"/>
        </pc:sldMkLst>
      </pc:sldChg>
      <pc:sldChg chg="addSp delSp modSp add mod">
        <pc:chgData name="Sara Muneeb" userId="29b624b1-a719-43f5-9b52-388cd4043c04" providerId="ADAL" clId="{92141329-D183-4FBC-A4C5-439AF6D228C3}" dt="2022-09-16T06:31:14.045" v="221" actId="1076"/>
        <pc:sldMkLst>
          <pc:docMk/>
          <pc:sldMk cId="134933159" sldId="326"/>
        </pc:sldMkLst>
        <pc:spChg chg="mod">
          <ac:chgData name="Sara Muneeb" userId="29b624b1-a719-43f5-9b52-388cd4043c04" providerId="ADAL" clId="{92141329-D183-4FBC-A4C5-439AF6D228C3}" dt="2022-09-16T06:24:14.016" v="42" actId="20577"/>
          <ac:spMkLst>
            <pc:docMk/>
            <pc:sldMk cId="134933159" sldId="326"/>
            <ac:spMk id="2" creationId="{00000000-0000-0000-0000-000000000000}"/>
          </ac:spMkLst>
        </pc:spChg>
        <pc:spChg chg="add mod">
          <ac:chgData name="Sara Muneeb" userId="29b624b1-a719-43f5-9b52-388cd4043c04" providerId="ADAL" clId="{92141329-D183-4FBC-A4C5-439AF6D228C3}" dt="2022-09-16T06:31:04.640" v="217" actId="14100"/>
          <ac:spMkLst>
            <pc:docMk/>
            <pc:sldMk cId="134933159" sldId="326"/>
            <ac:spMk id="3" creationId="{084BFEE0-B461-EE3E-BBDB-4D32CA0A1D77}"/>
          </ac:spMkLst>
        </pc:spChg>
        <pc:picChg chg="del">
          <ac:chgData name="Sara Muneeb" userId="29b624b1-a719-43f5-9b52-388cd4043c04" providerId="ADAL" clId="{92141329-D183-4FBC-A4C5-439AF6D228C3}" dt="2022-09-16T06:24:40.388" v="46" actId="478"/>
          <ac:picMkLst>
            <pc:docMk/>
            <pc:sldMk cId="134933159" sldId="326"/>
            <ac:picMk id="4" creationId="{4064BD76-F788-4681-821C-DDA0C2688C4B}"/>
          </ac:picMkLst>
        </pc:picChg>
        <pc:picChg chg="add del">
          <ac:chgData name="Sara Muneeb" userId="29b624b1-a719-43f5-9b52-388cd4043c04" providerId="ADAL" clId="{92141329-D183-4FBC-A4C5-439AF6D228C3}" dt="2022-09-16T06:30:52.469" v="210"/>
          <ac:picMkLst>
            <pc:docMk/>
            <pc:sldMk cId="134933159" sldId="326"/>
            <ac:picMk id="5" creationId="{1ED7C4D6-D273-B2FF-0502-82613FB386A6}"/>
          </ac:picMkLst>
        </pc:picChg>
        <pc:picChg chg="del mod">
          <ac:chgData name="Sara Muneeb" userId="29b624b1-a719-43f5-9b52-388cd4043c04" providerId="ADAL" clId="{92141329-D183-4FBC-A4C5-439AF6D228C3}" dt="2022-09-16T06:24:17.374" v="44" actId="478"/>
          <ac:picMkLst>
            <pc:docMk/>
            <pc:sldMk cId="134933159" sldId="326"/>
            <ac:picMk id="1026" creationId="{00000000-0000-0000-0000-000000000000}"/>
          </ac:picMkLst>
        </pc:picChg>
        <pc:picChg chg="add del mod">
          <ac:chgData name="Sara Muneeb" userId="29b624b1-a719-43f5-9b52-388cd4043c04" providerId="ADAL" clId="{92141329-D183-4FBC-A4C5-439AF6D228C3}" dt="2022-09-16T06:31:06.129" v="218"/>
          <ac:picMkLst>
            <pc:docMk/>
            <pc:sldMk cId="134933159" sldId="326"/>
            <ac:picMk id="1028" creationId="{13222472-D4CA-C677-B1B0-3C7EA41037F3}"/>
          </ac:picMkLst>
        </pc:picChg>
        <pc:picChg chg="add mod">
          <ac:chgData name="Sara Muneeb" userId="29b624b1-a719-43f5-9b52-388cd4043c04" providerId="ADAL" clId="{92141329-D183-4FBC-A4C5-439AF6D228C3}" dt="2022-09-16T06:31:14.045" v="221" actId="1076"/>
          <ac:picMkLst>
            <pc:docMk/>
            <pc:sldMk cId="134933159" sldId="326"/>
            <ac:picMk id="1030" creationId="{8FBF1B44-2DEE-1EC2-AB18-934538231CEB}"/>
          </ac:picMkLst>
        </pc:picChg>
      </pc:sldChg>
      <pc:sldChg chg="modSp new mod">
        <pc:chgData name="Sara Muneeb" userId="29b624b1-a719-43f5-9b52-388cd4043c04" providerId="ADAL" clId="{92141329-D183-4FBC-A4C5-439AF6D228C3}" dt="2022-09-16T07:05:10.251" v="286" actId="20577"/>
        <pc:sldMkLst>
          <pc:docMk/>
          <pc:sldMk cId="1262520422" sldId="327"/>
        </pc:sldMkLst>
        <pc:spChg chg="mod">
          <ac:chgData name="Sara Muneeb" userId="29b624b1-a719-43f5-9b52-388cd4043c04" providerId="ADAL" clId="{92141329-D183-4FBC-A4C5-439AF6D228C3}" dt="2022-09-16T07:04:24.684" v="271" actId="20577"/>
          <ac:spMkLst>
            <pc:docMk/>
            <pc:sldMk cId="1262520422" sldId="327"/>
            <ac:spMk id="2" creationId="{F179785B-A176-DDCB-DB18-75CA37974EDD}"/>
          </ac:spMkLst>
        </pc:spChg>
        <pc:spChg chg="mod">
          <ac:chgData name="Sara Muneeb" userId="29b624b1-a719-43f5-9b52-388cd4043c04" providerId="ADAL" clId="{92141329-D183-4FBC-A4C5-439AF6D228C3}" dt="2022-09-16T07:05:10.251" v="286" actId="20577"/>
          <ac:spMkLst>
            <pc:docMk/>
            <pc:sldMk cId="1262520422" sldId="327"/>
            <ac:spMk id="3" creationId="{BA52B637-13B8-5EC2-15FD-45A3263D18A7}"/>
          </ac:spMkLst>
        </pc:spChg>
      </pc:sldChg>
      <pc:sldChg chg="addSp delSp modSp add mod">
        <pc:chgData name="Sara Muneeb" userId="29b624b1-a719-43f5-9b52-388cd4043c04" providerId="ADAL" clId="{92141329-D183-4FBC-A4C5-439AF6D228C3}" dt="2022-09-16T07:12:17.702" v="433" actId="1076"/>
        <pc:sldMkLst>
          <pc:docMk/>
          <pc:sldMk cId="3780350452" sldId="328"/>
        </pc:sldMkLst>
        <pc:spChg chg="mod">
          <ac:chgData name="Sara Muneeb" userId="29b624b1-a719-43f5-9b52-388cd4043c04" providerId="ADAL" clId="{92141329-D183-4FBC-A4C5-439AF6D228C3}" dt="2022-09-16T07:11:39.413" v="426" actId="20577"/>
          <ac:spMkLst>
            <pc:docMk/>
            <pc:sldMk cId="3780350452" sldId="328"/>
            <ac:spMk id="2" creationId="{F179785B-A176-DDCB-DB18-75CA37974EDD}"/>
          </ac:spMkLst>
        </pc:spChg>
        <pc:spChg chg="del">
          <ac:chgData name="Sara Muneeb" userId="29b624b1-a719-43f5-9b52-388cd4043c04" providerId="ADAL" clId="{92141329-D183-4FBC-A4C5-439AF6D228C3}" dt="2022-09-16T07:05:44.086" v="288" actId="478"/>
          <ac:spMkLst>
            <pc:docMk/>
            <pc:sldMk cId="3780350452" sldId="328"/>
            <ac:spMk id="3" creationId="{BA52B637-13B8-5EC2-15FD-45A3263D18A7}"/>
          </ac:spMkLst>
        </pc:spChg>
        <pc:spChg chg="add del mod">
          <ac:chgData name="Sara Muneeb" userId="29b624b1-a719-43f5-9b52-388cd4043c04" providerId="ADAL" clId="{92141329-D183-4FBC-A4C5-439AF6D228C3}" dt="2022-09-16T07:11:42.994" v="427" actId="478"/>
          <ac:spMkLst>
            <pc:docMk/>
            <pc:sldMk cId="3780350452" sldId="328"/>
            <ac:spMk id="5" creationId="{2878596E-D272-19F4-5A9B-149009A0A6FD}"/>
          </ac:spMkLst>
        </pc:spChg>
        <pc:spChg chg="add del mod">
          <ac:chgData name="Sara Muneeb" userId="29b624b1-a719-43f5-9b52-388cd4043c04" providerId="ADAL" clId="{92141329-D183-4FBC-A4C5-439AF6D228C3}" dt="2022-09-16T07:11:50.825" v="430" actId="478"/>
          <ac:spMkLst>
            <pc:docMk/>
            <pc:sldMk cId="3780350452" sldId="328"/>
            <ac:spMk id="9" creationId="{FC5F5973-7CAB-2FF5-FB79-00E6BA897C20}"/>
          </ac:spMkLst>
        </pc:spChg>
        <pc:picChg chg="add del mod">
          <ac:chgData name="Sara Muneeb" userId="29b624b1-a719-43f5-9b52-388cd4043c04" providerId="ADAL" clId="{92141329-D183-4FBC-A4C5-439AF6D228C3}" dt="2022-09-16T07:11:54.137" v="431" actId="1076"/>
          <ac:picMkLst>
            <pc:docMk/>
            <pc:sldMk cId="3780350452" sldId="328"/>
            <ac:picMk id="7" creationId="{DCE5FA98-5C2B-FFAD-79A5-D94C35222C1A}"/>
          </ac:picMkLst>
        </pc:picChg>
        <pc:picChg chg="add mod">
          <ac:chgData name="Sara Muneeb" userId="29b624b1-a719-43f5-9b52-388cd4043c04" providerId="ADAL" clId="{92141329-D183-4FBC-A4C5-439AF6D228C3}" dt="2022-09-16T07:12:17.702" v="433" actId="1076"/>
          <ac:picMkLst>
            <pc:docMk/>
            <pc:sldMk cId="3780350452" sldId="328"/>
            <ac:picMk id="11" creationId="{E2A0D119-D647-E176-4755-D21F67C11CBE}"/>
          </ac:picMkLst>
        </pc:picChg>
        <pc:picChg chg="add del">
          <ac:chgData name="Sara Muneeb" userId="29b624b1-a719-43f5-9b52-388cd4043c04" providerId="ADAL" clId="{92141329-D183-4FBC-A4C5-439AF6D228C3}" dt="2022-09-16T07:10:26.129" v="378"/>
          <ac:picMkLst>
            <pc:docMk/>
            <pc:sldMk cId="3780350452" sldId="328"/>
            <ac:picMk id="2050" creationId="{4483F1C6-FA10-B970-F3B4-9F8A4FC2455D}"/>
          </ac:picMkLst>
        </pc:picChg>
      </pc:sldChg>
      <pc:sldChg chg="modSp add mod">
        <pc:chgData name="Sara Muneeb" userId="29b624b1-a719-43f5-9b52-388cd4043c04" providerId="ADAL" clId="{92141329-D183-4FBC-A4C5-439AF6D228C3}" dt="2022-09-20T07:49:23.894" v="955" actId="20577"/>
        <pc:sldMkLst>
          <pc:docMk/>
          <pc:sldMk cId="1173176202" sldId="329"/>
        </pc:sldMkLst>
        <pc:spChg chg="mod">
          <ac:chgData name="Sara Muneeb" userId="29b624b1-a719-43f5-9b52-388cd4043c04" providerId="ADAL" clId="{92141329-D183-4FBC-A4C5-439AF6D228C3}" dt="2022-09-20T07:35:52.497" v="452" actId="20577"/>
          <ac:spMkLst>
            <pc:docMk/>
            <pc:sldMk cId="1173176202" sldId="329"/>
            <ac:spMk id="2" creationId="{F179785B-A176-DDCB-DB18-75CA37974EDD}"/>
          </ac:spMkLst>
        </pc:spChg>
        <pc:spChg chg="mod">
          <ac:chgData name="Sara Muneeb" userId="29b624b1-a719-43f5-9b52-388cd4043c04" providerId="ADAL" clId="{92141329-D183-4FBC-A4C5-439AF6D228C3}" dt="2022-09-20T07:49:23.894" v="955" actId="20577"/>
          <ac:spMkLst>
            <pc:docMk/>
            <pc:sldMk cId="1173176202" sldId="329"/>
            <ac:spMk id="3" creationId="{BA52B637-13B8-5EC2-15FD-45A3263D18A7}"/>
          </ac:spMkLst>
        </pc:spChg>
      </pc:sldChg>
      <pc:sldChg chg="addSp delSp modSp add del mod">
        <pc:chgData name="Sara Muneeb" userId="29b624b1-a719-43f5-9b52-388cd4043c04" providerId="ADAL" clId="{92141329-D183-4FBC-A4C5-439AF6D228C3}" dt="2022-09-16T07:10:00.060" v="355" actId="47"/>
        <pc:sldMkLst>
          <pc:docMk/>
          <pc:sldMk cId="1435586374" sldId="329"/>
        </pc:sldMkLst>
        <pc:spChg chg="mod">
          <ac:chgData name="Sara Muneeb" userId="29b624b1-a719-43f5-9b52-388cd4043c04" providerId="ADAL" clId="{92141329-D183-4FBC-A4C5-439AF6D228C3}" dt="2022-09-16T07:07:55.601" v="346" actId="20577"/>
          <ac:spMkLst>
            <pc:docMk/>
            <pc:sldMk cId="1435586374" sldId="329"/>
            <ac:spMk id="2" creationId="{F179785B-A176-DDCB-DB18-75CA37974EDD}"/>
          </ac:spMkLst>
        </pc:spChg>
        <pc:spChg chg="del mod">
          <ac:chgData name="Sara Muneeb" userId="29b624b1-a719-43f5-9b52-388cd4043c04" providerId="ADAL" clId="{92141329-D183-4FBC-A4C5-439AF6D228C3}" dt="2022-09-16T07:08:14.388" v="352" actId="478"/>
          <ac:spMkLst>
            <pc:docMk/>
            <pc:sldMk cId="1435586374" sldId="329"/>
            <ac:spMk id="5" creationId="{2878596E-D272-19F4-5A9B-149009A0A6FD}"/>
          </ac:spMkLst>
        </pc:spChg>
        <pc:spChg chg="add del mod">
          <ac:chgData name="Sara Muneeb" userId="29b624b1-a719-43f5-9b52-388cd4043c04" providerId="ADAL" clId="{92141329-D183-4FBC-A4C5-439AF6D228C3}" dt="2022-09-16T07:08:22.673" v="353" actId="478"/>
          <ac:spMkLst>
            <pc:docMk/>
            <pc:sldMk cId="1435586374" sldId="329"/>
            <ac:spMk id="8" creationId="{ABCBBA9C-0A6D-BFF7-E4AE-C1AFFF2E5CDC}"/>
          </ac:spMkLst>
        </pc:spChg>
        <pc:picChg chg="add mod modCrop">
          <ac:chgData name="Sara Muneeb" userId="29b624b1-a719-43f5-9b52-388cd4043c04" providerId="ADAL" clId="{92141329-D183-4FBC-A4C5-439AF6D228C3}" dt="2022-09-16T07:08:26.558" v="354" actId="1076"/>
          <ac:picMkLst>
            <pc:docMk/>
            <pc:sldMk cId="1435586374" sldId="329"/>
            <ac:picMk id="4" creationId="{79CF9ABD-D0E8-2405-6B19-34FF752677C0}"/>
          </ac:picMkLst>
        </pc:picChg>
        <pc:picChg chg="del">
          <ac:chgData name="Sara Muneeb" userId="29b624b1-a719-43f5-9b52-388cd4043c04" providerId="ADAL" clId="{92141329-D183-4FBC-A4C5-439AF6D228C3}" dt="2022-09-16T07:06:58.369" v="336" actId="478"/>
          <ac:picMkLst>
            <pc:docMk/>
            <pc:sldMk cId="1435586374" sldId="329"/>
            <ac:picMk id="7" creationId="{DCE5FA98-5C2B-FFAD-79A5-D94C35222C1A}"/>
          </ac:picMkLst>
        </pc:picChg>
      </pc:sldChg>
      <pc:sldChg chg="addSp delSp modSp new mod">
        <pc:chgData name="Sara Muneeb" userId="29b624b1-a719-43f5-9b52-388cd4043c04" providerId="ADAL" clId="{92141329-D183-4FBC-A4C5-439AF6D228C3}" dt="2022-09-20T07:46:24.550" v="624" actId="20577"/>
        <pc:sldMkLst>
          <pc:docMk/>
          <pc:sldMk cId="1433651122" sldId="330"/>
        </pc:sldMkLst>
        <pc:spChg chg="mod">
          <ac:chgData name="Sara Muneeb" userId="29b624b1-a719-43f5-9b52-388cd4043c04" providerId="ADAL" clId="{92141329-D183-4FBC-A4C5-439AF6D228C3}" dt="2022-09-20T07:44:20.241" v="472" actId="20577"/>
          <ac:spMkLst>
            <pc:docMk/>
            <pc:sldMk cId="1433651122" sldId="330"/>
            <ac:spMk id="2" creationId="{689A22EE-A11B-15A8-1D34-1BDA41314791}"/>
          </ac:spMkLst>
        </pc:spChg>
        <pc:spChg chg="mod">
          <ac:chgData name="Sara Muneeb" userId="29b624b1-a719-43f5-9b52-388cd4043c04" providerId="ADAL" clId="{92141329-D183-4FBC-A4C5-439AF6D228C3}" dt="2022-09-20T07:46:24.550" v="624" actId="20577"/>
          <ac:spMkLst>
            <pc:docMk/>
            <pc:sldMk cId="1433651122" sldId="330"/>
            <ac:spMk id="3" creationId="{CCB56200-F85F-9EF1-4E29-2E37615AE7B7}"/>
          </ac:spMkLst>
        </pc:spChg>
        <pc:spChg chg="add del">
          <ac:chgData name="Sara Muneeb" userId="29b624b1-a719-43f5-9b52-388cd4043c04" providerId="ADAL" clId="{92141329-D183-4FBC-A4C5-439AF6D228C3}" dt="2022-09-20T07:44:29.002" v="475"/>
          <ac:spMkLst>
            <pc:docMk/>
            <pc:sldMk cId="1433651122" sldId="330"/>
            <ac:spMk id="4" creationId="{AC6B89B9-3C10-A069-2100-4CCC62AA8C29}"/>
          </ac:spMkLst>
        </pc:spChg>
        <pc:spChg chg="add del">
          <ac:chgData name="Sara Muneeb" userId="29b624b1-a719-43f5-9b52-388cd4043c04" providerId="ADAL" clId="{92141329-D183-4FBC-A4C5-439AF6D228C3}" dt="2022-09-20T07:44:30.924" v="477"/>
          <ac:spMkLst>
            <pc:docMk/>
            <pc:sldMk cId="1433651122" sldId="330"/>
            <ac:spMk id="5" creationId="{297D3361-211F-914C-C149-4C6AED4F9457}"/>
          </ac:spMkLst>
        </pc:spChg>
        <pc:picChg chg="add mod">
          <ac:chgData name="Sara Muneeb" userId="29b624b1-a719-43f5-9b52-388cd4043c04" providerId="ADAL" clId="{92141329-D183-4FBC-A4C5-439AF6D228C3}" dt="2022-09-20T07:45:15.320" v="486" actId="1076"/>
          <ac:picMkLst>
            <pc:docMk/>
            <pc:sldMk cId="1433651122" sldId="330"/>
            <ac:picMk id="1030" creationId="{944CCECF-E549-1B1E-34A9-835FEA068939}"/>
          </ac:picMkLst>
        </pc:picChg>
      </pc:sldChg>
      <pc:sldChg chg="addSp delSp modSp new mod">
        <pc:chgData name="Sara Muneeb" userId="29b624b1-a719-43f5-9b52-388cd4043c04" providerId="ADAL" clId="{92141329-D183-4FBC-A4C5-439AF6D228C3}" dt="2022-09-20T07:49:56.187" v="966" actId="20577"/>
        <pc:sldMkLst>
          <pc:docMk/>
          <pc:sldMk cId="2587233225" sldId="331"/>
        </pc:sldMkLst>
        <pc:spChg chg="mod">
          <ac:chgData name="Sara Muneeb" userId="29b624b1-a719-43f5-9b52-388cd4043c04" providerId="ADAL" clId="{92141329-D183-4FBC-A4C5-439AF6D228C3}" dt="2022-09-20T07:49:56.187" v="966" actId="20577"/>
          <ac:spMkLst>
            <pc:docMk/>
            <pc:sldMk cId="2587233225" sldId="331"/>
            <ac:spMk id="2" creationId="{0F15E68A-4FFE-3FC7-7496-2519F17B4BB3}"/>
          </ac:spMkLst>
        </pc:spChg>
        <pc:spChg chg="del">
          <ac:chgData name="Sara Muneeb" userId="29b624b1-a719-43f5-9b52-388cd4043c04" providerId="ADAL" clId="{92141329-D183-4FBC-A4C5-439AF6D228C3}" dt="2022-09-20T07:49:52.156" v="957" actId="22"/>
          <ac:spMkLst>
            <pc:docMk/>
            <pc:sldMk cId="2587233225" sldId="331"/>
            <ac:spMk id="3" creationId="{D21FD7D0-AD2E-D5D6-56AE-D8D5F35111EE}"/>
          </ac:spMkLst>
        </pc:spChg>
        <pc:picChg chg="add mod ord">
          <ac:chgData name="Sara Muneeb" userId="29b624b1-a719-43f5-9b52-388cd4043c04" providerId="ADAL" clId="{92141329-D183-4FBC-A4C5-439AF6D228C3}" dt="2022-09-20T07:49:52.156" v="957" actId="22"/>
          <ac:picMkLst>
            <pc:docMk/>
            <pc:sldMk cId="2587233225" sldId="331"/>
            <ac:picMk id="5" creationId="{D0A2FAB4-5020-2534-4617-FAA48B2D747F}"/>
          </ac:picMkLst>
        </pc:picChg>
      </pc:sldChg>
      <pc:sldChg chg="addSp modSp new mod ord">
        <pc:chgData name="Sara Muneeb" userId="29b624b1-a719-43f5-9b52-388cd4043c04" providerId="ADAL" clId="{92141329-D183-4FBC-A4C5-439AF6D228C3}" dt="2022-09-20T09:27:26.277" v="1152"/>
        <pc:sldMkLst>
          <pc:docMk/>
          <pc:sldMk cId="3656189529" sldId="332"/>
        </pc:sldMkLst>
        <pc:spChg chg="mod">
          <ac:chgData name="Sara Muneeb" userId="29b624b1-a719-43f5-9b52-388cd4043c04" providerId="ADAL" clId="{92141329-D183-4FBC-A4C5-439AF6D228C3}" dt="2022-09-20T07:53:37.766" v="1015" actId="27636"/>
          <ac:spMkLst>
            <pc:docMk/>
            <pc:sldMk cId="3656189529" sldId="332"/>
            <ac:spMk id="2" creationId="{A7089CE4-83AB-4B6E-F6DB-0095F1F070FC}"/>
          </ac:spMkLst>
        </pc:spChg>
        <pc:spChg chg="mod">
          <ac:chgData name="Sara Muneeb" userId="29b624b1-a719-43f5-9b52-388cd4043c04" providerId="ADAL" clId="{92141329-D183-4FBC-A4C5-439AF6D228C3}" dt="2022-09-20T07:56:02.647" v="1142" actId="14100"/>
          <ac:spMkLst>
            <pc:docMk/>
            <pc:sldMk cId="3656189529" sldId="332"/>
            <ac:spMk id="3" creationId="{2354554A-AF46-74C4-F424-4EA44033ECE5}"/>
          </ac:spMkLst>
        </pc:spChg>
        <pc:picChg chg="add mod">
          <ac:chgData name="Sara Muneeb" userId="29b624b1-a719-43f5-9b52-388cd4043c04" providerId="ADAL" clId="{92141329-D183-4FBC-A4C5-439AF6D228C3}" dt="2022-09-20T07:56:10.398" v="1146" actId="1076"/>
          <ac:picMkLst>
            <pc:docMk/>
            <pc:sldMk cId="3656189529" sldId="332"/>
            <ac:picMk id="5" creationId="{3B33B934-6063-D471-CF48-18F5739110DD}"/>
          </ac:picMkLst>
        </pc:picChg>
        <pc:picChg chg="add mod">
          <ac:chgData name="Sara Muneeb" userId="29b624b1-a719-43f5-9b52-388cd4043c04" providerId="ADAL" clId="{92141329-D183-4FBC-A4C5-439AF6D228C3}" dt="2022-09-20T07:56:52.024" v="1150" actId="1076"/>
          <ac:picMkLst>
            <pc:docMk/>
            <pc:sldMk cId="3656189529" sldId="332"/>
            <ac:picMk id="7" creationId="{3E5E93D6-3197-BE03-C330-7391040045EC}"/>
          </ac:picMkLst>
        </pc:picChg>
      </pc:sldChg>
      <pc:sldChg chg="addSp delSp modSp new mod">
        <pc:chgData name="Sara Muneeb" userId="29b624b1-a719-43f5-9b52-388cd4043c04" providerId="ADAL" clId="{92141329-D183-4FBC-A4C5-439AF6D228C3}" dt="2022-09-20T09:42:06.904" v="1582" actId="1076"/>
        <pc:sldMkLst>
          <pc:docMk/>
          <pc:sldMk cId="1294312690" sldId="333"/>
        </pc:sldMkLst>
        <pc:spChg chg="mod">
          <ac:chgData name="Sara Muneeb" userId="29b624b1-a719-43f5-9b52-388cd4043c04" providerId="ADAL" clId="{92141329-D183-4FBC-A4C5-439AF6D228C3}" dt="2022-09-20T09:27:57.037" v="1207" actId="20577"/>
          <ac:spMkLst>
            <pc:docMk/>
            <pc:sldMk cId="1294312690" sldId="333"/>
            <ac:spMk id="2" creationId="{37EBA506-1115-E849-9140-6FC9CE316C27}"/>
          </ac:spMkLst>
        </pc:spChg>
        <pc:spChg chg="mod">
          <ac:chgData name="Sara Muneeb" userId="29b624b1-a719-43f5-9b52-388cd4043c04" providerId="ADAL" clId="{92141329-D183-4FBC-A4C5-439AF6D228C3}" dt="2022-09-20T09:41:23.462" v="1577" actId="14100"/>
          <ac:spMkLst>
            <pc:docMk/>
            <pc:sldMk cId="1294312690" sldId="333"/>
            <ac:spMk id="3" creationId="{18FCFAE7-9E9D-5303-F511-5B9984654030}"/>
          </ac:spMkLst>
        </pc:spChg>
        <pc:picChg chg="add del mod">
          <ac:chgData name="Sara Muneeb" userId="29b624b1-a719-43f5-9b52-388cd4043c04" providerId="ADAL" clId="{92141329-D183-4FBC-A4C5-439AF6D228C3}" dt="2022-09-20T09:40:51.473" v="1564" actId="478"/>
          <ac:picMkLst>
            <pc:docMk/>
            <pc:sldMk cId="1294312690" sldId="333"/>
            <ac:picMk id="2050" creationId="{33F660FB-7A11-6627-ACEE-256976DCAF1C}"/>
          </ac:picMkLst>
        </pc:picChg>
        <pc:picChg chg="add del mod">
          <ac:chgData name="Sara Muneeb" userId="29b624b1-a719-43f5-9b52-388cd4043c04" providerId="ADAL" clId="{92141329-D183-4FBC-A4C5-439AF6D228C3}" dt="2022-09-20T09:41:57.935" v="1579" actId="478"/>
          <ac:picMkLst>
            <pc:docMk/>
            <pc:sldMk cId="1294312690" sldId="333"/>
            <ac:picMk id="2052" creationId="{0BCE4C20-A7FC-8CD6-0F80-01B3EB59716E}"/>
          </ac:picMkLst>
        </pc:picChg>
        <pc:picChg chg="add mod">
          <ac:chgData name="Sara Muneeb" userId="29b624b1-a719-43f5-9b52-388cd4043c04" providerId="ADAL" clId="{92141329-D183-4FBC-A4C5-439AF6D228C3}" dt="2022-09-20T09:42:06.904" v="1582" actId="1076"/>
          <ac:picMkLst>
            <pc:docMk/>
            <pc:sldMk cId="1294312690" sldId="333"/>
            <ac:picMk id="2054" creationId="{A1267D3B-FA3D-45BD-1196-CA094C33125C}"/>
          </ac:picMkLst>
        </pc:picChg>
      </pc:sldChg>
      <pc:sldChg chg="modSp new mod">
        <pc:chgData name="Sara Muneeb" userId="29b624b1-a719-43f5-9b52-388cd4043c04" providerId="ADAL" clId="{92141329-D183-4FBC-A4C5-439AF6D228C3}" dt="2022-09-20T09:51:46.192" v="1759" actId="5793"/>
        <pc:sldMkLst>
          <pc:docMk/>
          <pc:sldMk cId="3683615567" sldId="334"/>
        </pc:sldMkLst>
        <pc:spChg chg="mod">
          <ac:chgData name="Sara Muneeb" userId="29b624b1-a719-43f5-9b52-388cd4043c04" providerId="ADAL" clId="{92141329-D183-4FBC-A4C5-439AF6D228C3}" dt="2022-09-20T09:47:50.960" v="1626" actId="5793"/>
          <ac:spMkLst>
            <pc:docMk/>
            <pc:sldMk cId="3683615567" sldId="334"/>
            <ac:spMk id="2" creationId="{B6C1EA50-2597-CC61-D702-5D450B3085E3}"/>
          </ac:spMkLst>
        </pc:spChg>
        <pc:spChg chg="mod">
          <ac:chgData name="Sara Muneeb" userId="29b624b1-a719-43f5-9b52-388cd4043c04" providerId="ADAL" clId="{92141329-D183-4FBC-A4C5-439AF6D228C3}" dt="2022-09-20T09:51:46.192" v="1759" actId="5793"/>
          <ac:spMkLst>
            <pc:docMk/>
            <pc:sldMk cId="3683615567" sldId="334"/>
            <ac:spMk id="3" creationId="{8566D90D-7F41-A7E9-0454-24D0EA3C32A5}"/>
          </ac:spMkLst>
        </pc:spChg>
      </pc:sldChg>
      <pc:sldChg chg="addSp delSp modSp new mod">
        <pc:chgData name="Sara Muneeb" userId="29b624b1-a719-43f5-9b52-388cd4043c04" providerId="ADAL" clId="{92141329-D183-4FBC-A4C5-439AF6D228C3}" dt="2022-09-20T10:58:47.447" v="3175" actId="1076"/>
        <pc:sldMkLst>
          <pc:docMk/>
          <pc:sldMk cId="1806673627" sldId="335"/>
        </pc:sldMkLst>
        <pc:spChg chg="mod">
          <ac:chgData name="Sara Muneeb" userId="29b624b1-a719-43f5-9b52-388cd4043c04" providerId="ADAL" clId="{92141329-D183-4FBC-A4C5-439AF6D228C3}" dt="2022-09-20T09:52:55.384" v="1783" actId="20577"/>
          <ac:spMkLst>
            <pc:docMk/>
            <pc:sldMk cId="1806673627" sldId="335"/>
            <ac:spMk id="2" creationId="{9709A2C2-01E4-E881-3D92-25B0226CD81E}"/>
          </ac:spMkLst>
        </pc:spChg>
        <pc:spChg chg="mod">
          <ac:chgData name="Sara Muneeb" userId="29b624b1-a719-43f5-9b52-388cd4043c04" providerId="ADAL" clId="{92141329-D183-4FBC-A4C5-439AF6D228C3}" dt="2022-09-20T10:02:09.120" v="1924" actId="404"/>
          <ac:spMkLst>
            <pc:docMk/>
            <pc:sldMk cId="1806673627" sldId="335"/>
            <ac:spMk id="3" creationId="{6B00B34D-70C3-8708-10C0-7169620B05B6}"/>
          </ac:spMkLst>
        </pc:spChg>
        <pc:picChg chg="add mod">
          <ac:chgData name="Sara Muneeb" userId="29b624b1-a719-43f5-9b52-388cd4043c04" providerId="ADAL" clId="{92141329-D183-4FBC-A4C5-439AF6D228C3}" dt="2022-09-20T10:58:47.447" v="3175" actId="1076"/>
          <ac:picMkLst>
            <pc:docMk/>
            <pc:sldMk cId="1806673627" sldId="335"/>
            <ac:picMk id="5" creationId="{0EABEC08-433A-B23D-EAA4-F2FD2942655B}"/>
          </ac:picMkLst>
        </pc:picChg>
        <pc:picChg chg="add del mod">
          <ac:chgData name="Sara Muneeb" userId="29b624b1-a719-43f5-9b52-388cd4043c04" providerId="ADAL" clId="{92141329-D183-4FBC-A4C5-439AF6D228C3}" dt="2022-09-20T10:03:16.466" v="1926" actId="21"/>
          <ac:picMkLst>
            <pc:docMk/>
            <pc:sldMk cId="1806673627" sldId="335"/>
            <ac:picMk id="3074" creationId="{CCD26A6B-A06D-43A2-0D4D-38FD5731543C}"/>
          </ac:picMkLst>
        </pc:picChg>
        <pc:picChg chg="add del">
          <ac:chgData name="Sara Muneeb" userId="29b624b1-a719-43f5-9b52-388cd4043c04" providerId="ADAL" clId="{92141329-D183-4FBC-A4C5-439AF6D228C3}" dt="2022-09-20T10:56:00.525" v="3172"/>
          <ac:picMkLst>
            <pc:docMk/>
            <pc:sldMk cId="1806673627" sldId="335"/>
            <ac:picMk id="3076" creationId="{60274E42-E4E6-D04B-DB03-23D5C02B7579}"/>
          </ac:picMkLst>
        </pc:picChg>
      </pc:sldChg>
      <pc:sldChg chg="addSp delSp modSp new mod">
        <pc:chgData name="Sara Muneeb" userId="29b624b1-a719-43f5-9b52-388cd4043c04" providerId="ADAL" clId="{92141329-D183-4FBC-A4C5-439AF6D228C3}" dt="2022-09-20T10:55:01.843" v="3170" actId="20577"/>
        <pc:sldMkLst>
          <pc:docMk/>
          <pc:sldMk cId="870626910" sldId="336"/>
        </pc:sldMkLst>
        <pc:spChg chg="mod">
          <ac:chgData name="Sara Muneeb" userId="29b624b1-a719-43f5-9b52-388cd4043c04" providerId="ADAL" clId="{92141329-D183-4FBC-A4C5-439AF6D228C3}" dt="2022-09-20T10:55:01.843" v="3170" actId="20577"/>
          <ac:spMkLst>
            <pc:docMk/>
            <pc:sldMk cId="870626910" sldId="336"/>
            <ac:spMk id="2" creationId="{D33AEF62-9209-F518-142E-11A7F925336F}"/>
          </ac:spMkLst>
        </pc:spChg>
        <pc:spChg chg="del">
          <ac:chgData name="Sara Muneeb" userId="29b624b1-a719-43f5-9b52-388cd4043c04" providerId="ADAL" clId="{92141329-D183-4FBC-A4C5-439AF6D228C3}" dt="2022-09-20T10:03:26.072" v="1946"/>
          <ac:spMkLst>
            <pc:docMk/>
            <pc:sldMk cId="870626910" sldId="336"/>
            <ac:spMk id="3" creationId="{EC2592A8-F1B1-0B67-E565-4508681A9F0F}"/>
          </ac:spMkLst>
        </pc:spChg>
        <pc:spChg chg="add mod">
          <ac:chgData name="Sara Muneeb" userId="29b624b1-a719-43f5-9b52-388cd4043c04" providerId="ADAL" clId="{92141329-D183-4FBC-A4C5-439AF6D228C3}" dt="2022-09-20T10:07:03.926" v="2036" actId="20577"/>
          <ac:spMkLst>
            <pc:docMk/>
            <pc:sldMk cId="870626910" sldId="336"/>
            <ac:spMk id="5" creationId="{368C4344-354F-3557-4EBE-28230A06687B}"/>
          </ac:spMkLst>
        </pc:spChg>
        <pc:picChg chg="add del mod">
          <ac:chgData name="Sara Muneeb" userId="29b624b1-a719-43f5-9b52-388cd4043c04" providerId="ADAL" clId="{92141329-D183-4FBC-A4C5-439AF6D228C3}" dt="2022-09-20T10:03:41.010" v="1949" actId="21"/>
          <ac:picMkLst>
            <pc:docMk/>
            <pc:sldMk cId="870626910" sldId="336"/>
            <ac:picMk id="4" creationId="{DE5A3614-1AA5-7ACF-9577-27B62E766911}"/>
          </ac:picMkLst>
        </pc:picChg>
        <pc:picChg chg="add mod">
          <ac:chgData name="Sara Muneeb" userId="29b624b1-a719-43f5-9b52-388cd4043c04" providerId="ADAL" clId="{92141329-D183-4FBC-A4C5-439AF6D228C3}" dt="2022-09-20T10:07:13.842" v="2039" actId="1076"/>
          <ac:picMkLst>
            <pc:docMk/>
            <pc:sldMk cId="870626910" sldId="336"/>
            <ac:picMk id="6" creationId="{0338BBE2-F83E-55D3-EECC-5C8C2FAA5333}"/>
          </ac:picMkLst>
        </pc:picChg>
      </pc:sldChg>
      <pc:sldChg chg="addSp delSp modSp new mod">
        <pc:chgData name="Sara Muneeb" userId="29b624b1-a719-43f5-9b52-388cd4043c04" providerId="ADAL" clId="{92141329-D183-4FBC-A4C5-439AF6D228C3}" dt="2022-09-20T10:19:39.193" v="2094" actId="22"/>
        <pc:sldMkLst>
          <pc:docMk/>
          <pc:sldMk cId="3996656312" sldId="337"/>
        </pc:sldMkLst>
        <pc:spChg chg="mod">
          <ac:chgData name="Sara Muneeb" userId="29b624b1-a719-43f5-9b52-388cd4043c04" providerId="ADAL" clId="{92141329-D183-4FBC-A4C5-439AF6D228C3}" dt="2022-09-20T10:19:23.088" v="2093" actId="20577"/>
          <ac:spMkLst>
            <pc:docMk/>
            <pc:sldMk cId="3996656312" sldId="337"/>
            <ac:spMk id="2" creationId="{15802917-C059-1CBE-C968-23FC25CBBC5D}"/>
          </ac:spMkLst>
        </pc:spChg>
        <pc:spChg chg="del">
          <ac:chgData name="Sara Muneeb" userId="29b624b1-a719-43f5-9b52-388cd4043c04" providerId="ADAL" clId="{92141329-D183-4FBC-A4C5-439AF6D228C3}" dt="2022-09-20T10:19:39.193" v="2094" actId="22"/>
          <ac:spMkLst>
            <pc:docMk/>
            <pc:sldMk cId="3996656312" sldId="337"/>
            <ac:spMk id="3" creationId="{DCC9BCED-759D-B9ED-6C4D-1BE99A741B1B}"/>
          </ac:spMkLst>
        </pc:spChg>
        <pc:picChg chg="add mod ord">
          <ac:chgData name="Sara Muneeb" userId="29b624b1-a719-43f5-9b52-388cd4043c04" providerId="ADAL" clId="{92141329-D183-4FBC-A4C5-439AF6D228C3}" dt="2022-09-20T10:19:39.193" v="2094" actId="22"/>
          <ac:picMkLst>
            <pc:docMk/>
            <pc:sldMk cId="3996656312" sldId="337"/>
            <ac:picMk id="5" creationId="{848AF5C7-73F4-A5DC-5686-B90D20B524D3}"/>
          </ac:picMkLst>
        </pc:picChg>
      </pc:sldChg>
      <pc:sldChg chg="addSp delSp modSp new mod">
        <pc:chgData name="Sara Muneeb" userId="29b624b1-a719-43f5-9b52-388cd4043c04" providerId="ADAL" clId="{92141329-D183-4FBC-A4C5-439AF6D228C3}" dt="2022-09-20T10:22:13.198" v="2120" actId="1076"/>
        <pc:sldMkLst>
          <pc:docMk/>
          <pc:sldMk cId="2893404186" sldId="338"/>
        </pc:sldMkLst>
        <pc:spChg chg="mod">
          <ac:chgData name="Sara Muneeb" userId="29b624b1-a719-43f5-9b52-388cd4043c04" providerId="ADAL" clId="{92141329-D183-4FBC-A4C5-439AF6D228C3}" dt="2022-09-20T10:21:31.656" v="2115" actId="20577"/>
          <ac:spMkLst>
            <pc:docMk/>
            <pc:sldMk cId="2893404186" sldId="338"/>
            <ac:spMk id="2" creationId="{25DC55D6-B891-8DA4-2F65-581F39D27C65}"/>
          </ac:spMkLst>
        </pc:spChg>
        <pc:spChg chg="del">
          <ac:chgData name="Sara Muneeb" userId="29b624b1-a719-43f5-9b52-388cd4043c04" providerId="ADAL" clId="{92141329-D183-4FBC-A4C5-439AF6D228C3}" dt="2022-09-20T10:21:33.029" v="2116" actId="22"/>
          <ac:spMkLst>
            <pc:docMk/>
            <pc:sldMk cId="2893404186" sldId="338"/>
            <ac:spMk id="3" creationId="{3D716459-D230-2F7B-BCE4-D2E4FA10FDBC}"/>
          </ac:spMkLst>
        </pc:spChg>
        <pc:picChg chg="add mod ord">
          <ac:chgData name="Sara Muneeb" userId="29b624b1-a719-43f5-9b52-388cd4043c04" providerId="ADAL" clId="{92141329-D183-4FBC-A4C5-439AF6D228C3}" dt="2022-09-20T10:22:02.091" v="2117" actId="1076"/>
          <ac:picMkLst>
            <pc:docMk/>
            <pc:sldMk cId="2893404186" sldId="338"/>
            <ac:picMk id="5" creationId="{34369BDA-B575-EBEA-205F-2FA8EA916507}"/>
          </ac:picMkLst>
        </pc:picChg>
        <pc:picChg chg="add mod">
          <ac:chgData name="Sara Muneeb" userId="29b624b1-a719-43f5-9b52-388cd4043c04" providerId="ADAL" clId="{92141329-D183-4FBC-A4C5-439AF6D228C3}" dt="2022-09-20T10:22:13.198" v="2120" actId="1076"/>
          <ac:picMkLst>
            <pc:docMk/>
            <pc:sldMk cId="2893404186" sldId="338"/>
            <ac:picMk id="4098" creationId="{BFB52048-2502-42EF-F2DE-B1F4D64E5610}"/>
          </ac:picMkLst>
        </pc:picChg>
      </pc:sldChg>
      <pc:sldChg chg="addSp modSp new mod">
        <pc:chgData name="Sara Muneeb" userId="29b624b1-a719-43f5-9b52-388cd4043c04" providerId="ADAL" clId="{92141329-D183-4FBC-A4C5-439AF6D228C3}" dt="2022-09-20T10:35:52.505" v="2592" actId="1076"/>
        <pc:sldMkLst>
          <pc:docMk/>
          <pc:sldMk cId="2809689417" sldId="339"/>
        </pc:sldMkLst>
        <pc:spChg chg="mod">
          <ac:chgData name="Sara Muneeb" userId="29b624b1-a719-43f5-9b52-388cd4043c04" providerId="ADAL" clId="{92141329-D183-4FBC-A4C5-439AF6D228C3}" dt="2022-09-20T10:24:17.653" v="2158" actId="313"/>
          <ac:spMkLst>
            <pc:docMk/>
            <pc:sldMk cId="2809689417" sldId="339"/>
            <ac:spMk id="2" creationId="{0DCB69A6-22CE-0B31-515F-05D1F2D4B790}"/>
          </ac:spMkLst>
        </pc:spChg>
        <pc:spChg chg="mod">
          <ac:chgData name="Sara Muneeb" userId="29b624b1-a719-43f5-9b52-388cd4043c04" providerId="ADAL" clId="{92141329-D183-4FBC-A4C5-439AF6D228C3}" dt="2022-09-20T10:34:05.824" v="2586" actId="20577"/>
          <ac:spMkLst>
            <pc:docMk/>
            <pc:sldMk cId="2809689417" sldId="339"/>
            <ac:spMk id="3" creationId="{1DC6DC6E-BF4F-757D-4F69-DCCC1D60AF27}"/>
          </ac:spMkLst>
        </pc:spChg>
        <pc:picChg chg="add mod">
          <ac:chgData name="Sara Muneeb" userId="29b624b1-a719-43f5-9b52-388cd4043c04" providerId="ADAL" clId="{92141329-D183-4FBC-A4C5-439AF6D228C3}" dt="2022-09-20T10:35:52.505" v="2592" actId="1076"/>
          <ac:picMkLst>
            <pc:docMk/>
            <pc:sldMk cId="2809689417" sldId="339"/>
            <ac:picMk id="4" creationId="{45565110-6733-684A-1196-53921C08A1DF}"/>
          </ac:picMkLst>
        </pc:picChg>
      </pc:sldChg>
      <pc:sldChg chg="addSp delSp modSp new mod">
        <pc:chgData name="Sara Muneeb" userId="29b624b1-a719-43f5-9b52-388cd4043c04" providerId="ADAL" clId="{92141329-D183-4FBC-A4C5-439AF6D228C3}" dt="2022-09-20T10:30:00.583" v="2351" actId="1076"/>
        <pc:sldMkLst>
          <pc:docMk/>
          <pc:sldMk cId="261300321" sldId="340"/>
        </pc:sldMkLst>
        <pc:spChg chg="mod">
          <ac:chgData name="Sara Muneeb" userId="29b624b1-a719-43f5-9b52-388cd4043c04" providerId="ADAL" clId="{92141329-D183-4FBC-A4C5-439AF6D228C3}" dt="2022-09-20T10:25:07.727" v="2177" actId="20577"/>
          <ac:spMkLst>
            <pc:docMk/>
            <pc:sldMk cId="261300321" sldId="340"/>
            <ac:spMk id="2" creationId="{B3018C1A-0EDB-1A28-DF44-A8867FE0F73E}"/>
          </ac:spMkLst>
        </pc:spChg>
        <pc:spChg chg="add del mod">
          <ac:chgData name="Sara Muneeb" userId="29b624b1-a719-43f5-9b52-388cd4043c04" providerId="ADAL" clId="{92141329-D183-4FBC-A4C5-439AF6D228C3}" dt="2022-09-20T10:28:15.791" v="2347" actId="478"/>
          <ac:spMkLst>
            <pc:docMk/>
            <pc:sldMk cId="261300321" sldId="340"/>
            <ac:spMk id="3" creationId="{121FC800-4093-A9B5-D735-B456BC09F43B}"/>
          </ac:spMkLst>
        </pc:spChg>
        <pc:spChg chg="add del">
          <ac:chgData name="Sara Muneeb" userId="29b624b1-a719-43f5-9b52-388cd4043c04" providerId="ADAL" clId="{92141329-D183-4FBC-A4C5-439AF6D228C3}" dt="2022-09-20T10:28:19.340" v="2348" actId="478"/>
          <ac:spMkLst>
            <pc:docMk/>
            <pc:sldMk cId="261300321" sldId="340"/>
            <ac:spMk id="4" creationId="{95889AB9-01A6-4216-EEC2-322BC461ABDC}"/>
          </ac:spMkLst>
        </pc:spChg>
        <pc:spChg chg="add del mod">
          <ac:chgData name="Sara Muneeb" userId="29b624b1-a719-43f5-9b52-388cd4043c04" providerId="ADAL" clId="{92141329-D183-4FBC-A4C5-439AF6D228C3}" dt="2022-09-20T10:28:15.791" v="2347" actId="478"/>
          <ac:spMkLst>
            <pc:docMk/>
            <pc:sldMk cId="261300321" sldId="340"/>
            <ac:spMk id="5" creationId="{4E30E5A0-8A21-4A2D-E3E1-44F682E9D8BB}"/>
          </ac:spMkLst>
        </pc:spChg>
        <pc:spChg chg="add del">
          <ac:chgData name="Sara Muneeb" userId="29b624b1-a719-43f5-9b52-388cd4043c04" providerId="ADAL" clId="{92141329-D183-4FBC-A4C5-439AF6D228C3}" dt="2022-09-20T10:28:12.635" v="2346"/>
          <ac:spMkLst>
            <pc:docMk/>
            <pc:sldMk cId="261300321" sldId="340"/>
            <ac:spMk id="6" creationId="{696CEE10-D7E0-F33C-142F-DC78B126998D}"/>
          </ac:spMkLst>
        </pc:spChg>
        <pc:picChg chg="add mod">
          <ac:chgData name="Sara Muneeb" userId="29b624b1-a719-43f5-9b52-388cd4043c04" providerId="ADAL" clId="{92141329-D183-4FBC-A4C5-439AF6D228C3}" dt="2022-09-20T10:30:00.583" v="2351" actId="1076"/>
          <ac:picMkLst>
            <pc:docMk/>
            <pc:sldMk cId="261300321" sldId="340"/>
            <ac:picMk id="8" creationId="{CD8DD77A-9226-0B6B-36E3-AD9CEAA9E99E}"/>
          </ac:picMkLst>
        </pc:picChg>
      </pc:sldChg>
      <pc:sldChg chg="addSp delSp modSp new mod">
        <pc:chgData name="Sara Muneeb" userId="29b624b1-a719-43f5-9b52-388cd4043c04" providerId="ADAL" clId="{92141329-D183-4FBC-A4C5-439AF6D228C3}" dt="2022-09-20T10:43:02.984" v="2854" actId="1076"/>
        <pc:sldMkLst>
          <pc:docMk/>
          <pc:sldMk cId="2581040809" sldId="341"/>
        </pc:sldMkLst>
        <pc:spChg chg="mod">
          <ac:chgData name="Sara Muneeb" userId="29b624b1-a719-43f5-9b52-388cd4043c04" providerId="ADAL" clId="{92141329-D183-4FBC-A4C5-439AF6D228C3}" dt="2022-09-20T10:36:13.813" v="2622" actId="20577"/>
          <ac:spMkLst>
            <pc:docMk/>
            <pc:sldMk cId="2581040809" sldId="341"/>
            <ac:spMk id="2" creationId="{2BD5DE3D-B1E9-3B54-0F32-02A3216B38B4}"/>
          </ac:spMkLst>
        </pc:spChg>
        <pc:spChg chg="add del mod">
          <ac:chgData name="Sara Muneeb" userId="29b624b1-a719-43f5-9b52-388cd4043c04" providerId="ADAL" clId="{92141329-D183-4FBC-A4C5-439AF6D228C3}" dt="2022-09-20T10:40:48.051" v="2815" actId="21"/>
          <ac:spMkLst>
            <pc:docMk/>
            <pc:sldMk cId="2581040809" sldId="341"/>
            <ac:spMk id="3" creationId="{7F4FF126-C435-AB22-FD5B-E474C9C7D677}"/>
          </ac:spMkLst>
        </pc:spChg>
        <pc:spChg chg="add del mod">
          <ac:chgData name="Sara Muneeb" userId="29b624b1-a719-43f5-9b52-388cd4043c04" providerId="ADAL" clId="{92141329-D183-4FBC-A4C5-439AF6D228C3}" dt="2022-09-20T10:40:48.051" v="2815" actId="21"/>
          <ac:spMkLst>
            <pc:docMk/>
            <pc:sldMk cId="2581040809" sldId="341"/>
            <ac:spMk id="6" creationId="{5B9B260E-0BC5-5957-1C7B-36FD95B9D008}"/>
          </ac:spMkLst>
        </pc:spChg>
        <pc:spChg chg="add del mod">
          <ac:chgData name="Sara Muneeb" userId="29b624b1-a719-43f5-9b52-388cd4043c04" providerId="ADAL" clId="{92141329-D183-4FBC-A4C5-439AF6D228C3}" dt="2022-09-20T10:40:55.145" v="2821"/>
          <ac:spMkLst>
            <pc:docMk/>
            <pc:sldMk cId="2581040809" sldId="341"/>
            <ac:spMk id="7" creationId="{B6A71F52-2370-BA1B-E7B1-34B603CEBFB2}"/>
          </ac:spMkLst>
        </pc:spChg>
        <pc:spChg chg="add mod">
          <ac:chgData name="Sara Muneeb" userId="29b624b1-a719-43f5-9b52-388cd4043c04" providerId="ADAL" clId="{92141329-D183-4FBC-A4C5-439AF6D228C3}" dt="2022-09-20T10:40:57.263" v="2822"/>
          <ac:spMkLst>
            <pc:docMk/>
            <pc:sldMk cId="2581040809" sldId="341"/>
            <ac:spMk id="9" creationId="{978A52FE-AAA0-45FD-107B-C7D71C61E607}"/>
          </ac:spMkLst>
        </pc:spChg>
        <pc:picChg chg="add del">
          <ac:chgData name="Sara Muneeb" userId="29b624b1-a719-43f5-9b52-388cd4043c04" providerId="ADAL" clId="{92141329-D183-4FBC-A4C5-439AF6D228C3}" dt="2022-09-20T10:35:44.243" v="2589" actId="21"/>
          <ac:picMkLst>
            <pc:docMk/>
            <pc:sldMk cId="2581040809" sldId="341"/>
            <ac:picMk id="5" creationId="{FC9E616A-244C-7EFD-2674-46B68F017A8A}"/>
          </ac:picMkLst>
        </pc:picChg>
        <pc:picChg chg="add del mod">
          <ac:chgData name="Sara Muneeb" userId="29b624b1-a719-43f5-9b52-388cd4043c04" providerId="ADAL" clId="{92141329-D183-4FBC-A4C5-439AF6D228C3}" dt="2022-09-20T10:40:55.145" v="2821"/>
          <ac:picMkLst>
            <pc:docMk/>
            <pc:sldMk cId="2581040809" sldId="341"/>
            <ac:picMk id="8" creationId="{1F482937-6B30-0703-7C0E-22390482D384}"/>
          </ac:picMkLst>
        </pc:picChg>
        <pc:picChg chg="add mod">
          <ac:chgData name="Sara Muneeb" userId="29b624b1-a719-43f5-9b52-388cd4043c04" providerId="ADAL" clId="{92141329-D183-4FBC-A4C5-439AF6D228C3}" dt="2022-09-20T10:42:48.313" v="2848" actId="1076"/>
          <ac:picMkLst>
            <pc:docMk/>
            <pc:sldMk cId="2581040809" sldId="341"/>
            <ac:picMk id="10" creationId="{E86B8B60-7FF3-9EC1-CF8C-9FB3CCAC8201}"/>
          </ac:picMkLst>
        </pc:picChg>
        <pc:picChg chg="add del mod">
          <ac:chgData name="Sara Muneeb" userId="29b624b1-a719-43f5-9b52-388cd4043c04" providerId="ADAL" clId="{92141329-D183-4FBC-A4C5-439AF6D228C3}" dt="2022-09-20T10:40:48.463" v="2816"/>
          <ac:picMkLst>
            <pc:docMk/>
            <pc:sldMk cId="2581040809" sldId="341"/>
            <ac:picMk id="7170" creationId="{42496330-70E0-E2ED-3F04-DFAB9B43E18F}"/>
          </ac:picMkLst>
        </pc:picChg>
        <pc:picChg chg="add mod">
          <ac:chgData name="Sara Muneeb" userId="29b624b1-a719-43f5-9b52-388cd4043c04" providerId="ADAL" clId="{92141329-D183-4FBC-A4C5-439AF6D228C3}" dt="2022-09-20T10:43:02.984" v="2854" actId="1076"/>
          <ac:picMkLst>
            <pc:docMk/>
            <pc:sldMk cId="2581040809" sldId="341"/>
            <ac:picMk id="7172" creationId="{C4D4E90F-22A2-2625-C88B-925EB8001657}"/>
          </ac:picMkLst>
        </pc:picChg>
      </pc:sldChg>
      <pc:sldChg chg="addSp delSp modSp new mod">
        <pc:chgData name="Sara Muneeb" userId="29b624b1-a719-43f5-9b52-388cd4043c04" providerId="ADAL" clId="{92141329-D183-4FBC-A4C5-439AF6D228C3}" dt="2022-09-20T10:49:37.469" v="2886" actId="404"/>
        <pc:sldMkLst>
          <pc:docMk/>
          <pc:sldMk cId="2671139842" sldId="342"/>
        </pc:sldMkLst>
        <pc:spChg chg="mod">
          <ac:chgData name="Sara Muneeb" userId="29b624b1-a719-43f5-9b52-388cd4043c04" providerId="ADAL" clId="{92141329-D183-4FBC-A4C5-439AF6D228C3}" dt="2022-09-20T10:45:45.701" v="2871" actId="27636"/>
          <ac:spMkLst>
            <pc:docMk/>
            <pc:sldMk cId="2671139842" sldId="342"/>
            <ac:spMk id="2" creationId="{BA180B9E-C388-6225-6835-1E59416B5C7F}"/>
          </ac:spMkLst>
        </pc:spChg>
        <pc:spChg chg="del">
          <ac:chgData name="Sara Muneeb" userId="29b624b1-a719-43f5-9b52-388cd4043c04" providerId="ADAL" clId="{92141329-D183-4FBC-A4C5-439AF6D228C3}" dt="2022-09-20T10:46:44.783" v="2872"/>
          <ac:spMkLst>
            <pc:docMk/>
            <pc:sldMk cId="2671139842" sldId="342"/>
            <ac:spMk id="3" creationId="{4B647F70-848F-0E62-FC6C-BB9134AED915}"/>
          </ac:spMkLst>
        </pc:spChg>
        <pc:spChg chg="add del mod">
          <ac:chgData name="Sara Muneeb" userId="29b624b1-a719-43f5-9b52-388cd4043c04" providerId="ADAL" clId="{92141329-D183-4FBC-A4C5-439AF6D228C3}" dt="2022-09-20T10:48:08.971" v="2874"/>
          <ac:spMkLst>
            <pc:docMk/>
            <pc:sldMk cId="2671139842" sldId="342"/>
            <ac:spMk id="4" creationId="{DE01DB80-5562-1853-0D35-2E660B33B3CA}"/>
          </ac:spMkLst>
        </pc:spChg>
        <pc:spChg chg="add del mod">
          <ac:chgData name="Sara Muneeb" userId="29b624b1-a719-43f5-9b52-388cd4043c04" providerId="ADAL" clId="{92141329-D183-4FBC-A4C5-439AF6D228C3}" dt="2022-09-20T10:49:03.510" v="2879" actId="478"/>
          <ac:spMkLst>
            <pc:docMk/>
            <pc:sldMk cId="2671139842" sldId="342"/>
            <ac:spMk id="5" creationId="{023E89DC-D282-8793-CE47-4CB68AD3D82B}"/>
          </ac:spMkLst>
        </pc:spChg>
        <pc:spChg chg="add del">
          <ac:chgData name="Sara Muneeb" userId="29b624b1-a719-43f5-9b52-388cd4043c04" providerId="ADAL" clId="{92141329-D183-4FBC-A4C5-439AF6D228C3}" dt="2022-09-20T10:49:03.117" v="2878" actId="22"/>
          <ac:spMkLst>
            <pc:docMk/>
            <pc:sldMk cId="2671139842" sldId="342"/>
            <ac:spMk id="7" creationId="{83416B2C-E0E4-BB4B-8076-08CFF0217B41}"/>
          </ac:spMkLst>
        </pc:spChg>
        <pc:spChg chg="add mod">
          <ac:chgData name="Sara Muneeb" userId="29b624b1-a719-43f5-9b52-388cd4043c04" providerId="ADAL" clId="{92141329-D183-4FBC-A4C5-439AF6D228C3}" dt="2022-09-20T10:49:37.469" v="2886" actId="404"/>
          <ac:spMkLst>
            <pc:docMk/>
            <pc:sldMk cId="2671139842" sldId="342"/>
            <ac:spMk id="9" creationId="{5EFB173D-CC78-5F33-52ED-B50F3D08118D}"/>
          </ac:spMkLst>
        </pc:spChg>
        <pc:picChg chg="add del mod">
          <ac:chgData name="Sara Muneeb" userId="29b624b1-a719-43f5-9b52-388cd4043c04" providerId="ADAL" clId="{92141329-D183-4FBC-A4C5-439AF6D228C3}" dt="2022-09-20T10:46:46.070" v="2873" actId="21"/>
          <ac:picMkLst>
            <pc:docMk/>
            <pc:sldMk cId="2671139842" sldId="342"/>
            <ac:picMk id="8194" creationId="{418BECA1-82A4-82A9-0763-5C55055698B8}"/>
          </ac:picMkLst>
        </pc:picChg>
        <pc:picChg chg="add del mod">
          <ac:chgData name="Sara Muneeb" userId="29b624b1-a719-43f5-9b52-388cd4043c04" providerId="ADAL" clId="{92141329-D183-4FBC-A4C5-439AF6D228C3}" dt="2022-09-20T10:49:11.578" v="2882" actId="1076"/>
          <ac:picMkLst>
            <pc:docMk/>
            <pc:sldMk cId="2671139842" sldId="342"/>
            <ac:picMk id="8196" creationId="{F093AB57-D074-932C-E318-8422878E71DA}"/>
          </ac:picMkLst>
        </pc:picChg>
      </pc:sldChg>
      <pc:sldChg chg="addSp delSp modSp new mod">
        <pc:chgData name="Sara Muneeb" userId="29b624b1-a719-43f5-9b52-388cd4043c04" providerId="ADAL" clId="{92141329-D183-4FBC-A4C5-439AF6D228C3}" dt="2022-09-20T10:53:06.948" v="3000" actId="1076"/>
        <pc:sldMkLst>
          <pc:docMk/>
          <pc:sldMk cId="3207177132" sldId="343"/>
        </pc:sldMkLst>
        <pc:spChg chg="mod">
          <ac:chgData name="Sara Muneeb" userId="29b624b1-a719-43f5-9b52-388cd4043c04" providerId="ADAL" clId="{92141329-D183-4FBC-A4C5-439AF6D228C3}" dt="2022-09-20T10:49:45.581" v="2898" actId="20577"/>
          <ac:spMkLst>
            <pc:docMk/>
            <pc:sldMk cId="3207177132" sldId="343"/>
            <ac:spMk id="2" creationId="{765FB04D-571F-5370-6EF5-2C6F4D4086F4}"/>
          </ac:spMkLst>
        </pc:spChg>
        <pc:spChg chg="del">
          <ac:chgData name="Sara Muneeb" userId="29b624b1-a719-43f5-9b52-388cd4043c04" providerId="ADAL" clId="{92141329-D183-4FBC-A4C5-439AF6D228C3}" dt="2022-09-20T10:50:27.797" v="2899"/>
          <ac:spMkLst>
            <pc:docMk/>
            <pc:sldMk cId="3207177132" sldId="343"/>
            <ac:spMk id="3" creationId="{D821E772-7D21-BDA7-A8BB-AE1B6E971CF2}"/>
          </ac:spMkLst>
        </pc:spChg>
        <pc:spChg chg="add mod">
          <ac:chgData name="Sara Muneeb" userId="29b624b1-a719-43f5-9b52-388cd4043c04" providerId="ADAL" clId="{92141329-D183-4FBC-A4C5-439AF6D228C3}" dt="2022-09-20T10:53:01.259" v="2999" actId="20577"/>
          <ac:spMkLst>
            <pc:docMk/>
            <pc:sldMk cId="3207177132" sldId="343"/>
            <ac:spMk id="4" creationId="{E635A779-07DF-18C8-5D5D-E424B3BA4CA0}"/>
          </ac:spMkLst>
        </pc:spChg>
        <pc:picChg chg="add mod">
          <ac:chgData name="Sara Muneeb" userId="29b624b1-a719-43f5-9b52-388cd4043c04" providerId="ADAL" clId="{92141329-D183-4FBC-A4C5-439AF6D228C3}" dt="2022-09-20T10:53:06.948" v="3000" actId="1076"/>
          <ac:picMkLst>
            <pc:docMk/>
            <pc:sldMk cId="3207177132" sldId="343"/>
            <ac:picMk id="9218" creationId="{F74EFAAB-B8B3-0725-60A1-9D1F625CF6FE}"/>
          </ac:picMkLst>
        </pc:picChg>
      </pc:sldChg>
      <pc:sldChg chg="modSp new mod">
        <pc:chgData name="Sara Muneeb" userId="29b624b1-a719-43f5-9b52-388cd4043c04" providerId="ADAL" clId="{92141329-D183-4FBC-A4C5-439AF6D228C3}" dt="2022-09-20T10:54:41.845" v="3159" actId="5793"/>
        <pc:sldMkLst>
          <pc:docMk/>
          <pc:sldMk cId="1403215134" sldId="344"/>
        </pc:sldMkLst>
        <pc:spChg chg="mod">
          <ac:chgData name="Sara Muneeb" userId="29b624b1-a719-43f5-9b52-388cd4043c04" providerId="ADAL" clId="{92141329-D183-4FBC-A4C5-439AF6D228C3}" dt="2022-09-20T10:53:26.462" v="3038" actId="20577"/>
          <ac:spMkLst>
            <pc:docMk/>
            <pc:sldMk cId="1403215134" sldId="344"/>
            <ac:spMk id="2" creationId="{28C3D7D2-EC1D-4F96-41EA-0BA3DCA3B1A3}"/>
          </ac:spMkLst>
        </pc:spChg>
        <pc:spChg chg="mod">
          <ac:chgData name="Sara Muneeb" userId="29b624b1-a719-43f5-9b52-388cd4043c04" providerId="ADAL" clId="{92141329-D183-4FBC-A4C5-439AF6D228C3}" dt="2022-09-20T10:54:41.845" v="3159" actId="5793"/>
          <ac:spMkLst>
            <pc:docMk/>
            <pc:sldMk cId="1403215134" sldId="344"/>
            <ac:spMk id="3" creationId="{DD4F4A8D-FBBB-33BC-4202-04AA8875C87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64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6491"/>
          </a:xfrm>
          <a:prstGeom prst="rect">
            <a:avLst/>
          </a:prstGeom>
        </p:spPr>
        <p:txBody>
          <a:bodyPr vert="horz" lIns="91440" tIns="45720" rIns="91440" bIns="45720" rtlCol="0"/>
          <a:lstStyle>
            <a:lvl1pPr algn="r">
              <a:defRPr sz="1200"/>
            </a:lvl1pPr>
          </a:lstStyle>
          <a:p>
            <a:fld id="{5ED64322-053A-4F57-82D7-E4C924FCCA95}" type="datetimeFigureOut">
              <a:rPr lang="en-US" smtClean="0"/>
              <a:t>12/16/2022</a:t>
            </a:fld>
            <a:endParaRPr lang="en-US"/>
          </a:p>
        </p:txBody>
      </p:sp>
      <p:sp>
        <p:nvSpPr>
          <p:cNvPr id="4" name="Slide Image Placeholder 3"/>
          <p:cNvSpPr>
            <a:spLocks noGrp="1" noRot="1" noChangeAspect="1"/>
          </p:cNvSpPr>
          <p:nvPr>
            <p:ph type="sldImg" idx="2"/>
          </p:nvPr>
        </p:nvSpPr>
        <p:spPr>
          <a:xfrm>
            <a:off x="917575" y="744538"/>
            <a:ext cx="4964113" cy="37242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16661"/>
            <a:ext cx="5439410" cy="446841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599"/>
            <a:ext cx="2946347" cy="496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599"/>
            <a:ext cx="2946347" cy="496491"/>
          </a:xfrm>
          <a:prstGeom prst="rect">
            <a:avLst/>
          </a:prstGeom>
        </p:spPr>
        <p:txBody>
          <a:bodyPr vert="horz" lIns="91440" tIns="45720" rIns="91440" bIns="45720" rtlCol="0" anchor="b"/>
          <a:lstStyle>
            <a:lvl1pPr algn="r">
              <a:defRPr sz="1200"/>
            </a:lvl1pPr>
          </a:lstStyle>
          <a:p>
            <a:fld id="{BB7214D6-A4AC-4000-A560-6C4470252B5B}" type="slidenum">
              <a:rPr lang="en-US" smtClean="0"/>
              <a:t>‹#›</a:t>
            </a:fld>
            <a:endParaRPr lang="en-US"/>
          </a:p>
        </p:txBody>
      </p:sp>
    </p:spTree>
    <p:extLst>
      <p:ext uri="{BB962C8B-B14F-4D97-AF65-F5344CB8AC3E}">
        <p14:creationId xmlns:p14="http://schemas.microsoft.com/office/powerpoint/2010/main" val="126844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BB7214D6-A4AC-4000-A560-6C4470252B5B}" type="slidenum">
              <a:rPr lang="en-US" smtClean="0"/>
              <a:t>28</a:t>
            </a:fld>
            <a:endParaRPr lang="en-US"/>
          </a:p>
        </p:txBody>
      </p:sp>
    </p:spTree>
    <p:extLst>
      <p:ext uri="{BB962C8B-B14F-4D97-AF65-F5344CB8AC3E}">
        <p14:creationId xmlns:p14="http://schemas.microsoft.com/office/powerpoint/2010/main" val="191346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2B113E1-F0C3-410E-8BD1-C9BF6D0A4625}" type="datetimeFigureOut">
              <a:rPr lang="en-US" smtClean="0"/>
              <a:t>12/16/2022</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CB6DAA0-EB6A-4045-AC94-99D82FDC808A}"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B113E1-F0C3-410E-8BD1-C9BF6D0A4625}" type="datetimeFigureOut">
              <a:rPr lang="en-US" smtClean="0"/>
              <a:t>12/16/2022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B113E1-F0C3-410E-8BD1-C9BF6D0A4625}" type="datetimeFigureOut">
              <a:rPr lang="en-US" smtClean="0"/>
              <a:t>12/16/2022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2B113E1-F0C3-410E-8BD1-C9BF6D0A4625}" type="datetimeFigureOut">
              <a:rPr lang="en-US" smtClean="0"/>
              <a:t>12/16/2022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2B113E1-F0C3-410E-8BD1-C9BF6D0A4625}" type="datetimeFigureOut">
              <a:rPr lang="en-US" smtClean="0"/>
              <a:t>12/16/2022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6DAA0-EB6A-4045-AC94-99D82FDC808A}"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82B113E1-F0C3-410E-8BD1-C9BF6D0A4625}" type="datetimeFigureOut">
              <a:rPr lang="en-US" smtClean="0"/>
              <a:t>12/16/2022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82B113E1-F0C3-410E-8BD1-C9BF6D0A4625}" type="datetimeFigureOut">
              <a:rPr lang="en-US" smtClean="0"/>
              <a:t>12/16/2022</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CB6DAA0-EB6A-4045-AC94-99D82FDC808A}"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ra.muneeb@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Discovering Requirements </a:t>
            </a:r>
            <a:endParaRPr lang="en-US" dirty="0"/>
          </a:p>
        </p:txBody>
      </p:sp>
      <p:sp>
        <p:nvSpPr>
          <p:cNvPr id="3" name="Subtitle 2"/>
          <p:cNvSpPr>
            <a:spLocks noGrp="1"/>
          </p:cNvSpPr>
          <p:nvPr>
            <p:ph type="subTitle" idx="1"/>
          </p:nvPr>
        </p:nvSpPr>
        <p:spPr>
          <a:xfrm>
            <a:off x="1432560" y="3733800"/>
            <a:ext cx="7406640" cy="1752600"/>
          </a:xfrm>
        </p:spPr>
        <p:txBody>
          <a:bodyPr/>
          <a:lstStyle/>
          <a:p>
            <a:r>
              <a:rPr lang="en-US" dirty="0"/>
              <a:t>Sara </a:t>
            </a:r>
            <a:r>
              <a:rPr lang="en-US" dirty="0" err="1"/>
              <a:t>Muneeb</a:t>
            </a:r>
            <a:endParaRPr lang="en-US" dirty="0"/>
          </a:p>
          <a:p>
            <a:r>
              <a:rPr lang="en-US" dirty="0">
                <a:hlinkClick r:id="rId2"/>
              </a:rPr>
              <a:t>sara.muneeb@cuilahore.edu.pk</a:t>
            </a:r>
            <a:endParaRPr lang="en-US" dirty="0"/>
          </a:p>
          <a:p>
            <a:r>
              <a:rPr lang="en-US" dirty="0"/>
              <a:t>Computer Science Department </a:t>
            </a:r>
          </a:p>
        </p:txBody>
      </p:sp>
    </p:spTree>
    <p:extLst>
      <p:ext uri="{BB962C8B-B14F-4D97-AF65-F5344CB8AC3E}">
        <p14:creationId xmlns:p14="http://schemas.microsoft.com/office/powerpoint/2010/main" val="298418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ABBC-9192-B545-5A31-7B48E602CE68}"/>
              </a:ext>
            </a:extLst>
          </p:cNvPr>
          <p:cNvSpPr>
            <a:spLocks noGrp="1"/>
          </p:cNvSpPr>
          <p:nvPr>
            <p:ph type="title"/>
          </p:nvPr>
        </p:nvSpPr>
        <p:spPr/>
        <p:txBody>
          <a:bodyPr/>
          <a:lstStyle/>
          <a:p>
            <a:r>
              <a:rPr lang="en-US" dirty="0"/>
              <a:t>Introduction 	</a:t>
            </a:r>
            <a:endParaRPr lang="en-PK" dirty="0"/>
          </a:p>
        </p:txBody>
      </p:sp>
      <p:sp>
        <p:nvSpPr>
          <p:cNvPr id="3" name="Content Placeholder 2">
            <a:extLst>
              <a:ext uri="{FF2B5EF4-FFF2-40B4-BE49-F238E27FC236}">
                <a16:creationId xmlns:a16="http://schemas.microsoft.com/office/drawing/2014/main" id="{9779DFF3-5030-9648-E8C5-493FF02B5C87}"/>
              </a:ext>
            </a:extLst>
          </p:cNvPr>
          <p:cNvSpPr>
            <a:spLocks noGrp="1"/>
          </p:cNvSpPr>
          <p:nvPr>
            <p:ph idx="1"/>
          </p:nvPr>
        </p:nvSpPr>
        <p:spPr/>
        <p:txBody>
          <a:bodyPr>
            <a:normAutofit fontScale="92500" lnSpcReduction="10000"/>
          </a:bodyPr>
          <a:lstStyle/>
          <a:p>
            <a:pPr algn="just"/>
            <a:r>
              <a:rPr lang="en-US" sz="2800" dirty="0"/>
              <a:t>Discovering requirements focuses on exploring the problem space and defining what will be developed</a:t>
            </a:r>
          </a:p>
          <a:p>
            <a:pPr algn="just"/>
            <a:endParaRPr lang="en-US" sz="2800" dirty="0"/>
          </a:p>
          <a:p>
            <a:pPr algn="just"/>
            <a:r>
              <a:rPr lang="en-US" sz="2800" dirty="0"/>
              <a:t>In the case of interaction design, this includes:</a:t>
            </a:r>
          </a:p>
          <a:p>
            <a:pPr lvl="2" algn="just"/>
            <a:r>
              <a:rPr lang="en-US" sz="2000" dirty="0"/>
              <a:t>understanding the target users</a:t>
            </a:r>
          </a:p>
          <a:p>
            <a:pPr lvl="2" algn="just"/>
            <a:r>
              <a:rPr lang="en-US" sz="2000" dirty="0"/>
              <a:t>their capabilities</a:t>
            </a:r>
          </a:p>
          <a:p>
            <a:pPr lvl="2" algn="just"/>
            <a:r>
              <a:rPr lang="en-US" sz="2000" dirty="0"/>
              <a:t>how a new product might support users in their daily lives</a:t>
            </a:r>
          </a:p>
          <a:p>
            <a:pPr lvl="2" algn="just"/>
            <a:r>
              <a:rPr lang="en-US" sz="2000" dirty="0"/>
              <a:t>users’ current tasks, goals, and contexts</a:t>
            </a:r>
          </a:p>
          <a:p>
            <a:pPr lvl="2" algn="just"/>
            <a:r>
              <a:rPr lang="en-US" sz="2000" dirty="0"/>
              <a:t>constraints on the product’s performance; and so on.</a:t>
            </a:r>
          </a:p>
          <a:p>
            <a:pPr lvl="2" algn="just"/>
            <a:endParaRPr lang="en-US" sz="2000" dirty="0"/>
          </a:p>
          <a:p>
            <a:pPr algn="just"/>
            <a:r>
              <a:rPr lang="en-US" sz="2800" dirty="0"/>
              <a:t>It may seem artificial to distinguish between requirements, design, and evaluation activities because they are so closely related.</a:t>
            </a:r>
            <a:endParaRPr lang="en-PK" sz="2800" dirty="0"/>
          </a:p>
        </p:txBody>
      </p:sp>
    </p:spTree>
    <p:extLst>
      <p:ext uri="{BB962C8B-B14F-4D97-AF65-F5344CB8AC3E}">
        <p14:creationId xmlns:p14="http://schemas.microsoft.com/office/powerpoint/2010/main" val="2712128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645CA-7EF1-9DBD-1814-960FDFC89F0B}"/>
              </a:ext>
            </a:extLst>
          </p:cNvPr>
          <p:cNvSpPr>
            <a:spLocks noGrp="1"/>
          </p:cNvSpPr>
          <p:nvPr>
            <p:ph type="title"/>
          </p:nvPr>
        </p:nvSpPr>
        <p:spPr/>
        <p:txBody>
          <a:bodyPr/>
          <a:lstStyle/>
          <a:p>
            <a:r>
              <a:rPr lang="en-US" dirty="0"/>
              <a:t>What, Why and How?</a:t>
            </a:r>
          </a:p>
        </p:txBody>
      </p:sp>
      <p:sp>
        <p:nvSpPr>
          <p:cNvPr id="3" name="Content Placeholder 2">
            <a:extLst>
              <a:ext uri="{FF2B5EF4-FFF2-40B4-BE49-F238E27FC236}">
                <a16:creationId xmlns:a16="http://schemas.microsoft.com/office/drawing/2014/main" id="{A1F88D56-AF21-E634-5414-4DB24F25727D}"/>
              </a:ext>
            </a:extLst>
          </p:cNvPr>
          <p:cNvSpPr>
            <a:spLocks noGrp="1"/>
          </p:cNvSpPr>
          <p:nvPr>
            <p:ph idx="1"/>
          </p:nvPr>
        </p:nvSpPr>
        <p:spPr/>
        <p:txBody>
          <a:bodyPr/>
          <a:lstStyle/>
          <a:p>
            <a:pPr marL="82296" indent="0">
              <a:buNone/>
            </a:pPr>
            <a:r>
              <a:rPr lang="en-US" dirty="0"/>
              <a:t>What is the purpose of the requirement activity?</a:t>
            </a:r>
          </a:p>
          <a:p>
            <a:pPr marL="82296" indent="0">
              <a:buNone/>
            </a:pPr>
            <a:endParaRPr lang="en-US" dirty="0"/>
          </a:p>
        </p:txBody>
      </p:sp>
      <p:pic>
        <p:nvPicPr>
          <p:cNvPr id="4" name="Content Placeholder 4">
            <a:extLst>
              <a:ext uri="{FF2B5EF4-FFF2-40B4-BE49-F238E27FC236}">
                <a16:creationId xmlns:a16="http://schemas.microsoft.com/office/drawing/2014/main" id="{9C9F08E0-813C-1A9E-B195-9AA0F260D70F}"/>
              </a:ext>
            </a:extLst>
          </p:cNvPr>
          <p:cNvPicPr>
            <a:picLocks noChangeAspect="1"/>
          </p:cNvPicPr>
          <p:nvPr/>
        </p:nvPicPr>
        <p:blipFill rotWithShape="1">
          <a:blip r:embed="rId2">
            <a:extLst>
              <a:ext uri="{28A0092B-C50C-407E-A947-70E740481C1C}">
                <a14:useLocalDpi xmlns:a14="http://schemas.microsoft.com/office/drawing/2010/main" val="0"/>
              </a:ext>
            </a:extLst>
          </a:blip>
          <a:srcRect l="3395" t="11111" r="27821" b="30159"/>
          <a:stretch/>
        </p:blipFill>
        <p:spPr>
          <a:xfrm>
            <a:off x="2590800" y="2895600"/>
            <a:ext cx="4953000" cy="2819400"/>
          </a:xfrm>
          <a:prstGeom prst="rect">
            <a:avLst/>
          </a:prstGeom>
        </p:spPr>
      </p:pic>
    </p:spTree>
    <p:extLst>
      <p:ext uri="{BB962C8B-B14F-4D97-AF65-F5344CB8AC3E}">
        <p14:creationId xmlns:p14="http://schemas.microsoft.com/office/powerpoint/2010/main" val="3269686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12CD-CC57-B4E7-47BB-9AB6A05042FB}"/>
              </a:ext>
            </a:extLst>
          </p:cNvPr>
          <p:cNvSpPr>
            <a:spLocks noGrp="1"/>
          </p:cNvSpPr>
          <p:nvPr>
            <p:ph type="title"/>
          </p:nvPr>
        </p:nvSpPr>
        <p:spPr/>
        <p:txBody>
          <a:bodyPr/>
          <a:lstStyle/>
          <a:p>
            <a:r>
              <a:rPr lang="en-US" dirty="0"/>
              <a:t>What, Why and How?</a:t>
            </a:r>
          </a:p>
        </p:txBody>
      </p:sp>
      <p:sp>
        <p:nvSpPr>
          <p:cNvPr id="3" name="Content Placeholder 2">
            <a:extLst>
              <a:ext uri="{FF2B5EF4-FFF2-40B4-BE49-F238E27FC236}">
                <a16:creationId xmlns:a16="http://schemas.microsoft.com/office/drawing/2014/main" id="{D3F7F043-808B-30F9-3B8F-203C649372B2}"/>
              </a:ext>
            </a:extLst>
          </p:cNvPr>
          <p:cNvSpPr>
            <a:spLocks noGrp="1"/>
          </p:cNvSpPr>
          <p:nvPr>
            <p:ph idx="1"/>
          </p:nvPr>
        </p:nvSpPr>
        <p:spPr/>
        <p:txBody>
          <a:bodyPr>
            <a:normAutofit fontScale="92500" lnSpcReduction="20000"/>
          </a:bodyPr>
          <a:lstStyle/>
          <a:p>
            <a:pPr algn="just"/>
            <a:r>
              <a:rPr lang="en-US" sz="2800" dirty="0"/>
              <a:t>Requirements may be discovered through targeted activities, or tangentially during product evaluation, prototyping, design, and construction.</a:t>
            </a:r>
          </a:p>
          <a:p>
            <a:pPr algn="just"/>
            <a:endParaRPr lang="en-US" sz="2800" dirty="0"/>
          </a:p>
          <a:p>
            <a:pPr algn="just"/>
            <a:r>
              <a:rPr lang="en-US" sz="2800" dirty="0"/>
              <a:t>Requirements discovery is iterative</a:t>
            </a:r>
          </a:p>
          <a:p>
            <a:pPr algn="just"/>
            <a:endParaRPr lang="en-US" sz="2800" dirty="0"/>
          </a:p>
          <a:p>
            <a:pPr algn="just"/>
            <a:r>
              <a:rPr lang="en-US" sz="2800" dirty="0"/>
              <a:t>The iterative cycles ensure that the lessons learned from any of these activities feed into each other.</a:t>
            </a:r>
          </a:p>
          <a:p>
            <a:pPr marL="82296" indent="0" algn="just">
              <a:buNone/>
            </a:pPr>
            <a:endParaRPr lang="en-US" sz="2800" dirty="0"/>
          </a:p>
          <a:p>
            <a:pPr algn="just"/>
            <a:r>
              <a:rPr lang="en-US" sz="2800" dirty="0"/>
              <a:t>In practice, requirements evolve and develop as the stakeholders interact with designs and learn what is possible and how features can be used</a:t>
            </a:r>
          </a:p>
        </p:txBody>
      </p:sp>
    </p:spTree>
    <p:extLst>
      <p:ext uri="{BB962C8B-B14F-4D97-AF65-F5344CB8AC3E}">
        <p14:creationId xmlns:p14="http://schemas.microsoft.com/office/powerpoint/2010/main" val="1656695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2C385-46F9-7ACE-1676-F2F10815514C}"/>
              </a:ext>
            </a:extLst>
          </p:cNvPr>
          <p:cNvSpPr>
            <a:spLocks noGrp="1"/>
          </p:cNvSpPr>
          <p:nvPr>
            <p:ph type="title"/>
          </p:nvPr>
        </p:nvSpPr>
        <p:spPr/>
        <p:txBody>
          <a:bodyPr/>
          <a:lstStyle/>
          <a:p>
            <a:r>
              <a:rPr lang="en-US" dirty="0"/>
              <a:t>What, Why and How?</a:t>
            </a:r>
          </a:p>
        </p:txBody>
      </p:sp>
      <p:sp>
        <p:nvSpPr>
          <p:cNvPr id="3" name="Content Placeholder 2">
            <a:extLst>
              <a:ext uri="{FF2B5EF4-FFF2-40B4-BE49-F238E27FC236}">
                <a16:creationId xmlns:a16="http://schemas.microsoft.com/office/drawing/2014/main" id="{AC9D7842-F99B-523D-7999-D076DC1A1095}"/>
              </a:ext>
            </a:extLst>
          </p:cNvPr>
          <p:cNvSpPr>
            <a:spLocks noGrp="1"/>
          </p:cNvSpPr>
          <p:nvPr>
            <p:ph idx="1"/>
          </p:nvPr>
        </p:nvSpPr>
        <p:spPr/>
        <p:txBody>
          <a:bodyPr>
            <a:normAutofit fontScale="77500" lnSpcReduction="20000"/>
          </a:bodyPr>
          <a:lstStyle/>
          <a:p>
            <a:pPr marL="82296" indent="0">
              <a:buNone/>
            </a:pPr>
            <a:r>
              <a:rPr lang="en-US" dirty="0"/>
              <a:t>How to capture requirements once they are discovered?</a:t>
            </a:r>
          </a:p>
          <a:p>
            <a:pPr marL="82296" indent="0">
              <a:buNone/>
            </a:pPr>
            <a:endParaRPr lang="en-US" dirty="0"/>
          </a:p>
          <a:p>
            <a:r>
              <a:rPr lang="en-US" dirty="0"/>
              <a:t>Requirements may be captured in several different forms.</a:t>
            </a:r>
          </a:p>
          <a:p>
            <a:endParaRPr lang="en-US" dirty="0"/>
          </a:p>
          <a:p>
            <a:r>
              <a:rPr lang="en-US" dirty="0"/>
              <a:t>Interactive products span a wide range of domains with differing constraints and user expectations.</a:t>
            </a:r>
          </a:p>
          <a:p>
            <a:endParaRPr lang="en-US" dirty="0"/>
          </a:p>
          <a:p>
            <a:r>
              <a:rPr lang="en-US" dirty="0"/>
              <a:t>There are different kinds of requirements, and each can be emphasized or de-emphasized by different notations. </a:t>
            </a:r>
          </a:p>
          <a:p>
            <a:pPr marL="603504" lvl="2" indent="0">
              <a:buNone/>
            </a:pPr>
            <a:r>
              <a:rPr lang="en-US" dirty="0"/>
              <a:t>prototypes, stories, diagrams, and photographs</a:t>
            </a:r>
          </a:p>
          <a:p>
            <a:pPr marL="82296" indent="0">
              <a:buNone/>
            </a:pPr>
            <a:endParaRPr lang="en-US" dirty="0"/>
          </a:p>
          <a:p>
            <a:pPr marL="82296" indent="0">
              <a:buNone/>
            </a:pPr>
            <a:endParaRPr lang="en-US" dirty="0"/>
          </a:p>
        </p:txBody>
      </p:sp>
    </p:spTree>
    <p:extLst>
      <p:ext uri="{BB962C8B-B14F-4D97-AF65-F5344CB8AC3E}">
        <p14:creationId xmlns:p14="http://schemas.microsoft.com/office/powerpoint/2010/main" val="3233058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4B1D0-2860-A003-D7DE-98EE238363C1}"/>
              </a:ext>
            </a:extLst>
          </p:cNvPr>
          <p:cNvSpPr>
            <a:spLocks noGrp="1"/>
          </p:cNvSpPr>
          <p:nvPr>
            <p:ph type="title"/>
          </p:nvPr>
        </p:nvSpPr>
        <p:spPr/>
        <p:txBody>
          <a:bodyPr/>
          <a:lstStyle/>
          <a:p>
            <a:r>
              <a:rPr lang="en-US" dirty="0"/>
              <a:t>Avoiding </a:t>
            </a:r>
            <a:r>
              <a:rPr lang="en-US" dirty="0" err="1"/>
              <a:t>Miscomunication</a:t>
            </a:r>
            <a:endParaRPr lang="en-US" dirty="0"/>
          </a:p>
        </p:txBody>
      </p:sp>
      <p:sp>
        <p:nvSpPr>
          <p:cNvPr id="3" name="Content Placeholder 2">
            <a:extLst>
              <a:ext uri="{FF2B5EF4-FFF2-40B4-BE49-F238E27FC236}">
                <a16:creationId xmlns:a16="http://schemas.microsoft.com/office/drawing/2014/main" id="{5EF81695-0741-ECD3-A0E1-6BBBBF5824B4}"/>
              </a:ext>
            </a:extLst>
          </p:cNvPr>
          <p:cNvSpPr>
            <a:spLocks noGrp="1"/>
          </p:cNvSpPr>
          <p:nvPr>
            <p:ph idx="1"/>
          </p:nvPr>
        </p:nvSpPr>
        <p:spPr/>
        <p:txBody>
          <a:bodyPr>
            <a:normAutofit/>
          </a:bodyPr>
          <a:lstStyle/>
          <a:p>
            <a:pPr marL="82296" indent="0" algn="just">
              <a:buNone/>
            </a:pPr>
            <a:r>
              <a:rPr lang="en-US" sz="2400" dirty="0"/>
              <a:t>User-centered design with repeated iteration and evaluation along with user involvement mitigates unusable and inappropriate product.</a:t>
            </a:r>
          </a:p>
          <a:p>
            <a:pPr marL="82296" indent="0" algn="just">
              <a:buNone/>
            </a:pPr>
            <a:endParaRPr lang="en-US" sz="2400" dirty="0"/>
          </a:p>
          <a:p>
            <a:pPr marL="82296" indent="0" algn="just">
              <a:buNone/>
            </a:pPr>
            <a:endParaRPr lang="en-US" sz="2400" dirty="0"/>
          </a:p>
        </p:txBody>
      </p:sp>
      <p:pic>
        <p:nvPicPr>
          <p:cNvPr id="5" name="Picture 4" descr="Diagram&#10;&#10;Description automatically generated">
            <a:extLst>
              <a:ext uri="{FF2B5EF4-FFF2-40B4-BE49-F238E27FC236}">
                <a16:creationId xmlns:a16="http://schemas.microsoft.com/office/drawing/2014/main" id="{C74BE118-10AF-981B-1118-E6FAD0C71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2711033"/>
            <a:ext cx="5727573" cy="4146967"/>
          </a:xfrm>
          <a:prstGeom prst="rect">
            <a:avLst/>
          </a:prstGeom>
        </p:spPr>
      </p:pic>
    </p:spTree>
    <p:extLst>
      <p:ext uri="{BB962C8B-B14F-4D97-AF65-F5344CB8AC3E}">
        <p14:creationId xmlns:p14="http://schemas.microsoft.com/office/powerpoint/2010/main" val="2521153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1312-E249-F427-A986-CB0910D3E5D7}"/>
              </a:ext>
            </a:extLst>
          </p:cNvPr>
          <p:cNvSpPr>
            <a:spLocks noGrp="1"/>
          </p:cNvSpPr>
          <p:nvPr>
            <p:ph type="title"/>
          </p:nvPr>
        </p:nvSpPr>
        <p:spPr/>
        <p:txBody>
          <a:bodyPr/>
          <a:lstStyle/>
          <a:p>
            <a:r>
              <a:rPr lang="en-US" dirty="0"/>
              <a:t>What are requirements?</a:t>
            </a:r>
          </a:p>
        </p:txBody>
      </p:sp>
      <p:sp>
        <p:nvSpPr>
          <p:cNvPr id="3" name="Content Placeholder 2">
            <a:extLst>
              <a:ext uri="{FF2B5EF4-FFF2-40B4-BE49-F238E27FC236}">
                <a16:creationId xmlns:a16="http://schemas.microsoft.com/office/drawing/2014/main" id="{E2D3C003-59F6-3B86-80C0-F68C0BAEB960}"/>
              </a:ext>
            </a:extLst>
          </p:cNvPr>
          <p:cNvSpPr>
            <a:spLocks noGrp="1"/>
          </p:cNvSpPr>
          <p:nvPr>
            <p:ph idx="1"/>
          </p:nvPr>
        </p:nvSpPr>
        <p:spPr/>
        <p:txBody>
          <a:bodyPr>
            <a:normAutofit/>
          </a:bodyPr>
          <a:lstStyle/>
          <a:p>
            <a:pPr algn="just"/>
            <a:r>
              <a:rPr lang="en-US" sz="2400" dirty="0"/>
              <a:t>A requirement is a statement about an intended product that specifies what it is expected to do or how it will perform.</a:t>
            </a:r>
          </a:p>
          <a:p>
            <a:pPr algn="just"/>
            <a:r>
              <a:rPr lang="en-US" sz="2400" dirty="0"/>
              <a:t>One of the goals of the requirements activity is to identify, clarify, and capture the requirements.</a:t>
            </a:r>
          </a:p>
        </p:txBody>
      </p:sp>
      <p:pic>
        <p:nvPicPr>
          <p:cNvPr id="5" name="Picture 4">
            <a:extLst>
              <a:ext uri="{FF2B5EF4-FFF2-40B4-BE49-F238E27FC236}">
                <a16:creationId xmlns:a16="http://schemas.microsoft.com/office/drawing/2014/main" id="{25A45349-8581-3B54-9208-8B85C099F555}"/>
              </a:ext>
            </a:extLst>
          </p:cNvPr>
          <p:cNvPicPr>
            <a:picLocks noChangeAspect="1"/>
          </p:cNvPicPr>
          <p:nvPr/>
        </p:nvPicPr>
        <p:blipFill>
          <a:blip r:embed="rId2"/>
          <a:stretch>
            <a:fillRect/>
          </a:stretch>
        </p:blipFill>
        <p:spPr>
          <a:xfrm>
            <a:off x="2591752" y="3505200"/>
            <a:ext cx="5116640" cy="3035710"/>
          </a:xfrm>
          <a:prstGeom prst="rect">
            <a:avLst/>
          </a:prstGeom>
        </p:spPr>
      </p:pic>
    </p:spTree>
    <p:extLst>
      <p:ext uri="{BB962C8B-B14F-4D97-AF65-F5344CB8AC3E}">
        <p14:creationId xmlns:p14="http://schemas.microsoft.com/office/powerpoint/2010/main" val="727680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8A38B-1C44-098E-4B26-1DEFD766CFDD}"/>
              </a:ext>
            </a:extLst>
          </p:cNvPr>
          <p:cNvSpPr>
            <a:spLocks noGrp="1"/>
          </p:cNvSpPr>
          <p:nvPr>
            <p:ph type="title"/>
          </p:nvPr>
        </p:nvSpPr>
        <p:spPr/>
        <p:txBody>
          <a:bodyPr/>
          <a:lstStyle/>
          <a:p>
            <a:r>
              <a:rPr lang="en-US" dirty="0"/>
              <a:t>What are requirements?</a:t>
            </a:r>
          </a:p>
        </p:txBody>
      </p:sp>
      <p:pic>
        <p:nvPicPr>
          <p:cNvPr id="9" name="Content Placeholder 8">
            <a:extLst>
              <a:ext uri="{FF2B5EF4-FFF2-40B4-BE49-F238E27FC236}">
                <a16:creationId xmlns:a16="http://schemas.microsoft.com/office/drawing/2014/main" id="{CA3E0FFA-6165-EA01-D7E3-CE590215655B}"/>
              </a:ext>
            </a:extLst>
          </p:cNvPr>
          <p:cNvPicPr>
            <a:picLocks noGrp="1" noChangeAspect="1"/>
          </p:cNvPicPr>
          <p:nvPr>
            <p:ph idx="1"/>
          </p:nvPr>
        </p:nvPicPr>
        <p:blipFill>
          <a:blip r:embed="rId2"/>
          <a:stretch>
            <a:fillRect/>
          </a:stretch>
        </p:blipFill>
        <p:spPr>
          <a:xfrm>
            <a:off x="2387777" y="1787678"/>
            <a:ext cx="5593742" cy="4800600"/>
          </a:xfrm>
        </p:spPr>
      </p:pic>
    </p:spTree>
    <p:extLst>
      <p:ext uri="{BB962C8B-B14F-4D97-AF65-F5344CB8AC3E}">
        <p14:creationId xmlns:p14="http://schemas.microsoft.com/office/powerpoint/2010/main" val="1138474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0877-2B69-D3BB-A6DC-2E251C2D55E2}"/>
              </a:ext>
            </a:extLst>
          </p:cNvPr>
          <p:cNvSpPr>
            <a:spLocks noGrp="1"/>
          </p:cNvSpPr>
          <p:nvPr>
            <p:ph type="title"/>
          </p:nvPr>
        </p:nvSpPr>
        <p:spPr/>
        <p:txBody>
          <a:bodyPr/>
          <a:lstStyle/>
          <a:p>
            <a:r>
              <a:rPr lang="en-US" dirty="0"/>
              <a:t>User Stories </a:t>
            </a:r>
          </a:p>
        </p:txBody>
      </p:sp>
      <p:sp>
        <p:nvSpPr>
          <p:cNvPr id="3" name="Content Placeholder 2">
            <a:extLst>
              <a:ext uri="{FF2B5EF4-FFF2-40B4-BE49-F238E27FC236}">
                <a16:creationId xmlns:a16="http://schemas.microsoft.com/office/drawing/2014/main" id="{58A5AEF6-C457-AFA3-9B77-28534E5C0A56}"/>
              </a:ext>
            </a:extLst>
          </p:cNvPr>
          <p:cNvSpPr>
            <a:spLocks noGrp="1"/>
          </p:cNvSpPr>
          <p:nvPr>
            <p:ph idx="1"/>
          </p:nvPr>
        </p:nvSpPr>
        <p:spPr/>
        <p:txBody>
          <a:bodyPr>
            <a:normAutofit/>
          </a:bodyPr>
          <a:lstStyle/>
          <a:p>
            <a:r>
              <a:rPr lang="en-US" dirty="0"/>
              <a:t>An alternative way to capture what a product is intended to do is via user stories</a:t>
            </a:r>
          </a:p>
          <a:p>
            <a:endParaRPr lang="en-US" dirty="0"/>
          </a:p>
          <a:p>
            <a:r>
              <a:rPr lang="en-US" dirty="0"/>
              <a:t>User stories communicate requirements between team members.</a:t>
            </a:r>
          </a:p>
          <a:p>
            <a:endParaRPr lang="en-US" dirty="0"/>
          </a:p>
          <a:p>
            <a:r>
              <a:rPr lang="en-US" dirty="0"/>
              <a:t>User stories may also be used to capture usability and user experience goals.</a:t>
            </a:r>
          </a:p>
        </p:txBody>
      </p:sp>
    </p:spTree>
    <p:extLst>
      <p:ext uri="{BB962C8B-B14F-4D97-AF65-F5344CB8AC3E}">
        <p14:creationId xmlns:p14="http://schemas.microsoft.com/office/powerpoint/2010/main" val="786008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5E50-592E-D5BE-956D-CC8850D80B72}"/>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F43C5208-63ED-6334-8753-77DB3409D9DC}"/>
              </a:ext>
            </a:extLst>
          </p:cNvPr>
          <p:cNvPicPr>
            <a:picLocks noGrp="1" noChangeAspect="1"/>
          </p:cNvPicPr>
          <p:nvPr>
            <p:ph idx="1"/>
          </p:nvPr>
        </p:nvPicPr>
        <p:blipFill>
          <a:blip r:embed="rId2"/>
          <a:stretch>
            <a:fillRect/>
          </a:stretch>
        </p:blipFill>
        <p:spPr>
          <a:xfrm>
            <a:off x="1484312" y="3014662"/>
            <a:ext cx="7400925" cy="1666875"/>
          </a:xfrm>
        </p:spPr>
      </p:pic>
    </p:spTree>
    <p:extLst>
      <p:ext uri="{BB962C8B-B14F-4D97-AF65-F5344CB8AC3E}">
        <p14:creationId xmlns:p14="http://schemas.microsoft.com/office/powerpoint/2010/main" val="4139956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D242-3C86-7E0E-015F-84BC035B5FF9}"/>
              </a:ext>
            </a:extLst>
          </p:cNvPr>
          <p:cNvSpPr>
            <a:spLocks noGrp="1"/>
          </p:cNvSpPr>
          <p:nvPr>
            <p:ph type="title"/>
          </p:nvPr>
        </p:nvSpPr>
        <p:spPr/>
        <p:txBody>
          <a:bodyPr/>
          <a:lstStyle/>
          <a:p>
            <a:r>
              <a:rPr lang="en-US" dirty="0"/>
              <a:t>Epic</a:t>
            </a:r>
          </a:p>
        </p:txBody>
      </p:sp>
      <p:sp>
        <p:nvSpPr>
          <p:cNvPr id="3" name="Content Placeholder 2">
            <a:extLst>
              <a:ext uri="{FF2B5EF4-FFF2-40B4-BE49-F238E27FC236}">
                <a16:creationId xmlns:a16="http://schemas.microsoft.com/office/drawing/2014/main" id="{14FF1E9F-6929-EAAB-5D5D-577E207274B2}"/>
              </a:ext>
            </a:extLst>
          </p:cNvPr>
          <p:cNvSpPr>
            <a:spLocks noGrp="1"/>
          </p:cNvSpPr>
          <p:nvPr>
            <p:ph idx="1"/>
          </p:nvPr>
        </p:nvSpPr>
        <p:spPr/>
        <p:txBody>
          <a:bodyPr/>
          <a:lstStyle/>
          <a:p>
            <a:r>
              <a:rPr lang="en-US" dirty="0"/>
              <a:t>An epic is a user story that may take weeks or months to implement.</a:t>
            </a:r>
          </a:p>
          <a:p>
            <a:r>
              <a:rPr lang="en-US" dirty="0"/>
              <a:t>Epics will be broken down into smaller chunks of effort (user stories), before they are pulled into a sprint</a:t>
            </a:r>
          </a:p>
          <a:p>
            <a:endParaRPr lang="en-US" dirty="0"/>
          </a:p>
        </p:txBody>
      </p:sp>
    </p:spTree>
    <p:extLst>
      <p:ext uri="{BB962C8B-B14F-4D97-AF65-F5344CB8AC3E}">
        <p14:creationId xmlns:p14="http://schemas.microsoft.com/office/powerpoint/2010/main" val="1786857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50890-53D2-3F8F-3DDB-AB6AB3A371B4}"/>
              </a:ext>
            </a:extLst>
          </p:cNvPr>
          <p:cNvSpPr>
            <a:spLocks noGrp="1"/>
          </p:cNvSpPr>
          <p:nvPr>
            <p:ph type="title"/>
          </p:nvPr>
        </p:nvSpPr>
        <p:spPr/>
        <p:txBody>
          <a:bodyPr/>
          <a:lstStyle/>
          <a:p>
            <a:r>
              <a:rPr lang="en-US" dirty="0"/>
              <a:t>Example</a:t>
            </a:r>
          </a:p>
        </p:txBody>
      </p:sp>
      <p:pic>
        <p:nvPicPr>
          <p:cNvPr id="5" name="Content Placeholder 4">
            <a:extLst>
              <a:ext uri="{FF2B5EF4-FFF2-40B4-BE49-F238E27FC236}">
                <a16:creationId xmlns:a16="http://schemas.microsoft.com/office/drawing/2014/main" id="{BB79D15B-08BB-5567-9E4F-C0B8ED85210A}"/>
              </a:ext>
            </a:extLst>
          </p:cNvPr>
          <p:cNvPicPr>
            <a:picLocks noGrp="1" noChangeAspect="1"/>
          </p:cNvPicPr>
          <p:nvPr>
            <p:ph idx="1"/>
          </p:nvPr>
        </p:nvPicPr>
        <p:blipFill>
          <a:blip r:embed="rId2"/>
          <a:stretch>
            <a:fillRect/>
          </a:stretch>
        </p:blipFill>
        <p:spPr>
          <a:xfrm>
            <a:off x="1121930" y="2819400"/>
            <a:ext cx="7787120" cy="1971675"/>
          </a:xfrm>
        </p:spPr>
      </p:pic>
    </p:spTree>
    <p:extLst>
      <p:ext uri="{BB962C8B-B14F-4D97-AF65-F5344CB8AC3E}">
        <p14:creationId xmlns:p14="http://schemas.microsoft.com/office/powerpoint/2010/main" val="655993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8B08A-2501-747C-1DAA-E86E2DE3C14F}"/>
              </a:ext>
            </a:extLst>
          </p:cNvPr>
          <p:cNvSpPr>
            <a:spLocks noGrp="1"/>
          </p:cNvSpPr>
          <p:nvPr>
            <p:ph type="title"/>
          </p:nvPr>
        </p:nvSpPr>
        <p:spPr/>
        <p:txBody>
          <a:bodyPr/>
          <a:lstStyle/>
          <a:p>
            <a:r>
              <a:rPr lang="en-US" dirty="0"/>
              <a:t>Traditional Requirements</a:t>
            </a:r>
          </a:p>
        </p:txBody>
      </p:sp>
      <p:sp>
        <p:nvSpPr>
          <p:cNvPr id="3" name="Content Placeholder 2">
            <a:extLst>
              <a:ext uri="{FF2B5EF4-FFF2-40B4-BE49-F238E27FC236}">
                <a16:creationId xmlns:a16="http://schemas.microsoft.com/office/drawing/2014/main" id="{3F6A5FD6-A26D-EE66-0DE2-68F1146A3101}"/>
              </a:ext>
            </a:extLst>
          </p:cNvPr>
          <p:cNvSpPr>
            <a:spLocks noGrp="1"/>
          </p:cNvSpPr>
          <p:nvPr>
            <p:ph idx="1"/>
          </p:nvPr>
        </p:nvSpPr>
        <p:spPr/>
        <p:txBody>
          <a:bodyPr/>
          <a:lstStyle/>
          <a:p>
            <a:pPr marL="82296" indent="0" algn="just">
              <a:buNone/>
            </a:pPr>
            <a:r>
              <a:rPr lang="en-US" dirty="0"/>
              <a:t>There are two different kinds of requirements</a:t>
            </a:r>
          </a:p>
          <a:p>
            <a:pPr marL="596646" indent="-514350" algn="just">
              <a:buFont typeface="+mj-lt"/>
              <a:buAutoNum type="arabicPeriod"/>
            </a:pPr>
            <a:r>
              <a:rPr lang="en-US" b="1" dirty="0"/>
              <a:t>Functional requirements</a:t>
            </a:r>
            <a:r>
              <a:rPr lang="en-US" dirty="0"/>
              <a:t>, which describe what the product will do</a:t>
            </a:r>
          </a:p>
          <a:p>
            <a:pPr marL="596646" indent="-514350" algn="just">
              <a:buFont typeface="+mj-lt"/>
              <a:buAutoNum type="arabicPeriod"/>
            </a:pPr>
            <a:endParaRPr lang="en-US" dirty="0"/>
          </a:p>
          <a:p>
            <a:pPr marL="596646" indent="-514350" algn="just">
              <a:buFont typeface="+mj-lt"/>
              <a:buAutoNum type="arabicPeriod"/>
            </a:pPr>
            <a:r>
              <a:rPr lang="en-US" b="1" dirty="0"/>
              <a:t>Nonfunctional requirements, </a:t>
            </a:r>
            <a:r>
              <a:rPr lang="en-US" dirty="0"/>
              <a:t>which describe the characteristics (sometimes called constraints) of the product.</a:t>
            </a:r>
          </a:p>
        </p:txBody>
      </p:sp>
    </p:spTree>
    <p:extLst>
      <p:ext uri="{BB962C8B-B14F-4D97-AF65-F5344CB8AC3E}">
        <p14:creationId xmlns:p14="http://schemas.microsoft.com/office/powerpoint/2010/main" val="187108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F074D-EEF7-557A-C881-B51D393B2F79}"/>
              </a:ext>
            </a:extLst>
          </p:cNvPr>
          <p:cNvSpPr>
            <a:spLocks noGrp="1"/>
          </p:cNvSpPr>
          <p:nvPr>
            <p:ph type="title"/>
          </p:nvPr>
        </p:nvSpPr>
        <p:spPr/>
        <p:txBody>
          <a:bodyPr/>
          <a:lstStyle/>
          <a:p>
            <a:r>
              <a:rPr lang="en-US" dirty="0"/>
              <a:t>Extensive Requirement Types</a:t>
            </a:r>
          </a:p>
        </p:txBody>
      </p:sp>
      <p:sp>
        <p:nvSpPr>
          <p:cNvPr id="3" name="Content Placeholder 2">
            <a:extLst>
              <a:ext uri="{FF2B5EF4-FFF2-40B4-BE49-F238E27FC236}">
                <a16:creationId xmlns:a16="http://schemas.microsoft.com/office/drawing/2014/main" id="{BD98ADE7-112C-72A1-C759-8346123A24E1}"/>
              </a:ext>
            </a:extLst>
          </p:cNvPr>
          <p:cNvSpPr>
            <a:spLocks noGrp="1"/>
          </p:cNvSpPr>
          <p:nvPr>
            <p:ph idx="1"/>
          </p:nvPr>
        </p:nvSpPr>
        <p:spPr/>
        <p:txBody>
          <a:bodyPr>
            <a:normAutofit/>
          </a:bodyPr>
          <a:lstStyle/>
          <a:p>
            <a:pPr marL="82296" indent="0" algn="just">
              <a:buNone/>
            </a:pPr>
            <a:r>
              <a:rPr lang="en-US" b="1" dirty="0"/>
              <a:t>1. Functional requirements </a:t>
            </a:r>
            <a:r>
              <a:rPr lang="en-US" dirty="0"/>
              <a:t>capture what the product will do.</a:t>
            </a:r>
          </a:p>
          <a:p>
            <a:pPr algn="just"/>
            <a:endParaRPr lang="en-US" dirty="0"/>
          </a:p>
          <a:p>
            <a:pPr marL="82296" indent="0" algn="just">
              <a:buNone/>
            </a:pPr>
            <a:r>
              <a:rPr lang="en-US" b="1" dirty="0"/>
              <a:t>2.  Data requirements </a:t>
            </a:r>
            <a:r>
              <a:rPr lang="en-US" dirty="0"/>
              <a:t>capture the type, volatility, size/amount, persistence, accuracy, and value of the required data.</a:t>
            </a:r>
          </a:p>
          <a:p>
            <a:pPr algn="just"/>
            <a:endParaRPr lang="en-US" dirty="0"/>
          </a:p>
        </p:txBody>
      </p:sp>
    </p:spTree>
    <p:extLst>
      <p:ext uri="{BB962C8B-B14F-4D97-AF65-F5344CB8AC3E}">
        <p14:creationId xmlns:p14="http://schemas.microsoft.com/office/powerpoint/2010/main" val="4241662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8DCBB-9B30-5BBB-2065-A0D1111EE575}"/>
              </a:ext>
            </a:extLst>
          </p:cNvPr>
          <p:cNvSpPr>
            <a:spLocks noGrp="1"/>
          </p:cNvSpPr>
          <p:nvPr>
            <p:ph type="title"/>
          </p:nvPr>
        </p:nvSpPr>
        <p:spPr/>
        <p:txBody>
          <a:bodyPr/>
          <a:lstStyle/>
          <a:p>
            <a:r>
              <a:rPr lang="en-US" dirty="0"/>
              <a:t>Extensive Requirement Types</a:t>
            </a:r>
          </a:p>
        </p:txBody>
      </p:sp>
      <p:sp>
        <p:nvSpPr>
          <p:cNvPr id="3" name="Content Placeholder 2">
            <a:extLst>
              <a:ext uri="{FF2B5EF4-FFF2-40B4-BE49-F238E27FC236}">
                <a16:creationId xmlns:a16="http://schemas.microsoft.com/office/drawing/2014/main" id="{22B4C66E-C1B2-6331-CAA3-7886005C34AC}"/>
              </a:ext>
            </a:extLst>
          </p:cNvPr>
          <p:cNvSpPr>
            <a:spLocks noGrp="1"/>
          </p:cNvSpPr>
          <p:nvPr>
            <p:ph idx="1"/>
          </p:nvPr>
        </p:nvSpPr>
        <p:spPr/>
        <p:txBody>
          <a:bodyPr>
            <a:normAutofit fontScale="92500" lnSpcReduction="20000"/>
          </a:bodyPr>
          <a:lstStyle/>
          <a:p>
            <a:pPr marL="82296" indent="0" algn="just">
              <a:buNone/>
            </a:pPr>
            <a:r>
              <a:rPr lang="en-US" b="1" dirty="0"/>
              <a:t>3. Environmental requirements</a:t>
            </a:r>
            <a:r>
              <a:rPr lang="en-US" dirty="0"/>
              <a:t>, or context of use, refer to the circumstances in which the interactive product will operate.</a:t>
            </a:r>
          </a:p>
          <a:p>
            <a:pPr marL="82296" indent="0" algn="just">
              <a:buNone/>
            </a:pPr>
            <a:endParaRPr lang="en-US" dirty="0"/>
          </a:p>
          <a:p>
            <a:pPr algn="just"/>
            <a:r>
              <a:rPr lang="en-US" dirty="0"/>
              <a:t>Physical environment, such as how much lighting, noise, movement, and dust is expected in the operational environment.</a:t>
            </a:r>
          </a:p>
          <a:p>
            <a:pPr algn="just"/>
            <a:r>
              <a:rPr lang="en-US" dirty="0"/>
              <a:t>Social environment deals with issues regarding the social aspects of interaction design, such as collaboration and coordination.</a:t>
            </a:r>
          </a:p>
        </p:txBody>
      </p:sp>
    </p:spTree>
    <p:extLst>
      <p:ext uri="{BB962C8B-B14F-4D97-AF65-F5344CB8AC3E}">
        <p14:creationId xmlns:p14="http://schemas.microsoft.com/office/powerpoint/2010/main" val="1104730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B5CDE-35E1-4450-6CC9-6EE1E21278C9}"/>
              </a:ext>
            </a:extLst>
          </p:cNvPr>
          <p:cNvSpPr>
            <a:spLocks noGrp="1"/>
          </p:cNvSpPr>
          <p:nvPr>
            <p:ph type="title"/>
          </p:nvPr>
        </p:nvSpPr>
        <p:spPr/>
        <p:txBody>
          <a:bodyPr/>
          <a:lstStyle/>
          <a:p>
            <a:r>
              <a:rPr lang="en-US" dirty="0"/>
              <a:t>Extensive Requirement Types</a:t>
            </a:r>
          </a:p>
        </p:txBody>
      </p:sp>
      <p:sp>
        <p:nvSpPr>
          <p:cNvPr id="3" name="Content Placeholder 2">
            <a:extLst>
              <a:ext uri="{FF2B5EF4-FFF2-40B4-BE49-F238E27FC236}">
                <a16:creationId xmlns:a16="http://schemas.microsoft.com/office/drawing/2014/main" id="{8E8E7025-CE1E-C3D5-A221-07360CE2A1CC}"/>
              </a:ext>
            </a:extLst>
          </p:cNvPr>
          <p:cNvSpPr>
            <a:spLocks noGrp="1"/>
          </p:cNvSpPr>
          <p:nvPr>
            <p:ph idx="1"/>
          </p:nvPr>
        </p:nvSpPr>
        <p:spPr/>
        <p:txBody>
          <a:bodyPr>
            <a:normAutofit fontScale="92500" lnSpcReduction="20000"/>
          </a:bodyPr>
          <a:lstStyle/>
          <a:p>
            <a:pPr marL="82296" indent="0" algn="just">
              <a:buNone/>
            </a:pPr>
            <a:r>
              <a:rPr lang="en-US" b="1" dirty="0"/>
              <a:t>4. Organizational environment</a:t>
            </a:r>
            <a:r>
              <a:rPr lang="en-US" dirty="0"/>
              <a:t>, for example, how good is user support likely to be, how easily can it be obtained, and are there facilities or resources for training, how efficient or stable is the communications infrastructure</a:t>
            </a:r>
          </a:p>
          <a:p>
            <a:pPr marL="596646" indent="-514350" algn="just">
              <a:buFont typeface="+mj-lt"/>
              <a:buAutoNum type="arabicPeriod"/>
            </a:pPr>
            <a:endParaRPr lang="en-US" dirty="0"/>
          </a:p>
          <a:p>
            <a:pPr marL="82296" indent="0" algn="just">
              <a:buNone/>
            </a:pPr>
            <a:r>
              <a:rPr lang="en-US" b="1" dirty="0"/>
              <a:t>5.   Technical environment </a:t>
            </a:r>
            <a:r>
              <a:rPr lang="en-US" dirty="0"/>
              <a:t>will need to be established. For example, what technologies will the product run on or need to be compatible with, and what technological limitations might be relevant?</a:t>
            </a:r>
          </a:p>
        </p:txBody>
      </p:sp>
    </p:spTree>
    <p:extLst>
      <p:ext uri="{BB962C8B-B14F-4D97-AF65-F5344CB8AC3E}">
        <p14:creationId xmlns:p14="http://schemas.microsoft.com/office/powerpoint/2010/main" val="1145746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3213D-2A67-588A-1CD5-20DCDBADA03C}"/>
              </a:ext>
            </a:extLst>
          </p:cNvPr>
          <p:cNvSpPr>
            <a:spLocks noGrp="1"/>
          </p:cNvSpPr>
          <p:nvPr>
            <p:ph type="title"/>
          </p:nvPr>
        </p:nvSpPr>
        <p:spPr/>
        <p:txBody>
          <a:bodyPr/>
          <a:lstStyle/>
          <a:p>
            <a:r>
              <a:rPr lang="en-US" dirty="0"/>
              <a:t>Extensive Requirement Types</a:t>
            </a:r>
          </a:p>
        </p:txBody>
      </p:sp>
      <p:sp>
        <p:nvSpPr>
          <p:cNvPr id="3" name="Content Placeholder 2">
            <a:extLst>
              <a:ext uri="{FF2B5EF4-FFF2-40B4-BE49-F238E27FC236}">
                <a16:creationId xmlns:a16="http://schemas.microsoft.com/office/drawing/2014/main" id="{AAE288EE-81CE-621A-F0BC-7A5816CC4BF9}"/>
              </a:ext>
            </a:extLst>
          </p:cNvPr>
          <p:cNvSpPr>
            <a:spLocks noGrp="1"/>
          </p:cNvSpPr>
          <p:nvPr>
            <p:ph idx="1"/>
          </p:nvPr>
        </p:nvSpPr>
        <p:spPr/>
        <p:txBody>
          <a:bodyPr>
            <a:normAutofit fontScale="85000" lnSpcReduction="20000"/>
          </a:bodyPr>
          <a:lstStyle/>
          <a:p>
            <a:pPr marL="82296" indent="0" algn="just">
              <a:buNone/>
            </a:pPr>
            <a:r>
              <a:rPr lang="en-US" b="1" dirty="0"/>
              <a:t>6.  User characteristics </a:t>
            </a:r>
            <a:r>
              <a:rPr lang="en-US" dirty="0"/>
              <a:t>capture the key attributes of the intended user group, such as the users’ abilities and skills, and depending on the product, also their educational background, preferences, personal circumstances, physical or mental disabilities, and so on. </a:t>
            </a:r>
          </a:p>
          <a:p>
            <a:pPr marL="603504" lvl="2" indent="0" algn="just">
              <a:buNone/>
            </a:pPr>
            <a:r>
              <a:rPr lang="en-GB" dirty="0"/>
              <a:t>The collection of characteristics for a typical user is called a </a:t>
            </a:r>
            <a:r>
              <a:rPr lang="en-GB" i="1" dirty="0">
                <a:solidFill>
                  <a:srgbClr val="FF0000"/>
                </a:solidFill>
              </a:rPr>
              <a:t>user profile.</a:t>
            </a:r>
            <a:endParaRPr lang="en-US" i="1" dirty="0">
              <a:solidFill>
                <a:srgbClr val="FF0000"/>
              </a:solidFill>
            </a:endParaRPr>
          </a:p>
          <a:p>
            <a:pPr marL="82296" indent="0" algn="just">
              <a:buNone/>
            </a:pPr>
            <a:endParaRPr lang="en-US" dirty="0"/>
          </a:p>
          <a:p>
            <a:pPr algn="just"/>
            <a:endParaRPr lang="en-US" dirty="0"/>
          </a:p>
          <a:p>
            <a:pPr marL="82296" indent="0" algn="just">
              <a:buNone/>
            </a:pPr>
            <a:r>
              <a:rPr lang="en-US" b="1" dirty="0"/>
              <a:t>7.  Usability goals and user experience goals </a:t>
            </a:r>
            <a:r>
              <a:rPr lang="en-US" dirty="0"/>
              <a:t>are another kind of requirement, and they should be captured together with appropriate measures.</a:t>
            </a:r>
          </a:p>
        </p:txBody>
      </p:sp>
    </p:spTree>
    <p:extLst>
      <p:ext uri="{BB962C8B-B14F-4D97-AF65-F5344CB8AC3E}">
        <p14:creationId xmlns:p14="http://schemas.microsoft.com/office/powerpoint/2010/main" val="410102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B0D1A-D183-3678-4F26-2A415C256474}"/>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1F3AB872-54D4-938F-A6D1-21C244D49A22}"/>
              </a:ext>
            </a:extLst>
          </p:cNvPr>
          <p:cNvSpPr>
            <a:spLocks noGrp="1"/>
          </p:cNvSpPr>
          <p:nvPr>
            <p:ph idx="1"/>
          </p:nvPr>
        </p:nvSpPr>
        <p:spPr/>
        <p:txBody>
          <a:bodyPr/>
          <a:lstStyle/>
          <a:p>
            <a:pPr marL="82296" indent="0" algn="just">
              <a:buNone/>
            </a:pPr>
            <a:r>
              <a:rPr lang="en-GB" dirty="0"/>
              <a:t>Suggest some key requirements in each category (functional, data, environmental, user characteristics, usability goals, and user experience goals) for the following situation</a:t>
            </a:r>
          </a:p>
          <a:p>
            <a:pPr marL="82296" indent="0" algn="just">
              <a:buNone/>
            </a:pPr>
            <a:endParaRPr lang="en-GB" dirty="0"/>
          </a:p>
          <a:p>
            <a:pPr marL="82296" indent="0" algn="just">
              <a:buNone/>
            </a:pPr>
            <a:r>
              <a:rPr lang="en-GB" i="1" dirty="0">
                <a:solidFill>
                  <a:srgbClr val="00B0F0"/>
                </a:solidFill>
              </a:rPr>
              <a:t>An interactive product for navigating around a shopping </a:t>
            </a:r>
            <a:r>
              <a:rPr lang="en-GB" i="1" dirty="0" err="1">
                <a:solidFill>
                  <a:srgbClr val="00B0F0"/>
                </a:solidFill>
              </a:rPr>
              <a:t>center</a:t>
            </a:r>
            <a:r>
              <a:rPr lang="en-GB" i="1" dirty="0">
                <a:solidFill>
                  <a:srgbClr val="00B0F0"/>
                </a:solidFill>
              </a:rPr>
              <a:t>.</a:t>
            </a:r>
            <a:endParaRPr lang="en-PK" i="1" dirty="0">
              <a:solidFill>
                <a:srgbClr val="00B0F0"/>
              </a:solidFill>
            </a:endParaRPr>
          </a:p>
        </p:txBody>
      </p:sp>
    </p:spTree>
    <p:extLst>
      <p:ext uri="{BB962C8B-B14F-4D97-AF65-F5344CB8AC3E}">
        <p14:creationId xmlns:p14="http://schemas.microsoft.com/office/powerpoint/2010/main" val="4153406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70EBE-31DB-E01C-73A1-82F8EC415F4E}"/>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56F266A9-D48E-8A75-1FA9-BCE0D0BE018C}"/>
              </a:ext>
            </a:extLst>
          </p:cNvPr>
          <p:cNvSpPr>
            <a:spLocks noGrp="1"/>
          </p:cNvSpPr>
          <p:nvPr>
            <p:ph idx="1"/>
          </p:nvPr>
        </p:nvSpPr>
        <p:spPr>
          <a:xfrm>
            <a:off x="1435608" y="1447800"/>
            <a:ext cx="5650992" cy="4800600"/>
          </a:xfrm>
        </p:spPr>
        <p:txBody>
          <a:bodyPr>
            <a:normAutofit fontScale="92500" lnSpcReduction="20000"/>
          </a:bodyPr>
          <a:lstStyle/>
          <a:p>
            <a:pPr algn="just"/>
            <a:r>
              <a:rPr lang="en-GB" dirty="0"/>
              <a:t>Functional:</a:t>
            </a:r>
          </a:p>
          <a:p>
            <a:pPr marL="356616" lvl="1" indent="0" algn="just">
              <a:buNone/>
            </a:pPr>
            <a:r>
              <a:rPr lang="en-GB" dirty="0"/>
              <a:t>The product will locate places in the shopping </a:t>
            </a:r>
            <a:r>
              <a:rPr lang="en-GB" dirty="0" err="1"/>
              <a:t>center</a:t>
            </a:r>
            <a:r>
              <a:rPr lang="en-GB" dirty="0"/>
              <a:t> and provide routes for the user to reach their destination. </a:t>
            </a:r>
          </a:p>
          <a:p>
            <a:pPr algn="just"/>
            <a:r>
              <a:rPr lang="en-GB" dirty="0"/>
              <a:t>Data </a:t>
            </a:r>
          </a:p>
          <a:p>
            <a:pPr marL="356616" lvl="1" indent="0" algn="just">
              <a:buNone/>
            </a:pPr>
            <a:r>
              <a:rPr lang="en-GB" dirty="0"/>
              <a:t>The product needs access to GPS location data for the user, maps of the shopping </a:t>
            </a:r>
            <a:r>
              <a:rPr lang="en-GB" dirty="0" err="1"/>
              <a:t>center</a:t>
            </a:r>
            <a:r>
              <a:rPr lang="en-GB" dirty="0"/>
              <a:t>, and locations of all the places in the </a:t>
            </a:r>
            <a:r>
              <a:rPr lang="en-GB" dirty="0" err="1"/>
              <a:t>center</a:t>
            </a:r>
            <a:r>
              <a:rPr lang="en-GB" dirty="0"/>
              <a:t>. It also requires knowledge about the terrain and pathways for people with different needs. </a:t>
            </a:r>
            <a:endParaRPr lang="en-PK" dirty="0"/>
          </a:p>
        </p:txBody>
      </p:sp>
      <p:pic>
        <p:nvPicPr>
          <p:cNvPr id="2050" name="Picture 2" descr="Function - Free construction and tools icons">
            <a:extLst>
              <a:ext uri="{FF2B5EF4-FFF2-40B4-BE49-F238E27FC236}">
                <a16:creationId xmlns:a16="http://schemas.microsoft.com/office/drawing/2014/main" id="{584D4E86-836C-EDA4-E520-B1C17DFBDD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682076">
            <a:off x="7113125" y="1621647"/>
            <a:ext cx="1566672" cy="15666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nalytics - Free seo and web icons">
            <a:extLst>
              <a:ext uri="{FF2B5EF4-FFF2-40B4-BE49-F238E27FC236}">
                <a16:creationId xmlns:a16="http://schemas.microsoft.com/office/drawing/2014/main" id="{32D565D6-3D41-6975-F72C-19FFEBA4CC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7600" y="4191000"/>
            <a:ext cx="1068888"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945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9693-3B0B-F37F-F53B-D2153595E908}"/>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31C0066C-F136-BC06-3D11-585B1FD10351}"/>
              </a:ext>
            </a:extLst>
          </p:cNvPr>
          <p:cNvSpPr>
            <a:spLocks noGrp="1"/>
          </p:cNvSpPr>
          <p:nvPr>
            <p:ph idx="1"/>
          </p:nvPr>
        </p:nvSpPr>
        <p:spPr>
          <a:xfrm>
            <a:off x="1435608" y="1447800"/>
            <a:ext cx="6489192" cy="4800600"/>
          </a:xfrm>
        </p:spPr>
        <p:txBody>
          <a:bodyPr>
            <a:normAutofit fontScale="92500" lnSpcReduction="10000"/>
          </a:bodyPr>
          <a:lstStyle/>
          <a:p>
            <a:pPr algn="just"/>
            <a:r>
              <a:rPr lang="en-GB" dirty="0"/>
              <a:t>Environmental </a:t>
            </a:r>
          </a:p>
          <a:p>
            <a:pPr marL="356616" lvl="1" indent="0" algn="just">
              <a:buNone/>
            </a:pPr>
            <a:r>
              <a:rPr lang="en-GB" dirty="0"/>
              <a:t>The product design needs to take into account several environmental aspects. Users may be in a rush, or they may be more relaxed and wandering about. The physical environment will be noisy and busy, and users may be talking with friends and colleagues while using the product. Support or help with using the product may not be readily available, but the user can probably ask a </a:t>
            </a:r>
            <a:r>
              <a:rPr lang="en-GB" dirty="0" err="1"/>
              <a:t>passerby</a:t>
            </a:r>
            <a:r>
              <a:rPr lang="en-GB" dirty="0"/>
              <a:t> for directions if the app fails to work.</a:t>
            </a:r>
            <a:endParaRPr lang="en-PK" dirty="0"/>
          </a:p>
        </p:txBody>
      </p:sp>
      <p:pic>
        <p:nvPicPr>
          <p:cNvPr id="2054" name="Picture 6">
            <a:extLst>
              <a:ext uri="{FF2B5EF4-FFF2-40B4-BE49-F238E27FC236}">
                <a16:creationId xmlns:a16="http://schemas.microsoft.com/office/drawing/2014/main" id="{6FFBAC72-EF01-4F68-D970-BFA16B781C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0" y="2776537"/>
            <a:ext cx="1580184"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674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7871C-8C5A-37B4-8632-D0E2907696C3}"/>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C99D37B3-6D18-5B9C-2006-5AA1F2009FCF}"/>
              </a:ext>
            </a:extLst>
          </p:cNvPr>
          <p:cNvSpPr>
            <a:spLocks noGrp="1"/>
          </p:cNvSpPr>
          <p:nvPr>
            <p:ph idx="1"/>
          </p:nvPr>
        </p:nvSpPr>
        <p:spPr>
          <a:xfrm>
            <a:off x="1435608" y="1447800"/>
            <a:ext cx="5727192" cy="4800600"/>
          </a:xfrm>
        </p:spPr>
        <p:txBody>
          <a:bodyPr/>
          <a:lstStyle/>
          <a:p>
            <a:pPr algn="just"/>
            <a:r>
              <a:rPr lang="en-GB" dirty="0"/>
              <a:t>User Characteristics</a:t>
            </a:r>
          </a:p>
          <a:p>
            <a:pPr marL="356616" lvl="1" indent="0" algn="just">
              <a:buNone/>
            </a:pPr>
            <a:r>
              <a:rPr lang="en-GB" dirty="0"/>
              <a:t>Potential users are members of the population who have their own mobile device and for whom the </a:t>
            </a:r>
            <a:r>
              <a:rPr lang="en-GB" dirty="0" err="1"/>
              <a:t>center</a:t>
            </a:r>
            <a:r>
              <a:rPr lang="en-GB" dirty="0"/>
              <a:t> is accessible. This suggests quite a wide variety of users with different abilities and skills, a range of educational backgrounds and personal preferences, and different age groups.</a:t>
            </a:r>
            <a:endParaRPr lang="en-PK" dirty="0"/>
          </a:p>
        </p:txBody>
      </p:sp>
      <p:pic>
        <p:nvPicPr>
          <p:cNvPr id="3074" name="Picture 2" descr="Personal characteristics, personal features, personal qualities,  personality, user specialties icon - Download on Iconfinder">
            <a:extLst>
              <a:ext uri="{FF2B5EF4-FFF2-40B4-BE49-F238E27FC236}">
                <a16:creationId xmlns:a16="http://schemas.microsoft.com/office/drawing/2014/main" id="{7EBB93F7-155B-F539-1A08-6EA0629969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43800" y="3048000"/>
            <a:ext cx="1295400"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2065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6586F-63A9-0B8D-409D-CEE33AC7CC97}"/>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2B49BCA0-0A98-1126-1256-170B9C47AF0F}"/>
              </a:ext>
            </a:extLst>
          </p:cNvPr>
          <p:cNvSpPr>
            <a:spLocks noGrp="1"/>
          </p:cNvSpPr>
          <p:nvPr>
            <p:ph idx="1"/>
          </p:nvPr>
        </p:nvSpPr>
        <p:spPr>
          <a:xfrm>
            <a:off x="1435608" y="1447800"/>
            <a:ext cx="5803392" cy="4800600"/>
          </a:xfrm>
        </p:spPr>
        <p:txBody>
          <a:bodyPr>
            <a:normAutofit lnSpcReduction="10000"/>
          </a:bodyPr>
          <a:lstStyle/>
          <a:p>
            <a:pPr algn="just"/>
            <a:r>
              <a:rPr lang="en-GB" dirty="0"/>
              <a:t>Usability Goals</a:t>
            </a:r>
          </a:p>
          <a:p>
            <a:pPr marL="356616" lvl="1" indent="0" algn="just">
              <a:buNone/>
            </a:pPr>
            <a:r>
              <a:rPr lang="en-GB" dirty="0"/>
              <a:t>The product needs to be easy to learn so that new users can use it immediately, and it should be memorable for more frequent users. Users won’t want to wait around for the product to display fancy maps or provide unnecessary detail, so it needs to be efficient and safe to use; that is, it needs to be able to deal easily with user errors. </a:t>
            </a:r>
            <a:endParaRPr lang="en-PK" dirty="0"/>
          </a:p>
        </p:txBody>
      </p:sp>
      <p:pic>
        <p:nvPicPr>
          <p:cNvPr id="4098" name="Picture 2" descr="Mission, target icon or business goal logo in red design | Red design,  Business goals, Icon design">
            <a:extLst>
              <a:ext uri="{FF2B5EF4-FFF2-40B4-BE49-F238E27FC236}">
                <a16:creationId xmlns:a16="http://schemas.microsoft.com/office/drawing/2014/main" id="{D86AB881-A21A-40D4-247C-0F15BDA2B8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965" t="12449" r="27143" b="10816"/>
          <a:stretch/>
        </p:blipFill>
        <p:spPr bwMode="auto">
          <a:xfrm>
            <a:off x="7292956" y="2819400"/>
            <a:ext cx="1640732"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349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E118C-8048-9139-23CD-37298B120A6E}"/>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18278A01-B025-45E4-3D5C-26581724EE48}"/>
              </a:ext>
            </a:extLst>
          </p:cNvPr>
          <p:cNvSpPr>
            <a:spLocks noGrp="1"/>
          </p:cNvSpPr>
          <p:nvPr>
            <p:ph idx="1"/>
          </p:nvPr>
        </p:nvSpPr>
        <p:spPr>
          <a:xfrm>
            <a:off x="1435608" y="1447800"/>
            <a:ext cx="5803392" cy="4800600"/>
          </a:xfrm>
        </p:spPr>
        <p:txBody>
          <a:bodyPr/>
          <a:lstStyle/>
          <a:p>
            <a:pPr algn="just"/>
            <a:r>
              <a:rPr lang="en-GB" dirty="0"/>
              <a:t>User Experience Goals </a:t>
            </a:r>
          </a:p>
          <a:p>
            <a:pPr marL="356616" lvl="1" indent="0" algn="just">
              <a:buNone/>
            </a:pPr>
            <a:r>
              <a:rPr lang="en-GB" dirty="0"/>
              <a:t>most likely to be relevant here are satisfying, helpful, and enhancing sociability. While some of the other goals may be appropriate, it is not essential for this product to, for example, be cognitively stimulating.</a:t>
            </a:r>
            <a:endParaRPr lang="en-PK" dirty="0"/>
          </a:p>
        </p:txBody>
      </p:sp>
      <p:pic>
        <p:nvPicPr>
          <p:cNvPr id="5122" name="Picture 2" descr="Goal Icon. Simple Element from Startup Icons Collection Stock Illustration  - Illustration of customer, goal: 172321721">
            <a:extLst>
              <a:ext uri="{FF2B5EF4-FFF2-40B4-BE49-F238E27FC236}">
                <a16:creationId xmlns:a16="http://schemas.microsoft.com/office/drawing/2014/main" id="{612B9239-F158-2CB7-9A16-207E6C5C018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3333" t="18889" r="22222" b="17778"/>
          <a:stretch/>
        </p:blipFill>
        <p:spPr bwMode="auto">
          <a:xfrm>
            <a:off x="7467600" y="2514600"/>
            <a:ext cx="1371600" cy="1595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2875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AAD24-BC76-9D9A-36D8-9146A9163355}"/>
              </a:ext>
            </a:extLst>
          </p:cNvPr>
          <p:cNvSpPr>
            <a:spLocks noGrp="1"/>
          </p:cNvSpPr>
          <p:nvPr>
            <p:ph type="title"/>
          </p:nvPr>
        </p:nvSpPr>
        <p:spPr/>
        <p:txBody>
          <a:bodyPr/>
          <a:lstStyle/>
          <a:p>
            <a:r>
              <a:rPr lang="en-US" dirty="0"/>
              <a:t>Product Dimension </a:t>
            </a:r>
          </a:p>
        </p:txBody>
      </p:sp>
      <p:pic>
        <p:nvPicPr>
          <p:cNvPr id="5" name="Content Placeholder 4">
            <a:extLst>
              <a:ext uri="{FF2B5EF4-FFF2-40B4-BE49-F238E27FC236}">
                <a16:creationId xmlns:a16="http://schemas.microsoft.com/office/drawing/2014/main" id="{D286508F-71FB-EA93-228F-C4C64FFC4F66}"/>
              </a:ext>
            </a:extLst>
          </p:cNvPr>
          <p:cNvPicPr>
            <a:picLocks noGrp="1" noChangeAspect="1"/>
          </p:cNvPicPr>
          <p:nvPr>
            <p:ph idx="1"/>
          </p:nvPr>
        </p:nvPicPr>
        <p:blipFill>
          <a:blip r:embed="rId2"/>
          <a:stretch>
            <a:fillRect/>
          </a:stretch>
        </p:blipFill>
        <p:spPr>
          <a:xfrm>
            <a:off x="1066800" y="2057400"/>
            <a:ext cx="8000004" cy="3709988"/>
          </a:xfrm>
        </p:spPr>
      </p:pic>
    </p:spTree>
    <p:extLst>
      <p:ext uri="{BB962C8B-B14F-4D97-AF65-F5344CB8AC3E}">
        <p14:creationId xmlns:p14="http://schemas.microsoft.com/office/powerpoint/2010/main" val="3111914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FF45E-CEF0-DD16-6BD3-EF0D3998B935}"/>
              </a:ext>
            </a:extLst>
          </p:cNvPr>
          <p:cNvSpPr>
            <a:spLocks noGrp="1"/>
          </p:cNvSpPr>
          <p:nvPr>
            <p:ph type="title"/>
          </p:nvPr>
        </p:nvSpPr>
        <p:spPr/>
        <p:txBody>
          <a:bodyPr/>
          <a:lstStyle/>
          <a:p>
            <a:r>
              <a:rPr lang="en-US" dirty="0"/>
              <a:t>Requirement Categories </a:t>
            </a:r>
          </a:p>
        </p:txBody>
      </p:sp>
      <p:pic>
        <p:nvPicPr>
          <p:cNvPr id="5" name="Content Placeholder 4">
            <a:extLst>
              <a:ext uri="{FF2B5EF4-FFF2-40B4-BE49-F238E27FC236}">
                <a16:creationId xmlns:a16="http://schemas.microsoft.com/office/drawing/2014/main" id="{D1676086-7CBA-A67C-2D9D-420FE9BAB0FC}"/>
              </a:ext>
            </a:extLst>
          </p:cNvPr>
          <p:cNvPicPr>
            <a:picLocks noGrp="1" noChangeAspect="1"/>
          </p:cNvPicPr>
          <p:nvPr>
            <p:ph idx="1"/>
          </p:nvPr>
        </p:nvPicPr>
        <p:blipFill>
          <a:blip r:embed="rId2"/>
          <a:stretch>
            <a:fillRect/>
          </a:stretch>
        </p:blipFill>
        <p:spPr>
          <a:xfrm>
            <a:off x="1527175" y="2557462"/>
            <a:ext cx="7315200" cy="2581275"/>
          </a:xfrm>
        </p:spPr>
      </p:pic>
    </p:spTree>
    <p:extLst>
      <p:ext uri="{BB962C8B-B14F-4D97-AF65-F5344CB8AC3E}">
        <p14:creationId xmlns:p14="http://schemas.microsoft.com/office/powerpoint/2010/main" val="26856204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F7259-6B06-7399-EB6F-A2D7704A5D21}"/>
              </a:ext>
            </a:extLst>
          </p:cNvPr>
          <p:cNvSpPr>
            <a:spLocks noGrp="1"/>
          </p:cNvSpPr>
          <p:nvPr>
            <p:ph type="title"/>
          </p:nvPr>
        </p:nvSpPr>
        <p:spPr/>
        <p:txBody>
          <a:bodyPr/>
          <a:lstStyle/>
          <a:p>
            <a:r>
              <a:rPr lang="en-US" dirty="0"/>
              <a:t>Requirement Categories </a:t>
            </a:r>
          </a:p>
        </p:txBody>
      </p:sp>
      <p:pic>
        <p:nvPicPr>
          <p:cNvPr id="7" name="Content Placeholder 6">
            <a:extLst>
              <a:ext uri="{FF2B5EF4-FFF2-40B4-BE49-F238E27FC236}">
                <a16:creationId xmlns:a16="http://schemas.microsoft.com/office/drawing/2014/main" id="{F0C10000-8E21-D0CD-F555-9E80CCA30564}"/>
              </a:ext>
            </a:extLst>
          </p:cNvPr>
          <p:cNvPicPr>
            <a:picLocks noGrp="1" noChangeAspect="1"/>
          </p:cNvPicPr>
          <p:nvPr>
            <p:ph idx="1"/>
          </p:nvPr>
        </p:nvPicPr>
        <p:blipFill>
          <a:blip r:embed="rId2"/>
          <a:stretch>
            <a:fillRect/>
          </a:stretch>
        </p:blipFill>
        <p:spPr>
          <a:xfrm>
            <a:off x="1690715" y="1447800"/>
            <a:ext cx="6988120" cy="4800600"/>
          </a:xfrm>
        </p:spPr>
      </p:pic>
    </p:spTree>
    <p:extLst>
      <p:ext uri="{BB962C8B-B14F-4D97-AF65-F5344CB8AC3E}">
        <p14:creationId xmlns:p14="http://schemas.microsoft.com/office/powerpoint/2010/main" val="1592908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B3F66-1F35-6667-C5EC-837D336E1185}"/>
              </a:ext>
            </a:extLst>
          </p:cNvPr>
          <p:cNvSpPr>
            <a:spLocks noGrp="1"/>
          </p:cNvSpPr>
          <p:nvPr>
            <p:ph type="title"/>
          </p:nvPr>
        </p:nvSpPr>
        <p:spPr/>
        <p:txBody>
          <a:bodyPr>
            <a:normAutofit fontScale="90000"/>
          </a:bodyPr>
          <a:lstStyle/>
          <a:p>
            <a:r>
              <a:rPr lang="en-US" dirty="0"/>
              <a:t>Data Gathering for Requirements</a:t>
            </a:r>
          </a:p>
        </p:txBody>
      </p:sp>
      <p:sp>
        <p:nvSpPr>
          <p:cNvPr id="3" name="Content Placeholder 2">
            <a:extLst>
              <a:ext uri="{FF2B5EF4-FFF2-40B4-BE49-F238E27FC236}">
                <a16:creationId xmlns:a16="http://schemas.microsoft.com/office/drawing/2014/main" id="{3B0C1AA7-66C6-6EA1-E7C6-3B4C64B99D65}"/>
              </a:ext>
            </a:extLst>
          </p:cNvPr>
          <p:cNvSpPr>
            <a:spLocks noGrp="1"/>
          </p:cNvSpPr>
          <p:nvPr>
            <p:ph idx="1"/>
          </p:nvPr>
        </p:nvSpPr>
        <p:spPr/>
        <p:txBody>
          <a:bodyPr>
            <a:normAutofit lnSpcReduction="10000"/>
          </a:bodyPr>
          <a:lstStyle/>
          <a:p>
            <a:pPr marL="82296" indent="0" algn="just">
              <a:buNone/>
            </a:pPr>
            <a:r>
              <a:rPr lang="en-GB" dirty="0"/>
              <a:t>Data gathering for requirements covers a wide spectrum of issues, including </a:t>
            </a:r>
          </a:p>
          <a:p>
            <a:pPr marL="603504" lvl="2" indent="0" algn="just">
              <a:buNone/>
            </a:pPr>
            <a:r>
              <a:rPr lang="en-GB" dirty="0"/>
              <a:t>who are the intended users</a:t>
            </a:r>
          </a:p>
          <a:p>
            <a:pPr marL="603504" lvl="2" indent="0" algn="just">
              <a:buNone/>
            </a:pPr>
            <a:r>
              <a:rPr lang="en-GB" dirty="0"/>
              <a:t>the activities in which they are currently engaged</a:t>
            </a:r>
          </a:p>
          <a:p>
            <a:pPr marL="603504" lvl="2" indent="0" algn="just">
              <a:buNone/>
            </a:pPr>
            <a:r>
              <a:rPr lang="en-GB" dirty="0"/>
              <a:t>their associated goals</a:t>
            </a:r>
          </a:p>
          <a:p>
            <a:pPr marL="603504" lvl="2" indent="0" algn="just">
              <a:buNone/>
            </a:pPr>
            <a:r>
              <a:rPr lang="en-GB" dirty="0"/>
              <a:t>the context in which the activities are performed</a:t>
            </a:r>
          </a:p>
          <a:p>
            <a:pPr marL="603504" lvl="2" indent="0" algn="just">
              <a:buNone/>
            </a:pPr>
            <a:r>
              <a:rPr lang="en-GB" dirty="0"/>
              <a:t>the rationale for the current situation. </a:t>
            </a:r>
          </a:p>
          <a:p>
            <a:pPr marL="603504" lvl="2" indent="0" algn="just">
              <a:buNone/>
            </a:pPr>
            <a:endParaRPr lang="en-GB" dirty="0"/>
          </a:p>
          <a:p>
            <a:pPr marL="82296" indent="0" algn="just">
              <a:buNone/>
            </a:pPr>
            <a:r>
              <a:rPr lang="en-GB" dirty="0"/>
              <a:t>The goals for the data gathering is to discover all types of requirements relevant for the product.</a:t>
            </a:r>
            <a:endParaRPr lang="en-US" dirty="0"/>
          </a:p>
        </p:txBody>
      </p:sp>
    </p:spTree>
    <p:extLst>
      <p:ext uri="{BB962C8B-B14F-4D97-AF65-F5344CB8AC3E}">
        <p14:creationId xmlns:p14="http://schemas.microsoft.com/office/powerpoint/2010/main" val="3090277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4,688 3 Way Road Junction Images, Stock Photos &amp; Vectors | Shutterstock">
            <a:extLst>
              <a:ext uri="{FF2B5EF4-FFF2-40B4-BE49-F238E27FC236}">
                <a16:creationId xmlns:a16="http://schemas.microsoft.com/office/drawing/2014/main" id="{A5C8B7A0-7DBB-23CB-B07A-0D492FBDA3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857"/>
          <a:stretch/>
        </p:blipFill>
        <p:spPr bwMode="auto">
          <a:xfrm>
            <a:off x="6172200" y="3949175"/>
            <a:ext cx="2774442" cy="26037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839777-4F26-652D-6E3A-B368B35F17AA}"/>
              </a:ext>
            </a:extLst>
          </p:cNvPr>
          <p:cNvSpPr>
            <a:spLocks noGrp="1"/>
          </p:cNvSpPr>
          <p:nvPr>
            <p:ph type="title"/>
          </p:nvPr>
        </p:nvSpPr>
        <p:spPr/>
        <p:txBody>
          <a:bodyPr/>
          <a:lstStyle/>
          <a:p>
            <a:r>
              <a:rPr lang="en-US" dirty="0"/>
              <a:t>Ways to Gather Requirements</a:t>
            </a:r>
            <a:endParaRPr lang="en-PK" dirty="0"/>
          </a:p>
        </p:txBody>
      </p:sp>
      <p:sp>
        <p:nvSpPr>
          <p:cNvPr id="3" name="Content Placeholder 2">
            <a:extLst>
              <a:ext uri="{FF2B5EF4-FFF2-40B4-BE49-F238E27FC236}">
                <a16:creationId xmlns:a16="http://schemas.microsoft.com/office/drawing/2014/main" id="{31984313-D253-7590-BBD8-1CA14AAC8C6A}"/>
              </a:ext>
            </a:extLst>
          </p:cNvPr>
          <p:cNvSpPr>
            <a:spLocks noGrp="1"/>
          </p:cNvSpPr>
          <p:nvPr>
            <p:ph idx="1"/>
          </p:nvPr>
        </p:nvSpPr>
        <p:spPr/>
        <p:txBody>
          <a:bodyPr>
            <a:normAutofit fontScale="77500" lnSpcReduction="20000"/>
          </a:bodyPr>
          <a:lstStyle/>
          <a:p>
            <a:r>
              <a:rPr lang="en-GB" dirty="0"/>
              <a:t>Documentation</a:t>
            </a:r>
          </a:p>
          <a:p>
            <a:pPr marL="603504" lvl="2" indent="0">
              <a:buNone/>
            </a:pPr>
            <a:r>
              <a:rPr lang="en-GB" dirty="0"/>
              <a:t>manuals, standards, or activity logs</a:t>
            </a:r>
          </a:p>
          <a:p>
            <a:pPr marL="603504" lvl="2" indent="0">
              <a:buNone/>
            </a:pPr>
            <a:r>
              <a:rPr lang="en-GB" dirty="0"/>
              <a:t>it doesn’t involve stakeholder time</a:t>
            </a:r>
          </a:p>
          <a:p>
            <a:r>
              <a:rPr lang="en-US" dirty="0"/>
              <a:t>Researching other products </a:t>
            </a:r>
            <a:endParaRPr lang="en-GB" dirty="0"/>
          </a:p>
          <a:p>
            <a:r>
              <a:rPr lang="en-GB" dirty="0"/>
              <a:t>Interviews</a:t>
            </a:r>
          </a:p>
          <a:p>
            <a:pPr marL="603504" lvl="2" indent="0">
              <a:buNone/>
            </a:pPr>
            <a:r>
              <a:rPr lang="en-GB" dirty="0"/>
              <a:t>to target specific user groups</a:t>
            </a:r>
          </a:p>
          <a:p>
            <a:r>
              <a:rPr lang="en-GB" dirty="0"/>
              <a:t>Questionnaire </a:t>
            </a:r>
          </a:p>
          <a:p>
            <a:pPr marL="603504" lvl="2" indent="0">
              <a:buNone/>
            </a:pPr>
            <a:r>
              <a:rPr lang="en-GB" dirty="0"/>
              <a:t>to reach a wider population</a:t>
            </a:r>
          </a:p>
          <a:p>
            <a:r>
              <a:rPr lang="en-GB" dirty="0"/>
              <a:t>Observation</a:t>
            </a:r>
          </a:p>
          <a:p>
            <a:pPr marL="603504" lvl="2" indent="0">
              <a:buNone/>
            </a:pPr>
            <a:r>
              <a:rPr lang="en-GB" dirty="0"/>
              <a:t>to understand the context of the activity</a:t>
            </a:r>
          </a:p>
          <a:p>
            <a:r>
              <a:rPr lang="en-GB" dirty="0"/>
              <a:t>Focus Group</a:t>
            </a:r>
          </a:p>
          <a:p>
            <a:pPr marL="603504" lvl="2" indent="0">
              <a:buNone/>
            </a:pPr>
            <a:r>
              <a:rPr lang="en-GB" dirty="0"/>
              <a:t>to build a consensus view</a:t>
            </a:r>
          </a:p>
          <a:p>
            <a:r>
              <a:rPr lang="en-GB" dirty="0"/>
              <a:t>Think Aloud Evaluation </a:t>
            </a:r>
          </a:p>
          <a:p>
            <a:r>
              <a:rPr lang="en-GB" dirty="0"/>
              <a:t>Ethnographic Study </a:t>
            </a:r>
          </a:p>
          <a:p>
            <a:pPr marL="82296" indent="0">
              <a:buNone/>
            </a:pPr>
            <a:endParaRPr lang="en-PK" dirty="0"/>
          </a:p>
        </p:txBody>
      </p:sp>
    </p:spTree>
    <p:extLst>
      <p:ext uri="{BB962C8B-B14F-4D97-AF65-F5344CB8AC3E}">
        <p14:creationId xmlns:p14="http://schemas.microsoft.com/office/powerpoint/2010/main" val="1994472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229F6-25FA-9647-4E44-46912C2DA079}"/>
              </a:ext>
            </a:extLst>
          </p:cNvPr>
          <p:cNvSpPr>
            <a:spLocks noGrp="1"/>
          </p:cNvSpPr>
          <p:nvPr>
            <p:ph type="title"/>
          </p:nvPr>
        </p:nvSpPr>
        <p:spPr/>
        <p:txBody>
          <a:bodyPr>
            <a:normAutofit fontScale="90000"/>
          </a:bodyPr>
          <a:lstStyle/>
          <a:p>
            <a:r>
              <a:rPr lang="en-US" dirty="0"/>
              <a:t>Using Probes to Engage with Users</a:t>
            </a:r>
            <a:endParaRPr lang="en-PK" dirty="0"/>
          </a:p>
        </p:txBody>
      </p:sp>
      <p:sp>
        <p:nvSpPr>
          <p:cNvPr id="3" name="Content Placeholder 2">
            <a:extLst>
              <a:ext uri="{FF2B5EF4-FFF2-40B4-BE49-F238E27FC236}">
                <a16:creationId xmlns:a16="http://schemas.microsoft.com/office/drawing/2014/main" id="{F7B5BC33-43BB-1888-BF38-B083F18B0E53}"/>
              </a:ext>
            </a:extLst>
          </p:cNvPr>
          <p:cNvSpPr>
            <a:spLocks noGrp="1"/>
          </p:cNvSpPr>
          <p:nvPr>
            <p:ph idx="1"/>
          </p:nvPr>
        </p:nvSpPr>
        <p:spPr/>
        <p:txBody>
          <a:bodyPr/>
          <a:lstStyle/>
          <a:p>
            <a:r>
              <a:rPr lang="en-US" dirty="0"/>
              <a:t>Cultural Probes</a:t>
            </a:r>
          </a:p>
          <a:p>
            <a:pPr marL="658368" lvl="2" indent="0">
              <a:buNone/>
            </a:pPr>
            <a:r>
              <a:rPr lang="en-US" dirty="0"/>
              <a:t>Based on a specific culture</a:t>
            </a:r>
          </a:p>
          <a:p>
            <a:r>
              <a:rPr lang="en-US" dirty="0"/>
              <a:t>Design Probes</a:t>
            </a:r>
          </a:p>
          <a:p>
            <a:pPr marL="658368" lvl="2" indent="0">
              <a:buNone/>
            </a:pPr>
            <a:r>
              <a:rPr lang="en-US" dirty="0"/>
              <a:t>Based on specific question or context</a:t>
            </a:r>
          </a:p>
          <a:p>
            <a:r>
              <a:rPr lang="en-US" dirty="0"/>
              <a:t>Technology Probes</a:t>
            </a:r>
          </a:p>
          <a:p>
            <a:pPr marL="603504" lvl="2" indent="0">
              <a:buNone/>
            </a:pPr>
            <a:r>
              <a:rPr lang="en-US" dirty="0"/>
              <a:t>Include technology kits</a:t>
            </a:r>
          </a:p>
          <a:p>
            <a:r>
              <a:rPr lang="en-US" dirty="0"/>
              <a:t>Proactive Probes</a:t>
            </a:r>
          </a:p>
          <a:p>
            <a:pPr marL="603504" lvl="2" indent="0">
              <a:buNone/>
            </a:pPr>
            <a:r>
              <a:rPr lang="en-GB" dirty="0"/>
              <a:t>to challenge existing norms and attitudes in order to provoke discussion</a:t>
            </a:r>
            <a:endParaRPr lang="en-US" dirty="0"/>
          </a:p>
          <a:p>
            <a:pPr marL="82296" indent="0">
              <a:buNone/>
            </a:pPr>
            <a:endParaRPr lang="en-PK" dirty="0"/>
          </a:p>
        </p:txBody>
      </p:sp>
    </p:spTree>
    <p:extLst>
      <p:ext uri="{BB962C8B-B14F-4D97-AF65-F5344CB8AC3E}">
        <p14:creationId xmlns:p14="http://schemas.microsoft.com/office/powerpoint/2010/main" val="1935204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017CB-4975-259B-B737-188722D4CD70}"/>
              </a:ext>
            </a:extLst>
          </p:cNvPr>
          <p:cNvSpPr>
            <a:spLocks noGrp="1"/>
          </p:cNvSpPr>
          <p:nvPr>
            <p:ph type="title"/>
          </p:nvPr>
        </p:nvSpPr>
        <p:spPr/>
        <p:txBody>
          <a:bodyPr>
            <a:normAutofit/>
          </a:bodyPr>
          <a:lstStyle/>
          <a:p>
            <a:r>
              <a:rPr lang="en-US" dirty="0"/>
              <a:t>Contextual Inquiry </a:t>
            </a:r>
            <a:endParaRPr lang="en-PK" dirty="0"/>
          </a:p>
        </p:txBody>
      </p:sp>
      <p:sp>
        <p:nvSpPr>
          <p:cNvPr id="3" name="Content Placeholder 2">
            <a:extLst>
              <a:ext uri="{FF2B5EF4-FFF2-40B4-BE49-F238E27FC236}">
                <a16:creationId xmlns:a16="http://schemas.microsoft.com/office/drawing/2014/main" id="{D96EFDDF-24D0-631D-5289-3E6CBE721DD6}"/>
              </a:ext>
            </a:extLst>
          </p:cNvPr>
          <p:cNvSpPr>
            <a:spLocks noGrp="1"/>
          </p:cNvSpPr>
          <p:nvPr>
            <p:ph idx="1"/>
          </p:nvPr>
        </p:nvSpPr>
        <p:spPr/>
        <p:txBody>
          <a:bodyPr>
            <a:normAutofit/>
          </a:bodyPr>
          <a:lstStyle/>
          <a:p>
            <a:pPr marL="82296" indent="0" algn="just">
              <a:buNone/>
            </a:pPr>
            <a:r>
              <a:rPr lang="en-GB" b="1" dirty="0">
                <a:solidFill>
                  <a:srgbClr val="00B0F0"/>
                </a:solidFill>
              </a:rPr>
              <a:t>Contextual Inquiry </a:t>
            </a:r>
            <a:r>
              <a:rPr lang="en-GB" dirty="0"/>
              <a:t>is a user-</a:t>
            </a:r>
            <a:r>
              <a:rPr lang="en-GB" dirty="0" err="1"/>
              <a:t>centered</a:t>
            </a:r>
            <a:r>
              <a:rPr lang="en-GB" dirty="0"/>
              <a:t> design approach that explicitly defines how to gather, interpret, and model data about how people live, in order to drive design ideation.</a:t>
            </a:r>
          </a:p>
          <a:p>
            <a:pPr marL="82296" indent="0" algn="just">
              <a:buNone/>
            </a:pPr>
            <a:endParaRPr lang="en-GB" dirty="0"/>
          </a:p>
          <a:p>
            <a:pPr marL="82296" indent="0" algn="just">
              <a:buNone/>
            </a:pPr>
            <a:r>
              <a:rPr lang="en-GB" b="1" dirty="0">
                <a:solidFill>
                  <a:srgbClr val="00B0F0"/>
                </a:solidFill>
              </a:rPr>
              <a:t>Contextual Interviews </a:t>
            </a:r>
            <a:r>
              <a:rPr lang="en-GB" dirty="0"/>
              <a:t>focus on matters of daily life (work and home) that are relevant for the project scope.</a:t>
            </a:r>
            <a:endParaRPr lang="en-PK" dirty="0"/>
          </a:p>
        </p:txBody>
      </p:sp>
    </p:spTree>
    <p:extLst>
      <p:ext uri="{BB962C8B-B14F-4D97-AF65-F5344CB8AC3E}">
        <p14:creationId xmlns:p14="http://schemas.microsoft.com/office/powerpoint/2010/main" val="1483931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D204C-F2C5-215A-760C-7D75DA18487A}"/>
              </a:ext>
            </a:extLst>
          </p:cNvPr>
          <p:cNvSpPr>
            <a:spLocks noGrp="1"/>
          </p:cNvSpPr>
          <p:nvPr>
            <p:ph type="title"/>
          </p:nvPr>
        </p:nvSpPr>
        <p:spPr/>
        <p:txBody>
          <a:bodyPr/>
          <a:lstStyle/>
          <a:p>
            <a:r>
              <a:rPr lang="en-US" dirty="0"/>
              <a:t>Apprenticeship Relation</a:t>
            </a:r>
            <a:endParaRPr lang="en-PK" dirty="0"/>
          </a:p>
        </p:txBody>
      </p:sp>
      <p:sp>
        <p:nvSpPr>
          <p:cNvPr id="3" name="Content Placeholder 2">
            <a:extLst>
              <a:ext uri="{FF2B5EF4-FFF2-40B4-BE49-F238E27FC236}">
                <a16:creationId xmlns:a16="http://schemas.microsoft.com/office/drawing/2014/main" id="{C15C2318-BB03-C591-E2C6-2857B4E54E35}"/>
              </a:ext>
            </a:extLst>
          </p:cNvPr>
          <p:cNvSpPr>
            <a:spLocks noGrp="1"/>
          </p:cNvSpPr>
          <p:nvPr>
            <p:ph idx="1"/>
          </p:nvPr>
        </p:nvSpPr>
        <p:spPr/>
        <p:txBody>
          <a:bodyPr>
            <a:normAutofit/>
          </a:bodyPr>
          <a:lstStyle/>
          <a:p>
            <a:pPr marL="82296" indent="0" algn="just">
              <a:buNone/>
            </a:pPr>
            <a:r>
              <a:rPr lang="en-GB" sz="2400" dirty="0"/>
              <a:t>Contextual inquiry uses a model of master/apprentice to structure data gathering, based on the idea that the interviewer (apprentice) is immersed in the world of the user (master), creating an attitude of sharing and learning on either side.</a:t>
            </a:r>
          </a:p>
        </p:txBody>
      </p:sp>
      <p:pic>
        <p:nvPicPr>
          <p:cNvPr id="1026" name="Picture 2" descr="Apprenticeship - Wikipedia">
            <a:extLst>
              <a:ext uri="{FF2B5EF4-FFF2-40B4-BE49-F238E27FC236}">
                <a16:creationId xmlns:a16="http://schemas.microsoft.com/office/drawing/2014/main" id="{2B7E4D1E-D48C-B8FF-32F4-8F9C1E1B6E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3520148"/>
            <a:ext cx="4191000" cy="3063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349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6382A-0DBF-CE89-0823-09E515A9A989}"/>
              </a:ext>
            </a:extLst>
          </p:cNvPr>
          <p:cNvSpPr>
            <a:spLocks noGrp="1"/>
          </p:cNvSpPr>
          <p:nvPr>
            <p:ph type="title"/>
          </p:nvPr>
        </p:nvSpPr>
        <p:spPr/>
        <p:txBody>
          <a:bodyPr/>
          <a:lstStyle/>
          <a:p>
            <a:r>
              <a:rPr lang="en-US" dirty="0"/>
              <a:t>Apprenticeship Relation</a:t>
            </a:r>
            <a:endParaRPr lang="en-PK" dirty="0"/>
          </a:p>
        </p:txBody>
      </p:sp>
      <p:sp>
        <p:nvSpPr>
          <p:cNvPr id="3" name="Content Placeholder 2">
            <a:extLst>
              <a:ext uri="{FF2B5EF4-FFF2-40B4-BE49-F238E27FC236}">
                <a16:creationId xmlns:a16="http://schemas.microsoft.com/office/drawing/2014/main" id="{3BB0B29A-B990-3A4E-1458-BE134148A73B}"/>
              </a:ext>
            </a:extLst>
          </p:cNvPr>
          <p:cNvSpPr>
            <a:spLocks noGrp="1"/>
          </p:cNvSpPr>
          <p:nvPr>
            <p:ph idx="1"/>
          </p:nvPr>
        </p:nvSpPr>
        <p:spPr/>
        <p:txBody>
          <a:bodyPr>
            <a:normAutofit fontScale="92500" lnSpcReduction="10000"/>
          </a:bodyPr>
          <a:lstStyle/>
          <a:p>
            <a:pPr algn="just"/>
            <a:r>
              <a:rPr lang="en-GB" sz="2400" dirty="0"/>
              <a:t>This approach shifts the perceived “power” relationship that can exist in a more traditional interviewer–interviewee relationship. </a:t>
            </a:r>
          </a:p>
          <a:p>
            <a:pPr algn="just"/>
            <a:endParaRPr lang="en-GB" sz="2400" dirty="0"/>
          </a:p>
          <a:p>
            <a:pPr algn="just"/>
            <a:r>
              <a:rPr lang="en-GB" sz="2400" dirty="0"/>
              <a:t>Users talk as they “do,” and the apprentice learns by being part of the activity while also observing it, which has all of the advantages of observation and ethnography. </a:t>
            </a:r>
          </a:p>
          <a:p>
            <a:pPr algn="just"/>
            <a:endParaRPr lang="en-GB" sz="2400" dirty="0"/>
          </a:p>
          <a:p>
            <a:pPr algn="just"/>
            <a:r>
              <a:rPr lang="en-GB" sz="2400" dirty="0"/>
              <a:t>Hidden and specific details that people don’t make explicit, and don’t necessarily realize themselves, emerge this way and can be shared and learned. </a:t>
            </a:r>
          </a:p>
          <a:p>
            <a:pPr algn="just"/>
            <a:endParaRPr lang="en-GB" sz="2400" dirty="0"/>
          </a:p>
          <a:p>
            <a:pPr algn="just"/>
            <a:r>
              <a:rPr lang="en-GB" sz="2400" dirty="0"/>
              <a:t>While observing and learning, the apprentice </a:t>
            </a:r>
            <a:r>
              <a:rPr lang="en-GB" sz="2400" b="1" dirty="0">
                <a:solidFill>
                  <a:srgbClr val="00B0F0"/>
                </a:solidFill>
              </a:rPr>
              <a:t>focuses on why, not just what.</a:t>
            </a:r>
            <a:endParaRPr lang="en-PK" sz="2400" b="1" dirty="0">
              <a:solidFill>
                <a:srgbClr val="00B0F0"/>
              </a:solidFill>
            </a:endParaRPr>
          </a:p>
        </p:txBody>
      </p:sp>
    </p:spTree>
    <p:extLst>
      <p:ext uri="{BB962C8B-B14F-4D97-AF65-F5344CB8AC3E}">
        <p14:creationId xmlns:p14="http://schemas.microsoft.com/office/powerpoint/2010/main" val="3618331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C0618-2C62-D961-B9E2-C7D987207A98}"/>
              </a:ext>
            </a:extLst>
          </p:cNvPr>
          <p:cNvSpPr>
            <a:spLocks noGrp="1"/>
          </p:cNvSpPr>
          <p:nvPr>
            <p:ph type="title"/>
          </p:nvPr>
        </p:nvSpPr>
        <p:spPr/>
        <p:txBody>
          <a:bodyPr>
            <a:normAutofit/>
          </a:bodyPr>
          <a:lstStyle/>
          <a:p>
            <a:r>
              <a:rPr lang="en-US" dirty="0"/>
              <a:t>Apprenticeship Model Principles </a:t>
            </a:r>
            <a:endParaRPr lang="en-PK" dirty="0"/>
          </a:p>
        </p:txBody>
      </p:sp>
      <p:sp>
        <p:nvSpPr>
          <p:cNvPr id="3" name="Content Placeholder 2">
            <a:extLst>
              <a:ext uri="{FF2B5EF4-FFF2-40B4-BE49-F238E27FC236}">
                <a16:creationId xmlns:a16="http://schemas.microsoft.com/office/drawing/2014/main" id="{30C51E0C-9E09-4475-C5AF-F55AA0214ABB}"/>
              </a:ext>
            </a:extLst>
          </p:cNvPr>
          <p:cNvSpPr>
            <a:spLocks noGrp="1"/>
          </p:cNvSpPr>
          <p:nvPr>
            <p:ph idx="1"/>
          </p:nvPr>
        </p:nvSpPr>
        <p:spPr/>
        <p:txBody>
          <a:bodyPr>
            <a:normAutofit fontScale="70000" lnSpcReduction="20000"/>
          </a:bodyPr>
          <a:lstStyle/>
          <a:p>
            <a:pPr marL="596646" indent="-514350" algn="just">
              <a:buFont typeface="+mj-lt"/>
              <a:buAutoNum type="arabicPeriod"/>
            </a:pPr>
            <a:r>
              <a:rPr lang="en-GB" b="1" dirty="0">
                <a:solidFill>
                  <a:srgbClr val="00B0F0"/>
                </a:solidFill>
              </a:rPr>
              <a:t>Context principle </a:t>
            </a:r>
            <a:r>
              <a:rPr lang="en-GB" dirty="0"/>
              <a:t>emphasizes the importance of going to the user, wherever they are, and seeing what they do as they do it.</a:t>
            </a:r>
          </a:p>
          <a:p>
            <a:pPr marL="596646" indent="-514350" algn="just">
              <a:buFont typeface="+mj-lt"/>
              <a:buAutoNum type="arabicPeriod"/>
            </a:pPr>
            <a:endParaRPr lang="en-GB" dirty="0"/>
          </a:p>
          <a:p>
            <a:pPr marL="596646" indent="-514350" algn="just">
              <a:buFont typeface="+mj-lt"/>
              <a:buAutoNum type="arabicPeriod"/>
            </a:pPr>
            <a:r>
              <a:rPr lang="en-GB" b="1" dirty="0">
                <a:solidFill>
                  <a:srgbClr val="00B0F0"/>
                </a:solidFill>
              </a:rPr>
              <a:t>Partnership principle </a:t>
            </a:r>
            <a:r>
              <a:rPr lang="en-GB" dirty="0"/>
              <a:t>creates a collaborative context in which the user and interviewer can explore the user’s life together, on an equal footing.</a:t>
            </a:r>
            <a:endParaRPr lang="en-US" dirty="0"/>
          </a:p>
          <a:p>
            <a:pPr marL="596646" indent="-514350" algn="just">
              <a:buFont typeface="+mj-lt"/>
              <a:buAutoNum type="arabicPeriod"/>
            </a:pPr>
            <a:endParaRPr lang="en-GB" dirty="0"/>
          </a:p>
          <a:p>
            <a:pPr marL="596646" indent="-514350" algn="just">
              <a:buFont typeface="+mj-lt"/>
              <a:buAutoNum type="arabicPeriod"/>
            </a:pPr>
            <a:r>
              <a:rPr lang="en-GB" b="1" dirty="0">
                <a:solidFill>
                  <a:srgbClr val="00B0F0"/>
                </a:solidFill>
              </a:rPr>
              <a:t>Interpretation principle </a:t>
            </a:r>
            <a:r>
              <a:rPr lang="en-GB" dirty="0"/>
              <a:t>turns the observations into a form that can be the basis of a design hypothesis or idea.</a:t>
            </a:r>
          </a:p>
          <a:p>
            <a:pPr marL="596646" indent="-514350" algn="just">
              <a:buFont typeface="+mj-lt"/>
              <a:buAutoNum type="arabicPeriod"/>
            </a:pPr>
            <a:endParaRPr lang="en-GB" dirty="0"/>
          </a:p>
          <a:p>
            <a:pPr marL="596646" indent="-514350" algn="just">
              <a:buFont typeface="+mj-lt"/>
              <a:buAutoNum type="arabicPeriod"/>
            </a:pPr>
            <a:r>
              <a:rPr lang="en-GB" b="1" dirty="0">
                <a:solidFill>
                  <a:srgbClr val="00B0F0"/>
                </a:solidFill>
              </a:rPr>
              <a:t>Focus principle </a:t>
            </a:r>
            <a:r>
              <a:rPr lang="en-GB" dirty="0"/>
              <a:t>is to guide the interview setup and tells the interviewer what they need to pay attention to among all of the detail that will be unearthed. </a:t>
            </a:r>
          </a:p>
        </p:txBody>
      </p:sp>
    </p:spTree>
    <p:extLst>
      <p:ext uri="{BB962C8B-B14F-4D97-AF65-F5344CB8AC3E}">
        <p14:creationId xmlns:p14="http://schemas.microsoft.com/office/powerpoint/2010/main" val="3779645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5BAF6-FA7E-F675-AE47-7696D09B8F80}"/>
              </a:ext>
            </a:extLst>
          </p:cNvPr>
          <p:cNvSpPr>
            <a:spLocks noGrp="1"/>
          </p:cNvSpPr>
          <p:nvPr>
            <p:ph type="title"/>
          </p:nvPr>
        </p:nvSpPr>
        <p:spPr/>
        <p:txBody>
          <a:bodyPr>
            <a:normAutofit fontScale="90000"/>
          </a:bodyPr>
          <a:lstStyle/>
          <a:p>
            <a:r>
              <a:rPr lang="en-US" dirty="0"/>
              <a:t>Cool Concepts of Contextual Interviews</a:t>
            </a:r>
            <a:endParaRPr lang="en-PK" dirty="0"/>
          </a:p>
        </p:txBody>
      </p:sp>
      <p:sp>
        <p:nvSpPr>
          <p:cNvPr id="3" name="Content Placeholder 2">
            <a:extLst>
              <a:ext uri="{FF2B5EF4-FFF2-40B4-BE49-F238E27FC236}">
                <a16:creationId xmlns:a16="http://schemas.microsoft.com/office/drawing/2014/main" id="{9D594D46-B59F-744F-5F05-A2E0E3DBBEFE}"/>
              </a:ext>
            </a:extLst>
          </p:cNvPr>
          <p:cNvSpPr>
            <a:spLocks noGrp="1"/>
          </p:cNvSpPr>
          <p:nvPr>
            <p:ph idx="1"/>
          </p:nvPr>
        </p:nvSpPr>
        <p:spPr/>
        <p:txBody>
          <a:bodyPr>
            <a:normAutofit/>
          </a:bodyPr>
          <a:lstStyle/>
          <a:p>
            <a:pPr marL="82296" indent="0" algn="just">
              <a:buNone/>
            </a:pPr>
            <a:r>
              <a:rPr lang="en-GB" sz="2800" dirty="0"/>
              <a:t>Seven cool concepts are divided into two groups</a:t>
            </a:r>
          </a:p>
          <a:p>
            <a:pPr marL="82296" indent="0" algn="just">
              <a:buNone/>
            </a:pPr>
            <a:endParaRPr lang="en-GB" sz="2800" dirty="0"/>
          </a:p>
          <a:p>
            <a:pPr marL="596646" indent="-514350" algn="just">
              <a:buFont typeface="+mj-lt"/>
              <a:buAutoNum type="arabicPeriod"/>
            </a:pPr>
            <a:r>
              <a:rPr lang="en-GB" sz="2800" dirty="0"/>
              <a:t>four concepts that enhance the </a:t>
            </a:r>
            <a:r>
              <a:rPr lang="en-GB" sz="2800" b="1" dirty="0"/>
              <a:t>joy of life</a:t>
            </a:r>
            <a:r>
              <a:rPr lang="en-GB" sz="2800" dirty="0"/>
              <a:t> and </a:t>
            </a:r>
          </a:p>
          <a:p>
            <a:pPr marL="596646" indent="-514350" algn="just">
              <a:buFont typeface="+mj-lt"/>
              <a:buAutoNum type="arabicPeriod"/>
            </a:pPr>
            <a:r>
              <a:rPr lang="en-GB" sz="2800" dirty="0"/>
              <a:t>three concepts that enhance the </a:t>
            </a:r>
            <a:r>
              <a:rPr lang="en-GB" sz="2800" b="1" dirty="0"/>
              <a:t>joy of use.</a:t>
            </a:r>
          </a:p>
          <a:p>
            <a:pPr marL="82296" indent="0" algn="just">
              <a:buNone/>
            </a:pPr>
            <a:endParaRPr lang="en-GB" sz="2800" b="1" dirty="0"/>
          </a:p>
          <a:p>
            <a:pPr marL="82296" indent="0" algn="just">
              <a:buNone/>
            </a:pPr>
            <a:r>
              <a:rPr lang="en-GB" sz="2800" dirty="0"/>
              <a:t>During a contextual interview, cool concepts are identified as the user does their activity, although often they only emerge retrospectively when reflecting on the session.</a:t>
            </a:r>
            <a:endParaRPr lang="en-GB" sz="2800" b="1" dirty="0"/>
          </a:p>
        </p:txBody>
      </p:sp>
    </p:spTree>
    <p:extLst>
      <p:ext uri="{BB962C8B-B14F-4D97-AF65-F5344CB8AC3E}">
        <p14:creationId xmlns:p14="http://schemas.microsoft.com/office/powerpoint/2010/main" val="4132694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C581-5D18-19D4-96E7-F161C2D41AE2}"/>
              </a:ext>
            </a:extLst>
          </p:cNvPr>
          <p:cNvSpPr>
            <a:spLocks noGrp="1"/>
          </p:cNvSpPr>
          <p:nvPr>
            <p:ph type="title"/>
          </p:nvPr>
        </p:nvSpPr>
        <p:spPr/>
        <p:txBody>
          <a:bodyPr/>
          <a:lstStyle/>
          <a:p>
            <a:r>
              <a:rPr lang="en-US" dirty="0"/>
              <a:t>Joy of Life Concepts</a:t>
            </a:r>
            <a:endParaRPr lang="en-PK" dirty="0"/>
          </a:p>
        </p:txBody>
      </p:sp>
      <p:sp>
        <p:nvSpPr>
          <p:cNvPr id="3" name="Content Placeholder 2">
            <a:extLst>
              <a:ext uri="{FF2B5EF4-FFF2-40B4-BE49-F238E27FC236}">
                <a16:creationId xmlns:a16="http://schemas.microsoft.com/office/drawing/2014/main" id="{56CB1F81-729F-42A6-AE67-6B6E198C42D9}"/>
              </a:ext>
            </a:extLst>
          </p:cNvPr>
          <p:cNvSpPr>
            <a:spLocks noGrp="1"/>
          </p:cNvSpPr>
          <p:nvPr>
            <p:ph idx="1"/>
          </p:nvPr>
        </p:nvSpPr>
        <p:spPr/>
        <p:txBody>
          <a:bodyPr>
            <a:normAutofit/>
          </a:bodyPr>
          <a:lstStyle/>
          <a:p>
            <a:pPr marL="82296" indent="0">
              <a:buNone/>
            </a:pPr>
            <a:r>
              <a:rPr lang="en-GB" dirty="0"/>
              <a:t>The joy of life concepts capture how products make our lives richer and more fulfilling. These concepts are </a:t>
            </a:r>
          </a:p>
          <a:p>
            <a:pPr marL="82296" indent="0">
              <a:buNone/>
            </a:pPr>
            <a:endParaRPr lang="en-GB" dirty="0"/>
          </a:p>
          <a:p>
            <a:pPr marL="596646" indent="-514350">
              <a:buFont typeface="+mj-lt"/>
              <a:buAutoNum type="arabicPeriod"/>
            </a:pPr>
            <a:r>
              <a:rPr lang="en-GB" sz="2800" dirty="0"/>
              <a:t>Accomplish (empower users)</a:t>
            </a:r>
          </a:p>
          <a:p>
            <a:pPr marL="596646" indent="-514350">
              <a:buFont typeface="+mj-lt"/>
              <a:buAutoNum type="arabicPeriod"/>
            </a:pPr>
            <a:r>
              <a:rPr lang="en-GB" sz="2800" dirty="0"/>
              <a:t>Connection (enhance real relationships)</a:t>
            </a:r>
          </a:p>
          <a:p>
            <a:pPr marL="596646" indent="-514350">
              <a:buFont typeface="+mj-lt"/>
              <a:buAutoNum type="arabicPeriod"/>
            </a:pPr>
            <a:r>
              <a:rPr lang="en-GB" sz="2800" dirty="0"/>
              <a:t>Identity (support users’ sense of self)</a:t>
            </a:r>
          </a:p>
          <a:p>
            <a:pPr marL="596646" indent="-514350">
              <a:buFont typeface="+mj-lt"/>
              <a:buAutoNum type="arabicPeriod"/>
            </a:pPr>
            <a:r>
              <a:rPr lang="en-GB" sz="2800" dirty="0"/>
              <a:t>Sensation (pleasurable moments). </a:t>
            </a:r>
            <a:endParaRPr lang="en-PK" sz="2800" dirty="0"/>
          </a:p>
        </p:txBody>
      </p:sp>
    </p:spTree>
    <p:extLst>
      <p:ext uri="{BB962C8B-B14F-4D97-AF65-F5344CB8AC3E}">
        <p14:creationId xmlns:p14="http://schemas.microsoft.com/office/powerpoint/2010/main" val="3751114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D5110-A490-C130-2707-77F99AC71BF1}"/>
              </a:ext>
            </a:extLst>
          </p:cNvPr>
          <p:cNvSpPr>
            <a:spLocks noGrp="1"/>
          </p:cNvSpPr>
          <p:nvPr>
            <p:ph type="title"/>
          </p:nvPr>
        </p:nvSpPr>
        <p:spPr/>
        <p:txBody>
          <a:bodyPr/>
          <a:lstStyle/>
          <a:p>
            <a:r>
              <a:rPr lang="en-US" dirty="0"/>
              <a:t>Joy of Use Concepts</a:t>
            </a:r>
            <a:endParaRPr lang="en-PK" dirty="0"/>
          </a:p>
        </p:txBody>
      </p:sp>
      <p:sp>
        <p:nvSpPr>
          <p:cNvPr id="3" name="Content Placeholder 2">
            <a:extLst>
              <a:ext uri="{FF2B5EF4-FFF2-40B4-BE49-F238E27FC236}">
                <a16:creationId xmlns:a16="http://schemas.microsoft.com/office/drawing/2014/main" id="{AE75039D-808D-0174-ADD0-DA5765F13997}"/>
              </a:ext>
            </a:extLst>
          </p:cNvPr>
          <p:cNvSpPr>
            <a:spLocks noGrp="1"/>
          </p:cNvSpPr>
          <p:nvPr>
            <p:ph idx="1"/>
          </p:nvPr>
        </p:nvSpPr>
        <p:spPr/>
        <p:txBody>
          <a:bodyPr/>
          <a:lstStyle/>
          <a:p>
            <a:pPr marL="82296" indent="0">
              <a:buNone/>
            </a:pPr>
            <a:r>
              <a:rPr lang="en-GB" dirty="0"/>
              <a:t>The joy of use concepts describes the impact of using the product itself; they are:</a:t>
            </a:r>
          </a:p>
          <a:p>
            <a:pPr marL="82296" indent="0">
              <a:buNone/>
            </a:pPr>
            <a:endParaRPr lang="en-GB" dirty="0"/>
          </a:p>
          <a:p>
            <a:pPr marL="596646" indent="-514350">
              <a:buFont typeface="+mj-lt"/>
              <a:buAutoNum type="arabicPeriod"/>
            </a:pPr>
            <a:r>
              <a:rPr lang="en-GB" sz="2800" dirty="0"/>
              <a:t>Direct in action (provide fulfilment of intent)</a:t>
            </a:r>
          </a:p>
          <a:p>
            <a:pPr marL="596646" indent="-514350">
              <a:buFont typeface="+mj-lt"/>
              <a:buAutoNum type="arabicPeriod"/>
            </a:pPr>
            <a:r>
              <a:rPr lang="en-GB" sz="2800" dirty="0"/>
              <a:t>Hassle factor (remove all glitches and inconveniences)</a:t>
            </a:r>
          </a:p>
          <a:p>
            <a:pPr marL="596646" indent="-514350">
              <a:buFont typeface="+mj-lt"/>
              <a:buAutoNum type="arabicPeriod"/>
            </a:pPr>
            <a:r>
              <a:rPr lang="en-GB" sz="2800" dirty="0"/>
              <a:t>Learning delta (reduce the time to learn).</a:t>
            </a:r>
            <a:endParaRPr lang="en-PK" sz="2800" dirty="0"/>
          </a:p>
          <a:p>
            <a:endParaRPr lang="en-PK" dirty="0"/>
          </a:p>
        </p:txBody>
      </p:sp>
    </p:spTree>
    <p:extLst>
      <p:ext uri="{BB962C8B-B14F-4D97-AF65-F5344CB8AC3E}">
        <p14:creationId xmlns:p14="http://schemas.microsoft.com/office/powerpoint/2010/main" val="27699510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D3AA9-A069-E9D8-491B-4FDC6BDDE068}"/>
              </a:ext>
            </a:extLst>
          </p:cNvPr>
          <p:cNvSpPr>
            <a:spLocks noGrp="1"/>
          </p:cNvSpPr>
          <p:nvPr>
            <p:ph type="title"/>
          </p:nvPr>
        </p:nvSpPr>
        <p:spPr/>
        <p:txBody>
          <a:bodyPr/>
          <a:lstStyle/>
          <a:p>
            <a:r>
              <a:rPr lang="en-US" dirty="0"/>
              <a:t>Parts of Contextual Interviews</a:t>
            </a:r>
            <a:endParaRPr lang="en-PK" dirty="0"/>
          </a:p>
        </p:txBody>
      </p:sp>
      <p:sp>
        <p:nvSpPr>
          <p:cNvPr id="3" name="Content Placeholder 2">
            <a:extLst>
              <a:ext uri="{FF2B5EF4-FFF2-40B4-BE49-F238E27FC236}">
                <a16:creationId xmlns:a16="http://schemas.microsoft.com/office/drawing/2014/main" id="{0FFFF6C0-B5B2-2EB9-0A2F-EF16280EC9E6}"/>
              </a:ext>
            </a:extLst>
          </p:cNvPr>
          <p:cNvSpPr>
            <a:spLocks noGrp="1"/>
          </p:cNvSpPr>
          <p:nvPr>
            <p:ph idx="1"/>
          </p:nvPr>
        </p:nvSpPr>
        <p:spPr/>
        <p:txBody>
          <a:bodyPr>
            <a:normAutofit/>
          </a:bodyPr>
          <a:lstStyle/>
          <a:p>
            <a:pPr marL="596646" indent="-514350">
              <a:buFont typeface="+mj-lt"/>
              <a:buAutoNum type="arabicPeriod"/>
            </a:pPr>
            <a:r>
              <a:rPr lang="en-GB" dirty="0"/>
              <a:t>Getting an overview</a:t>
            </a:r>
          </a:p>
          <a:p>
            <a:pPr marL="813816" lvl="3" indent="0">
              <a:buNone/>
            </a:pPr>
            <a:r>
              <a:rPr lang="en-GB" dirty="0"/>
              <a:t>introducing each other and setting the context of the project.</a:t>
            </a:r>
          </a:p>
          <a:p>
            <a:pPr marL="596646" indent="-514350">
              <a:buFont typeface="+mj-lt"/>
              <a:buAutoNum type="arabicPeriod"/>
            </a:pPr>
            <a:r>
              <a:rPr lang="en-GB" dirty="0"/>
              <a:t>The transition</a:t>
            </a:r>
          </a:p>
          <a:p>
            <a:pPr marL="813816" lvl="3" indent="0">
              <a:buNone/>
            </a:pPr>
            <a:r>
              <a:rPr lang="en-GB" dirty="0"/>
              <a:t>both parties get to know each other, and the nature of the contextual interview engagement is set up</a:t>
            </a:r>
          </a:p>
          <a:p>
            <a:pPr marL="596646" indent="-514350">
              <a:buFont typeface="+mj-lt"/>
              <a:buAutoNum type="arabicPeriod"/>
            </a:pPr>
            <a:r>
              <a:rPr lang="en-GB" dirty="0"/>
              <a:t>Main interview</a:t>
            </a:r>
          </a:p>
          <a:p>
            <a:pPr marL="813816" lvl="3" indent="0">
              <a:buNone/>
            </a:pPr>
            <a:r>
              <a:rPr lang="en-GB" dirty="0"/>
              <a:t>core data gathering session when the user continues with their activities and the interviewer observes them and learns</a:t>
            </a:r>
          </a:p>
          <a:p>
            <a:pPr marL="596646" indent="-514350">
              <a:buFont typeface="+mj-lt"/>
              <a:buAutoNum type="arabicPeriod"/>
            </a:pPr>
            <a:r>
              <a:rPr lang="en-GB" dirty="0"/>
              <a:t>Wrap-up</a:t>
            </a:r>
          </a:p>
          <a:p>
            <a:pPr marL="813816" lvl="3" indent="0">
              <a:buNone/>
            </a:pPr>
            <a:r>
              <a:rPr lang="en-GB" dirty="0"/>
              <a:t>sharing some of the patterns and observations the interviewer has made</a:t>
            </a:r>
            <a:endParaRPr lang="en-PK" dirty="0"/>
          </a:p>
        </p:txBody>
      </p:sp>
    </p:spTree>
    <p:extLst>
      <p:ext uri="{BB962C8B-B14F-4D97-AF65-F5344CB8AC3E}">
        <p14:creationId xmlns:p14="http://schemas.microsoft.com/office/powerpoint/2010/main" val="3827881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142E-4016-9AF2-ACC8-5D3561E94AED}"/>
              </a:ext>
            </a:extLst>
          </p:cNvPr>
          <p:cNvSpPr>
            <a:spLocks noGrp="1"/>
          </p:cNvSpPr>
          <p:nvPr>
            <p:ph type="title"/>
          </p:nvPr>
        </p:nvSpPr>
        <p:spPr/>
        <p:txBody>
          <a:bodyPr/>
          <a:lstStyle/>
          <a:p>
            <a:r>
              <a:rPr lang="en-US" dirty="0"/>
              <a:t>Brainstorming for Innovation</a:t>
            </a:r>
            <a:endParaRPr lang="en-PK" dirty="0"/>
          </a:p>
        </p:txBody>
      </p:sp>
      <p:sp>
        <p:nvSpPr>
          <p:cNvPr id="3" name="Content Placeholder 2">
            <a:extLst>
              <a:ext uri="{FF2B5EF4-FFF2-40B4-BE49-F238E27FC236}">
                <a16:creationId xmlns:a16="http://schemas.microsoft.com/office/drawing/2014/main" id="{35563231-F45A-5C23-28E7-7CAF85A92EB7}"/>
              </a:ext>
            </a:extLst>
          </p:cNvPr>
          <p:cNvSpPr>
            <a:spLocks noGrp="1"/>
          </p:cNvSpPr>
          <p:nvPr>
            <p:ph idx="1"/>
          </p:nvPr>
        </p:nvSpPr>
        <p:spPr/>
        <p:txBody>
          <a:bodyPr/>
          <a:lstStyle/>
          <a:p>
            <a:pPr marL="82296" indent="0">
              <a:buNone/>
            </a:pPr>
            <a:r>
              <a:rPr lang="en-GB" dirty="0"/>
              <a:t>Brainstorming is a generic technique used to generate, refine, and develop ideas</a:t>
            </a:r>
            <a:endParaRPr lang="en-PK" dirty="0"/>
          </a:p>
        </p:txBody>
      </p:sp>
      <p:pic>
        <p:nvPicPr>
          <p:cNvPr id="2052" name="Picture 4" descr="Mastering the Brainstorm | SF AppWorks">
            <a:extLst>
              <a:ext uri="{FF2B5EF4-FFF2-40B4-BE49-F238E27FC236}">
                <a16:creationId xmlns:a16="http://schemas.microsoft.com/office/drawing/2014/main" id="{83293BF4-D182-A38A-E3D2-A837991786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666" b="8889"/>
          <a:stretch/>
        </p:blipFill>
        <p:spPr bwMode="auto">
          <a:xfrm>
            <a:off x="5867400" y="2667000"/>
            <a:ext cx="254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to Lead an Effective Brainstorm With Your Team (Or Just You!)">
            <a:extLst>
              <a:ext uri="{FF2B5EF4-FFF2-40B4-BE49-F238E27FC236}">
                <a16:creationId xmlns:a16="http://schemas.microsoft.com/office/drawing/2014/main" id="{E3C19AF9-0712-3206-3B77-8CB52539A1B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3200400"/>
            <a:ext cx="3629230" cy="264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266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2E03-8FF1-DE19-2C27-F8F5F426ED9F}"/>
              </a:ext>
            </a:extLst>
          </p:cNvPr>
          <p:cNvSpPr>
            <a:spLocks noGrp="1"/>
          </p:cNvSpPr>
          <p:nvPr>
            <p:ph type="title"/>
          </p:nvPr>
        </p:nvSpPr>
        <p:spPr/>
        <p:txBody>
          <a:bodyPr/>
          <a:lstStyle/>
          <a:p>
            <a:r>
              <a:rPr lang="en-US" dirty="0"/>
              <a:t>Bringing Requirement to Life</a:t>
            </a:r>
            <a:endParaRPr lang="en-PK" dirty="0"/>
          </a:p>
        </p:txBody>
      </p:sp>
      <p:sp>
        <p:nvSpPr>
          <p:cNvPr id="3" name="Content Placeholder 2">
            <a:extLst>
              <a:ext uri="{FF2B5EF4-FFF2-40B4-BE49-F238E27FC236}">
                <a16:creationId xmlns:a16="http://schemas.microsoft.com/office/drawing/2014/main" id="{114B6B98-2F03-0478-0207-89EB38853A17}"/>
              </a:ext>
            </a:extLst>
          </p:cNvPr>
          <p:cNvSpPr>
            <a:spLocks noGrp="1"/>
          </p:cNvSpPr>
          <p:nvPr>
            <p:ph idx="1"/>
          </p:nvPr>
        </p:nvSpPr>
        <p:spPr/>
        <p:txBody>
          <a:bodyPr>
            <a:normAutofit/>
          </a:bodyPr>
          <a:lstStyle/>
          <a:p>
            <a:pPr marL="82296" indent="0" algn="just">
              <a:buNone/>
            </a:pPr>
            <a:r>
              <a:rPr lang="en-GB" sz="2800" dirty="0"/>
              <a:t>Two techniques that are commonly used to augment the basic requirements information and to bring requirements to life </a:t>
            </a:r>
          </a:p>
          <a:p>
            <a:pPr marL="82296" indent="0" algn="just">
              <a:buNone/>
            </a:pPr>
            <a:endParaRPr lang="en-GB" sz="2800" dirty="0"/>
          </a:p>
          <a:p>
            <a:pPr marL="596646" indent="-514350" algn="just">
              <a:buFont typeface="+mj-lt"/>
              <a:buAutoNum type="arabicPeriod"/>
            </a:pPr>
            <a:r>
              <a:rPr lang="en-GB" dirty="0"/>
              <a:t>Personas</a:t>
            </a:r>
          </a:p>
          <a:p>
            <a:pPr marL="596646" indent="-514350" algn="just">
              <a:buFont typeface="+mj-lt"/>
              <a:buAutoNum type="arabicPeriod"/>
            </a:pPr>
            <a:r>
              <a:rPr lang="en-GB" dirty="0"/>
              <a:t>Scenarios</a:t>
            </a:r>
          </a:p>
          <a:p>
            <a:pPr marL="82296" indent="0" algn="just">
              <a:buNone/>
            </a:pPr>
            <a:endParaRPr lang="en-GB" sz="2800" dirty="0"/>
          </a:p>
          <a:p>
            <a:pPr marL="82296" indent="0" algn="just">
              <a:buNone/>
            </a:pPr>
            <a:r>
              <a:rPr lang="en-GB" sz="2800" dirty="0"/>
              <a:t>They can also guide development throughout the product lifecycle.</a:t>
            </a:r>
            <a:endParaRPr lang="en-PK" sz="2800" dirty="0"/>
          </a:p>
        </p:txBody>
      </p:sp>
    </p:spTree>
    <p:extLst>
      <p:ext uri="{BB962C8B-B14F-4D97-AF65-F5344CB8AC3E}">
        <p14:creationId xmlns:p14="http://schemas.microsoft.com/office/powerpoint/2010/main" val="842990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C01D7-4DCE-408F-B89E-89C99616AEA2}"/>
              </a:ext>
            </a:extLst>
          </p:cNvPr>
          <p:cNvSpPr>
            <a:spLocks noGrp="1"/>
          </p:cNvSpPr>
          <p:nvPr>
            <p:ph type="title"/>
          </p:nvPr>
        </p:nvSpPr>
        <p:spPr/>
        <p:txBody>
          <a:bodyPr/>
          <a:lstStyle/>
          <a:p>
            <a:r>
              <a:rPr lang="en-US" dirty="0"/>
              <a:t>Persona</a:t>
            </a:r>
            <a:endParaRPr lang="en-PK" dirty="0"/>
          </a:p>
        </p:txBody>
      </p:sp>
      <p:sp>
        <p:nvSpPr>
          <p:cNvPr id="3" name="Content Placeholder 2">
            <a:extLst>
              <a:ext uri="{FF2B5EF4-FFF2-40B4-BE49-F238E27FC236}">
                <a16:creationId xmlns:a16="http://schemas.microsoft.com/office/drawing/2014/main" id="{3B3F32DF-D390-C068-CB85-E12D6B17D8B3}"/>
              </a:ext>
            </a:extLst>
          </p:cNvPr>
          <p:cNvSpPr>
            <a:spLocks noGrp="1"/>
          </p:cNvSpPr>
          <p:nvPr>
            <p:ph idx="1"/>
          </p:nvPr>
        </p:nvSpPr>
        <p:spPr/>
        <p:txBody>
          <a:bodyPr>
            <a:normAutofit/>
          </a:bodyPr>
          <a:lstStyle/>
          <a:p>
            <a:pPr marL="82296" indent="0" algn="just">
              <a:buNone/>
            </a:pPr>
            <a:r>
              <a:rPr lang="en-GB" sz="2800" dirty="0"/>
              <a:t>Personas (Cooper, 1999) are rich descriptions of typical users of the product under development on which the designers can focus and for which they can design products. </a:t>
            </a:r>
          </a:p>
          <a:p>
            <a:pPr algn="just"/>
            <a:endParaRPr lang="en-GB" sz="2800" dirty="0"/>
          </a:p>
          <a:p>
            <a:pPr marL="82296" indent="0" algn="just">
              <a:buNone/>
            </a:pPr>
            <a:r>
              <a:rPr lang="en-GB" sz="2800" dirty="0"/>
              <a:t>A persona has two goals </a:t>
            </a:r>
          </a:p>
          <a:p>
            <a:pPr marL="596646" indent="-514350" algn="just">
              <a:buFont typeface="+mj-lt"/>
              <a:buAutoNum type="arabicPeriod"/>
            </a:pPr>
            <a:r>
              <a:rPr lang="en-GB" sz="2800" dirty="0"/>
              <a:t>To help the designer make design decisions </a:t>
            </a:r>
          </a:p>
          <a:p>
            <a:pPr marL="596646" indent="-514350" algn="just">
              <a:buFont typeface="+mj-lt"/>
              <a:buAutoNum type="arabicPeriod"/>
            </a:pPr>
            <a:r>
              <a:rPr lang="en-GB" sz="2800" dirty="0"/>
              <a:t>To remind the team that real people will be using the product</a:t>
            </a:r>
          </a:p>
        </p:txBody>
      </p:sp>
      <p:pic>
        <p:nvPicPr>
          <p:cNvPr id="4098" name="Picture 2" descr="What you need to know about buyer personas | free template">
            <a:extLst>
              <a:ext uri="{FF2B5EF4-FFF2-40B4-BE49-F238E27FC236}">
                <a16:creationId xmlns:a16="http://schemas.microsoft.com/office/drawing/2014/main" id="{627E45DE-9366-CBC8-AE96-0E2BC4F9E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4953000"/>
            <a:ext cx="42672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8307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EFCC0-410F-B5AC-3629-2EEDD4264D93}"/>
              </a:ext>
            </a:extLst>
          </p:cNvPr>
          <p:cNvSpPr>
            <a:spLocks noGrp="1"/>
          </p:cNvSpPr>
          <p:nvPr>
            <p:ph type="title"/>
          </p:nvPr>
        </p:nvSpPr>
        <p:spPr/>
        <p:txBody>
          <a:bodyPr/>
          <a:lstStyle/>
          <a:p>
            <a:r>
              <a:rPr lang="en-US" dirty="0"/>
              <a:t>Persona</a:t>
            </a:r>
            <a:endParaRPr lang="en-PK" dirty="0"/>
          </a:p>
        </p:txBody>
      </p:sp>
      <p:sp>
        <p:nvSpPr>
          <p:cNvPr id="3" name="Content Placeholder 2">
            <a:extLst>
              <a:ext uri="{FF2B5EF4-FFF2-40B4-BE49-F238E27FC236}">
                <a16:creationId xmlns:a16="http://schemas.microsoft.com/office/drawing/2014/main" id="{A1F7CA60-0426-2BAC-1D67-0CFA02CC553F}"/>
              </a:ext>
            </a:extLst>
          </p:cNvPr>
          <p:cNvSpPr>
            <a:spLocks noGrp="1"/>
          </p:cNvSpPr>
          <p:nvPr>
            <p:ph idx="1"/>
          </p:nvPr>
        </p:nvSpPr>
        <p:spPr>
          <a:xfrm>
            <a:off x="1435608" y="1447800"/>
            <a:ext cx="4050792" cy="4800600"/>
          </a:xfrm>
        </p:spPr>
        <p:txBody>
          <a:bodyPr>
            <a:normAutofit/>
          </a:bodyPr>
          <a:lstStyle/>
          <a:p>
            <a:pPr algn="just"/>
            <a:r>
              <a:rPr lang="en-GB" sz="1800" dirty="0"/>
              <a:t>A persona will include a description of the user’s </a:t>
            </a:r>
            <a:r>
              <a:rPr lang="en-GB" sz="1800" dirty="0" err="1"/>
              <a:t>behavior</a:t>
            </a:r>
            <a:r>
              <a:rPr lang="en-GB" sz="1800" dirty="0"/>
              <a:t>, attitudes, activities, and environment.</a:t>
            </a:r>
          </a:p>
          <a:p>
            <a:pPr algn="just"/>
            <a:endParaRPr lang="en-GB" sz="1800" dirty="0"/>
          </a:p>
          <a:p>
            <a:pPr algn="just"/>
            <a:r>
              <a:rPr lang="en-GB" sz="1800" dirty="0"/>
              <a:t>Each persona is characterized by a unique set of goals relating to the particular product under development.</a:t>
            </a:r>
          </a:p>
          <a:p>
            <a:pPr algn="just"/>
            <a:endParaRPr lang="en-GB" sz="1800" dirty="0"/>
          </a:p>
          <a:p>
            <a:pPr algn="just"/>
            <a:r>
              <a:rPr lang="en-GB" sz="1800" dirty="0"/>
              <a:t>Product will usually require a small set of personas rather than just one. </a:t>
            </a:r>
          </a:p>
          <a:p>
            <a:pPr algn="just"/>
            <a:endParaRPr lang="en-GB" sz="1800" dirty="0"/>
          </a:p>
          <a:p>
            <a:pPr algn="just"/>
            <a:r>
              <a:rPr lang="en-GB" sz="1800" dirty="0"/>
              <a:t>Any one persona represents a synthesis of a number of real users</a:t>
            </a:r>
          </a:p>
          <a:p>
            <a:pPr algn="just"/>
            <a:endParaRPr lang="en-PK" sz="1800" dirty="0"/>
          </a:p>
        </p:txBody>
      </p:sp>
      <p:pic>
        <p:nvPicPr>
          <p:cNvPr id="3074" name="Picture 2" descr="How to create a user persona - 99designs">
            <a:extLst>
              <a:ext uri="{FF2B5EF4-FFF2-40B4-BE49-F238E27FC236}">
                <a16:creationId xmlns:a16="http://schemas.microsoft.com/office/drawing/2014/main" id="{8094F16A-3356-6860-B708-3000DE37CFC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2513" y="2590800"/>
            <a:ext cx="3022600" cy="226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5236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49330-D43C-61A2-DD87-9740FC7404C7}"/>
              </a:ext>
            </a:extLst>
          </p:cNvPr>
          <p:cNvSpPr>
            <a:spLocks noGrp="1"/>
          </p:cNvSpPr>
          <p:nvPr>
            <p:ph type="title"/>
          </p:nvPr>
        </p:nvSpPr>
        <p:spPr/>
        <p:txBody>
          <a:bodyPr/>
          <a:lstStyle/>
          <a:p>
            <a:r>
              <a:rPr lang="en-US" dirty="0"/>
              <a:t>Constructing Persona</a:t>
            </a:r>
            <a:endParaRPr lang="en-PK" dirty="0"/>
          </a:p>
        </p:txBody>
      </p:sp>
      <p:sp>
        <p:nvSpPr>
          <p:cNvPr id="3" name="Content Placeholder 2">
            <a:extLst>
              <a:ext uri="{FF2B5EF4-FFF2-40B4-BE49-F238E27FC236}">
                <a16:creationId xmlns:a16="http://schemas.microsoft.com/office/drawing/2014/main" id="{B4CA3291-65F1-F915-97BF-EBF5FF987E9C}"/>
              </a:ext>
            </a:extLst>
          </p:cNvPr>
          <p:cNvSpPr>
            <a:spLocks noGrp="1"/>
          </p:cNvSpPr>
          <p:nvPr>
            <p:ph idx="1"/>
          </p:nvPr>
        </p:nvSpPr>
        <p:spPr/>
        <p:txBody>
          <a:bodyPr>
            <a:normAutofit fontScale="92500" lnSpcReduction="10000"/>
          </a:bodyPr>
          <a:lstStyle/>
          <a:p>
            <a:pPr marL="514350" indent="-514350">
              <a:buAutoNum type="arabicPeriod"/>
            </a:pPr>
            <a:r>
              <a:rPr lang="en-US" dirty="0"/>
              <a:t>Identify behavioral variables.</a:t>
            </a:r>
          </a:p>
          <a:p>
            <a:pPr marL="514350" indent="-514350">
              <a:buAutoNum type="arabicPeriod"/>
            </a:pPr>
            <a:r>
              <a:rPr lang="en-US" dirty="0"/>
              <a:t>Map interview subjects to behavioral variables.</a:t>
            </a:r>
          </a:p>
          <a:p>
            <a:pPr marL="514350" indent="-514350">
              <a:buAutoNum type="arabicPeriod"/>
            </a:pPr>
            <a:r>
              <a:rPr lang="en-US" dirty="0"/>
              <a:t>Identify significant behavior patterns.</a:t>
            </a:r>
          </a:p>
          <a:p>
            <a:pPr marL="514350" indent="-514350">
              <a:buAutoNum type="arabicPeriod"/>
            </a:pPr>
            <a:r>
              <a:rPr lang="en-US" dirty="0"/>
              <a:t>Synthesize characteristics and relevant goals.</a:t>
            </a:r>
          </a:p>
          <a:p>
            <a:pPr marL="514350" indent="-514350">
              <a:buAutoNum type="arabicPeriod"/>
            </a:pPr>
            <a:r>
              <a:rPr lang="en-US" dirty="0"/>
              <a:t>Check for redundancy and completeness.</a:t>
            </a:r>
          </a:p>
          <a:p>
            <a:pPr marL="514350" indent="-514350">
              <a:buAutoNum type="arabicPeriod"/>
            </a:pPr>
            <a:r>
              <a:rPr lang="en-US" dirty="0"/>
              <a:t>Expand description of attributes and behaviors.</a:t>
            </a:r>
          </a:p>
          <a:p>
            <a:pPr marL="514350" indent="-514350">
              <a:buAutoNum type="arabicPeriod"/>
            </a:pPr>
            <a:r>
              <a:rPr lang="en-US" dirty="0"/>
              <a:t>Designate persona types.</a:t>
            </a:r>
          </a:p>
          <a:p>
            <a:endParaRPr lang="en-PK" dirty="0"/>
          </a:p>
        </p:txBody>
      </p:sp>
    </p:spTree>
    <p:extLst>
      <p:ext uri="{BB962C8B-B14F-4D97-AF65-F5344CB8AC3E}">
        <p14:creationId xmlns:p14="http://schemas.microsoft.com/office/powerpoint/2010/main" val="1020106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24479-A82E-8C4F-9F0B-BACC563A18C4}"/>
              </a:ext>
            </a:extLst>
          </p:cNvPr>
          <p:cNvSpPr>
            <a:spLocks noGrp="1"/>
          </p:cNvSpPr>
          <p:nvPr>
            <p:ph type="title"/>
          </p:nvPr>
        </p:nvSpPr>
        <p:spPr/>
        <p:txBody>
          <a:bodyPr/>
          <a:lstStyle/>
          <a:p>
            <a:r>
              <a:rPr lang="en-US" dirty="0"/>
              <a:t>Example</a:t>
            </a:r>
            <a:endParaRPr lang="en-PK" dirty="0"/>
          </a:p>
        </p:txBody>
      </p:sp>
      <p:sp>
        <p:nvSpPr>
          <p:cNvPr id="4" name="Content Placeholder 3">
            <a:extLst>
              <a:ext uri="{FF2B5EF4-FFF2-40B4-BE49-F238E27FC236}">
                <a16:creationId xmlns:a16="http://schemas.microsoft.com/office/drawing/2014/main" id="{1751660B-8906-1B07-95C7-0667F6DA2E23}"/>
              </a:ext>
            </a:extLst>
          </p:cNvPr>
          <p:cNvSpPr>
            <a:spLocks noGrp="1"/>
          </p:cNvSpPr>
          <p:nvPr>
            <p:ph idx="1"/>
          </p:nvPr>
        </p:nvSpPr>
        <p:spPr/>
        <p:txBody>
          <a:bodyPr/>
          <a:lstStyle/>
          <a:p>
            <a:endParaRPr lang="en-PK"/>
          </a:p>
        </p:txBody>
      </p:sp>
      <p:pic>
        <p:nvPicPr>
          <p:cNvPr id="5126" name="Picture 6">
            <a:extLst>
              <a:ext uri="{FF2B5EF4-FFF2-40B4-BE49-F238E27FC236}">
                <a16:creationId xmlns:a16="http://schemas.microsoft.com/office/drawing/2014/main" id="{C68297E2-488D-9B88-0B5C-5444DA897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448" y="1483360"/>
            <a:ext cx="7498080" cy="4918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5493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66EE9-406C-CED7-91B6-E8A5AA95B76E}"/>
              </a:ext>
            </a:extLst>
          </p:cNvPr>
          <p:cNvSpPr>
            <a:spLocks noGrp="1"/>
          </p:cNvSpPr>
          <p:nvPr>
            <p:ph type="title"/>
          </p:nvPr>
        </p:nvSpPr>
        <p:spPr/>
        <p:txBody>
          <a:bodyPr/>
          <a:lstStyle/>
          <a:p>
            <a:r>
              <a:rPr lang="en-US" dirty="0"/>
              <a:t>Class Activity </a:t>
            </a:r>
            <a:endParaRPr lang="en-PK" dirty="0"/>
          </a:p>
        </p:txBody>
      </p:sp>
      <p:sp>
        <p:nvSpPr>
          <p:cNvPr id="3" name="Content Placeholder 2">
            <a:extLst>
              <a:ext uri="{FF2B5EF4-FFF2-40B4-BE49-F238E27FC236}">
                <a16:creationId xmlns:a16="http://schemas.microsoft.com/office/drawing/2014/main" id="{6BED3651-6AEE-4332-2E61-20097A12B863}"/>
              </a:ext>
            </a:extLst>
          </p:cNvPr>
          <p:cNvSpPr>
            <a:spLocks noGrp="1"/>
          </p:cNvSpPr>
          <p:nvPr>
            <p:ph idx="1"/>
          </p:nvPr>
        </p:nvSpPr>
        <p:spPr/>
        <p:txBody>
          <a:bodyPr>
            <a:normAutofit/>
          </a:bodyPr>
          <a:lstStyle/>
          <a:p>
            <a:pPr algn="just"/>
            <a:r>
              <a:rPr lang="en-GB" sz="2400" dirty="0"/>
              <a:t>Develop two personas for a group travel organizer app that supports a group of people, perhaps a family, who are exploring vacation possibilities together. Use the common persona structure of a photo, name, plus key goals, user quotes, </a:t>
            </a:r>
            <a:r>
              <a:rPr lang="en-GB" sz="2400" dirty="0" err="1"/>
              <a:t>behaviors</a:t>
            </a:r>
            <a:r>
              <a:rPr lang="en-GB" sz="2400" dirty="0"/>
              <a:t>, and some background information. Personas are based on real people, so choose friends or relatives that you know well to construct them.</a:t>
            </a:r>
            <a:endParaRPr lang="en-PK" sz="2400" dirty="0"/>
          </a:p>
        </p:txBody>
      </p:sp>
      <p:pic>
        <p:nvPicPr>
          <p:cNvPr id="6146" name="Picture 2" descr="Persona Icon in Zwicon">
            <a:extLst>
              <a:ext uri="{FF2B5EF4-FFF2-40B4-BE49-F238E27FC236}">
                <a16:creationId xmlns:a16="http://schemas.microsoft.com/office/drawing/2014/main" id="{B38B516C-0326-ED74-7E07-C0EE4ED98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441007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297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02B14-0647-C054-6384-1869BCA88293}"/>
              </a:ext>
            </a:extLst>
          </p:cNvPr>
          <p:cNvSpPr>
            <a:spLocks noGrp="1"/>
          </p:cNvSpPr>
          <p:nvPr>
            <p:ph type="title"/>
          </p:nvPr>
        </p:nvSpPr>
        <p:spPr/>
        <p:txBody>
          <a:bodyPr/>
          <a:lstStyle/>
          <a:p>
            <a:r>
              <a:rPr lang="en-US" dirty="0"/>
              <a:t>Scenarios </a:t>
            </a:r>
            <a:endParaRPr lang="en-PK" dirty="0"/>
          </a:p>
        </p:txBody>
      </p:sp>
      <p:sp>
        <p:nvSpPr>
          <p:cNvPr id="3" name="Content Placeholder 2">
            <a:extLst>
              <a:ext uri="{FF2B5EF4-FFF2-40B4-BE49-F238E27FC236}">
                <a16:creationId xmlns:a16="http://schemas.microsoft.com/office/drawing/2014/main" id="{87E1F9F2-26F1-11BE-B563-E8526224BE5C}"/>
              </a:ext>
            </a:extLst>
          </p:cNvPr>
          <p:cNvSpPr>
            <a:spLocks noGrp="1"/>
          </p:cNvSpPr>
          <p:nvPr>
            <p:ph idx="1"/>
          </p:nvPr>
        </p:nvSpPr>
        <p:spPr/>
        <p:txBody>
          <a:bodyPr>
            <a:normAutofit/>
          </a:bodyPr>
          <a:lstStyle/>
          <a:p>
            <a:pPr marL="82296" indent="0" algn="just">
              <a:buNone/>
            </a:pPr>
            <a:r>
              <a:rPr lang="en-GB" sz="2800" dirty="0"/>
              <a:t>A scenario is an “informal narrative description” (Carroll, 2000). It describes human activities or tasks in a story that allows exploration and discussion of contexts, needs, and requirements.</a:t>
            </a:r>
          </a:p>
          <a:p>
            <a:pPr marL="82296" indent="0" algn="just">
              <a:buNone/>
            </a:pPr>
            <a:endParaRPr lang="en-GB" sz="2800" dirty="0"/>
          </a:p>
          <a:p>
            <a:pPr marL="82296" indent="0" algn="just">
              <a:buNone/>
            </a:pPr>
            <a:r>
              <a:rPr lang="en-GB" sz="2800" dirty="0"/>
              <a:t>Understanding current </a:t>
            </a:r>
            <a:r>
              <a:rPr lang="en-GB" sz="2800" dirty="0" err="1"/>
              <a:t>behavior</a:t>
            </a:r>
            <a:r>
              <a:rPr lang="en-GB" sz="2800" dirty="0"/>
              <a:t> also allows the designer to explore the constraints, contexts, irritations, facilitators, and so on, under which people operate.</a:t>
            </a:r>
            <a:endParaRPr lang="en-PK" sz="2800" dirty="0"/>
          </a:p>
        </p:txBody>
      </p:sp>
    </p:spTree>
    <p:extLst>
      <p:ext uri="{BB962C8B-B14F-4D97-AF65-F5344CB8AC3E}">
        <p14:creationId xmlns:p14="http://schemas.microsoft.com/office/powerpoint/2010/main" val="35909457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580FA-E983-D472-ED69-3D238B340448}"/>
              </a:ext>
            </a:extLst>
          </p:cNvPr>
          <p:cNvSpPr>
            <a:spLocks noGrp="1"/>
          </p:cNvSpPr>
          <p:nvPr>
            <p:ph type="title"/>
          </p:nvPr>
        </p:nvSpPr>
        <p:spPr/>
        <p:txBody>
          <a:bodyPr/>
          <a:lstStyle/>
          <a:p>
            <a:r>
              <a:rPr lang="en-US" dirty="0"/>
              <a:t>Scenarios</a:t>
            </a:r>
            <a:endParaRPr lang="en-PK" dirty="0"/>
          </a:p>
        </p:txBody>
      </p:sp>
      <p:sp>
        <p:nvSpPr>
          <p:cNvPr id="3" name="Content Placeholder 2">
            <a:extLst>
              <a:ext uri="{FF2B5EF4-FFF2-40B4-BE49-F238E27FC236}">
                <a16:creationId xmlns:a16="http://schemas.microsoft.com/office/drawing/2014/main" id="{7B1C1C43-5AF6-0DD8-64F6-5755ABC3EC1C}"/>
              </a:ext>
            </a:extLst>
          </p:cNvPr>
          <p:cNvSpPr>
            <a:spLocks noGrp="1"/>
          </p:cNvSpPr>
          <p:nvPr>
            <p:ph idx="1"/>
          </p:nvPr>
        </p:nvSpPr>
        <p:spPr/>
        <p:txBody>
          <a:bodyPr>
            <a:normAutofit fontScale="92500" lnSpcReduction="20000"/>
          </a:bodyPr>
          <a:lstStyle/>
          <a:p>
            <a:pPr algn="just"/>
            <a:r>
              <a:rPr lang="en-GB" dirty="0"/>
              <a:t>The focus of scenarios is about what the users are trying to achieve, that is, their goals</a:t>
            </a:r>
          </a:p>
          <a:p>
            <a:pPr algn="just"/>
            <a:endParaRPr lang="en-GB" dirty="0"/>
          </a:p>
          <a:p>
            <a:pPr algn="just"/>
            <a:r>
              <a:rPr lang="en-GB" dirty="0"/>
              <a:t>Scenarios may be constructed as textual descriptions, like those shown previously, but they can also use audio or video.</a:t>
            </a:r>
          </a:p>
          <a:p>
            <a:pPr algn="just"/>
            <a:endParaRPr lang="en-GB" dirty="0"/>
          </a:p>
          <a:p>
            <a:pPr algn="just"/>
            <a:r>
              <a:rPr lang="en-GB" dirty="0"/>
              <a:t>A scenario describes one use of a product or one example of achieving a goal, while a persona characterizes a typical user of the product.</a:t>
            </a:r>
            <a:endParaRPr lang="en-PK" dirty="0"/>
          </a:p>
        </p:txBody>
      </p:sp>
    </p:spTree>
    <p:extLst>
      <p:ext uri="{BB962C8B-B14F-4D97-AF65-F5344CB8AC3E}">
        <p14:creationId xmlns:p14="http://schemas.microsoft.com/office/powerpoint/2010/main" val="36714998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B2F67-710D-A273-5D6F-6F65D018B547}"/>
              </a:ext>
            </a:extLst>
          </p:cNvPr>
          <p:cNvSpPr>
            <a:spLocks noGrp="1"/>
          </p:cNvSpPr>
          <p:nvPr>
            <p:ph type="title"/>
          </p:nvPr>
        </p:nvSpPr>
        <p:spPr/>
        <p:txBody>
          <a:bodyPr/>
          <a:lstStyle/>
          <a:p>
            <a:r>
              <a:rPr lang="en-US" dirty="0"/>
              <a:t>Scenario Types </a:t>
            </a:r>
            <a:endParaRPr lang="en-PK" dirty="0"/>
          </a:p>
        </p:txBody>
      </p:sp>
      <p:sp>
        <p:nvSpPr>
          <p:cNvPr id="3" name="Content Placeholder 2">
            <a:extLst>
              <a:ext uri="{FF2B5EF4-FFF2-40B4-BE49-F238E27FC236}">
                <a16:creationId xmlns:a16="http://schemas.microsoft.com/office/drawing/2014/main" id="{C5FDBA3A-3C2A-AF15-4193-CF7425AFCD14}"/>
              </a:ext>
            </a:extLst>
          </p:cNvPr>
          <p:cNvSpPr>
            <a:spLocks noGrp="1"/>
          </p:cNvSpPr>
          <p:nvPr>
            <p:ph idx="1"/>
          </p:nvPr>
        </p:nvSpPr>
        <p:spPr/>
        <p:txBody>
          <a:bodyPr>
            <a:normAutofit fontScale="85000" lnSpcReduction="10000"/>
          </a:bodyPr>
          <a:lstStyle/>
          <a:p>
            <a:pPr marL="596646" indent="-514350">
              <a:buFont typeface="+mj-lt"/>
              <a:buAutoNum type="arabicPeriod"/>
            </a:pPr>
            <a:r>
              <a:rPr lang="en-US" dirty="0">
                <a:solidFill>
                  <a:srgbClr val="00B0F0"/>
                </a:solidFill>
              </a:rPr>
              <a:t>Context Scenario</a:t>
            </a:r>
          </a:p>
          <a:p>
            <a:pPr marL="603504" lvl="2" indent="0">
              <a:buNone/>
            </a:pPr>
            <a:r>
              <a:rPr lang="en-US" dirty="0"/>
              <a:t>It</a:t>
            </a:r>
            <a:r>
              <a:rPr lang="en-US" b="1" dirty="0"/>
              <a:t> </a:t>
            </a:r>
            <a:r>
              <a:rPr lang="en-US" dirty="0"/>
              <a:t>is used to explore, at a high level, how the product can best serve the needs of the personas</a:t>
            </a:r>
          </a:p>
          <a:p>
            <a:pPr marL="603504" lvl="2" indent="0">
              <a:buNone/>
            </a:pPr>
            <a:r>
              <a:rPr lang="en-US" dirty="0"/>
              <a:t>Focus on human activities, perceptions, and desires</a:t>
            </a:r>
          </a:p>
          <a:p>
            <a:pPr marL="603504" lvl="2" indent="0">
              <a:buNone/>
            </a:pPr>
            <a:endParaRPr lang="en-US" dirty="0">
              <a:solidFill>
                <a:srgbClr val="00B0F0"/>
              </a:solidFill>
            </a:endParaRPr>
          </a:p>
          <a:p>
            <a:pPr marL="596646" indent="-514350">
              <a:buFont typeface="+mj-lt"/>
              <a:buAutoNum type="arabicPeriod"/>
            </a:pPr>
            <a:r>
              <a:rPr lang="en-US" dirty="0">
                <a:solidFill>
                  <a:srgbClr val="00B0F0"/>
                </a:solidFill>
              </a:rPr>
              <a:t>Validation Scenario</a:t>
            </a:r>
          </a:p>
          <a:p>
            <a:pPr marL="603504" lvl="2" indent="0">
              <a:buNone/>
            </a:pPr>
            <a:r>
              <a:rPr lang="en-US" dirty="0"/>
              <a:t>More specifically describing user interactions with the product.</a:t>
            </a:r>
          </a:p>
          <a:p>
            <a:pPr marL="603504" lvl="2" indent="0">
              <a:buNone/>
            </a:pPr>
            <a:r>
              <a:rPr lang="en-US" dirty="0"/>
              <a:t>Focus on the most significant user interactions</a:t>
            </a:r>
          </a:p>
          <a:p>
            <a:pPr marL="603504" lvl="2" indent="0">
              <a:buNone/>
            </a:pPr>
            <a:endParaRPr lang="en-US" dirty="0">
              <a:solidFill>
                <a:srgbClr val="00B0F0"/>
              </a:solidFill>
            </a:endParaRPr>
          </a:p>
          <a:p>
            <a:pPr marL="596646" indent="-514350">
              <a:buFont typeface="+mj-lt"/>
              <a:buAutoNum type="arabicPeriod"/>
            </a:pPr>
            <a:r>
              <a:rPr lang="en-US" dirty="0">
                <a:solidFill>
                  <a:srgbClr val="00B0F0"/>
                </a:solidFill>
              </a:rPr>
              <a:t>Keypath Scenario</a:t>
            </a:r>
          </a:p>
          <a:p>
            <a:pPr marL="603504" lvl="2" indent="0">
              <a:buNone/>
            </a:pPr>
            <a:r>
              <a:rPr lang="en-US" dirty="0"/>
              <a:t>To test the design solution in a variety of situations (what if)</a:t>
            </a:r>
          </a:p>
          <a:p>
            <a:pPr marL="603504" lvl="2" indent="0">
              <a:buNone/>
            </a:pPr>
            <a:r>
              <a:rPr lang="en-US" dirty="0"/>
              <a:t>Focus on less frequent or less important interactions</a:t>
            </a:r>
          </a:p>
          <a:p>
            <a:pPr marL="603504" lvl="2" indent="0">
              <a:buNone/>
            </a:pPr>
            <a:endParaRPr lang="en-PK" dirty="0"/>
          </a:p>
        </p:txBody>
      </p:sp>
    </p:spTree>
    <p:extLst>
      <p:ext uri="{BB962C8B-B14F-4D97-AF65-F5344CB8AC3E}">
        <p14:creationId xmlns:p14="http://schemas.microsoft.com/office/powerpoint/2010/main" val="3182401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B495A-AEDB-78E7-0917-F17D4446B3C3}"/>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E5DE1B24-198D-9963-4287-20BAA25C0226}"/>
              </a:ext>
            </a:extLst>
          </p:cNvPr>
          <p:cNvPicPr>
            <a:picLocks noGrp="1" noChangeAspect="1"/>
          </p:cNvPicPr>
          <p:nvPr>
            <p:ph idx="1"/>
          </p:nvPr>
        </p:nvPicPr>
        <p:blipFill>
          <a:blip r:embed="rId2"/>
          <a:stretch>
            <a:fillRect/>
          </a:stretch>
        </p:blipFill>
        <p:spPr>
          <a:xfrm>
            <a:off x="1435100" y="2491144"/>
            <a:ext cx="7499350" cy="2713912"/>
          </a:xfrm>
        </p:spPr>
      </p:pic>
    </p:spTree>
    <p:extLst>
      <p:ext uri="{BB962C8B-B14F-4D97-AF65-F5344CB8AC3E}">
        <p14:creationId xmlns:p14="http://schemas.microsoft.com/office/powerpoint/2010/main" val="3206440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97AED-FB63-4850-7DFF-9C40673FF957}"/>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0CF95DD4-94EA-F2A7-F347-29FF75B407B5}"/>
              </a:ext>
            </a:extLst>
          </p:cNvPr>
          <p:cNvPicPr>
            <a:picLocks noGrp="1" noChangeAspect="1"/>
          </p:cNvPicPr>
          <p:nvPr>
            <p:ph idx="1"/>
          </p:nvPr>
        </p:nvPicPr>
        <p:blipFill>
          <a:blip r:embed="rId2"/>
          <a:stretch>
            <a:fillRect/>
          </a:stretch>
        </p:blipFill>
        <p:spPr>
          <a:xfrm>
            <a:off x="1608466" y="1447800"/>
            <a:ext cx="7152618" cy="4800600"/>
          </a:xfrm>
        </p:spPr>
      </p:pic>
    </p:spTree>
    <p:extLst>
      <p:ext uri="{BB962C8B-B14F-4D97-AF65-F5344CB8AC3E}">
        <p14:creationId xmlns:p14="http://schemas.microsoft.com/office/powerpoint/2010/main" val="2152240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E3199-20D3-D223-3365-17671C4D94CF}"/>
              </a:ext>
            </a:extLst>
          </p:cNvPr>
          <p:cNvSpPr>
            <a:spLocks noGrp="1"/>
          </p:cNvSpPr>
          <p:nvPr>
            <p:ph type="title"/>
          </p:nvPr>
        </p:nvSpPr>
        <p:spPr/>
        <p:txBody>
          <a:bodyPr>
            <a:normAutofit fontScale="90000"/>
          </a:bodyPr>
          <a:lstStyle/>
          <a:p>
            <a:r>
              <a:rPr lang="en-US" dirty="0"/>
              <a:t>Capturing Interaction with use Cases</a:t>
            </a:r>
            <a:endParaRPr lang="en-PK" dirty="0"/>
          </a:p>
        </p:txBody>
      </p:sp>
      <p:sp>
        <p:nvSpPr>
          <p:cNvPr id="3" name="Content Placeholder 2">
            <a:extLst>
              <a:ext uri="{FF2B5EF4-FFF2-40B4-BE49-F238E27FC236}">
                <a16:creationId xmlns:a16="http://schemas.microsoft.com/office/drawing/2014/main" id="{85BCAAD1-301A-B4E6-FA8F-AEAAE38823DB}"/>
              </a:ext>
            </a:extLst>
          </p:cNvPr>
          <p:cNvSpPr>
            <a:spLocks noGrp="1"/>
          </p:cNvSpPr>
          <p:nvPr>
            <p:ph idx="1"/>
          </p:nvPr>
        </p:nvSpPr>
        <p:spPr>
          <a:xfrm>
            <a:off x="1435608" y="1447800"/>
            <a:ext cx="7498080" cy="4800600"/>
          </a:xfrm>
        </p:spPr>
        <p:txBody>
          <a:bodyPr>
            <a:normAutofit/>
          </a:bodyPr>
          <a:lstStyle/>
          <a:p>
            <a:pPr algn="just"/>
            <a:r>
              <a:rPr lang="en-GB" sz="2800" dirty="0"/>
              <a:t>Use cases focus on functional requirements and capture interaction</a:t>
            </a:r>
          </a:p>
          <a:p>
            <a:pPr algn="just"/>
            <a:endParaRPr lang="en-GB" sz="2800" dirty="0"/>
          </a:p>
          <a:p>
            <a:pPr algn="just"/>
            <a:r>
              <a:rPr lang="en-GB" sz="2800" dirty="0"/>
              <a:t>Use cases define a specific process because they are a step-by-step description. This is in contrast to a user story, which focuses on outcomes and user goals</a:t>
            </a:r>
            <a:endParaRPr lang="en-PK" sz="2800" dirty="0"/>
          </a:p>
        </p:txBody>
      </p:sp>
      <p:pic>
        <p:nvPicPr>
          <p:cNvPr id="7170" name="Picture 2" descr="Use Case Là Gì">
            <a:extLst>
              <a:ext uri="{FF2B5EF4-FFF2-40B4-BE49-F238E27FC236}">
                <a16:creationId xmlns:a16="http://schemas.microsoft.com/office/drawing/2014/main" id="{35753C96-93B2-BA16-A041-90AA966FCC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000" t="21574" r="933" b="13452"/>
          <a:stretch/>
        </p:blipFill>
        <p:spPr bwMode="auto">
          <a:xfrm>
            <a:off x="4343400" y="4353560"/>
            <a:ext cx="35052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27739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C1B8F-3CE0-5DA7-FB92-B89CDAC635CE}"/>
              </a:ext>
            </a:extLst>
          </p:cNvPr>
          <p:cNvSpPr>
            <a:spLocks noGrp="1"/>
          </p:cNvSpPr>
          <p:nvPr>
            <p:ph type="title"/>
          </p:nvPr>
        </p:nvSpPr>
        <p:spPr/>
        <p:txBody>
          <a:bodyPr/>
          <a:lstStyle/>
          <a:p>
            <a:r>
              <a:rPr lang="en-US" dirty="0"/>
              <a:t>Use Case Styles</a:t>
            </a:r>
            <a:endParaRPr lang="en-PK" dirty="0"/>
          </a:p>
        </p:txBody>
      </p:sp>
      <p:sp>
        <p:nvSpPr>
          <p:cNvPr id="3" name="Content Placeholder 2">
            <a:extLst>
              <a:ext uri="{FF2B5EF4-FFF2-40B4-BE49-F238E27FC236}">
                <a16:creationId xmlns:a16="http://schemas.microsoft.com/office/drawing/2014/main" id="{5C592B00-EB36-DD74-D28C-12BDCAED2952}"/>
              </a:ext>
            </a:extLst>
          </p:cNvPr>
          <p:cNvSpPr>
            <a:spLocks noGrp="1"/>
          </p:cNvSpPr>
          <p:nvPr>
            <p:ph idx="1"/>
          </p:nvPr>
        </p:nvSpPr>
        <p:spPr/>
        <p:txBody>
          <a:bodyPr/>
          <a:lstStyle/>
          <a:p>
            <a:pPr marL="82296" indent="0">
              <a:buNone/>
            </a:pPr>
            <a:r>
              <a:rPr lang="en-US" dirty="0">
                <a:solidFill>
                  <a:srgbClr val="00B0F0"/>
                </a:solidFill>
              </a:rPr>
              <a:t>Essential Use Cases</a:t>
            </a:r>
          </a:p>
          <a:p>
            <a:pPr marL="356616" lvl="1" indent="0">
              <a:buNone/>
            </a:pPr>
            <a:r>
              <a:rPr lang="en-GB" dirty="0"/>
              <a:t>focuses on the division of tasks between the product and the user.</a:t>
            </a:r>
            <a:endParaRPr lang="en-PK" dirty="0"/>
          </a:p>
        </p:txBody>
      </p:sp>
      <p:pic>
        <p:nvPicPr>
          <p:cNvPr id="5" name="Picture 4">
            <a:extLst>
              <a:ext uri="{FF2B5EF4-FFF2-40B4-BE49-F238E27FC236}">
                <a16:creationId xmlns:a16="http://schemas.microsoft.com/office/drawing/2014/main" id="{2256DF85-E194-9D0C-5008-FDEDD6D258E5}"/>
              </a:ext>
            </a:extLst>
          </p:cNvPr>
          <p:cNvPicPr>
            <a:picLocks noChangeAspect="1"/>
          </p:cNvPicPr>
          <p:nvPr/>
        </p:nvPicPr>
        <p:blipFill>
          <a:blip r:embed="rId2"/>
          <a:stretch>
            <a:fillRect/>
          </a:stretch>
        </p:blipFill>
        <p:spPr>
          <a:xfrm>
            <a:off x="1344312" y="3581400"/>
            <a:ext cx="7553816" cy="2281811"/>
          </a:xfrm>
          <a:prstGeom prst="rect">
            <a:avLst/>
          </a:prstGeom>
        </p:spPr>
      </p:pic>
    </p:spTree>
    <p:extLst>
      <p:ext uri="{BB962C8B-B14F-4D97-AF65-F5344CB8AC3E}">
        <p14:creationId xmlns:p14="http://schemas.microsoft.com/office/powerpoint/2010/main" val="9714816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BB5E7-E758-9BF4-09D4-3DF22C4F194C}"/>
              </a:ext>
            </a:extLst>
          </p:cNvPr>
          <p:cNvSpPr>
            <a:spLocks noGrp="1"/>
          </p:cNvSpPr>
          <p:nvPr>
            <p:ph type="title"/>
          </p:nvPr>
        </p:nvSpPr>
        <p:spPr/>
        <p:txBody>
          <a:bodyPr/>
          <a:lstStyle/>
          <a:p>
            <a:r>
              <a:rPr lang="en-US" dirty="0"/>
              <a:t>Use Case Styles</a:t>
            </a:r>
            <a:endParaRPr lang="en-PK" dirty="0"/>
          </a:p>
        </p:txBody>
      </p:sp>
      <p:sp>
        <p:nvSpPr>
          <p:cNvPr id="3" name="Content Placeholder 2">
            <a:extLst>
              <a:ext uri="{FF2B5EF4-FFF2-40B4-BE49-F238E27FC236}">
                <a16:creationId xmlns:a16="http://schemas.microsoft.com/office/drawing/2014/main" id="{75AC5560-3197-BAA2-A6C6-82B49EA1BD15}"/>
              </a:ext>
            </a:extLst>
          </p:cNvPr>
          <p:cNvSpPr>
            <a:spLocks noGrp="1"/>
          </p:cNvSpPr>
          <p:nvPr>
            <p:ph idx="1"/>
          </p:nvPr>
        </p:nvSpPr>
        <p:spPr/>
        <p:txBody>
          <a:bodyPr>
            <a:normAutofit lnSpcReduction="10000"/>
          </a:bodyPr>
          <a:lstStyle/>
          <a:p>
            <a:pPr marL="82296" indent="0">
              <a:buNone/>
            </a:pPr>
            <a:r>
              <a:rPr lang="en-GB" dirty="0">
                <a:solidFill>
                  <a:srgbClr val="00B0F0"/>
                </a:solidFill>
              </a:rPr>
              <a:t>System Use Cases</a:t>
            </a:r>
          </a:p>
          <a:p>
            <a:pPr marL="82296" indent="0">
              <a:buNone/>
            </a:pPr>
            <a:r>
              <a:rPr lang="en-GB" dirty="0"/>
              <a:t>It captures the user’s goal when interacting with the product</a:t>
            </a:r>
          </a:p>
          <a:p>
            <a:pPr marL="82296" indent="0">
              <a:buNone/>
            </a:pPr>
            <a:endParaRPr lang="en-GB" dirty="0"/>
          </a:p>
          <a:p>
            <a:r>
              <a:rPr lang="en-GB" sz="2800" dirty="0"/>
              <a:t>The main use case describes the </a:t>
            </a:r>
            <a:r>
              <a:rPr lang="en-GB" sz="2800" b="1" dirty="0"/>
              <a:t>normal course</a:t>
            </a:r>
            <a:r>
              <a:rPr lang="en-GB" sz="2800" dirty="0"/>
              <a:t>, that is, the set of actions most commonly performed. </a:t>
            </a:r>
          </a:p>
          <a:p>
            <a:r>
              <a:rPr lang="en-GB" sz="2800" dirty="0"/>
              <a:t>Other possible sequences, called </a:t>
            </a:r>
            <a:r>
              <a:rPr lang="en-GB" sz="2800" b="1" dirty="0"/>
              <a:t>alternative courses</a:t>
            </a:r>
            <a:r>
              <a:rPr lang="en-GB" sz="2800" dirty="0"/>
              <a:t>, are then captured at the bottom of the use case.</a:t>
            </a:r>
            <a:endParaRPr lang="en-PK" sz="2800" dirty="0"/>
          </a:p>
        </p:txBody>
      </p:sp>
    </p:spTree>
    <p:extLst>
      <p:ext uri="{BB962C8B-B14F-4D97-AF65-F5344CB8AC3E}">
        <p14:creationId xmlns:p14="http://schemas.microsoft.com/office/powerpoint/2010/main" val="39286957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F77A3-9B8F-7B72-35D7-406750C22FFF}"/>
              </a:ext>
            </a:extLst>
          </p:cNvPr>
          <p:cNvSpPr>
            <a:spLocks noGrp="1"/>
          </p:cNvSpPr>
          <p:nvPr>
            <p:ph type="title"/>
          </p:nvPr>
        </p:nvSpPr>
        <p:spPr/>
        <p:txBody>
          <a:bodyPr/>
          <a:lstStyle/>
          <a:p>
            <a:r>
              <a:rPr lang="en-US" dirty="0"/>
              <a:t>Use Case Styles – SUC Example</a:t>
            </a:r>
            <a:endParaRPr lang="en-PK" dirty="0"/>
          </a:p>
        </p:txBody>
      </p:sp>
      <p:sp>
        <p:nvSpPr>
          <p:cNvPr id="3" name="Content Placeholder 2">
            <a:extLst>
              <a:ext uri="{FF2B5EF4-FFF2-40B4-BE49-F238E27FC236}">
                <a16:creationId xmlns:a16="http://schemas.microsoft.com/office/drawing/2014/main" id="{79D2DBEA-2E46-0095-0B26-A431FC81D7AB}"/>
              </a:ext>
            </a:extLst>
          </p:cNvPr>
          <p:cNvSpPr>
            <a:spLocks noGrp="1"/>
          </p:cNvSpPr>
          <p:nvPr>
            <p:ph idx="1"/>
          </p:nvPr>
        </p:nvSpPr>
        <p:spPr/>
        <p:txBody>
          <a:bodyPr>
            <a:normAutofit fontScale="70000" lnSpcReduction="20000"/>
          </a:bodyPr>
          <a:lstStyle/>
          <a:p>
            <a:pPr marL="82296" indent="0">
              <a:buNone/>
            </a:pPr>
            <a:r>
              <a:rPr lang="en-GB" b="1" dirty="0"/>
              <a:t>Normal Course</a:t>
            </a:r>
          </a:p>
          <a:p>
            <a:pPr marL="82296" indent="0">
              <a:buNone/>
            </a:pPr>
            <a:endParaRPr lang="en-GB" dirty="0"/>
          </a:p>
          <a:p>
            <a:pPr marL="596646" indent="-514350">
              <a:buFont typeface="+mj-lt"/>
              <a:buAutoNum type="arabicPeriod"/>
            </a:pPr>
            <a:r>
              <a:rPr lang="en-GB" dirty="0"/>
              <a:t>The product asks for the name of the destination country. </a:t>
            </a:r>
          </a:p>
          <a:p>
            <a:pPr marL="596646" indent="-514350">
              <a:buFont typeface="+mj-lt"/>
              <a:buAutoNum type="arabicPeriod"/>
            </a:pPr>
            <a:r>
              <a:rPr lang="en-GB" dirty="0"/>
              <a:t>The user provides the country’s name. </a:t>
            </a:r>
          </a:p>
          <a:p>
            <a:pPr marL="596646" indent="-514350">
              <a:buFont typeface="+mj-lt"/>
              <a:buAutoNum type="arabicPeriod"/>
            </a:pPr>
            <a:r>
              <a:rPr lang="en-GB" dirty="0"/>
              <a:t>The product checks that the country is valid. </a:t>
            </a:r>
          </a:p>
          <a:p>
            <a:pPr marL="596646" indent="-514350">
              <a:buFont typeface="+mj-lt"/>
              <a:buAutoNum type="arabicPeriod"/>
            </a:pPr>
            <a:r>
              <a:rPr lang="en-GB" dirty="0"/>
              <a:t>The product asks the user for their nationality.</a:t>
            </a:r>
          </a:p>
          <a:p>
            <a:pPr marL="596646" indent="-514350">
              <a:buFont typeface="+mj-lt"/>
              <a:buAutoNum type="arabicPeriod"/>
            </a:pPr>
            <a:r>
              <a:rPr lang="en-GB" dirty="0"/>
              <a:t>The user provides their nationality.</a:t>
            </a:r>
          </a:p>
          <a:p>
            <a:pPr marL="596646" indent="-514350">
              <a:buFont typeface="+mj-lt"/>
              <a:buAutoNum type="arabicPeriod"/>
            </a:pPr>
            <a:r>
              <a:rPr lang="en-GB" dirty="0"/>
              <a:t>The product checks the visa requirements of that country for a passport holder of the user’s nationality. </a:t>
            </a:r>
          </a:p>
          <a:p>
            <a:pPr marL="596646" indent="-514350">
              <a:buFont typeface="+mj-lt"/>
              <a:buAutoNum type="arabicPeriod"/>
            </a:pPr>
            <a:r>
              <a:rPr lang="en-GB" dirty="0"/>
              <a:t>The product provides the visa requirements. </a:t>
            </a:r>
          </a:p>
          <a:p>
            <a:pPr marL="596646" indent="-514350">
              <a:buFont typeface="+mj-lt"/>
              <a:buAutoNum type="arabicPeriod"/>
            </a:pPr>
            <a:r>
              <a:rPr lang="en-GB" dirty="0"/>
              <a:t>The product asks whether the user wants to share the visa requirements on social media. </a:t>
            </a:r>
          </a:p>
          <a:p>
            <a:pPr marL="596646" indent="-514350">
              <a:buFont typeface="+mj-lt"/>
              <a:buAutoNum type="arabicPeriod"/>
            </a:pPr>
            <a:r>
              <a:rPr lang="en-GB" dirty="0"/>
              <a:t>The user provides appropriate social media information.</a:t>
            </a:r>
            <a:endParaRPr lang="en-PK" dirty="0"/>
          </a:p>
        </p:txBody>
      </p:sp>
    </p:spTree>
    <p:extLst>
      <p:ext uri="{BB962C8B-B14F-4D97-AF65-F5344CB8AC3E}">
        <p14:creationId xmlns:p14="http://schemas.microsoft.com/office/powerpoint/2010/main" val="2864960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68D42-2A30-F595-0B4D-287C6D48AD34}"/>
              </a:ext>
            </a:extLst>
          </p:cNvPr>
          <p:cNvSpPr>
            <a:spLocks noGrp="1"/>
          </p:cNvSpPr>
          <p:nvPr>
            <p:ph type="title"/>
          </p:nvPr>
        </p:nvSpPr>
        <p:spPr/>
        <p:txBody>
          <a:bodyPr/>
          <a:lstStyle/>
          <a:p>
            <a:r>
              <a:rPr lang="en-US" dirty="0"/>
              <a:t>Use Case Styles – SUC Example</a:t>
            </a:r>
            <a:endParaRPr lang="en-PK" dirty="0"/>
          </a:p>
        </p:txBody>
      </p:sp>
      <p:sp>
        <p:nvSpPr>
          <p:cNvPr id="3" name="Content Placeholder 2">
            <a:extLst>
              <a:ext uri="{FF2B5EF4-FFF2-40B4-BE49-F238E27FC236}">
                <a16:creationId xmlns:a16="http://schemas.microsoft.com/office/drawing/2014/main" id="{6AB0D628-4357-CC1F-E66A-17B1DC02628C}"/>
              </a:ext>
            </a:extLst>
          </p:cNvPr>
          <p:cNvSpPr>
            <a:spLocks noGrp="1"/>
          </p:cNvSpPr>
          <p:nvPr>
            <p:ph idx="1"/>
          </p:nvPr>
        </p:nvSpPr>
        <p:spPr/>
        <p:txBody>
          <a:bodyPr>
            <a:normAutofit fontScale="77500" lnSpcReduction="20000"/>
          </a:bodyPr>
          <a:lstStyle/>
          <a:p>
            <a:pPr marL="82296" indent="0">
              <a:buNone/>
            </a:pPr>
            <a:r>
              <a:rPr lang="en-GB" b="1" dirty="0"/>
              <a:t>Alternative Courses</a:t>
            </a:r>
          </a:p>
          <a:p>
            <a:pPr marL="82296" indent="0">
              <a:buNone/>
            </a:pPr>
            <a:endParaRPr lang="en-GB" b="1" dirty="0"/>
          </a:p>
          <a:p>
            <a:pPr marL="82296" indent="0">
              <a:buNone/>
            </a:pPr>
            <a:r>
              <a:rPr lang="en-GB" dirty="0">
                <a:solidFill>
                  <a:srgbClr val="00B0F0"/>
                </a:solidFill>
              </a:rPr>
              <a:t>4. </a:t>
            </a:r>
            <a:r>
              <a:rPr lang="en-GB" dirty="0"/>
              <a:t>If the country name is invalid:</a:t>
            </a:r>
          </a:p>
          <a:p>
            <a:pPr marL="356616" lvl="1" indent="0">
              <a:buNone/>
            </a:pPr>
            <a:r>
              <a:rPr lang="en-GB" dirty="0"/>
              <a:t>4.1 The product provides an error message. </a:t>
            </a:r>
          </a:p>
          <a:p>
            <a:pPr marL="356616" lvl="1" indent="0">
              <a:buNone/>
            </a:pPr>
            <a:r>
              <a:rPr lang="en-GB" dirty="0"/>
              <a:t>4.2 The product returns to step 1. </a:t>
            </a:r>
          </a:p>
          <a:p>
            <a:pPr marL="356616" lvl="1" indent="0">
              <a:buNone/>
            </a:pPr>
            <a:endParaRPr lang="en-GB" dirty="0"/>
          </a:p>
          <a:p>
            <a:pPr marL="82296" indent="0">
              <a:buNone/>
            </a:pPr>
            <a:r>
              <a:rPr lang="en-GB" dirty="0">
                <a:solidFill>
                  <a:srgbClr val="00B0F0"/>
                </a:solidFill>
              </a:rPr>
              <a:t>6. </a:t>
            </a:r>
            <a:r>
              <a:rPr lang="en-GB" dirty="0"/>
              <a:t>If the nationality is invalid: </a:t>
            </a:r>
          </a:p>
          <a:p>
            <a:pPr marL="356616" lvl="1" indent="0">
              <a:buNone/>
            </a:pPr>
            <a:r>
              <a:rPr lang="en-GB" dirty="0"/>
              <a:t>6.1 The product provides an error message.</a:t>
            </a:r>
          </a:p>
          <a:p>
            <a:pPr marL="356616" lvl="1" indent="0">
              <a:buNone/>
            </a:pPr>
            <a:r>
              <a:rPr lang="en-GB" dirty="0"/>
              <a:t>6.2 The product returns to step 4. </a:t>
            </a:r>
          </a:p>
          <a:p>
            <a:pPr marL="356616" lvl="1" indent="0">
              <a:buNone/>
            </a:pPr>
            <a:endParaRPr lang="en-GB" dirty="0">
              <a:solidFill>
                <a:srgbClr val="00B0F0"/>
              </a:solidFill>
            </a:endParaRPr>
          </a:p>
          <a:p>
            <a:pPr marL="82296" indent="0">
              <a:buNone/>
            </a:pPr>
            <a:r>
              <a:rPr lang="en-GB" dirty="0">
                <a:solidFill>
                  <a:srgbClr val="00B0F0"/>
                </a:solidFill>
              </a:rPr>
              <a:t>7. </a:t>
            </a:r>
            <a:r>
              <a:rPr lang="en-GB" dirty="0"/>
              <a:t>If no information about visa requirements is found: </a:t>
            </a:r>
          </a:p>
          <a:p>
            <a:pPr marL="356616" lvl="1" indent="0">
              <a:buNone/>
            </a:pPr>
            <a:r>
              <a:rPr lang="en-GB" dirty="0"/>
              <a:t>7.1 The product provides a suitable message.</a:t>
            </a:r>
          </a:p>
          <a:p>
            <a:pPr marL="356616" lvl="1" indent="0">
              <a:buNone/>
            </a:pPr>
            <a:r>
              <a:rPr lang="en-GB" dirty="0"/>
              <a:t>7.2 The product returns to step 1.</a:t>
            </a:r>
            <a:endParaRPr lang="en-PK" dirty="0"/>
          </a:p>
        </p:txBody>
      </p:sp>
    </p:spTree>
    <p:extLst>
      <p:ext uri="{BB962C8B-B14F-4D97-AF65-F5344CB8AC3E}">
        <p14:creationId xmlns:p14="http://schemas.microsoft.com/office/powerpoint/2010/main" val="4004105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00F9B-0C15-E3D7-F994-2DD0229CE50C}"/>
              </a:ext>
            </a:extLst>
          </p:cNvPr>
          <p:cNvSpPr>
            <a:spLocks noGrp="1"/>
          </p:cNvSpPr>
          <p:nvPr>
            <p:ph type="title"/>
          </p:nvPr>
        </p:nvSpPr>
        <p:spPr/>
        <p:txBody>
          <a:bodyPr/>
          <a:lstStyle/>
          <a:p>
            <a:r>
              <a:rPr lang="en-US" dirty="0"/>
              <a:t>Conclusion</a:t>
            </a:r>
            <a:endParaRPr lang="en-PK" dirty="0"/>
          </a:p>
        </p:txBody>
      </p:sp>
      <p:sp>
        <p:nvSpPr>
          <p:cNvPr id="3" name="Content Placeholder 2">
            <a:extLst>
              <a:ext uri="{FF2B5EF4-FFF2-40B4-BE49-F238E27FC236}">
                <a16:creationId xmlns:a16="http://schemas.microsoft.com/office/drawing/2014/main" id="{E363A301-04D9-9F59-144A-60BADE5B7902}"/>
              </a:ext>
            </a:extLst>
          </p:cNvPr>
          <p:cNvSpPr>
            <a:spLocks noGrp="1"/>
          </p:cNvSpPr>
          <p:nvPr>
            <p:ph idx="1"/>
          </p:nvPr>
        </p:nvSpPr>
        <p:spPr/>
        <p:txBody>
          <a:bodyPr/>
          <a:lstStyle/>
          <a:p>
            <a:r>
              <a:rPr lang="en-US" dirty="0"/>
              <a:t>Introduction </a:t>
            </a:r>
          </a:p>
          <a:p>
            <a:r>
              <a:rPr lang="en-US" dirty="0"/>
              <a:t>What why and how?</a:t>
            </a:r>
          </a:p>
          <a:p>
            <a:r>
              <a:rPr lang="en-US" dirty="0"/>
              <a:t>What are requirements</a:t>
            </a:r>
          </a:p>
          <a:p>
            <a:r>
              <a:rPr lang="en-US" dirty="0"/>
              <a:t>Data gathering for requirement</a:t>
            </a:r>
          </a:p>
          <a:p>
            <a:r>
              <a:rPr lang="en-US" dirty="0"/>
              <a:t>Personas and Scenarios</a:t>
            </a:r>
          </a:p>
          <a:p>
            <a:r>
              <a:rPr lang="en-US" dirty="0"/>
              <a:t>Capturing Interaction with use cases.</a:t>
            </a:r>
            <a:endParaRPr lang="en-PK" dirty="0"/>
          </a:p>
        </p:txBody>
      </p:sp>
    </p:spTree>
    <p:extLst>
      <p:ext uri="{BB962C8B-B14F-4D97-AF65-F5344CB8AC3E}">
        <p14:creationId xmlns:p14="http://schemas.microsoft.com/office/powerpoint/2010/main" val="4023889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12175</TotalTime>
  <Words>2580</Words>
  <Application>Microsoft Office PowerPoint</Application>
  <PresentationFormat>On-screen Show (4:3)</PresentationFormat>
  <Paragraphs>288</Paragraphs>
  <Slides>55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Gill Sans MT</vt:lpstr>
      <vt:lpstr>Verdana</vt:lpstr>
      <vt:lpstr>Wingdings 2</vt:lpstr>
      <vt:lpstr>Solstice</vt:lpstr>
      <vt:lpstr>Discovering Requirements </vt:lpstr>
      <vt:lpstr>Introduction  </vt:lpstr>
      <vt:lpstr>What, Why and How?</vt:lpstr>
      <vt:lpstr>What, Why and How?</vt:lpstr>
      <vt:lpstr>What, Why and How?</vt:lpstr>
      <vt:lpstr>Avoiding Miscomunication</vt:lpstr>
      <vt:lpstr>What are requirements?</vt:lpstr>
      <vt:lpstr>What are requirements?</vt:lpstr>
      <vt:lpstr>User Stories </vt:lpstr>
      <vt:lpstr>Example</vt:lpstr>
      <vt:lpstr>Epic</vt:lpstr>
      <vt:lpstr>Example</vt:lpstr>
      <vt:lpstr>Traditional Requirements</vt:lpstr>
      <vt:lpstr>Extensive Requirement Types</vt:lpstr>
      <vt:lpstr>Extensive Requirement Types</vt:lpstr>
      <vt:lpstr>Extensive Requirement Types</vt:lpstr>
      <vt:lpstr>Extensive Requirement Types</vt:lpstr>
      <vt:lpstr>Example</vt:lpstr>
      <vt:lpstr>Example</vt:lpstr>
      <vt:lpstr>Example</vt:lpstr>
      <vt:lpstr>Example</vt:lpstr>
      <vt:lpstr>Example</vt:lpstr>
      <vt:lpstr>Example</vt:lpstr>
      <vt:lpstr>Product Dimension </vt:lpstr>
      <vt:lpstr>Requirement Categories </vt:lpstr>
      <vt:lpstr>Requirement Categories </vt:lpstr>
      <vt:lpstr>Data Gathering for Requirements</vt:lpstr>
      <vt:lpstr>Ways to Gather Requirements</vt:lpstr>
      <vt:lpstr>Using Probes to Engage with Users</vt:lpstr>
      <vt:lpstr>Contextual Inquiry </vt:lpstr>
      <vt:lpstr>Apprenticeship Relation</vt:lpstr>
      <vt:lpstr>Apprenticeship Relation</vt:lpstr>
      <vt:lpstr>Apprenticeship Model Principles </vt:lpstr>
      <vt:lpstr>Cool Concepts of Contextual Interviews</vt:lpstr>
      <vt:lpstr>Joy of Life Concepts</vt:lpstr>
      <vt:lpstr>Joy of Use Concepts</vt:lpstr>
      <vt:lpstr>Parts of Contextual Interviews</vt:lpstr>
      <vt:lpstr>Brainstorming for Innovation</vt:lpstr>
      <vt:lpstr>Bringing Requirement to Life</vt:lpstr>
      <vt:lpstr>Persona</vt:lpstr>
      <vt:lpstr>Persona</vt:lpstr>
      <vt:lpstr>Constructing Persona</vt:lpstr>
      <vt:lpstr>Example</vt:lpstr>
      <vt:lpstr>Class Activity </vt:lpstr>
      <vt:lpstr>Scenarios </vt:lpstr>
      <vt:lpstr>Scenarios</vt:lpstr>
      <vt:lpstr>Scenario Types </vt:lpstr>
      <vt:lpstr>Example</vt:lpstr>
      <vt:lpstr>Example</vt:lpstr>
      <vt:lpstr>Capturing Interaction with use Cases</vt:lpstr>
      <vt:lpstr>Use Case Styles</vt:lpstr>
      <vt:lpstr>Use Case Styles</vt:lpstr>
      <vt:lpstr>Use Case Styles – SUC Example</vt:lpstr>
      <vt:lpstr>Use Case Styles – SUC Example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Abilities</dc:title>
  <dc:creator>adnan</dc:creator>
  <cp:lastModifiedBy>Sara Muneeb</cp:lastModifiedBy>
  <cp:revision>195</cp:revision>
  <cp:lastPrinted>2022-09-22T09:41:23Z</cp:lastPrinted>
  <dcterms:created xsi:type="dcterms:W3CDTF">2018-08-15T12:40:21Z</dcterms:created>
  <dcterms:modified xsi:type="dcterms:W3CDTF">2022-12-16T11:36:44Z</dcterms:modified>
</cp:coreProperties>
</file>