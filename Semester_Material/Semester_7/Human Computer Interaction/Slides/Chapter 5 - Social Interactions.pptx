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799263" cy="9929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A540FA-FB29-47AF-B8E6-0D8739E0B2D2}" v="2" dt="2022-10-09T19:43:11.5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94660"/>
  </p:normalViewPr>
  <p:slideViewPr>
    <p:cSldViewPr>
      <p:cViewPr varScale="1">
        <p:scale>
          <a:sx n="65" d="100"/>
          <a:sy n="65" d="100"/>
        </p:scale>
        <p:origin x="151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 Muneeb" userId="29b624b1-a719-43f5-9b52-388cd4043c04" providerId="ADAL" clId="{92141329-D183-4FBC-A4C5-439AF6D228C3}"/>
    <pc:docChg chg="undo custSel addSld delSld modSld sldOrd">
      <pc:chgData name="Sara Muneeb" userId="29b624b1-a719-43f5-9b52-388cd4043c04" providerId="ADAL" clId="{92141329-D183-4FBC-A4C5-439AF6D228C3}" dt="2022-09-20T10:59:21.747" v="3211" actId="20577"/>
      <pc:docMkLst>
        <pc:docMk/>
      </pc:docMkLst>
      <pc:sldChg chg="modSp mod">
        <pc:chgData name="Sara Muneeb" userId="29b624b1-a719-43f5-9b52-388cd4043c04" providerId="ADAL" clId="{92141329-D183-4FBC-A4C5-439AF6D228C3}" dt="2022-09-20T10:59:21.747" v="3211" actId="20577"/>
        <pc:sldMkLst>
          <pc:docMk/>
          <pc:sldMk cId="2984185032" sldId="256"/>
        </pc:sldMkLst>
        <pc:spChg chg="mod">
          <ac:chgData name="Sara Muneeb" userId="29b624b1-a719-43f5-9b52-388cd4043c04" providerId="ADAL" clId="{92141329-D183-4FBC-A4C5-439AF6D228C3}" dt="2022-09-20T10:59:21.747" v="3211" actId="20577"/>
          <ac:spMkLst>
            <pc:docMk/>
            <pc:sldMk cId="2984185032" sldId="256"/>
            <ac:spMk id="2" creationId="{00000000-0000-0000-0000-000000000000}"/>
          </ac:spMkLst>
        </pc:spChg>
        <pc:spChg chg="mod">
          <ac:chgData name="Sara Muneeb" userId="29b624b1-a719-43f5-9b52-388cd4043c04" providerId="ADAL" clId="{92141329-D183-4FBC-A4C5-439AF6D228C3}" dt="2022-09-20T10:59:12.753" v="3176" actId="1076"/>
          <ac:spMkLst>
            <pc:docMk/>
            <pc:sldMk cId="2984185032" sldId="256"/>
            <ac:spMk id="3" creationId="{00000000-0000-0000-0000-000000000000}"/>
          </ac:spMkLst>
        </pc:spChg>
      </pc:sldChg>
      <pc:sldChg chg="delSp modSp mod">
        <pc:chgData name="Sara Muneeb" userId="29b624b1-a719-43f5-9b52-388cd4043c04" providerId="ADAL" clId="{92141329-D183-4FBC-A4C5-439AF6D228C3}" dt="2022-09-16T06:21:28.264" v="12" actId="478"/>
        <pc:sldMkLst>
          <pc:docMk/>
          <pc:sldMk cId="2934318247" sldId="258"/>
        </pc:sldMkLst>
        <pc:spChg chg="mod">
          <ac:chgData name="Sara Muneeb" userId="29b624b1-a719-43f5-9b52-388cd4043c04" providerId="ADAL" clId="{92141329-D183-4FBC-A4C5-439AF6D228C3}" dt="2022-09-16T06:21:09.676" v="11" actId="20577"/>
          <ac:spMkLst>
            <pc:docMk/>
            <pc:sldMk cId="2934318247" sldId="258"/>
            <ac:spMk id="2" creationId="{00000000-0000-0000-0000-000000000000}"/>
          </ac:spMkLst>
        </pc:spChg>
        <pc:graphicFrameChg chg="del">
          <ac:chgData name="Sara Muneeb" userId="29b624b1-a719-43f5-9b52-388cd4043c04" providerId="ADAL" clId="{92141329-D183-4FBC-A4C5-439AF6D228C3}" dt="2022-09-16T06:21:28.264" v="12" actId="478"/>
          <ac:graphicFrameMkLst>
            <pc:docMk/>
            <pc:sldMk cId="2934318247" sldId="258"/>
            <ac:graphicFrameMk id="3" creationId="{E7D39C53-3CAF-6C3E-7990-1ACA39AAF07D}"/>
          </ac:graphicFrameMkLst>
        </pc:graphicFrameChg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859110417" sldId="259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365345110" sldId="260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444182912" sldId="261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478828154" sldId="263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460710233" sldId="264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228258708" sldId="265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087496290" sldId="266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4026094092" sldId="267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682799263" sldId="268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2989175404" sldId="269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642507062" sldId="270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938039169" sldId="271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064415316" sldId="272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2063745838" sldId="273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044308845" sldId="274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263305752" sldId="275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415582154" sldId="276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4129240445" sldId="277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538218730" sldId="278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2682898875" sldId="279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2822380657" sldId="280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678163868" sldId="281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2342829795" sldId="282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84272025" sldId="283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738275062" sldId="284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306393579" sldId="286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8593176" sldId="287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879983306" sldId="288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104968559" sldId="289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630931535" sldId="290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666685467" sldId="291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2958514030" sldId="292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356901708" sldId="293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633161056" sldId="294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441756152" sldId="312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128309874" sldId="317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127259162" sldId="318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705047211" sldId="321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815740737" sldId="322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459519721" sldId="324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240634402" sldId="325"/>
        </pc:sldMkLst>
      </pc:sldChg>
      <pc:sldChg chg="addSp delSp modSp add mod">
        <pc:chgData name="Sara Muneeb" userId="29b624b1-a719-43f5-9b52-388cd4043c04" providerId="ADAL" clId="{92141329-D183-4FBC-A4C5-439AF6D228C3}" dt="2022-09-16T06:31:14.045" v="221" actId="1076"/>
        <pc:sldMkLst>
          <pc:docMk/>
          <pc:sldMk cId="134933159" sldId="326"/>
        </pc:sldMkLst>
        <pc:spChg chg="mod">
          <ac:chgData name="Sara Muneeb" userId="29b624b1-a719-43f5-9b52-388cd4043c04" providerId="ADAL" clId="{92141329-D183-4FBC-A4C5-439AF6D228C3}" dt="2022-09-16T06:24:14.016" v="42" actId="20577"/>
          <ac:spMkLst>
            <pc:docMk/>
            <pc:sldMk cId="134933159" sldId="326"/>
            <ac:spMk id="2" creationId="{00000000-0000-0000-0000-000000000000}"/>
          </ac:spMkLst>
        </pc:spChg>
        <pc:spChg chg="add mod">
          <ac:chgData name="Sara Muneeb" userId="29b624b1-a719-43f5-9b52-388cd4043c04" providerId="ADAL" clId="{92141329-D183-4FBC-A4C5-439AF6D228C3}" dt="2022-09-16T06:31:04.640" v="217" actId="14100"/>
          <ac:spMkLst>
            <pc:docMk/>
            <pc:sldMk cId="134933159" sldId="326"/>
            <ac:spMk id="3" creationId="{084BFEE0-B461-EE3E-BBDB-4D32CA0A1D77}"/>
          </ac:spMkLst>
        </pc:spChg>
        <pc:picChg chg="del">
          <ac:chgData name="Sara Muneeb" userId="29b624b1-a719-43f5-9b52-388cd4043c04" providerId="ADAL" clId="{92141329-D183-4FBC-A4C5-439AF6D228C3}" dt="2022-09-16T06:24:40.388" v="46" actId="478"/>
          <ac:picMkLst>
            <pc:docMk/>
            <pc:sldMk cId="134933159" sldId="326"/>
            <ac:picMk id="4" creationId="{4064BD76-F788-4681-821C-DDA0C2688C4B}"/>
          </ac:picMkLst>
        </pc:picChg>
        <pc:picChg chg="add del">
          <ac:chgData name="Sara Muneeb" userId="29b624b1-a719-43f5-9b52-388cd4043c04" providerId="ADAL" clId="{92141329-D183-4FBC-A4C5-439AF6D228C3}" dt="2022-09-16T06:30:52.469" v="210"/>
          <ac:picMkLst>
            <pc:docMk/>
            <pc:sldMk cId="134933159" sldId="326"/>
            <ac:picMk id="5" creationId="{1ED7C4D6-D273-B2FF-0502-82613FB386A6}"/>
          </ac:picMkLst>
        </pc:picChg>
        <pc:picChg chg="del mod">
          <ac:chgData name="Sara Muneeb" userId="29b624b1-a719-43f5-9b52-388cd4043c04" providerId="ADAL" clId="{92141329-D183-4FBC-A4C5-439AF6D228C3}" dt="2022-09-16T06:24:17.374" v="44" actId="478"/>
          <ac:picMkLst>
            <pc:docMk/>
            <pc:sldMk cId="134933159" sldId="326"/>
            <ac:picMk id="1026" creationId="{00000000-0000-0000-0000-000000000000}"/>
          </ac:picMkLst>
        </pc:picChg>
        <pc:picChg chg="add del mod">
          <ac:chgData name="Sara Muneeb" userId="29b624b1-a719-43f5-9b52-388cd4043c04" providerId="ADAL" clId="{92141329-D183-4FBC-A4C5-439AF6D228C3}" dt="2022-09-16T06:31:06.129" v="218"/>
          <ac:picMkLst>
            <pc:docMk/>
            <pc:sldMk cId="134933159" sldId="326"/>
            <ac:picMk id="1028" creationId="{13222472-D4CA-C677-B1B0-3C7EA41037F3}"/>
          </ac:picMkLst>
        </pc:picChg>
        <pc:picChg chg="add mod">
          <ac:chgData name="Sara Muneeb" userId="29b624b1-a719-43f5-9b52-388cd4043c04" providerId="ADAL" clId="{92141329-D183-4FBC-A4C5-439AF6D228C3}" dt="2022-09-16T06:31:14.045" v="221" actId="1076"/>
          <ac:picMkLst>
            <pc:docMk/>
            <pc:sldMk cId="134933159" sldId="326"/>
            <ac:picMk id="1030" creationId="{8FBF1B44-2DEE-1EC2-AB18-934538231CEB}"/>
          </ac:picMkLst>
        </pc:picChg>
      </pc:sldChg>
      <pc:sldChg chg="modSp new mod">
        <pc:chgData name="Sara Muneeb" userId="29b624b1-a719-43f5-9b52-388cd4043c04" providerId="ADAL" clId="{92141329-D183-4FBC-A4C5-439AF6D228C3}" dt="2022-09-16T07:05:10.251" v="286" actId="20577"/>
        <pc:sldMkLst>
          <pc:docMk/>
          <pc:sldMk cId="1262520422" sldId="327"/>
        </pc:sldMkLst>
        <pc:spChg chg="mod">
          <ac:chgData name="Sara Muneeb" userId="29b624b1-a719-43f5-9b52-388cd4043c04" providerId="ADAL" clId="{92141329-D183-4FBC-A4C5-439AF6D228C3}" dt="2022-09-16T07:04:24.684" v="271" actId="20577"/>
          <ac:spMkLst>
            <pc:docMk/>
            <pc:sldMk cId="1262520422" sldId="327"/>
            <ac:spMk id="2" creationId="{F179785B-A176-DDCB-DB18-75CA37974EDD}"/>
          </ac:spMkLst>
        </pc:spChg>
        <pc:spChg chg="mod">
          <ac:chgData name="Sara Muneeb" userId="29b624b1-a719-43f5-9b52-388cd4043c04" providerId="ADAL" clId="{92141329-D183-4FBC-A4C5-439AF6D228C3}" dt="2022-09-16T07:05:10.251" v="286" actId="20577"/>
          <ac:spMkLst>
            <pc:docMk/>
            <pc:sldMk cId="1262520422" sldId="327"/>
            <ac:spMk id="3" creationId="{BA52B637-13B8-5EC2-15FD-45A3263D18A7}"/>
          </ac:spMkLst>
        </pc:spChg>
      </pc:sldChg>
      <pc:sldChg chg="addSp delSp modSp add mod">
        <pc:chgData name="Sara Muneeb" userId="29b624b1-a719-43f5-9b52-388cd4043c04" providerId="ADAL" clId="{92141329-D183-4FBC-A4C5-439AF6D228C3}" dt="2022-09-16T07:12:17.702" v="433" actId="1076"/>
        <pc:sldMkLst>
          <pc:docMk/>
          <pc:sldMk cId="3780350452" sldId="328"/>
        </pc:sldMkLst>
        <pc:spChg chg="mod">
          <ac:chgData name="Sara Muneeb" userId="29b624b1-a719-43f5-9b52-388cd4043c04" providerId="ADAL" clId="{92141329-D183-4FBC-A4C5-439AF6D228C3}" dt="2022-09-16T07:11:39.413" v="426" actId="20577"/>
          <ac:spMkLst>
            <pc:docMk/>
            <pc:sldMk cId="3780350452" sldId="328"/>
            <ac:spMk id="2" creationId="{F179785B-A176-DDCB-DB18-75CA37974EDD}"/>
          </ac:spMkLst>
        </pc:spChg>
        <pc:spChg chg="del">
          <ac:chgData name="Sara Muneeb" userId="29b624b1-a719-43f5-9b52-388cd4043c04" providerId="ADAL" clId="{92141329-D183-4FBC-A4C5-439AF6D228C3}" dt="2022-09-16T07:05:44.086" v="288" actId="478"/>
          <ac:spMkLst>
            <pc:docMk/>
            <pc:sldMk cId="3780350452" sldId="328"/>
            <ac:spMk id="3" creationId="{BA52B637-13B8-5EC2-15FD-45A3263D18A7}"/>
          </ac:spMkLst>
        </pc:spChg>
        <pc:spChg chg="add del mod">
          <ac:chgData name="Sara Muneeb" userId="29b624b1-a719-43f5-9b52-388cd4043c04" providerId="ADAL" clId="{92141329-D183-4FBC-A4C5-439AF6D228C3}" dt="2022-09-16T07:11:42.994" v="427" actId="478"/>
          <ac:spMkLst>
            <pc:docMk/>
            <pc:sldMk cId="3780350452" sldId="328"/>
            <ac:spMk id="5" creationId="{2878596E-D272-19F4-5A9B-149009A0A6FD}"/>
          </ac:spMkLst>
        </pc:spChg>
        <pc:spChg chg="add del mod">
          <ac:chgData name="Sara Muneeb" userId="29b624b1-a719-43f5-9b52-388cd4043c04" providerId="ADAL" clId="{92141329-D183-4FBC-A4C5-439AF6D228C3}" dt="2022-09-16T07:11:50.825" v="430" actId="478"/>
          <ac:spMkLst>
            <pc:docMk/>
            <pc:sldMk cId="3780350452" sldId="328"/>
            <ac:spMk id="9" creationId="{FC5F5973-7CAB-2FF5-FB79-00E6BA897C20}"/>
          </ac:spMkLst>
        </pc:spChg>
        <pc:picChg chg="add del mod">
          <ac:chgData name="Sara Muneeb" userId="29b624b1-a719-43f5-9b52-388cd4043c04" providerId="ADAL" clId="{92141329-D183-4FBC-A4C5-439AF6D228C3}" dt="2022-09-16T07:11:54.137" v="431" actId="1076"/>
          <ac:picMkLst>
            <pc:docMk/>
            <pc:sldMk cId="3780350452" sldId="328"/>
            <ac:picMk id="7" creationId="{DCE5FA98-5C2B-FFAD-79A5-D94C35222C1A}"/>
          </ac:picMkLst>
        </pc:picChg>
        <pc:picChg chg="add mod">
          <ac:chgData name="Sara Muneeb" userId="29b624b1-a719-43f5-9b52-388cd4043c04" providerId="ADAL" clId="{92141329-D183-4FBC-A4C5-439AF6D228C3}" dt="2022-09-16T07:12:17.702" v="433" actId="1076"/>
          <ac:picMkLst>
            <pc:docMk/>
            <pc:sldMk cId="3780350452" sldId="328"/>
            <ac:picMk id="11" creationId="{E2A0D119-D647-E176-4755-D21F67C11CBE}"/>
          </ac:picMkLst>
        </pc:picChg>
        <pc:picChg chg="add del">
          <ac:chgData name="Sara Muneeb" userId="29b624b1-a719-43f5-9b52-388cd4043c04" providerId="ADAL" clId="{92141329-D183-4FBC-A4C5-439AF6D228C3}" dt="2022-09-16T07:10:26.129" v="378"/>
          <ac:picMkLst>
            <pc:docMk/>
            <pc:sldMk cId="3780350452" sldId="328"/>
            <ac:picMk id="2050" creationId="{4483F1C6-FA10-B970-F3B4-9F8A4FC2455D}"/>
          </ac:picMkLst>
        </pc:picChg>
      </pc:sldChg>
      <pc:sldChg chg="modSp add mod">
        <pc:chgData name="Sara Muneeb" userId="29b624b1-a719-43f5-9b52-388cd4043c04" providerId="ADAL" clId="{92141329-D183-4FBC-A4C5-439AF6D228C3}" dt="2022-09-20T07:49:23.894" v="955" actId="20577"/>
        <pc:sldMkLst>
          <pc:docMk/>
          <pc:sldMk cId="1173176202" sldId="329"/>
        </pc:sldMkLst>
        <pc:spChg chg="mod">
          <ac:chgData name="Sara Muneeb" userId="29b624b1-a719-43f5-9b52-388cd4043c04" providerId="ADAL" clId="{92141329-D183-4FBC-A4C5-439AF6D228C3}" dt="2022-09-20T07:35:52.497" v="452" actId="20577"/>
          <ac:spMkLst>
            <pc:docMk/>
            <pc:sldMk cId="1173176202" sldId="329"/>
            <ac:spMk id="2" creationId="{F179785B-A176-DDCB-DB18-75CA37974EDD}"/>
          </ac:spMkLst>
        </pc:spChg>
        <pc:spChg chg="mod">
          <ac:chgData name="Sara Muneeb" userId="29b624b1-a719-43f5-9b52-388cd4043c04" providerId="ADAL" clId="{92141329-D183-4FBC-A4C5-439AF6D228C3}" dt="2022-09-20T07:49:23.894" v="955" actId="20577"/>
          <ac:spMkLst>
            <pc:docMk/>
            <pc:sldMk cId="1173176202" sldId="329"/>
            <ac:spMk id="3" creationId="{BA52B637-13B8-5EC2-15FD-45A3263D18A7}"/>
          </ac:spMkLst>
        </pc:spChg>
      </pc:sldChg>
      <pc:sldChg chg="addSp delSp modSp add del mod">
        <pc:chgData name="Sara Muneeb" userId="29b624b1-a719-43f5-9b52-388cd4043c04" providerId="ADAL" clId="{92141329-D183-4FBC-A4C5-439AF6D228C3}" dt="2022-09-16T07:10:00.060" v="355" actId="47"/>
        <pc:sldMkLst>
          <pc:docMk/>
          <pc:sldMk cId="1435586374" sldId="329"/>
        </pc:sldMkLst>
        <pc:spChg chg="mod">
          <ac:chgData name="Sara Muneeb" userId="29b624b1-a719-43f5-9b52-388cd4043c04" providerId="ADAL" clId="{92141329-D183-4FBC-A4C5-439AF6D228C3}" dt="2022-09-16T07:07:55.601" v="346" actId="20577"/>
          <ac:spMkLst>
            <pc:docMk/>
            <pc:sldMk cId="1435586374" sldId="329"/>
            <ac:spMk id="2" creationId="{F179785B-A176-DDCB-DB18-75CA37974EDD}"/>
          </ac:spMkLst>
        </pc:spChg>
        <pc:spChg chg="del mod">
          <ac:chgData name="Sara Muneeb" userId="29b624b1-a719-43f5-9b52-388cd4043c04" providerId="ADAL" clId="{92141329-D183-4FBC-A4C5-439AF6D228C3}" dt="2022-09-16T07:08:14.388" v="352" actId="478"/>
          <ac:spMkLst>
            <pc:docMk/>
            <pc:sldMk cId="1435586374" sldId="329"/>
            <ac:spMk id="5" creationId="{2878596E-D272-19F4-5A9B-149009A0A6FD}"/>
          </ac:spMkLst>
        </pc:spChg>
        <pc:spChg chg="add del mod">
          <ac:chgData name="Sara Muneeb" userId="29b624b1-a719-43f5-9b52-388cd4043c04" providerId="ADAL" clId="{92141329-D183-4FBC-A4C5-439AF6D228C3}" dt="2022-09-16T07:08:22.673" v="353" actId="478"/>
          <ac:spMkLst>
            <pc:docMk/>
            <pc:sldMk cId="1435586374" sldId="329"/>
            <ac:spMk id="8" creationId="{ABCBBA9C-0A6D-BFF7-E4AE-C1AFFF2E5CDC}"/>
          </ac:spMkLst>
        </pc:spChg>
        <pc:picChg chg="add mod modCrop">
          <ac:chgData name="Sara Muneeb" userId="29b624b1-a719-43f5-9b52-388cd4043c04" providerId="ADAL" clId="{92141329-D183-4FBC-A4C5-439AF6D228C3}" dt="2022-09-16T07:08:26.558" v="354" actId="1076"/>
          <ac:picMkLst>
            <pc:docMk/>
            <pc:sldMk cId="1435586374" sldId="329"/>
            <ac:picMk id="4" creationId="{79CF9ABD-D0E8-2405-6B19-34FF752677C0}"/>
          </ac:picMkLst>
        </pc:picChg>
        <pc:picChg chg="del">
          <ac:chgData name="Sara Muneeb" userId="29b624b1-a719-43f5-9b52-388cd4043c04" providerId="ADAL" clId="{92141329-D183-4FBC-A4C5-439AF6D228C3}" dt="2022-09-16T07:06:58.369" v="336" actId="478"/>
          <ac:picMkLst>
            <pc:docMk/>
            <pc:sldMk cId="1435586374" sldId="329"/>
            <ac:picMk id="7" creationId="{DCE5FA98-5C2B-FFAD-79A5-D94C35222C1A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07:46:24.550" v="624" actId="20577"/>
        <pc:sldMkLst>
          <pc:docMk/>
          <pc:sldMk cId="1433651122" sldId="330"/>
        </pc:sldMkLst>
        <pc:spChg chg="mod">
          <ac:chgData name="Sara Muneeb" userId="29b624b1-a719-43f5-9b52-388cd4043c04" providerId="ADAL" clId="{92141329-D183-4FBC-A4C5-439AF6D228C3}" dt="2022-09-20T07:44:20.241" v="472" actId="20577"/>
          <ac:spMkLst>
            <pc:docMk/>
            <pc:sldMk cId="1433651122" sldId="330"/>
            <ac:spMk id="2" creationId="{689A22EE-A11B-15A8-1D34-1BDA41314791}"/>
          </ac:spMkLst>
        </pc:spChg>
        <pc:spChg chg="mod">
          <ac:chgData name="Sara Muneeb" userId="29b624b1-a719-43f5-9b52-388cd4043c04" providerId="ADAL" clId="{92141329-D183-4FBC-A4C5-439AF6D228C3}" dt="2022-09-20T07:46:24.550" v="624" actId="20577"/>
          <ac:spMkLst>
            <pc:docMk/>
            <pc:sldMk cId="1433651122" sldId="330"/>
            <ac:spMk id="3" creationId="{CCB56200-F85F-9EF1-4E29-2E37615AE7B7}"/>
          </ac:spMkLst>
        </pc:spChg>
        <pc:spChg chg="add del">
          <ac:chgData name="Sara Muneeb" userId="29b624b1-a719-43f5-9b52-388cd4043c04" providerId="ADAL" clId="{92141329-D183-4FBC-A4C5-439AF6D228C3}" dt="2022-09-20T07:44:29.002" v="475"/>
          <ac:spMkLst>
            <pc:docMk/>
            <pc:sldMk cId="1433651122" sldId="330"/>
            <ac:spMk id="4" creationId="{AC6B89B9-3C10-A069-2100-4CCC62AA8C29}"/>
          </ac:spMkLst>
        </pc:spChg>
        <pc:spChg chg="add del">
          <ac:chgData name="Sara Muneeb" userId="29b624b1-a719-43f5-9b52-388cd4043c04" providerId="ADAL" clId="{92141329-D183-4FBC-A4C5-439AF6D228C3}" dt="2022-09-20T07:44:30.924" v="477"/>
          <ac:spMkLst>
            <pc:docMk/>
            <pc:sldMk cId="1433651122" sldId="330"/>
            <ac:spMk id="5" creationId="{297D3361-211F-914C-C149-4C6AED4F9457}"/>
          </ac:spMkLst>
        </pc:spChg>
        <pc:picChg chg="add mod">
          <ac:chgData name="Sara Muneeb" userId="29b624b1-a719-43f5-9b52-388cd4043c04" providerId="ADAL" clId="{92141329-D183-4FBC-A4C5-439AF6D228C3}" dt="2022-09-20T07:45:15.320" v="486" actId="1076"/>
          <ac:picMkLst>
            <pc:docMk/>
            <pc:sldMk cId="1433651122" sldId="330"/>
            <ac:picMk id="1030" creationId="{944CCECF-E549-1B1E-34A9-835FEA068939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07:49:56.187" v="966" actId="20577"/>
        <pc:sldMkLst>
          <pc:docMk/>
          <pc:sldMk cId="2587233225" sldId="331"/>
        </pc:sldMkLst>
        <pc:spChg chg="mod">
          <ac:chgData name="Sara Muneeb" userId="29b624b1-a719-43f5-9b52-388cd4043c04" providerId="ADAL" clId="{92141329-D183-4FBC-A4C5-439AF6D228C3}" dt="2022-09-20T07:49:56.187" v="966" actId="20577"/>
          <ac:spMkLst>
            <pc:docMk/>
            <pc:sldMk cId="2587233225" sldId="331"/>
            <ac:spMk id="2" creationId="{0F15E68A-4FFE-3FC7-7496-2519F17B4BB3}"/>
          </ac:spMkLst>
        </pc:spChg>
        <pc:spChg chg="del">
          <ac:chgData name="Sara Muneeb" userId="29b624b1-a719-43f5-9b52-388cd4043c04" providerId="ADAL" clId="{92141329-D183-4FBC-A4C5-439AF6D228C3}" dt="2022-09-20T07:49:52.156" v="957" actId="22"/>
          <ac:spMkLst>
            <pc:docMk/>
            <pc:sldMk cId="2587233225" sldId="331"/>
            <ac:spMk id="3" creationId="{D21FD7D0-AD2E-D5D6-56AE-D8D5F35111EE}"/>
          </ac:spMkLst>
        </pc:spChg>
        <pc:picChg chg="add mod ord">
          <ac:chgData name="Sara Muneeb" userId="29b624b1-a719-43f5-9b52-388cd4043c04" providerId="ADAL" clId="{92141329-D183-4FBC-A4C5-439AF6D228C3}" dt="2022-09-20T07:49:52.156" v="957" actId="22"/>
          <ac:picMkLst>
            <pc:docMk/>
            <pc:sldMk cId="2587233225" sldId="331"/>
            <ac:picMk id="5" creationId="{D0A2FAB4-5020-2534-4617-FAA48B2D747F}"/>
          </ac:picMkLst>
        </pc:picChg>
      </pc:sldChg>
      <pc:sldChg chg="addSp modSp new mod ord">
        <pc:chgData name="Sara Muneeb" userId="29b624b1-a719-43f5-9b52-388cd4043c04" providerId="ADAL" clId="{92141329-D183-4FBC-A4C5-439AF6D228C3}" dt="2022-09-20T09:27:26.277" v="1152"/>
        <pc:sldMkLst>
          <pc:docMk/>
          <pc:sldMk cId="3656189529" sldId="332"/>
        </pc:sldMkLst>
        <pc:spChg chg="mod">
          <ac:chgData name="Sara Muneeb" userId="29b624b1-a719-43f5-9b52-388cd4043c04" providerId="ADAL" clId="{92141329-D183-4FBC-A4C5-439AF6D228C3}" dt="2022-09-20T07:53:37.766" v="1015" actId="27636"/>
          <ac:spMkLst>
            <pc:docMk/>
            <pc:sldMk cId="3656189529" sldId="332"/>
            <ac:spMk id="2" creationId="{A7089CE4-83AB-4B6E-F6DB-0095F1F070FC}"/>
          </ac:spMkLst>
        </pc:spChg>
        <pc:spChg chg="mod">
          <ac:chgData name="Sara Muneeb" userId="29b624b1-a719-43f5-9b52-388cd4043c04" providerId="ADAL" clId="{92141329-D183-4FBC-A4C5-439AF6D228C3}" dt="2022-09-20T07:56:02.647" v="1142" actId="14100"/>
          <ac:spMkLst>
            <pc:docMk/>
            <pc:sldMk cId="3656189529" sldId="332"/>
            <ac:spMk id="3" creationId="{2354554A-AF46-74C4-F424-4EA44033ECE5}"/>
          </ac:spMkLst>
        </pc:spChg>
        <pc:picChg chg="add mod">
          <ac:chgData name="Sara Muneeb" userId="29b624b1-a719-43f5-9b52-388cd4043c04" providerId="ADAL" clId="{92141329-D183-4FBC-A4C5-439AF6D228C3}" dt="2022-09-20T07:56:10.398" v="1146" actId="1076"/>
          <ac:picMkLst>
            <pc:docMk/>
            <pc:sldMk cId="3656189529" sldId="332"/>
            <ac:picMk id="5" creationId="{3B33B934-6063-D471-CF48-18F5739110DD}"/>
          </ac:picMkLst>
        </pc:picChg>
        <pc:picChg chg="add mod">
          <ac:chgData name="Sara Muneeb" userId="29b624b1-a719-43f5-9b52-388cd4043c04" providerId="ADAL" clId="{92141329-D183-4FBC-A4C5-439AF6D228C3}" dt="2022-09-20T07:56:52.024" v="1150" actId="1076"/>
          <ac:picMkLst>
            <pc:docMk/>
            <pc:sldMk cId="3656189529" sldId="332"/>
            <ac:picMk id="7" creationId="{3E5E93D6-3197-BE03-C330-7391040045EC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09:42:06.904" v="1582" actId="1076"/>
        <pc:sldMkLst>
          <pc:docMk/>
          <pc:sldMk cId="1294312690" sldId="333"/>
        </pc:sldMkLst>
        <pc:spChg chg="mod">
          <ac:chgData name="Sara Muneeb" userId="29b624b1-a719-43f5-9b52-388cd4043c04" providerId="ADAL" clId="{92141329-D183-4FBC-A4C5-439AF6D228C3}" dt="2022-09-20T09:27:57.037" v="1207" actId="20577"/>
          <ac:spMkLst>
            <pc:docMk/>
            <pc:sldMk cId="1294312690" sldId="333"/>
            <ac:spMk id="2" creationId="{37EBA506-1115-E849-9140-6FC9CE316C27}"/>
          </ac:spMkLst>
        </pc:spChg>
        <pc:spChg chg="mod">
          <ac:chgData name="Sara Muneeb" userId="29b624b1-a719-43f5-9b52-388cd4043c04" providerId="ADAL" clId="{92141329-D183-4FBC-A4C5-439AF6D228C3}" dt="2022-09-20T09:41:23.462" v="1577" actId="14100"/>
          <ac:spMkLst>
            <pc:docMk/>
            <pc:sldMk cId="1294312690" sldId="333"/>
            <ac:spMk id="3" creationId="{18FCFAE7-9E9D-5303-F511-5B9984654030}"/>
          </ac:spMkLst>
        </pc:spChg>
        <pc:picChg chg="add del mod">
          <ac:chgData name="Sara Muneeb" userId="29b624b1-a719-43f5-9b52-388cd4043c04" providerId="ADAL" clId="{92141329-D183-4FBC-A4C5-439AF6D228C3}" dt="2022-09-20T09:40:51.473" v="1564" actId="478"/>
          <ac:picMkLst>
            <pc:docMk/>
            <pc:sldMk cId="1294312690" sldId="333"/>
            <ac:picMk id="2050" creationId="{33F660FB-7A11-6627-ACEE-256976DCAF1C}"/>
          </ac:picMkLst>
        </pc:picChg>
        <pc:picChg chg="add del mod">
          <ac:chgData name="Sara Muneeb" userId="29b624b1-a719-43f5-9b52-388cd4043c04" providerId="ADAL" clId="{92141329-D183-4FBC-A4C5-439AF6D228C3}" dt="2022-09-20T09:41:57.935" v="1579" actId="478"/>
          <ac:picMkLst>
            <pc:docMk/>
            <pc:sldMk cId="1294312690" sldId="333"/>
            <ac:picMk id="2052" creationId="{0BCE4C20-A7FC-8CD6-0F80-01B3EB59716E}"/>
          </ac:picMkLst>
        </pc:picChg>
        <pc:picChg chg="add mod">
          <ac:chgData name="Sara Muneeb" userId="29b624b1-a719-43f5-9b52-388cd4043c04" providerId="ADAL" clId="{92141329-D183-4FBC-A4C5-439AF6D228C3}" dt="2022-09-20T09:42:06.904" v="1582" actId="1076"/>
          <ac:picMkLst>
            <pc:docMk/>
            <pc:sldMk cId="1294312690" sldId="333"/>
            <ac:picMk id="2054" creationId="{A1267D3B-FA3D-45BD-1196-CA094C33125C}"/>
          </ac:picMkLst>
        </pc:picChg>
      </pc:sldChg>
      <pc:sldChg chg="modSp new mod">
        <pc:chgData name="Sara Muneeb" userId="29b624b1-a719-43f5-9b52-388cd4043c04" providerId="ADAL" clId="{92141329-D183-4FBC-A4C5-439AF6D228C3}" dt="2022-09-20T09:51:46.192" v="1759" actId="5793"/>
        <pc:sldMkLst>
          <pc:docMk/>
          <pc:sldMk cId="3683615567" sldId="334"/>
        </pc:sldMkLst>
        <pc:spChg chg="mod">
          <ac:chgData name="Sara Muneeb" userId="29b624b1-a719-43f5-9b52-388cd4043c04" providerId="ADAL" clId="{92141329-D183-4FBC-A4C5-439AF6D228C3}" dt="2022-09-20T09:47:50.960" v="1626" actId="5793"/>
          <ac:spMkLst>
            <pc:docMk/>
            <pc:sldMk cId="3683615567" sldId="334"/>
            <ac:spMk id="2" creationId="{B6C1EA50-2597-CC61-D702-5D450B3085E3}"/>
          </ac:spMkLst>
        </pc:spChg>
        <pc:spChg chg="mod">
          <ac:chgData name="Sara Muneeb" userId="29b624b1-a719-43f5-9b52-388cd4043c04" providerId="ADAL" clId="{92141329-D183-4FBC-A4C5-439AF6D228C3}" dt="2022-09-20T09:51:46.192" v="1759" actId="5793"/>
          <ac:spMkLst>
            <pc:docMk/>
            <pc:sldMk cId="3683615567" sldId="334"/>
            <ac:spMk id="3" creationId="{8566D90D-7F41-A7E9-0454-24D0EA3C32A5}"/>
          </ac:spMkLst>
        </pc:spChg>
      </pc:sldChg>
      <pc:sldChg chg="addSp delSp modSp new mod">
        <pc:chgData name="Sara Muneeb" userId="29b624b1-a719-43f5-9b52-388cd4043c04" providerId="ADAL" clId="{92141329-D183-4FBC-A4C5-439AF6D228C3}" dt="2022-09-20T10:58:47.447" v="3175" actId="1076"/>
        <pc:sldMkLst>
          <pc:docMk/>
          <pc:sldMk cId="1806673627" sldId="335"/>
        </pc:sldMkLst>
        <pc:spChg chg="mod">
          <ac:chgData name="Sara Muneeb" userId="29b624b1-a719-43f5-9b52-388cd4043c04" providerId="ADAL" clId="{92141329-D183-4FBC-A4C5-439AF6D228C3}" dt="2022-09-20T09:52:55.384" v="1783" actId="20577"/>
          <ac:spMkLst>
            <pc:docMk/>
            <pc:sldMk cId="1806673627" sldId="335"/>
            <ac:spMk id="2" creationId="{9709A2C2-01E4-E881-3D92-25B0226CD81E}"/>
          </ac:spMkLst>
        </pc:spChg>
        <pc:spChg chg="mod">
          <ac:chgData name="Sara Muneeb" userId="29b624b1-a719-43f5-9b52-388cd4043c04" providerId="ADAL" clId="{92141329-D183-4FBC-A4C5-439AF6D228C3}" dt="2022-09-20T10:02:09.120" v="1924" actId="404"/>
          <ac:spMkLst>
            <pc:docMk/>
            <pc:sldMk cId="1806673627" sldId="335"/>
            <ac:spMk id="3" creationId="{6B00B34D-70C3-8708-10C0-7169620B05B6}"/>
          </ac:spMkLst>
        </pc:spChg>
        <pc:picChg chg="add mod">
          <ac:chgData name="Sara Muneeb" userId="29b624b1-a719-43f5-9b52-388cd4043c04" providerId="ADAL" clId="{92141329-D183-4FBC-A4C5-439AF6D228C3}" dt="2022-09-20T10:58:47.447" v="3175" actId="1076"/>
          <ac:picMkLst>
            <pc:docMk/>
            <pc:sldMk cId="1806673627" sldId="335"/>
            <ac:picMk id="5" creationId="{0EABEC08-433A-B23D-EAA4-F2FD2942655B}"/>
          </ac:picMkLst>
        </pc:picChg>
        <pc:picChg chg="add del mod">
          <ac:chgData name="Sara Muneeb" userId="29b624b1-a719-43f5-9b52-388cd4043c04" providerId="ADAL" clId="{92141329-D183-4FBC-A4C5-439AF6D228C3}" dt="2022-09-20T10:03:16.466" v="1926" actId="21"/>
          <ac:picMkLst>
            <pc:docMk/>
            <pc:sldMk cId="1806673627" sldId="335"/>
            <ac:picMk id="3074" creationId="{CCD26A6B-A06D-43A2-0D4D-38FD5731543C}"/>
          </ac:picMkLst>
        </pc:picChg>
        <pc:picChg chg="add del">
          <ac:chgData name="Sara Muneeb" userId="29b624b1-a719-43f5-9b52-388cd4043c04" providerId="ADAL" clId="{92141329-D183-4FBC-A4C5-439AF6D228C3}" dt="2022-09-20T10:56:00.525" v="3172"/>
          <ac:picMkLst>
            <pc:docMk/>
            <pc:sldMk cId="1806673627" sldId="335"/>
            <ac:picMk id="3076" creationId="{60274E42-E4E6-D04B-DB03-23D5C02B7579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55:01.843" v="3170" actId="20577"/>
        <pc:sldMkLst>
          <pc:docMk/>
          <pc:sldMk cId="870626910" sldId="336"/>
        </pc:sldMkLst>
        <pc:spChg chg="mod">
          <ac:chgData name="Sara Muneeb" userId="29b624b1-a719-43f5-9b52-388cd4043c04" providerId="ADAL" clId="{92141329-D183-4FBC-A4C5-439AF6D228C3}" dt="2022-09-20T10:55:01.843" v="3170" actId="20577"/>
          <ac:spMkLst>
            <pc:docMk/>
            <pc:sldMk cId="870626910" sldId="336"/>
            <ac:spMk id="2" creationId="{D33AEF62-9209-F518-142E-11A7F925336F}"/>
          </ac:spMkLst>
        </pc:spChg>
        <pc:spChg chg="del">
          <ac:chgData name="Sara Muneeb" userId="29b624b1-a719-43f5-9b52-388cd4043c04" providerId="ADAL" clId="{92141329-D183-4FBC-A4C5-439AF6D228C3}" dt="2022-09-20T10:03:26.072" v="1946"/>
          <ac:spMkLst>
            <pc:docMk/>
            <pc:sldMk cId="870626910" sldId="336"/>
            <ac:spMk id="3" creationId="{EC2592A8-F1B1-0B67-E565-4508681A9F0F}"/>
          </ac:spMkLst>
        </pc:spChg>
        <pc:spChg chg="add mod">
          <ac:chgData name="Sara Muneeb" userId="29b624b1-a719-43f5-9b52-388cd4043c04" providerId="ADAL" clId="{92141329-D183-4FBC-A4C5-439AF6D228C3}" dt="2022-09-20T10:07:03.926" v="2036" actId="20577"/>
          <ac:spMkLst>
            <pc:docMk/>
            <pc:sldMk cId="870626910" sldId="336"/>
            <ac:spMk id="5" creationId="{368C4344-354F-3557-4EBE-28230A06687B}"/>
          </ac:spMkLst>
        </pc:spChg>
        <pc:picChg chg="add del mod">
          <ac:chgData name="Sara Muneeb" userId="29b624b1-a719-43f5-9b52-388cd4043c04" providerId="ADAL" clId="{92141329-D183-4FBC-A4C5-439AF6D228C3}" dt="2022-09-20T10:03:41.010" v="1949" actId="21"/>
          <ac:picMkLst>
            <pc:docMk/>
            <pc:sldMk cId="870626910" sldId="336"/>
            <ac:picMk id="4" creationId="{DE5A3614-1AA5-7ACF-9577-27B62E766911}"/>
          </ac:picMkLst>
        </pc:picChg>
        <pc:picChg chg="add mod">
          <ac:chgData name="Sara Muneeb" userId="29b624b1-a719-43f5-9b52-388cd4043c04" providerId="ADAL" clId="{92141329-D183-4FBC-A4C5-439AF6D228C3}" dt="2022-09-20T10:07:13.842" v="2039" actId="1076"/>
          <ac:picMkLst>
            <pc:docMk/>
            <pc:sldMk cId="870626910" sldId="336"/>
            <ac:picMk id="6" creationId="{0338BBE2-F83E-55D3-EECC-5C8C2FAA5333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19:39.193" v="2094" actId="22"/>
        <pc:sldMkLst>
          <pc:docMk/>
          <pc:sldMk cId="3996656312" sldId="337"/>
        </pc:sldMkLst>
        <pc:spChg chg="mod">
          <ac:chgData name="Sara Muneeb" userId="29b624b1-a719-43f5-9b52-388cd4043c04" providerId="ADAL" clId="{92141329-D183-4FBC-A4C5-439AF6D228C3}" dt="2022-09-20T10:19:23.088" v="2093" actId="20577"/>
          <ac:spMkLst>
            <pc:docMk/>
            <pc:sldMk cId="3996656312" sldId="337"/>
            <ac:spMk id="2" creationId="{15802917-C059-1CBE-C968-23FC25CBBC5D}"/>
          </ac:spMkLst>
        </pc:spChg>
        <pc:spChg chg="del">
          <ac:chgData name="Sara Muneeb" userId="29b624b1-a719-43f5-9b52-388cd4043c04" providerId="ADAL" clId="{92141329-D183-4FBC-A4C5-439AF6D228C3}" dt="2022-09-20T10:19:39.193" v="2094" actId="22"/>
          <ac:spMkLst>
            <pc:docMk/>
            <pc:sldMk cId="3996656312" sldId="337"/>
            <ac:spMk id="3" creationId="{DCC9BCED-759D-B9ED-6C4D-1BE99A741B1B}"/>
          </ac:spMkLst>
        </pc:spChg>
        <pc:picChg chg="add mod ord">
          <ac:chgData name="Sara Muneeb" userId="29b624b1-a719-43f5-9b52-388cd4043c04" providerId="ADAL" clId="{92141329-D183-4FBC-A4C5-439AF6D228C3}" dt="2022-09-20T10:19:39.193" v="2094" actId="22"/>
          <ac:picMkLst>
            <pc:docMk/>
            <pc:sldMk cId="3996656312" sldId="337"/>
            <ac:picMk id="5" creationId="{848AF5C7-73F4-A5DC-5686-B90D20B524D3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22:13.198" v="2120" actId="1076"/>
        <pc:sldMkLst>
          <pc:docMk/>
          <pc:sldMk cId="2893404186" sldId="338"/>
        </pc:sldMkLst>
        <pc:spChg chg="mod">
          <ac:chgData name="Sara Muneeb" userId="29b624b1-a719-43f5-9b52-388cd4043c04" providerId="ADAL" clId="{92141329-D183-4FBC-A4C5-439AF6D228C3}" dt="2022-09-20T10:21:31.656" v="2115" actId="20577"/>
          <ac:spMkLst>
            <pc:docMk/>
            <pc:sldMk cId="2893404186" sldId="338"/>
            <ac:spMk id="2" creationId="{25DC55D6-B891-8DA4-2F65-581F39D27C65}"/>
          </ac:spMkLst>
        </pc:spChg>
        <pc:spChg chg="del">
          <ac:chgData name="Sara Muneeb" userId="29b624b1-a719-43f5-9b52-388cd4043c04" providerId="ADAL" clId="{92141329-D183-4FBC-A4C5-439AF6D228C3}" dt="2022-09-20T10:21:33.029" v="2116" actId="22"/>
          <ac:spMkLst>
            <pc:docMk/>
            <pc:sldMk cId="2893404186" sldId="338"/>
            <ac:spMk id="3" creationId="{3D716459-D230-2F7B-BCE4-D2E4FA10FDBC}"/>
          </ac:spMkLst>
        </pc:spChg>
        <pc:picChg chg="add mod ord">
          <ac:chgData name="Sara Muneeb" userId="29b624b1-a719-43f5-9b52-388cd4043c04" providerId="ADAL" clId="{92141329-D183-4FBC-A4C5-439AF6D228C3}" dt="2022-09-20T10:22:02.091" v="2117" actId="1076"/>
          <ac:picMkLst>
            <pc:docMk/>
            <pc:sldMk cId="2893404186" sldId="338"/>
            <ac:picMk id="5" creationId="{34369BDA-B575-EBEA-205F-2FA8EA916507}"/>
          </ac:picMkLst>
        </pc:picChg>
        <pc:picChg chg="add mod">
          <ac:chgData name="Sara Muneeb" userId="29b624b1-a719-43f5-9b52-388cd4043c04" providerId="ADAL" clId="{92141329-D183-4FBC-A4C5-439AF6D228C3}" dt="2022-09-20T10:22:13.198" v="2120" actId="1076"/>
          <ac:picMkLst>
            <pc:docMk/>
            <pc:sldMk cId="2893404186" sldId="338"/>
            <ac:picMk id="4098" creationId="{BFB52048-2502-42EF-F2DE-B1F4D64E5610}"/>
          </ac:picMkLst>
        </pc:picChg>
      </pc:sldChg>
      <pc:sldChg chg="addSp modSp new mod">
        <pc:chgData name="Sara Muneeb" userId="29b624b1-a719-43f5-9b52-388cd4043c04" providerId="ADAL" clId="{92141329-D183-4FBC-A4C5-439AF6D228C3}" dt="2022-09-20T10:35:52.505" v="2592" actId="1076"/>
        <pc:sldMkLst>
          <pc:docMk/>
          <pc:sldMk cId="2809689417" sldId="339"/>
        </pc:sldMkLst>
        <pc:spChg chg="mod">
          <ac:chgData name="Sara Muneeb" userId="29b624b1-a719-43f5-9b52-388cd4043c04" providerId="ADAL" clId="{92141329-D183-4FBC-A4C5-439AF6D228C3}" dt="2022-09-20T10:24:17.653" v="2158" actId="313"/>
          <ac:spMkLst>
            <pc:docMk/>
            <pc:sldMk cId="2809689417" sldId="339"/>
            <ac:spMk id="2" creationId="{0DCB69A6-22CE-0B31-515F-05D1F2D4B790}"/>
          </ac:spMkLst>
        </pc:spChg>
        <pc:spChg chg="mod">
          <ac:chgData name="Sara Muneeb" userId="29b624b1-a719-43f5-9b52-388cd4043c04" providerId="ADAL" clId="{92141329-D183-4FBC-A4C5-439AF6D228C3}" dt="2022-09-20T10:34:05.824" v="2586" actId="20577"/>
          <ac:spMkLst>
            <pc:docMk/>
            <pc:sldMk cId="2809689417" sldId="339"/>
            <ac:spMk id="3" creationId="{1DC6DC6E-BF4F-757D-4F69-DCCC1D60AF27}"/>
          </ac:spMkLst>
        </pc:spChg>
        <pc:picChg chg="add mod">
          <ac:chgData name="Sara Muneeb" userId="29b624b1-a719-43f5-9b52-388cd4043c04" providerId="ADAL" clId="{92141329-D183-4FBC-A4C5-439AF6D228C3}" dt="2022-09-20T10:35:52.505" v="2592" actId="1076"/>
          <ac:picMkLst>
            <pc:docMk/>
            <pc:sldMk cId="2809689417" sldId="339"/>
            <ac:picMk id="4" creationId="{45565110-6733-684A-1196-53921C08A1DF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30:00.583" v="2351" actId="1076"/>
        <pc:sldMkLst>
          <pc:docMk/>
          <pc:sldMk cId="261300321" sldId="340"/>
        </pc:sldMkLst>
        <pc:spChg chg="mod">
          <ac:chgData name="Sara Muneeb" userId="29b624b1-a719-43f5-9b52-388cd4043c04" providerId="ADAL" clId="{92141329-D183-4FBC-A4C5-439AF6D228C3}" dt="2022-09-20T10:25:07.727" v="2177" actId="20577"/>
          <ac:spMkLst>
            <pc:docMk/>
            <pc:sldMk cId="261300321" sldId="340"/>
            <ac:spMk id="2" creationId="{B3018C1A-0EDB-1A28-DF44-A8867FE0F73E}"/>
          </ac:spMkLst>
        </pc:spChg>
        <pc:spChg chg="add del mod">
          <ac:chgData name="Sara Muneeb" userId="29b624b1-a719-43f5-9b52-388cd4043c04" providerId="ADAL" clId="{92141329-D183-4FBC-A4C5-439AF6D228C3}" dt="2022-09-20T10:28:15.791" v="2347" actId="478"/>
          <ac:spMkLst>
            <pc:docMk/>
            <pc:sldMk cId="261300321" sldId="340"/>
            <ac:spMk id="3" creationId="{121FC800-4093-A9B5-D735-B456BC09F43B}"/>
          </ac:spMkLst>
        </pc:spChg>
        <pc:spChg chg="add del">
          <ac:chgData name="Sara Muneeb" userId="29b624b1-a719-43f5-9b52-388cd4043c04" providerId="ADAL" clId="{92141329-D183-4FBC-A4C5-439AF6D228C3}" dt="2022-09-20T10:28:19.340" v="2348" actId="478"/>
          <ac:spMkLst>
            <pc:docMk/>
            <pc:sldMk cId="261300321" sldId="340"/>
            <ac:spMk id="4" creationId="{95889AB9-01A6-4216-EEC2-322BC461ABDC}"/>
          </ac:spMkLst>
        </pc:spChg>
        <pc:spChg chg="add del mod">
          <ac:chgData name="Sara Muneeb" userId="29b624b1-a719-43f5-9b52-388cd4043c04" providerId="ADAL" clId="{92141329-D183-4FBC-A4C5-439AF6D228C3}" dt="2022-09-20T10:28:15.791" v="2347" actId="478"/>
          <ac:spMkLst>
            <pc:docMk/>
            <pc:sldMk cId="261300321" sldId="340"/>
            <ac:spMk id="5" creationId="{4E30E5A0-8A21-4A2D-E3E1-44F682E9D8BB}"/>
          </ac:spMkLst>
        </pc:spChg>
        <pc:spChg chg="add del">
          <ac:chgData name="Sara Muneeb" userId="29b624b1-a719-43f5-9b52-388cd4043c04" providerId="ADAL" clId="{92141329-D183-4FBC-A4C5-439AF6D228C3}" dt="2022-09-20T10:28:12.635" v="2346"/>
          <ac:spMkLst>
            <pc:docMk/>
            <pc:sldMk cId="261300321" sldId="340"/>
            <ac:spMk id="6" creationId="{696CEE10-D7E0-F33C-142F-DC78B126998D}"/>
          </ac:spMkLst>
        </pc:spChg>
        <pc:picChg chg="add mod">
          <ac:chgData name="Sara Muneeb" userId="29b624b1-a719-43f5-9b52-388cd4043c04" providerId="ADAL" clId="{92141329-D183-4FBC-A4C5-439AF6D228C3}" dt="2022-09-20T10:30:00.583" v="2351" actId="1076"/>
          <ac:picMkLst>
            <pc:docMk/>
            <pc:sldMk cId="261300321" sldId="340"/>
            <ac:picMk id="8" creationId="{CD8DD77A-9226-0B6B-36E3-AD9CEAA9E99E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43:02.984" v="2854" actId="1076"/>
        <pc:sldMkLst>
          <pc:docMk/>
          <pc:sldMk cId="2581040809" sldId="341"/>
        </pc:sldMkLst>
        <pc:spChg chg="mod">
          <ac:chgData name="Sara Muneeb" userId="29b624b1-a719-43f5-9b52-388cd4043c04" providerId="ADAL" clId="{92141329-D183-4FBC-A4C5-439AF6D228C3}" dt="2022-09-20T10:36:13.813" v="2622" actId="20577"/>
          <ac:spMkLst>
            <pc:docMk/>
            <pc:sldMk cId="2581040809" sldId="341"/>
            <ac:spMk id="2" creationId="{2BD5DE3D-B1E9-3B54-0F32-02A3216B38B4}"/>
          </ac:spMkLst>
        </pc:spChg>
        <pc:spChg chg="add del mod">
          <ac:chgData name="Sara Muneeb" userId="29b624b1-a719-43f5-9b52-388cd4043c04" providerId="ADAL" clId="{92141329-D183-4FBC-A4C5-439AF6D228C3}" dt="2022-09-20T10:40:48.051" v="2815" actId="21"/>
          <ac:spMkLst>
            <pc:docMk/>
            <pc:sldMk cId="2581040809" sldId="341"/>
            <ac:spMk id="3" creationId="{7F4FF126-C435-AB22-FD5B-E474C9C7D677}"/>
          </ac:spMkLst>
        </pc:spChg>
        <pc:spChg chg="add del mod">
          <ac:chgData name="Sara Muneeb" userId="29b624b1-a719-43f5-9b52-388cd4043c04" providerId="ADAL" clId="{92141329-D183-4FBC-A4C5-439AF6D228C3}" dt="2022-09-20T10:40:48.051" v="2815" actId="21"/>
          <ac:spMkLst>
            <pc:docMk/>
            <pc:sldMk cId="2581040809" sldId="341"/>
            <ac:spMk id="6" creationId="{5B9B260E-0BC5-5957-1C7B-36FD95B9D008}"/>
          </ac:spMkLst>
        </pc:spChg>
        <pc:spChg chg="add del mod">
          <ac:chgData name="Sara Muneeb" userId="29b624b1-a719-43f5-9b52-388cd4043c04" providerId="ADAL" clId="{92141329-D183-4FBC-A4C5-439AF6D228C3}" dt="2022-09-20T10:40:55.145" v="2821"/>
          <ac:spMkLst>
            <pc:docMk/>
            <pc:sldMk cId="2581040809" sldId="341"/>
            <ac:spMk id="7" creationId="{B6A71F52-2370-BA1B-E7B1-34B603CEBFB2}"/>
          </ac:spMkLst>
        </pc:spChg>
        <pc:spChg chg="add mod">
          <ac:chgData name="Sara Muneeb" userId="29b624b1-a719-43f5-9b52-388cd4043c04" providerId="ADAL" clId="{92141329-D183-4FBC-A4C5-439AF6D228C3}" dt="2022-09-20T10:40:57.263" v="2822"/>
          <ac:spMkLst>
            <pc:docMk/>
            <pc:sldMk cId="2581040809" sldId="341"/>
            <ac:spMk id="9" creationId="{978A52FE-AAA0-45FD-107B-C7D71C61E607}"/>
          </ac:spMkLst>
        </pc:spChg>
        <pc:picChg chg="add del">
          <ac:chgData name="Sara Muneeb" userId="29b624b1-a719-43f5-9b52-388cd4043c04" providerId="ADAL" clId="{92141329-D183-4FBC-A4C5-439AF6D228C3}" dt="2022-09-20T10:35:44.243" v="2589" actId="21"/>
          <ac:picMkLst>
            <pc:docMk/>
            <pc:sldMk cId="2581040809" sldId="341"/>
            <ac:picMk id="5" creationId="{FC9E616A-244C-7EFD-2674-46B68F017A8A}"/>
          </ac:picMkLst>
        </pc:picChg>
        <pc:picChg chg="add del mod">
          <ac:chgData name="Sara Muneeb" userId="29b624b1-a719-43f5-9b52-388cd4043c04" providerId="ADAL" clId="{92141329-D183-4FBC-A4C5-439AF6D228C3}" dt="2022-09-20T10:40:55.145" v="2821"/>
          <ac:picMkLst>
            <pc:docMk/>
            <pc:sldMk cId="2581040809" sldId="341"/>
            <ac:picMk id="8" creationId="{1F482937-6B30-0703-7C0E-22390482D384}"/>
          </ac:picMkLst>
        </pc:picChg>
        <pc:picChg chg="add mod">
          <ac:chgData name="Sara Muneeb" userId="29b624b1-a719-43f5-9b52-388cd4043c04" providerId="ADAL" clId="{92141329-D183-4FBC-A4C5-439AF6D228C3}" dt="2022-09-20T10:42:48.313" v="2848" actId="1076"/>
          <ac:picMkLst>
            <pc:docMk/>
            <pc:sldMk cId="2581040809" sldId="341"/>
            <ac:picMk id="10" creationId="{E86B8B60-7FF3-9EC1-CF8C-9FB3CCAC8201}"/>
          </ac:picMkLst>
        </pc:picChg>
        <pc:picChg chg="add del mod">
          <ac:chgData name="Sara Muneeb" userId="29b624b1-a719-43f5-9b52-388cd4043c04" providerId="ADAL" clId="{92141329-D183-4FBC-A4C5-439AF6D228C3}" dt="2022-09-20T10:40:48.463" v="2816"/>
          <ac:picMkLst>
            <pc:docMk/>
            <pc:sldMk cId="2581040809" sldId="341"/>
            <ac:picMk id="7170" creationId="{42496330-70E0-E2ED-3F04-DFAB9B43E18F}"/>
          </ac:picMkLst>
        </pc:picChg>
        <pc:picChg chg="add mod">
          <ac:chgData name="Sara Muneeb" userId="29b624b1-a719-43f5-9b52-388cd4043c04" providerId="ADAL" clId="{92141329-D183-4FBC-A4C5-439AF6D228C3}" dt="2022-09-20T10:43:02.984" v="2854" actId="1076"/>
          <ac:picMkLst>
            <pc:docMk/>
            <pc:sldMk cId="2581040809" sldId="341"/>
            <ac:picMk id="7172" creationId="{C4D4E90F-22A2-2625-C88B-925EB8001657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49:37.469" v="2886" actId="404"/>
        <pc:sldMkLst>
          <pc:docMk/>
          <pc:sldMk cId="2671139842" sldId="342"/>
        </pc:sldMkLst>
        <pc:spChg chg="mod">
          <ac:chgData name="Sara Muneeb" userId="29b624b1-a719-43f5-9b52-388cd4043c04" providerId="ADAL" clId="{92141329-D183-4FBC-A4C5-439AF6D228C3}" dt="2022-09-20T10:45:45.701" v="2871" actId="27636"/>
          <ac:spMkLst>
            <pc:docMk/>
            <pc:sldMk cId="2671139842" sldId="342"/>
            <ac:spMk id="2" creationId="{BA180B9E-C388-6225-6835-1E59416B5C7F}"/>
          </ac:spMkLst>
        </pc:spChg>
        <pc:spChg chg="del">
          <ac:chgData name="Sara Muneeb" userId="29b624b1-a719-43f5-9b52-388cd4043c04" providerId="ADAL" clId="{92141329-D183-4FBC-A4C5-439AF6D228C3}" dt="2022-09-20T10:46:44.783" v="2872"/>
          <ac:spMkLst>
            <pc:docMk/>
            <pc:sldMk cId="2671139842" sldId="342"/>
            <ac:spMk id="3" creationId="{4B647F70-848F-0E62-FC6C-BB9134AED915}"/>
          </ac:spMkLst>
        </pc:spChg>
        <pc:spChg chg="add del mod">
          <ac:chgData name="Sara Muneeb" userId="29b624b1-a719-43f5-9b52-388cd4043c04" providerId="ADAL" clId="{92141329-D183-4FBC-A4C5-439AF6D228C3}" dt="2022-09-20T10:48:08.971" v="2874"/>
          <ac:spMkLst>
            <pc:docMk/>
            <pc:sldMk cId="2671139842" sldId="342"/>
            <ac:spMk id="4" creationId="{DE01DB80-5562-1853-0D35-2E660B33B3CA}"/>
          </ac:spMkLst>
        </pc:spChg>
        <pc:spChg chg="add del mod">
          <ac:chgData name="Sara Muneeb" userId="29b624b1-a719-43f5-9b52-388cd4043c04" providerId="ADAL" clId="{92141329-D183-4FBC-A4C5-439AF6D228C3}" dt="2022-09-20T10:49:03.510" v="2879" actId="478"/>
          <ac:spMkLst>
            <pc:docMk/>
            <pc:sldMk cId="2671139842" sldId="342"/>
            <ac:spMk id="5" creationId="{023E89DC-D282-8793-CE47-4CB68AD3D82B}"/>
          </ac:spMkLst>
        </pc:spChg>
        <pc:spChg chg="add del">
          <ac:chgData name="Sara Muneeb" userId="29b624b1-a719-43f5-9b52-388cd4043c04" providerId="ADAL" clId="{92141329-D183-4FBC-A4C5-439AF6D228C3}" dt="2022-09-20T10:49:03.117" v="2878" actId="22"/>
          <ac:spMkLst>
            <pc:docMk/>
            <pc:sldMk cId="2671139842" sldId="342"/>
            <ac:spMk id="7" creationId="{83416B2C-E0E4-BB4B-8076-08CFF0217B41}"/>
          </ac:spMkLst>
        </pc:spChg>
        <pc:spChg chg="add mod">
          <ac:chgData name="Sara Muneeb" userId="29b624b1-a719-43f5-9b52-388cd4043c04" providerId="ADAL" clId="{92141329-D183-4FBC-A4C5-439AF6D228C3}" dt="2022-09-20T10:49:37.469" v="2886" actId="404"/>
          <ac:spMkLst>
            <pc:docMk/>
            <pc:sldMk cId="2671139842" sldId="342"/>
            <ac:spMk id="9" creationId="{5EFB173D-CC78-5F33-52ED-B50F3D08118D}"/>
          </ac:spMkLst>
        </pc:spChg>
        <pc:picChg chg="add del mod">
          <ac:chgData name="Sara Muneeb" userId="29b624b1-a719-43f5-9b52-388cd4043c04" providerId="ADAL" clId="{92141329-D183-4FBC-A4C5-439AF6D228C3}" dt="2022-09-20T10:46:46.070" v="2873" actId="21"/>
          <ac:picMkLst>
            <pc:docMk/>
            <pc:sldMk cId="2671139842" sldId="342"/>
            <ac:picMk id="8194" creationId="{418BECA1-82A4-82A9-0763-5C55055698B8}"/>
          </ac:picMkLst>
        </pc:picChg>
        <pc:picChg chg="add del mod">
          <ac:chgData name="Sara Muneeb" userId="29b624b1-a719-43f5-9b52-388cd4043c04" providerId="ADAL" clId="{92141329-D183-4FBC-A4C5-439AF6D228C3}" dt="2022-09-20T10:49:11.578" v="2882" actId="1076"/>
          <ac:picMkLst>
            <pc:docMk/>
            <pc:sldMk cId="2671139842" sldId="342"/>
            <ac:picMk id="8196" creationId="{F093AB57-D074-932C-E318-8422878E71DA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53:06.948" v="3000" actId="1076"/>
        <pc:sldMkLst>
          <pc:docMk/>
          <pc:sldMk cId="3207177132" sldId="343"/>
        </pc:sldMkLst>
        <pc:spChg chg="mod">
          <ac:chgData name="Sara Muneeb" userId="29b624b1-a719-43f5-9b52-388cd4043c04" providerId="ADAL" clId="{92141329-D183-4FBC-A4C5-439AF6D228C3}" dt="2022-09-20T10:49:45.581" v="2898" actId="20577"/>
          <ac:spMkLst>
            <pc:docMk/>
            <pc:sldMk cId="3207177132" sldId="343"/>
            <ac:spMk id="2" creationId="{765FB04D-571F-5370-6EF5-2C6F4D4086F4}"/>
          </ac:spMkLst>
        </pc:spChg>
        <pc:spChg chg="del">
          <ac:chgData name="Sara Muneeb" userId="29b624b1-a719-43f5-9b52-388cd4043c04" providerId="ADAL" clId="{92141329-D183-4FBC-A4C5-439AF6D228C3}" dt="2022-09-20T10:50:27.797" v="2899"/>
          <ac:spMkLst>
            <pc:docMk/>
            <pc:sldMk cId="3207177132" sldId="343"/>
            <ac:spMk id="3" creationId="{D821E772-7D21-BDA7-A8BB-AE1B6E971CF2}"/>
          </ac:spMkLst>
        </pc:spChg>
        <pc:spChg chg="add mod">
          <ac:chgData name="Sara Muneeb" userId="29b624b1-a719-43f5-9b52-388cd4043c04" providerId="ADAL" clId="{92141329-D183-4FBC-A4C5-439AF6D228C3}" dt="2022-09-20T10:53:01.259" v="2999" actId="20577"/>
          <ac:spMkLst>
            <pc:docMk/>
            <pc:sldMk cId="3207177132" sldId="343"/>
            <ac:spMk id="4" creationId="{E635A779-07DF-18C8-5D5D-E424B3BA4CA0}"/>
          </ac:spMkLst>
        </pc:spChg>
        <pc:picChg chg="add mod">
          <ac:chgData name="Sara Muneeb" userId="29b624b1-a719-43f5-9b52-388cd4043c04" providerId="ADAL" clId="{92141329-D183-4FBC-A4C5-439AF6D228C3}" dt="2022-09-20T10:53:06.948" v="3000" actId="1076"/>
          <ac:picMkLst>
            <pc:docMk/>
            <pc:sldMk cId="3207177132" sldId="343"/>
            <ac:picMk id="9218" creationId="{F74EFAAB-B8B3-0725-60A1-9D1F625CF6FE}"/>
          </ac:picMkLst>
        </pc:picChg>
      </pc:sldChg>
      <pc:sldChg chg="modSp new mod">
        <pc:chgData name="Sara Muneeb" userId="29b624b1-a719-43f5-9b52-388cd4043c04" providerId="ADAL" clId="{92141329-D183-4FBC-A4C5-439AF6D228C3}" dt="2022-09-20T10:54:41.845" v="3159" actId="5793"/>
        <pc:sldMkLst>
          <pc:docMk/>
          <pc:sldMk cId="1403215134" sldId="344"/>
        </pc:sldMkLst>
        <pc:spChg chg="mod">
          <ac:chgData name="Sara Muneeb" userId="29b624b1-a719-43f5-9b52-388cd4043c04" providerId="ADAL" clId="{92141329-D183-4FBC-A4C5-439AF6D228C3}" dt="2022-09-20T10:53:26.462" v="3038" actId="20577"/>
          <ac:spMkLst>
            <pc:docMk/>
            <pc:sldMk cId="1403215134" sldId="344"/>
            <ac:spMk id="2" creationId="{28C3D7D2-EC1D-4F96-41EA-0BA3DCA3B1A3}"/>
          </ac:spMkLst>
        </pc:spChg>
        <pc:spChg chg="mod">
          <ac:chgData name="Sara Muneeb" userId="29b624b1-a719-43f5-9b52-388cd4043c04" providerId="ADAL" clId="{92141329-D183-4FBC-A4C5-439AF6D228C3}" dt="2022-09-20T10:54:41.845" v="3159" actId="5793"/>
          <ac:spMkLst>
            <pc:docMk/>
            <pc:sldMk cId="1403215134" sldId="344"/>
            <ac:spMk id="3" creationId="{DD4F4A8D-FBBB-33BC-4202-04AA8875C870}"/>
          </ac:spMkLst>
        </pc:spChg>
      </pc:sldChg>
    </pc:docChg>
  </pc:docChgLst>
  <pc:docChgLst>
    <pc:chgData name="Sara Muneeb" userId="29b624b1-a719-43f5-9b52-388cd4043c04" providerId="ADAL" clId="{DB3F8C76-9E84-425C-958D-57243E72E246}"/>
    <pc:docChg chg="undo redo custSel addSld delSld modSld sldOrd">
      <pc:chgData name="Sara Muneeb" userId="29b624b1-a719-43f5-9b52-388cd4043c04" providerId="ADAL" clId="{DB3F8C76-9E84-425C-958D-57243E72E246}" dt="2022-10-05T09:43:51.069" v="4128" actId="20577"/>
      <pc:docMkLst>
        <pc:docMk/>
      </pc:docMkLst>
      <pc:sldChg chg="addSp delSp modSp mod">
        <pc:chgData name="Sara Muneeb" userId="29b624b1-a719-43f5-9b52-388cd4043c04" providerId="ADAL" clId="{DB3F8C76-9E84-425C-958D-57243E72E246}" dt="2022-10-03T07:54:17.662" v="2504" actId="22"/>
        <pc:sldMkLst>
          <pc:docMk/>
          <pc:sldMk cId="2984185032" sldId="256"/>
        </pc:sldMkLst>
        <pc:spChg chg="mod">
          <ac:chgData name="Sara Muneeb" userId="29b624b1-a719-43f5-9b52-388cd4043c04" providerId="ADAL" clId="{DB3F8C76-9E84-425C-958D-57243E72E246}" dt="2022-09-27T04:50:44.953" v="16" actId="20577"/>
          <ac:spMkLst>
            <pc:docMk/>
            <pc:sldMk cId="2984185032" sldId="256"/>
            <ac:spMk id="2" creationId="{00000000-0000-0000-0000-000000000000}"/>
          </ac:spMkLst>
        </pc:spChg>
        <pc:spChg chg="add del">
          <ac:chgData name="Sara Muneeb" userId="29b624b1-a719-43f5-9b52-388cd4043c04" providerId="ADAL" clId="{DB3F8C76-9E84-425C-958D-57243E72E246}" dt="2022-10-03T07:54:17.662" v="2504" actId="22"/>
          <ac:spMkLst>
            <pc:docMk/>
            <pc:sldMk cId="2984185032" sldId="256"/>
            <ac:spMk id="5" creationId="{10F0A209-F952-8584-66C1-21FD3C7CEEF5}"/>
          </ac:spMkLst>
        </pc:spChg>
      </pc:sldChg>
      <pc:sldChg chg="addSp delSp modSp add del mod">
        <pc:chgData name="Sara Muneeb" userId="29b624b1-a719-43f5-9b52-388cd4043c04" providerId="ADAL" clId="{DB3F8C76-9E84-425C-958D-57243E72E246}" dt="2022-09-27T05:08:40.580" v="221" actId="1076"/>
        <pc:sldMkLst>
          <pc:docMk/>
          <pc:sldMk cId="4179302358" sldId="257"/>
        </pc:sldMkLst>
        <pc:spChg chg="mod">
          <ac:chgData name="Sara Muneeb" userId="29b624b1-a719-43f5-9b52-388cd4043c04" providerId="ADAL" clId="{DB3F8C76-9E84-425C-958D-57243E72E246}" dt="2022-09-27T05:05:33.035" v="177" actId="20577"/>
          <ac:spMkLst>
            <pc:docMk/>
            <pc:sldMk cId="4179302358" sldId="257"/>
            <ac:spMk id="2" creationId="{00000000-0000-0000-0000-000000000000}"/>
          </ac:spMkLst>
        </pc:spChg>
        <pc:spChg chg="mod">
          <ac:chgData name="Sara Muneeb" userId="29b624b1-a719-43f5-9b52-388cd4043c04" providerId="ADAL" clId="{DB3F8C76-9E84-425C-958D-57243E72E246}" dt="2022-09-27T05:08:36.504" v="220" actId="404"/>
          <ac:spMkLst>
            <pc:docMk/>
            <pc:sldMk cId="4179302358" sldId="257"/>
            <ac:spMk id="3" creationId="{00000000-0000-0000-0000-000000000000}"/>
          </ac:spMkLst>
        </pc:spChg>
        <pc:picChg chg="add del">
          <ac:chgData name="Sara Muneeb" userId="29b624b1-a719-43f5-9b52-388cd4043c04" providerId="ADAL" clId="{DB3F8C76-9E84-425C-958D-57243E72E246}" dt="2022-09-27T04:56:10.669" v="44" actId="478"/>
          <ac:picMkLst>
            <pc:docMk/>
            <pc:sldMk cId="4179302358" sldId="257"/>
            <ac:picMk id="5" creationId="{76E6F1F1-BB99-4F6B-577E-A83D6140B971}"/>
          </ac:picMkLst>
        </pc:picChg>
        <pc:picChg chg="add mod">
          <ac:chgData name="Sara Muneeb" userId="29b624b1-a719-43f5-9b52-388cd4043c04" providerId="ADAL" clId="{DB3F8C76-9E84-425C-958D-57243E72E246}" dt="2022-09-27T05:08:40.580" v="221" actId="1076"/>
          <ac:picMkLst>
            <pc:docMk/>
            <pc:sldMk cId="4179302358" sldId="257"/>
            <ac:picMk id="2050" creationId="{420C70A2-883E-8127-592B-8623767EC83B}"/>
          </ac:picMkLst>
        </pc:picChg>
      </pc:sldChg>
      <pc:sldChg chg="addSp modSp new mod ord">
        <pc:chgData name="Sara Muneeb" userId="29b624b1-a719-43f5-9b52-388cd4043c04" providerId="ADAL" clId="{DB3F8C76-9E84-425C-958D-57243E72E246}" dt="2022-09-27T05:05:14.481" v="152" actId="1076"/>
        <pc:sldMkLst>
          <pc:docMk/>
          <pc:sldMk cId="896610511" sldId="258"/>
        </pc:sldMkLst>
        <pc:spChg chg="mod">
          <ac:chgData name="Sara Muneeb" userId="29b624b1-a719-43f5-9b52-388cd4043c04" providerId="ADAL" clId="{DB3F8C76-9E84-425C-958D-57243E72E246}" dt="2022-09-27T05:05:02.097" v="148" actId="14100"/>
          <ac:spMkLst>
            <pc:docMk/>
            <pc:sldMk cId="896610511" sldId="258"/>
            <ac:spMk id="2" creationId="{1DBFA201-1A1E-9114-BBB2-05D554A068FF}"/>
          </ac:spMkLst>
        </pc:spChg>
        <pc:spChg chg="mod">
          <ac:chgData name="Sara Muneeb" userId="29b624b1-a719-43f5-9b52-388cd4043c04" providerId="ADAL" clId="{DB3F8C76-9E84-425C-958D-57243E72E246}" dt="2022-09-27T05:01:49.531" v="143" actId="123"/>
          <ac:spMkLst>
            <pc:docMk/>
            <pc:sldMk cId="896610511" sldId="258"/>
            <ac:spMk id="3" creationId="{FF892FFF-E309-B2E1-8FE8-35A659DAF1C8}"/>
          </ac:spMkLst>
        </pc:spChg>
        <pc:picChg chg="add mod">
          <ac:chgData name="Sara Muneeb" userId="29b624b1-a719-43f5-9b52-388cd4043c04" providerId="ADAL" clId="{DB3F8C76-9E84-425C-958D-57243E72E246}" dt="2022-09-27T05:05:14.481" v="152" actId="1076"/>
          <ac:picMkLst>
            <pc:docMk/>
            <pc:sldMk cId="896610511" sldId="258"/>
            <ac:picMk id="1026" creationId="{53BBCE92-56C1-E352-EB0F-B361CC61E674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934318247" sldId="258"/>
        </pc:sldMkLst>
      </pc:sldChg>
      <pc:sldChg chg="addSp delSp modSp new mod">
        <pc:chgData name="Sara Muneeb" userId="29b624b1-a719-43f5-9b52-388cd4043c04" providerId="ADAL" clId="{DB3F8C76-9E84-425C-958D-57243E72E246}" dt="2022-09-27T05:13:16.589" v="338" actId="20577"/>
        <pc:sldMkLst>
          <pc:docMk/>
          <pc:sldMk cId="3149991155" sldId="259"/>
        </pc:sldMkLst>
        <pc:spChg chg="mod">
          <ac:chgData name="Sara Muneeb" userId="29b624b1-a719-43f5-9b52-388cd4043c04" providerId="ADAL" clId="{DB3F8C76-9E84-425C-958D-57243E72E246}" dt="2022-09-27T05:05:49.369" v="206" actId="20577"/>
          <ac:spMkLst>
            <pc:docMk/>
            <pc:sldMk cId="3149991155" sldId="259"/>
            <ac:spMk id="2" creationId="{61CE6047-419E-39AA-55EF-692F5E376582}"/>
          </ac:spMkLst>
        </pc:spChg>
        <pc:spChg chg="mod">
          <ac:chgData name="Sara Muneeb" userId="29b624b1-a719-43f5-9b52-388cd4043c04" providerId="ADAL" clId="{DB3F8C76-9E84-425C-958D-57243E72E246}" dt="2022-09-27T05:13:16.589" v="338" actId="20577"/>
          <ac:spMkLst>
            <pc:docMk/>
            <pc:sldMk cId="3149991155" sldId="259"/>
            <ac:spMk id="3" creationId="{6E0F0E07-801A-C245-17DD-3012FACAC0D9}"/>
          </ac:spMkLst>
        </pc:spChg>
        <pc:picChg chg="add del">
          <ac:chgData name="Sara Muneeb" userId="29b624b1-a719-43f5-9b52-388cd4043c04" providerId="ADAL" clId="{DB3F8C76-9E84-425C-958D-57243E72E246}" dt="2022-09-27T05:11:22.290" v="225"/>
          <ac:picMkLst>
            <pc:docMk/>
            <pc:sldMk cId="3149991155" sldId="259"/>
            <ac:picMk id="3074" creationId="{02BF35CC-AD3C-1256-5B57-D67232BEFAD9}"/>
          </ac:picMkLst>
        </pc:picChg>
        <pc:picChg chg="add mod">
          <ac:chgData name="Sara Muneeb" userId="29b624b1-a719-43f5-9b52-388cd4043c04" providerId="ADAL" clId="{DB3F8C76-9E84-425C-958D-57243E72E246}" dt="2022-09-27T05:11:59.152" v="234" actId="1076"/>
          <ac:picMkLst>
            <pc:docMk/>
            <pc:sldMk cId="3149991155" sldId="259"/>
            <ac:picMk id="3076" creationId="{ED6AFE94-507F-8C07-9BC9-F4716204DA89}"/>
          </ac:picMkLst>
        </pc:picChg>
      </pc:sldChg>
      <pc:sldChg chg="addSp modSp new mod">
        <pc:chgData name="Sara Muneeb" userId="29b624b1-a719-43f5-9b52-388cd4043c04" providerId="ADAL" clId="{DB3F8C76-9E84-425C-958D-57243E72E246}" dt="2022-09-30T07:00:46.762" v="800" actId="1036"/>
        <pc:sldMkLst>
          <pc:docMk/>
          <pc:sldMk cId="198138684" sldId="260"/>
        </pc:sldMkLst>
        <pc:spChg chg="mod">
          <ac:chgData name="Sara Muneeb" userId="29b624b1-a719-43f5-9b52-388cd4043c04" providerId="ADAL" clId="{DB3F8C76-9E84-425C-958D-57243E72E246}" dt="2022-09-27T05:31:37.928" v="350" actId="20577"/>
          <ac:spMkLst>
            <pc:docMk/>
            <pc:sldMk cId="198138684" sldId="260"/>
            <ac:spMk id="2" creationId="{4DC9DDD7-C0AD-BCDE-1421-51C2944C463C}"/>
          </ac:spMkLst>
        </pc:spChg>
        <pc:spChg chg="mod">
          <ac:chgData name="Sara Muneeb" userId="29b624b1-a719-43f5-9b52-388cd4043c04" providerId="ADAL" clId="{DB3F8C76-9E84-425C-958D-57243E72E246}" dt="2022-09-30T07:00:37.065" v="797" actId="404"/>
          <ac:spMkLst>
            <pc:docMk/>
            <pc:sldMk cId="198138684" sldId="260"/>
            <ac:spMk id="3" creationId="{7F79777F-629B-B5BE-B882-A5E5B278E310}"/>
          </ac:spMkLst>
        </pc:spChg>
        <pc:picChg chg="add mod">
          <ac:chgData name="Sara Muneeb" userId="29b624b1-a719-43f5-9b52-388cd4043c04" providerId="ADAL" clId="{DB3F8C76-9E84-425C-958D-57243E72E246}" dt="2022-09-30T07:00:46.762" v="800" actId="1036"/>
          <ac:picMkLst>
            <pc:docMk/>
            <pc:sldMk cId="198138684" sldId="260"/>
            <ac:picMk id="1026" creationId="{FE160BF8-3C9C-688C-D19C-9824379B84AE}"/>
          </ac:picMkLst>
        </pc:picChg>
      </pc:sldChg>
      <pc:sldChg chg="addSp modSp new mod">
        <pc:chgData name="Sara Muneeb" userId="29b624b1-a719-43f5-9b52-388cd4043c04" providerId="ADAL" clId="{DB3F8C76-9E84-425C-958D-57243E72E246}" dt="2022-09-27T08:22:01.392" v="600" actId="14100"/>
        <pc:sldMkLst>
          <pc:docMk/>
          <pc:sldMk cId="2876332182" sldId="261"/>
        </pc:sldMkLst>
        <pc:spChg chg="mod">
          <ac:chgData name="Sara Muneeb" userId="29b624b1-a719-43f5-9b52-388cd4043c04" providerId="ADAL" clId="{DB3F8C76-9E84-425C-958D-57243E72E246}" dt="2022-09-27T05:39:46.953" v="416" actId="20577"/>
          <ac:spMkLst>
            <pc:docMk/>
            <pc:sldMk cId="2876332182" sldId="261"/>
            <ac:spMk id="2" creationId="{57797916-F397-C22B-A362-0E6028C6D159}"/>
          </ac:spMkLst>
        </pc:spChg>
        <pc:spChg chg="mod">
          <ac:chgData name="Sara Muneeb" userId="29b624b1-a719-43f5-9b52-388cd4043c04" providerId="ADAL" clId="{DB3F8C76-9E84-425C-958D-57243E72E246}" dt="2022-09-27T08:21:09.746" v="593" actId="20577"/>
          <ac:spMkLst>
            <pc:docMk/>
            <pc:sldMk cId="2876332182" sldId="261"/>
            <ac:spMk id="3" creationId="{27FD187C-4912-4080-A30F-D4BD8842255C}"/>
          </ac:spMkLst>
        </pc:spChg>
        <pc:picChg chg="add mod">
          <ac:chgData name="Sara Muneeb" userId="29b624b1-a719-43f5-9b52-388cd4043c04" providerId="ADAL" clId="{DB3F8C76-9E84-425C-958D-57243E72E246}" dt="2022-09-27T08:21:38.961" v="596" actId="1076"/>
          <ac:picMkLst>
            <pc:docMk/>
            <pc:sldMk cId="2876332182" sldId="261"/>
            <ac:picMk id="5" creationId="{1EBB1349-66A7-7F5F-8409-109C28AA9EBC}"/>
          </ac:picMkLst>
        </pc:picChg>
        <pc:picChg chg="add mod">
          <ac:chgData name="Sara Muneeb" userId="29b624b1-a719-43f5-9b52-388cd4043c04" providerId="ADAL" clId="{DB3F8C76-9E84-425C-958D-57243E72E246}" dt="2022-09-27T08:22:01.392" v="600" actId="14100"/>
          <ac:picMkLst>
            <pc:docMk/>
            <pc:sldMk cId="2876332182" sldId="261"/>
            <ac:picMk id="7" creationId="{3C4D674C-C3F4-AE72-3928-C093036A5531}"/>
          </ac:picMkLst>
        </pc:picChg>
      </pc:sldChg>
      <pc:sldChg chg="modSp new mod">
        <pc:chgData name="Sara Muneeb" userId="29b624b1-a719-43f5-9b52-388cd4043c04" providerId="ADAL" clId="{DB3F8C76-9E84-425C-958D-57243E72E246}" dt="2022-09-30T07:02:28.707" v="860" actId="20577"/>
        <pc:sldMkLst>
          <pc:docMk/>
          <pc:sldMk cId="601268" sldId="262"/>
        </pc:sldMkLst>
        <pc:spChg chg="mod">
          <ac:chgData name="Sara Muneeb" userId="29b624b1-a719-43f5-9b52-388cd4043c04" providerId="ADAL" clId="{DB3F8C76-9E84-425C-958D-57243E72E246}" dt="2022-09-30T07:02:28.707" v="860" actId="20577"/>
          <ac:spMkLst>
            <pc:docMk/>
            <pc:sldMk cId="601268" sldId="262"/>
            <ac:spMk id="2" creationId="{38BBCE8A-7623-7EA9-69AF-AEC8A55B5435}"/>
          </ac:spMkLst>
        </pc:spChg>
        <pc:spChg chg="mod">
          <ac:chgData name="Sara Muneeb" userId="29b624b1-a719-43f5-9b52-388cd4043c04" providerId="ADAL" clId="{DB3F8C76-9E84-425C-958D-57243E72E246}" dt="2022-09-30T06:42:17.413" v="687" actId="5793"/>
          <ac:spMkLst>
            <pc:docMk/>
            <pc:sldMk cId="601268" sldId="262"/>
            <ac:spMk id="3" creationId="{6CF71A2C-0100-0403-9758-45331499B96C}"/>
          </ac:spMkLst>
        </pc:spChg>
      </pc:sldChg>
      <pc:sldChg chg="addSp delSp modSp new mod">
        <pc:chgData name="Sara Muneeb" userId="29b624b1-a719-43f5-9b52-388cd4043c04" providerId="ADAL" clId="{DB3F8C76-9E84-425C-958D-57243E72E246}" dt="2022-09-30T06:59:48.087" v="791" actId="123"/>
        <pc:sldMkLst>
          <pc:docMk/>
          <pc:sldMk cId="2598016477" sldId="263"/>
        </pc:sldMkLst>
        <pc:spChg chg="mod">
          <ac:chgData name="Sara Muneeb" userId="29b624b1-a719-43f5-9b52-388cd4043c04" providerId="ADAL" clId="{DB3F8C76-9E84-425C-958D-57243E72E246}" dt="2022-09-30T06:46:36.403" v="699" actId="20577"/>
          <ac:spMkLst>
            <pc:docMk/>
            <pc:sldMk cId="2598016477" sldId="263"/>
            <ac:spMk id="2" creationId="{77664EA5-FCAF-2175-E475-2C50EDC78F82}"/>
          </ac:spMkLst>
        </pc:spChg>
        <pc:spChg chg="mod">
          <ac:chgData name="Sara Muneeb" userId="29b624b1-a719-43f5-9b52-388cd4043c04" providerId="ADAL" clId="{DB3F8C76-9E84-425C-958D-57243E72E246}" dt="2022-09-30T06:59:48.087" v="791" actId="123"/>
          <ac:spMkLst>
            <pc:docMk/>
            <pc:sldMk cId="2598016477" sldId="263"/>
            <ac:spMk id="3" creationId="{3C09A3EE-E2AD-7B66-78D5-453FF8B9E9F8}"/>
          </ac:spMkLst>
        </pc:spChg>
        <pc:picChg chg="add del">
          <ac:chgData name="Sara Muneeb" userId="29b624b1-a719-43f5-9b52-388cd4043c04" providerId="ADAL" clId="{DB3F8C76-9E84-425C-958D-57243E72E246}" dt="2022-09-30T06:56:16.312" v="745"/>
          <ac:picMkLst>
            <pc:docMk/>
            <pc:sldMk cId="2598016477" sldId="263"/>
            <ac:picMk id="2050" creationId="{7E7CDB23-7AF6-1B93-A7F1-7CCF37E6FEB5}"/>
          </ac:picMkLst>
        </pc:picChg>
        <pc:picChg chg="add del mod">
          <ac:chgData name="Sara Muneeb" userId="29b624b1-a719-43f5-9b52-388cd4043c04" providerId="ADAL" clId="{DB3F8C76-9E84-425C-958D-57243E72E246}" dt="2022-09-30T06:58:06.623" v="756" actId="478"/>
          <ac:picMkLst>
            <pc:docMk/>
            <pc:sldMk cId="2598016477" sldId="263"/>
            <ac:picMk id="2052" creationId="{41E87BC8-2DE6-4F13-DA43-1E6401EA8200}"/>
          </ac:picMkLst>
        </pc:picChg>
        <pc:picChg chg="add del">
          <ac:chgData name="Sara Muneeb" userId="29b624b1-a719-43f5-9b52-388cd4043c04" providerId="ADAL" clId="{DB3F8C76-9E84-425C-958D-57243E72E246}" dt="2022-09-30T06:57:08.327" v="750" actId="21"/>
          <ac:picMkLst>
            <pc:docMk/>
            <pc:sldMk cId="2598016477" sldId="263"/>
            <ac:picMk id="2054" creationId="{29D84C0D-ADDD-93BA-E5C6-4AD79F993FB7}"/>
          </ac:picMkLst>
        </pc:picChg>
        <pc:picChg chg="add del mod">
          <ac:chgData name="Sara Muneeb" userId="29b624b1-a719-43f5-9b52-388cd4043c04" providerId="ADAL" clId="{DB3F8C76-9E84-425C-958D-57243E72E246}" dt="2022-09-30T06:58:07.724" v="757" actId="478"/>
          <ac:picMkLst>
            <pc:docMk/>
            <pc:sldMk cId="2598016477" sldId="263"/>
            <ac:picMk id="2056" creationId="{697152A2-E7FA-E5F3-6527-8C5EC045040E}"/>
          </ac:picMkLst>
        </pc:picChg>
        <pc:picChg chg="add mod">
          <ac:chgData name="Sara Muneeb" userId="29b624b1-a719-43f5-9b52-388cd4043c04" providerId="ADAL" clId="{DB3F8C76-9E84-425C-958D-57243E72E246}" dt="2022-09-30T06:59:35.266" v="789" actId="1076"/>
          <ac:picMkLst>
            <pc:docMk/>
            <pc:sldMk cId="2598016477" sldId="263"/>
            <ac:picMk id="2058" creationId="{0FF28B30-3A3E-B97A-A25A-439235F9FDCA}"/>
          </ac:picMkLst>
        </pc:picChg>
      </pc:sldChg>
      <pc:sldChg chg="modSp new mod">
        <pc:chgData name="Sara Muneeb" userId="29b624b1-a719-43f5-9b52-388cd4043c04" providerId="ADAL" clId="{DB3F8C76-9E84-425C-958D-57243E72E246}" dt="2022-09-30T07:13:07.541" v="909" actId="5793"/>
        <pc:sldMkLst>
          <pc:docMk/>
          <pc:sldMk cId="2320396932" sldId="264"/>
        </pc:sldMkLst>
        <pc:spChg chg="mod">
          <ac:chgData name="Sara Muneeb" userId="29b624b1-a719-43f5-9b52-388cd4043c04" providerId="ADAL" clId="{DB3F8C76-9E84-425C-958D-57243E72E246}" dt="2022-09-30T07:02:22.500" v="858" actId="20577"/>
          <ac:spMkLst>
            <pc:docMk/>
            <pc:sldMk cId="2320396932" sldId="264"/>
            <ac:spMk id="2" creationId="{2ABF492E-40DA-B1B1-3C9E-9479337B0616}"/>
          </ac:spMkLst>
        </pc:spChg>
        <pc:spChg chg="mod">
          <ac:chgData name="Sara Muneeb" userId="29b624b1-a719-43f5-9b52-388cd4043c04" providerId="ADAL" clId="{DB3F8C76-9E84-425C-958D-57243E72E246}" dt="2022-09-30T07:13:07.541" v="909" actId="5793"/>
          <ac:spMkLst>
            <pc:docMk/>
            <pc:sldMk cId="2320396932" sldId="264"/>
            <ac:spMk id="3" creationId="{83A42140-6142-E88C-6D9A-35934E0A5BB6}"/>
          </ac:spMkLst>
        </pc:spChg>
      </pc:sldChg>
      <pc:sldChg chg="addSp delSp modSp new mod">
        <pc:chgData name="Sara Muneeb" userId="29b624b1-a719-43f5-9b52-388cd4043c04" providerId="ADAL" clId="{DB3F8C76-9E84-425C-958D-57243E72E246}" dt="2022-09-30T07:13:35.026" v="919" actId="20577"/>
        <pc:sldMkLst>
          <pc:docMk/>
          <pc:sldMk cId="766487697" sldId="265"/>
        </pc:sldMkLst>
        <pc:spChg chg="mod">
          <ac:chgData name="Sara Muneeb" userId="29b624b1-a719-43f5-9b52-388cd4043c04" providerId="ADAL" clId="{DB3F8C76-9E84-425C-958D-57243E72E246}" dt="2022-09-30T07:13:35.026" v="919" actId="20577"/>
          <ac:spMkLst>
            <pc:docMk/>
            <pc:sldMk cId="766487697" sldId="265"/>
            <ac:spMk id="2" creationId="{424B193B-3459-5F7A-4994-427D27A26801}"/>
          </ac:spMkLst>
        </pc:spChg>
        <pc:spChg chg="del">
          <ac:chgData name="Sara Muneeb" userId="29b624b1-a719-43f5-9b52-388cd4043c04" providerId="ADAL" clId="{DB3F8C76-9E84-425C-958D-57243E72E246}" dt="2022-09-30T07:13:32.280" v="911" actId="22"/>
          <ac:spMkLst>
            <pc:docMk/>
            <pc:sldMk cId="766487697" sldId="265"/>
            <ac:spMk id="3" creationId="{DB0DDE00-A9B6-A4AB-CDCE-08DB2D7EC201}"/>
          </ac:spMkLst>
        </pc:spChg>
        <pc:picChg chg="add mod ord">
          <ac:chgData name="Sara Muneeb" userId="29b624b1-a719-43f5-9b52-388cd4043c04" providerId="ADAL" clId="{DB3F8C76-9E84-425C-958D-57243E72E246}" dt="2022-09-30T07:13:32.280" v="911" actId="22"/>
          <ac:picMkLst>
            <pc:docMk/>
            <pc:sldMk cId="766487697" sldId="265"/>
            <ac:picMk id="5" creationId="{C1C2AD13-B763-9D6B-1C84-69F99E4C79C7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349585444" sldId="265"/>
        </pc:sldMkLst>
      </pc:sldChg>
      <pc:sldChg chg="addSp delSp modSp new mod">
        <pc:chgData name="Sara Muneeb" userId="29b624b1-a719-43f5-9b52-388cd4043c04" providerId="ADAL" clId="{DB3F8C76-9E84-425C-958D-57243E72E246}" dt="2022-09-30T07:27:19.787" v="941" actId="1076"/>
        <pc:sldMkLst>
          <pc:docMk/>
          <pc:sldMk cId="1657546060" sldId="266"/>
        </pc:sldMkLst>
        <pc:spChg chg="mod">
          <ac:chgData name="Sara Muneeb" userId="29b624b1-a719-43f5-9b52-388cd4043c04" providerId="ADAL" clId="{DB3F8C76-9E84-425C-958D-57243E72E246}" dt="2022-09-30T07:20:44.655" v="933" actId="20577"/>
          <ac:spMkLst>
            <pc:docMk/>
            <pc:sldMk cId="1657546060" sldId="266"/>
            <ac:spMk id="2" creationId="{1C0024DA-3C67-09C7-61AB-B34D7A697E8E}"/>
          </ac:spMkLst>
        </pc:spChg>
        <pc:spChg chg="del">
          <ac:chgData name="Sara Muneeb" userId="29b624b1-a719-43f5-9b52-388cd4043c04" providerId="ADAL" clId="{DB3F8C76-9E84-425C-958D-57243E72E246}" dt="2022-09-30T07:18:23.318" v="921" actId="931"/>
          <ac:spMkLst>
            <pc:docMk/>
            <pc:sldMk cId="1657546060" sldId="266"/>
            <ac:spMk id="3" creationId="{837DC85E-FA94-BA5D-BEBE-60E33E720277}"/>
          </ac:spMkLst>
        </pc:spChg>
        <pc:picChg chg="add mod modCrop">
          <ac:chgData name="Sara Muneeb" userId="29b624b1-a719-43f5-9b52-388cd4043c04" providerId="ADAL" clId="{DB3F8C76-9E84-425C-958D-57243E72E246}" dt="2022-09-30T07:27:19.787" v="941" actId="1076"/>
          <ac:picMkLst>
            <pc:docMk/>
            <pc:sldMk cId="1657546060" sldId="266"/>
            <ac:picMk id="5" creationId="{9B03CEC9-3355-B4E5-6E3D-E9926D4EE756}"/>
          </ac:picMkLst>
        </pc:picChg>
      </pc:sldChg>
      <pc:sldChg chg="addSp delSp modSp new del mod ord">
        <pc:chgData name="Sara Muneeb" userId="29b624b1-a719-43f5-9b52-388cd4043c04" providerId="ADAL" clId="{DB3F8C76-9E84-425C-958D-57243E72E246}" dt="2022-09-30T07:49:01.927" v="1134" actId="47"/>
        <pc:sldMkLst>
          <pc:docMk/>
          <pc:sldMk cId="2755250312" sldId="267"/>
        </pc:sldMkLst>
        <pc:spChg chg="mod">
          <ac:chgData name="Sara Muneeb" userId="29b624b1-a719-43f5-9b52-388cd4043c04" providerId="ADAL" clId="{DB3F8C76-9E84-425C-958D-57243E72E246}" dt="2022-09-30T07:27:27.140" v="949" actId="20577"/>
          <ac:spMkLst>
            <pc:docMk/>
            <pc:sldMk cId="2755250312" sldId="267"/>
            <ac:spMk id="2" creationId="{2BEFEEFF-7CE8-9BDD-D812-20CA068540BB}"/>
          </ac:spMkLst>
        </pc:spChg>
        <pc:spChg chg="del">
          <ac:chgData name="Sara Muneeb" userId="29b624b1-a719-43f5-9b52-388cd4043c04" providerId="ADAL" clId="{DB3F8C76-9E84-425C-958D-57243E72E246}" dt="2022-09-30T07:27:38.395" v="950" actId="931"/>
          <ac:spMkLst>
            <pc:docMk/>
            <pc:sldMk cId="2755250312" sldId="267"/>
            <ac:spMk id="3" creationId="{473FF9DE-E171-F85F-1461-6413043EDB1A}"/>
          </ac:spMkLst>
        </pc:spChg>
        <pc:spChg chg="add del mod">
          <ac:chgData name="Sara Muneeb" userId="29b624b1-a719-43f5-9b52-388cd4043c04" providerId="ADAL" clId="{DB3F8C76-9E84-425C-958D-57243E72E246}" dt="2022-09-30T07:28:10.696" v="954" actId="931"/>
          <ac:spMkLst>
            <pc:docMk/>
            <pc:sldMk cId="2755250312" sldId="267"/>
            <ac:spMk id="7" creationId="{788ACAD7-EE8A-B71F-9648-D50711D23EEC}"/>
          </ac:spMkLst>
        </pc:spChg>
        <pc:spChg chg="add del mod">
          <ac:chgData name="Sara Muneeb" userId="29b624b1-a719-43f5-9b52-388cd4043c04" providerId="ADAL" clId="{DB3F8C76-9E84-425C-958D-57243E72E246}" dt="2022-09-30T07:28:18.034" v="956" actId="931"/>
          <ac:spMkLst>
            <pc:docMk/>
            <pc:sldMk cId="2755250312" sldId="267"/>
            <ac:spMk id="11" creationId="{4BFBFAD5-B24A-3125-0E64-1EF727421041}"/>
          </ac:spMkLst>
        </pc:spChg>
        <pc:picChg chg="add del mod">
          <ac:chgData name="Sara Muneeb" userId="29b624b1-a719-43f5-9b52-388cd4043c04" providerId="ADAL" clId="{DB3F8C76-9E84-425C-958D-57243E72E246}" dt="2022-09-30T07:28:00.535" v="953" actId="478"/>
          <ac:picMkLst>
            <pc:docMk/>
            <pc:sldMk cId="2755250312" sldId="267"/>
            <ac:picMk id="5" creationId="{81E7BB62-0A7E-B4DC-9427-974E9A174361}"/>
          </ac:picMkLst>
        </pc:picChg>
        <pc:picChg chg="add del mod">
          <ac:chgData name="Sara Muneeb" userId="29b624b1-a719-43f5-9b52-388cd4043c04" providerId="ADAL" clId="{DB3F8C76-9E84-425C-958D-57243E72E246}" dt="2022-09-30T07:28:12.224" v="955" actId="478"/>
          <ac:picMkLst>
            <pc:docMk/>
            <pc:sldMk cId="2755250312" sldId="267"/>
            <ac:picMk id="9" creationId="{1E037131-DC60-07ED-A02B-FA895CD42922}"/>
          </ac:picMkLst>
        </pc:picChg>
        <pc:picChg chg="add mod">
          <ac:chgData name="Sara Muneeb" userId="29b624b1-a719-43f5-9b52-388cd4043c04" providerId="ADAL" clId="{DB3F8C76-9E84-425C-958D-57243E72E246}" dt="2022-09-30T07:28:19.260" v="958" actId="962"/>
          <ac:picMkLst>
            <pc:docMk/>
            <pc:sldMk cId="2755250312" sldId="267"/>
            <ac:picMk id="13" creationId="{D0168AE9-BDA6-63F5-DA71-FE8943A74528}"/>
          </ac:picMkLst>
        </pc:picChg>
      </pc:sldChg>
      <pc:sldChg chg="add">
        <pc:chgData name="Sara Muneeb" userId="29b624b1-a719-43f5-9b52-388cd4043c04" providerId="ADAL" clId="{DB3F8C76-9E84-425C-958D-57243E72E246}" dt="2022-10-03T08:41:05.849" v="2745"/>
        <pc:sldMkLst>
          <pc:docMk/>
          <pc:sldMk cId="3390644009" sldId="267"/>
        </pc:sldMkLst>
      </pc:sldChg>
      <pc:sldChg chg="add del">
        <pc:chgData name="Sara Muneeb" userId="29b624b1-a719-43f5-9b52-388cd4043c04" providerId="ADAL" clId="{DB3F8C76-9E84-425C-958D-57243E72E246}" dt="2022-09-30T09:37:38.309" v="1748" actId="47"/>
        <pc:sldMkLst>
          <pc:docMk/>
          <pc:sldMk cId="4026094092" sldId="267"/>
        </pc:sldMkLst>
      </pc:sldChg>
      <pc:sldChg chg="addSp delSp modSp new mod">
        <pc:chgData name="Sara Muneeb" userId="29b624b1-a719-43f5-9b52-388cd4043c04" providerId="ADAL" clId="{DB3F8C76-9E84-425C-958D-57243E72E246}" dt="2022-09-30T07:29:12.984" v="980" actId="1076"/>
        <pc:sldMkLst>
          <pc:docMk/>
          <pc:sldMk cId="3167281788" sldId="268"/>
        </pc:sldMkLst>
        <pc:spChg chg="mod">
          <ac:chgData name="Sara Muneeb" userId="29b624b1-a719-43f5-9b52-388cd4043c04" providerId="ADAL" clId="{DB3F8C76-9E84-425C-958D-57243E72E246}" dt="2022-09-30T07:28:34.698" v="970" actId="20577"/>
          <ac:spMkLst>
            <pc:docMk/>
            <pc:sldMk cId="3167281788" sldId="268"/>
            <ac:spMk id="2" creationId="{DAC72BB2-A330-4380-0646-7B10DA2ABE61}"/>
          </ac:spMkLst>
        </pc:spChg>
        <pc:spChg chg="del">
          <ac:chgData name="Sara Muneeb" userId="29b624b1-a719-43f5-9b52-388cd4043c04" providerId="ADAL" clId="{DB3F8C76-9E84-425C-958D-57243E72E246}" dt="2022-09-30T07:28:45.705" v="971" actId="931"/>
          <ac:spMkLst>
            <pc:docMk/>
            <pc:sldMk cId="3167281788" sldId="268"/>
            <ac:spMk id="3" creationId="{6827322B-01D6-BD1D-1578-3D78D68C6E52}"/>
          </ac:spMkLst>
        </pc:spChg>
        <pc:picChg chg="add mod">
          <ac:chgData name="Sara Muneeb" userId="29b624b1-a719-43f5-9b52-388cd4043c04" providerId="ADAL" clId="{DB3F8C76-9E84-425C-958D-57243E72E246}" dt="2022-09-30T07:29:12.984" v="980" actId="1076"/>
          <ac:picMkLst>
            <pc:docMk/>
            <pc:sldMk cId="3167281788" sldId="268"/>
            <ac:picMk id="5" creationId="{8860F711-5D42-18EB-E55D-7389521AE9AE}"/>
          </ac:picMkLst>
        </pc:picChg>
        <pc:picChg chg="add mod">
          <ac:chgData name="Sara Muneeb" userId="29b624b1-a719-43f5-9b52-388cd4043c04" providerId="ADAL" clId="{DB3F8C76-9E84-425C-958D-57243E72E246}" dt="2022-09-30T07:29:10.395" v="979" actId="1076"/>
          <ac:picMkLst>
            <pc:docMk/>
            <pc:sldMk cId="3167281788" sldId="268"/>
            <ac:picMk id="7" creationId="{94309AF5-EA75-FA8A-B264-641632B8EAC9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07:30:50.593" v="1011" actId="1076"/>
        <pc:sldMkLst>
          <pc:docMk/>
          <pc:sldMk cId="3448848701" sldId="269"/>
        </pc:sldMkLst>
        <pc:spChg chg="mod">
          <ac:chgData name="Sara Muneeb" userId="29b624b1-a719-43f5-9b52-388cd4043c04" providerId="ADAL" clId="{DB3F8C76-9E84-425C-958D-57243E72E246}" dt="2022-09-30T07:29:24.133" v="988" actId="20577"/>
          <ac:spMkLst>
            <pc:docMk/>
            <pc:sldMk cId="3448848701" sldId="269"/>
            <ac:spMk id="2" creationId="{DC9928DB-761C-C86A-6F55-2519438579FE}"/>
          </ac:spMkLst>
        </pc:spChg>
        <pc:spChg chg="del">
          <ac:chgData name="Sara Muneeb" userId="29b624b1-a719-43f5-9b52-388cd4043c04" providerId="ADAL" clId="{DB3F8C76-9E84-425C-958D-57243E72E246}" dt="2022-09-30T07:29:30.810" v="989" actId="931"/>
          <ac:spMkLst>
            <pc:docMk/>
            <pc:sldMk cId="3448848701" sldId="269"/>
            <ac:spMk id="3" creationId="{59165B4E-ABEB-3818-BD71-1BF1C9D3142D}"/>
          </ac:spMkLst>
        </pc:spChg>
        <pc:picChg chg="add mod modCrop">
          <ac:chgData name="Sara Muneeb" userId="29b624b1-a719-43f5-9b52-388cd4043c04" providerId="ADAL" clId="{DB3F8C76-9E84-425C-958D-57243E72E246}" dt="2022-09-30T07:30:50.593" v="1011" actId="1076"/>
          <ac:picMkLst>
            <pc:docMk/>
            <pc:sldMk cId="3448848701" sldId="269"/>
            <ac:picMk id="5" creationId="{5C22C30A-66AD-DAA1-0F07-764797943574}"/>
          </ac:picMkLst>
        </pc:picChg>
        <pc:picChg chg="add mod">
          <ac:chgData name="Sara Muneeb" userId="29b624b1-a719-43f5-9b52-388cd4043c04" providerId="ADAL" clId="{DB3F8C76-9E84-425C-958D-57243E72E246}" dt="2022-09-30T07:30:46.636" v="1010" actId="1076"/>
          <ac:picMkLst>
            <pc:docMk/>
            <pc:sldMk cId="3448848701" sldId="269"/>
            <ac:picMk id="6" creationId="{07B26EC4-FA25-BC71-3666-D2DEA2A89C24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07:52:04.719" v="1167" actId="1076"/>
        <pc:sldMkLst>
          <pc:docMk/>
          <pc:sldMk cId="4245632414" sldId="270"/>
        </pc:sldMkLst>
        <pc:spChg chg="mod">
          <ac:chgData name="Sara Muneeb" userId="29b624b1-a719-43f5-9b52-388cd4043c04" providerId="ADAL" clId="{DB3F8C76-9E84-425C-958D-57243E72E246}" dt="2022-09-30T07:35:13.664" v="1022" actId="20577"/>
          <ac:spMkLst>
            <pc:docMk/>
            <pc:sldMk cId="4245632414" sldId="270"/>
            <ac:spMk id="2" creationId="{39BFB678-AAED-8080-783D-D871E3AAD5C8}"/>
          </ac:spMkLst>
        </pc:spChg>
        <pc:spChg chg="del">
          <ac:chgData name="Sara Muneeb" userId="29b624b1-a719-43f5-9b52-388cd4043c04" providerId="ADAL" clId="{DB3F8C76-9E84-425C-958D-57243E72E246}" dt="2022-09-30T07:30:08.323" v="995" actId="931"/>
          <ac:spMkLst>
            <pc:docMk/>
            <pc:sldMk cId="4245632414" sldId="270"/>
            <ac:spMk id="3" creationId="{EAE398E3-3FF9-EC30-0F19-D415569EF8D7}"/>
          </ac:spMkLst>
        </pc:spChg>
        <pc:spChg chg="add del mod">
          <ac:chgData name="Sara Muneeb" userId="29b624b1-a719-43f5-9b52-388cd4043c04" providerId="ADAL" clId="{DB3F8C76-9E84-425C-958D-57243E72E246}" dt="2022-09-30T07:31:08.510" v="1012" actId="931"/>
          <ac:spMkLst>
            <pc:docMk/>
            <pc:sldMk cId="4245632414" sldId="270"/>
            <ac:spMk id="7" creationId="{AED58527-A207-23F7-BE9D-C04219061144}"/>
          </ac:spMkLst>
        </pc:spChg>
        <pc:spChg chg="add mod">
          <ac:chgData name="Sara Muneeb" userId="29b624b1-a719-43f5-9b52-388cd4043c04" providerId="ADAL" clId="{DB3F8C76-9E84-425C-958D-57243E72E246}" dt="2022-09-30T07:52:04.719" v="1167" actId="1076"/>
          <ac:spMkLst>
            <pc:docMk/>
            <pc:sldMk cId="4245632414" sldId="270"/>
            <ac:spMk id="12" creationId="{E9CBC40E-595C-A5B8-809E-C916C99655A8}"/>
          </ac:spMkLst>
        </pc:spChg>
        <pc:spChg chg="add mod">
          <ac:chgData name="Sara Muneeb" userId="29b624b1-a719-43f5-9b52-388cd4043c04" providerId="ADAL" clId="{DB3F8C76-9E84-425C-958D-57243E72E246}" dt="2022-09-30T07:52:00.303" v="1166" actId="1076"/>
          <ac:spMkLst>
            <pc:docMk/>
            <pc:sldMk cId="4245632414" sldId="270"/>
            <ac:spMk id="13" creationId="{1D11ACA7-D9BD-0217-1C80-8E73E2BEDC20}"/>
          </ac:spMkLst>
        </pc:spChg>
        <pc:picChg chg="add del mod">
          <ac:chgData name="Sara Muneeb" userId="29b624b1-a719-43f5-9b52-388cd4043c04" providerId="ADAL" clId="{DB3F8C76-9E84-425C-958D-57243E72E246}" dt="2022-09-30T07:30:21.841" v="1001" actId="21"/>
          <ac:picMkLst>
            <pc:docMk/>
            <pc:sldMk cId="4245632414" sldId="270"/>
            <ac:picMk id="5" creationId="{D78B7DB6-BCE8-3B20-07A4-57D1693A7437}"/>
          </ac:picMkLst>
        </pc:picChg>
        <pc:picChg chg="add mod modCrop">
          <ac:chgData name="Sara Muneeb" userId="29b624b1-a719-43f5-9b52-388cd4043c04" providerId="ADAL" clId="{DB3F8C76-9E84-425C-958D-57243E72E246}" dt="2022-09-30T07:51:25.843" v="1143" actId="732"/>
          <ac:picMkLst>
            <pc:docMk/>
            <pc:sldMk cId="4245632414" sldId="270"/>
            <ac:picMk id="9" creationId="{1C327852-3661-F7BD-42A5-249DFC68948E}"/>
          </ac:picMkLst>
        </pc:picChg>
        <pc:picChg chg="add mod">
          <ac:chgData name="Sara Muneeb" userId="29b624b1-a719-43f5-9b52-388cd4043c04" providerId="ADAL" clId="{DB3F8C76-9E84-425C-958D-57243E72E246}" dt="2022-09-30T07:51:12.865" v="1141" actId="1076"/>
          <ac:picMkLst>
            <pc:docMk/>
            <pc:sldMk cId="4245632414" sldId="270"/>
            <ac:picMk id="11" creationId="{118B4784-1423-ECA2-F25B-0883652E7962}"/>
          </ac:picMkLst>
        </pc:picChg>
      </pc:sldChg>
      <pc:sldChg chg="addSp delSp modSp new mod modAnim">
        <pc:chgData name="Sara Muneeb" userId="29b624b1-a719-43f5-9b52-388cd4043c04" providerId="ADAL" clId="{DB3F8C76-9E84-425C-958D-57243E72E246}" dt="2022-09-30T07:45:06.046" v="1082"/>
        <pc:sldMkLst>
          <pc:docMk/>
          <pc:sldMk cId="4006803244" sldId="271"/>
        </pc:sldMkLst>
        <pc:spChg chg="mod">
          <ac:chgData name="Sara Muneeb" userId="29b624b1-a719-43f5-9b52-388cd4043c04" providerId="ADAL" clId="{DB3F8C76-9E84-425C-958D-57243E72E246}" dt="2022-09-30T07:43:40.653" v="1069" actId="20577"/>
          <ac:spMkLst>
            <pc:docMk/>
            <pc:sldMk cId="4006803244" sldId="271"/>
            <ac:spMk id="2" creationId="{9EB6A928-53BE-3E47-7722-9CAA1C5272DC}"/>
          </ac:spMkLst>
        </pc:spChg>
        <pc:spChg chg="del">
          <ac:chgData name="Sara Muneeb" userId="29b624b1-a719-43f5-9b52-388cd4043c04" providerId="ADAL" clId="{DB3F8C76-9E84-425C-958D-57243E72E246}" dt="2022-09-30T07:35:45.192" v="1024" actId="931"/>
          <ac:spMkLst>
            <pc:docMk/>
            <pc:sldMk cId="4006803244" sldId="271"/>
            <ac:spMk id="3" creationId="{6F21A77E-24ED-9AB4-8E9C-AADBFACF7579}"/>
          </ac:spMkLst>
        </pc:spChg>
        <pc:spChg chg="add del mod">
          <ac:chgData name="Sara Muneeb" userId="29b624b1-a719-43f5-9b52-388cd4043c04" providerId="ADAL" clId="{DB3F8C76-9E84-425C-958D-57243E72E246}" dt="2022-09-30T07:43:57.346" v="1071" actId="931"/>
          <ac:spMkLst>
            <pc:docMk/>
            <pc:sldMk cId="4006803244" sldId="271"/>
            <ac:spMk id="7" creationId="{A6DDAF87-E745-36B8-C36B-19C3694A682A}"/>
          </ac:spMkLst>
        </pc:spChg>
        <pc:spChg chg="add del mod">
          <ac:chgData name="Sara Muneeb" userId="29b624b1-a719-43f5-9b52-388cd4043c04" providerId="ADAL" clId="{DB3F8C76-9E84-425C-958D-57243E72E246}" dt="2022-09-30T07:44:10.680" v="1073" actId="931"/>
          <ac:spMkLst>
            <pc:docMk/>
            <pc:sldMk cId="4006803244" sldId="271"/>
            <ac:spMk id="11" creationId="{2A293B4C-C976-2A0D-6980-98E59C180DE1}"/>
          </ac:spMkLst>
        </pc:spChg>
        <pc:spChg chg="add mod">
          <ac:chgData name="Sara Muneeb" userId="29b624b1-a719-43f5-9b52-388cd4043c04" providerId="ADAL" clId="{DB3F8C76-9E84-425C-958D-57243E72E246}" dt="2022-09-30T07:44:47.067" v="1078" actId="208"/>
          <ac:spMkLst>
            <pc:docMk/>
            <pc:sldMk cId="4006803244" sldId="271"/>
            <ac:spMk id="14" creationId="{EE253486-8B85-A872-1C9F-A7B6C6E8F906}"/>
          </ac:spMkLst>
        </pc:spChg>
        <pc:picChg chg="add del mod modCrop">
          <ac:chgData name="Sara Muneeb" userId="29b624b1-a719-43f5-9b52-388cd4043c04" providerId="ADAL" clId="{DB3F8C76-9E84-425C-958D-57243E72E246}" dt="2022-09-30T07:43:36.746" v="1062" actId="478"/>
          <ac:picMkLst>
            <pc:docMk/>
            <pc:sldMk cId="4006803244" sldId="271"/>
            <ac:picMk id="5" creationId="{6D4DBFA4-4112-B1EA-D791-0E1D4E12CD10}"/>
          </ac:picMkLst>
        </pc:picChg>
        <pc:picChg chg="add del mod">
          <ac:chgData name="Sara Muneeb" userId="29b624b1-a719-43f5-9b52-388cd4043c04" providerId="ADAL" clId="{DB3F8C76-9E84-425C-958D-57243E72E246}" dt="2022-09-30T07:43:59.356" v="1072" actId="478"/>
          <ac:picMkLst>
            <pc:docMk/>
            <pc:sldMk cId="4006803244" sldId="271"/>
            <ac:picMk id="9" creationId="{A8174382-4BE4-9293-5825-20C41FE56DA7}"/>
          </ac:picMkLst>
        </pc:picChg>
        <pc:picChg chg="add mod">
          <ac:chgData name="Sara Muneeb" userId="29b624b1-a719-43f5-9b52-388cd4043c04" providerId="ADAL" clId="{DB3F8C76-9E84-425C-958D-57243E72E246}" dt="2022-09-30T07:45:02.381" v="1081" actId="1076"/>
          <ac:picMkLst>
            <pc:docMk/>
            <pc:sldMk cId="4006803244" sldId="271"/>
            <ac:picMk id="13" creationId="{595199DE-C673-B0A5-103B-FE9E7AAE3F9C}"/>
          </ac:picMkLst>
        </pc:picChg>
      </pc:sldChg>
      <pc:sldChg chg="addSp delSp modSp new mod modAnim">
        <pc:chgData name="Sara Muneeb" userId="29b624b1-a719-43f5-9b52-388cd4043c04" providerId="ADAL" clId="{DB3F8C76-9E84-425C-958D-57243E72E246}" dt="2022-09-30T07:47:21.780" v="1111"/>
        <pc:sldMkLst>
          <pc:docMk/>
          <pc:sldMk cId="1424118343" sldId="272"/>
        </pc:sldMkLst>
        <pc:spChg chg="mod">
          <ac:chgData name="Sara Muneeb" userId="29b624b1-a719-43f5-9b52-388cd4043c04" providerId="ADAL" clId="{DB3F8C76-9E84-425C-958D-57243E72E246}" dt="2022-09-30T07:45:19.373" v="1090" actId="20577"/>
          <ac:spMkLst>
            <pc:docMk/>
            <pc:sldMk cId="1424118343" sldId="272"/>
            <ac:spMk id="2" creationId="{11F82EBB-97B5-5317-D7D9-C3FF74AB159C}"/>
          </ac:spMkLst>
        </pc:spChg>
        <pc:spChg chg="del">
          <ac:chgData name="Sara Muneeb" userId="29b624b1-a719-43f5-9b52-388cd4043c04" providerId="ADAL" clId="{DB3F8C76-9E84-425C-958D-57243E72E246}" dt="2022-09-30T07:45:30.730" v="1091" actId="931"/>
          <ac:spMkLst>
            <pc:docMk/>
            <pc:sldMk cId="1424118343" sldId="272"/>
            <ac:spMk id="3" creationId="{DE600EFF-B9A6-C300-5101-EFAFF588EF67}"/>
          </ac:spMkLst>
        </pc:spChg>
        <pc:spChg chg="add mod">
          <ac:chgData name="Sara Muneeb" userId="29b624b1-a719-43f5-9b52-388cd4043c04" providerId="ADAL" clId="{DB3F8C76-9E84-425C-958D-57243E72E246}" dt="2022-09-30T07:47:01.264" v="1110" actId="1076"/>
          <ac:spMkLst>
            <pc:docMk/>
            <pc:sldMk cId="1424118343" sldId="272"/>
            <ac:spMk id="8" creationId="{22C7AC43-CE20-D134-3DF6-2B066D95DF0F}"/>
          </ac:spMkLst>
        </pc:spChg>
        <pc:picChg chg="add mod">
          <ac:chgData name="Sara Muneeb" userId="29b624b1-a719-43f5-9b52-388cd4043c04" providerId="ADAL" clId="{DB3F8C76-9E84-425C-958D-57243E72E246}" dt="2022-09-30T07:45:41.382" v="1094" actId="1076"/>
          <ac:picMkLst>
            <pc:docMk/>
            <pc:sldMk cId="1424118343" sldId="272"/>
            <ac:picMk id="5" creationId="{1D0A59BC-9F9A-387E-EE04-B7DDFEAB1290}"/>
          </ac:picMkLst>
        </pc:picChg>
        <pc:picChg chg="add mod">
          <ac:chgData name="Sara Muneeb" userId="29b624b1-a719-43f5-9b52-388cd4043c04" providerId="ADAL" clId="{DB3F8C76-9E84-425C-958D-57243E72E246}" dt="2022-09-30T07:46:53.889" v="1109" actId="1076"/>
          <ac:picMkLst>
            <pc:docMk/>
            <pc:sldMk cId="1424118343" sldId="272"/>
            <ac:picMk id="7" creationId="{D04346AB-343F-9E84-8293-706D714C95AA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07:48:27.698" v="1122" actId="962"/>
        <pc:sldMkLst>
          <pc:docMk/>
          <pc:sldMk cId="999133735" sldId="273"/>
        </pc:sldMkLst>
        <pc:spChg chg="mod">
          <ac:chgData name="Sara Muneeb" userId="29b624b1-a719-43f5-9b52-388cd4043c04" providerId="ADAL" clId="{DB3F8C76-9E84-425C-958D-57243E72E246}" dt="2022-09-30T07:47:36.640" v="1118" actId="20577"/>
          <ac:spMkLst>
            <pc:docMk/>
            <pc:sldMk cId="999133735" sldId="273"/>
            <ac:spMk id="2" creationId="{3B1A46A0-76D4-1FAB-6D57-CEDDBAB9EFE5}"/>
          </ac:spMkLst>
        </pc:spChg>
        <pc:spChg chg="del">
          <ac:chgData name="Sara Muneeb" userId="29b624b1-a719-43f5-9b52-388cd4043c04" providerId="ADAL" clId="{DB3F8C76-9E84-425C-958D-57243E72E246}" dt="2022-09-30T07:48:21.221" v="1119" actId="931"/>
          <ac:spMkLst>
            <pc:docMk/>
            <pc:sldMk cId="999133735" sldId="273"/>
            <ac:spMk id="3" creationId="{40C80F07-923F-DAC0-E66A-4E761C1EFA9F}"/>
          </ac:spMkLst>
        </pc:spChg>
        <pc:picChg chg="add mod">
          <ac:chgData name="Sara Muneeb" userId="29b624b1-a719-43f5-9b52-388cd4043c04" providerId="ADAL" clId="{DB3F8C76-9E84-425C-958D-57243E72E246}" dt="2022-09-30T07:48:27.698" v="1122" actId="962"/>
          <ac:picMkLst>
            <pc:docMk/>
            <pc:sldMk cId="999133735" sldId="273"/>
            <ac:picMk id="5" creationId="{B6A8878A-4819-E5E1-E073-8D55060623ED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07:48:46.183" v="1133" actId="962"/>
        <pc:sldMkLst>
          <pc:docMk/>
          <pc:sldMk cId="2742577211" sldId="274"/>
        </pc:sldMkLst>
        <pc:spChg chg="mod">
          <ac:chgData name="Sara Muneeb" userId="29b624b1-a719-43f5-9b52-388cd4043c04" providerId="ADAL" clId="{DB3F8C76-9E84-425C-958D-57243E72E246}" dt="2022-09-30T07:48:32.110" v="1130" actId="20577"/>
          <ac:spMkLst>
            <pc:docMk/>
            <pc:sldMk cId="2742577211" sldId="274"/>
            <ac:spMk id="2" creationId="{5B13115B-716B-37C0-785D-0C1C8079C1EA}"/>
          </ac:spMkLst>
        </pc:spChg>
        <pc:spChg chg="del">
          <ac:chgData name="Sara Muneeb" userId="29b624b1-a719-43f5-9b52-388cd4043c04" providerId="ADAL" clId="{DB3F8C76-9E84-425C-958D-57243E72E246}" dt="2022-09-30T07:48:44.983" v="1131" actId="931"/>
          <ac:spMkLst>
            <pc:docMk/>
            <pc:sldMk cId="2742577211" sldId="274"/>
            <ac:spMk id="3" creationId="{A68E1FED-515C-1666-4F62-D2D3D35AD6C7}"/>
          </ac:spMkLst>
        </pc:spChg>
        <pc:picChg chg="add mod">
          <ac:chgData name="Sara Muneeb" userId="29b624b1-a719-43f5-9b52-388cd4043c04" providerId="ADAL" clId="{DB3F8C76-9E84-425C-958D-57243E72E246}" dt="2022-09-30T07:48:46.183" v="1133" actId="962"/>
          <ac:picMkLst>
            <pc:docMk/>
            <pc:sldMk cId="2742577211" sldId="274"/>
            <ac:picMk id="5" creationId="{CCD98EC6-F883-A72F-C242-88AC3512E466}"/>
          </ac:picMkLst>
        </pc:picChg>
      </pc:sldChg>
      <pc:sldChg chg="addSp modSp new mod">
        <pc:chgData name="Sara Muneeb" userId="29b624b1-a719-43f5-9b52-388cd4043c04" providerId="ADAL" clId="{DB3F8C76-9E84-425C-958D-57243E72E246}" dt="2022-09-30T08:35:04.424" v="1259" actId="1076"/>
        <pc:sldMkLst>
          <pc:docMk/>
          <pc:sldMk cId="3394791061" sldId="275"/>
        </pc:sldMkLst>
        <pc:spChg chg="mod">
          <ac:chgData name="Sara Muneeb" userId="29b624b1-a719-43f5-9b52-388cd4043c04" providerId="ADAL" clId="{DB3F8C76-9E84-425C-958D-57243E72E246}" dt="2022-09-30T07:53:29.945" v="1174" actId="20577"/>
          <ac:spMkLst>
            <pc:docMk/>
            <pc:sldMk cId="3394791061" sldId="275"/>
            <ac:spMk id="2" creationId="{F44ABA31-794F-4BD6-8D92-B7D1C1B8A392}"/>
          </ac:spMkLst>
        </pc:spChg>
        <pc:spChg chg="mod">
          <ac:chgData name="Sara Muneeb" userId="29b624b1-a719-43f5-9b52-388cd4043c04" providerId="ADAL" clId="{DB3F8C76-9E84-425C-958D-57243E72E246}" dt="2022-09-30T08:34:57.396" v="1258" actId="207"/>
          <ac:spMkLst>
            <pc:docMk/>
            <pc:sldMk cId="3394791061" sldId="275"/>
            <ac:spMk id="3" creationId="{A778FDB5-F19B-32BF-004F-16E319FF8A7D}"/>
          </ac:spMkLst>
        </pc:spChg>
        <pc:picChg chg="add mod">
          <ac:chgData name="Sara Muneeb" userId="29b624b1-a719-43f5-9b52-388cd4043c04" providerId="ADAL" clId="{DB3F8C76-9E84-425C-958D-57243E72E246}" dt="2022-09-30T08:35:04.424" v="1259" actId="1076"/>
          <ac:picMkLst>
            <pc:docMk/>
            <pc:sldMk cId="3394791061" sldId="275"/>
            <ac:picMk id="3074" creationId="{AC5D098A-E968-A073-061D-C8F0E69180A6}"/>
          </ac:picMkLst>
        </pc:picChg>
      </pc:sldChg>
      <pc:sldChg chg="addSp modSp new mod">
        <pc:chgData name="Sara Muneeb" userId="29b624b1-a719-43f5-9b52-388cd4043c04" providerId="ADAL" clId="{DB3F8C76-9E84-425C-958D-57243E72E246}" dt="2022-09-30T09:29:17.784" v="1648" actId="1076"/>
        <pc:sldMkLst>
          <pc:docMk/>
          <pc:sldMk cId="2278341385" sldId="276"/>
        </pc:sldMkLst>
        <pc:spChg chg="mod">
          <ac:chgData name="Sara Muneeb" userId="29b624b1-a719-43f5-9b52-388cd4043c04" providerId="ADAL" clId="{DB3F8C76-9E84-425C-958D-57243E72E246}" dt="2022-09-30T08:37:24.953" v="1366" actId="27636"/>
          <ac:spMkLst>
            <pc:docMk/>
            <pc:sldMk cId="2278341385" sldId="276"/>
            <ac:spMk id="2" creationId="{53243FD3-1EBC-EF79-D98D-83E32758046E}"/>
          </ac:spMkLst>
        </pc:spChg>
        <pc:spChg chg="mod">
          <ac:chgData name="Sara Muneeb" userId="29b624b1-a719-43f5-9b52-388cd4043c04" providerId="ADAL" clId="{DB3F8C76-9E84-425C-958D-57243E72E246}" dt="2022-09-30T09:29:13.722" v="1647" actId="404"/>
          <ac:spMkLst>
            <pc:docMk/>
            <pc:sldMk cId="2278341385" sldId="276"/>
            <ac:spMk id="3" creationId="{A1F344B6-3358-9FD9-DD5A-21060195BD6A}"/>
          </ac:spMkLst>
        </pc:spChg>
        <pc:picChg chg="add mod">
          <ac:chgData name="Sara Muneeb" userId="29b624b1-a719-43f5-9b52-388cd4043c04" providerId="ADAL" clId="{DB3F8C76-9E84-425C-958D-57243E72E246}" dt="2022-09-30T09:29:17.784" v="1648" actId="1076"/>
          <ac:picMkLst>
            <pc:docMk/>
            <pc:sldMk cId="2278341385" sldId="276"/>
            <ac:picMk id="4098" creationId="{24D75010-A97B-5A1D-215C-07DC08DF8B98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09:32:58.463" v="1663" actId="1076"/>
        <pc:sldMkLst>
          <pc:docMk/>
          <pc:sldMk cId="1238051902" sldId="277"/>
        </pc:sldMkLst>
        <pc:spChg chg="mod">
          <ac:chgData name="Sara Muneeb" userId="29b624b1-a719-43f5-9b52-388cd4043c04" providerId="ADAL" clId="{DB3F8C76-9E84-425C-958D-57243E72E246}" dt="2022-09-30T09:29:58" v="1656" actId="20577"/>
          <ac:spMkLst>
            <pc:docMk/>
            <pc:sldMk cId="1238051902" sldId="277"/>
            <ac:spMk id="2" creationId="{CEC39E0F-20CB-CB55-2ED6-EC37245A60EB}"/>
          </ac:spMkLst>
        </pc:spChg>
        <pc:spChg chg="del mod">
          <ac:chgData name="Sara Muneeb" userId="29b624b1-a719-43f5-9b52-388cd4043c04" providerId="ADAL" clId="{DB3F8C76-9E84-425C-958D-57243E72E246}" dt="2022-09-30T09:30:16.645" v="1658" actId="22"/>
          <ac:spMkLst>
            <pc:docMk/>
            <pc:sldMk cId="1238051902" sldId="277"/>
            <ac:spMk id="3" creationId="{26C0DABC-A2D0-EE9F-C513-7AD872F24FB6}"/>
          </ac:spMkLst>
        </pc:spChg>
        <pc:spChg chg="add del mod">
          <ac:chgData name="Sara Muneeb" userId="29b624b1-a719-43f5-9b52-388cd4043c04" providerId="ADAL" clId="{DB3F8C76-9E84-425C-958D-57243E72E246}" dt="2022-09-30T09:32:53.178" v="1662" actId="478"/>
          <ac:spMkLst>
            <pc:docMk/>
            <pc:sldMk cId="1238051902" sldId="277"/>
            <ac:spMk id="9" creationId="{1A250871-A4CF-46DA-3F3C-3CA171C432DE}"/>
          </ac:spMkLst>
        </pc:spChg>
        <pc:picChg chg="add del mod ord">
          <ac:chgData name="Sara Muneeb" userId="29b624b1-a719-43f5-9b52-388cd4043c04" providerId="ADAL" clId="{DB3F8C76-9E84-425C-958D-57243E72E246}" dt="2022-09-30T09:32:44.786" v="1661" actId="478"/>
          <ac:picMkLst>
            <pc:docMk/>
            <pc:sldMk cId="1238051902" sldId="277"/>
            <ac:picMk id="5" creationId="{0332B971-3DD9-384F-39B9-F4BB1EC93D03}"/>
          </ac:picMkLst>
        </pc:picChg>
        <pc:picChg chg="add mod">
          <ac:chgData name="Sara Muneeb" userId="29b624b1-a719-43f5-9b52-388cd4043c04" providerId="ADAL" clId="{DB3F8C76-9E84-425C-958D-57243E72E246}" dt="2022-09-30T09:32:58.463" v="1663" actId="1076"/>
          <ac:picMkLst>
            <pc:docMk/>
            <pc:sldMk cId="1238051902" sldId="277"/>
            <ac:picMk id="7" creationId="{EB768C8D-0F7A-BE74-050D-242454231168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09:35:37.845" v="1687" actId="1076"/>
        <pc:sldMkLst>
          <pc:docMk/>
          <pc:sldMk cId="1237888567" sldId="278"/>
        </pc:sldMkLst>
        <pc:spChg chg="mod">
          <ac:chgData name="Sara Muneeb" userId="29b624b1-a719-43f5-9b52-388cd4043c04" providerId="ADAL" clId="{DB3F8C76-9E84-425C-958D-57243E72E246}" dt="2022-09-30T09:34:59.194" v="1671" actId="20577"/>
          <ac:spMkLst>
            <pc:docMk/>
            <pc:sldMk cId="1237888567" sldId="278"/>
            <ac:spMk id="2" creationId="{BC73BCD1-F9C1-E666-21CE-8BCCB8375639}"/>
          </ac:spMkLst>
        </pc:spChg>
        <pc:spChg chg="del">
          <ac:chgData name="Sara Muneeb" userId="29b624b1-a719-43f5-9b52-388cd4043c04" providerId="ADAL" clId="{DB3F8C76-9E84-425C-958D-57243E72E246}" dt="2022-09-30T09:35:08.534" v="1672" actId="931"/>
          <ac:spMkLst>
            <pc:docMk/>
            <pc:sldMk cId="1237888567" sldId="278"/>
            <ac:spMk id="3" creationId="{C12A84B6-068C-99EF-2C74-E2ABEAE1FAE9}"/>
          </ac:spMkLst>
        </pc:spChg>
        <pc:picChg chg="add mod">
          <ac:chgData name="Sara Muneeb" userId="29b624b1-a719-43f5-9b52-388cd4043c04" providerId="ADAL" clId="{DB3F8C76-9E84-425C-958D-57243E72E246}" dt="2022-09-30T09:35:37.845" v="1687" actId="1076"/>
          <ac:picMkLst>
            <pc:docMk/>
            <pc:sldMk cId="1237888567" sldId="278"/>
            <ac:picMk id="5" creationId="{7CD2090F-A4DF-7FED-6A50-FA104D16022B}"/>
          </ac:picMkLst>
        </pc:picChg>
        <pc:picChg chg="add mod">
          <ac:chgData name="Sara Muneeb" userId="29b624b1-a719-43f5-9b52-388cd4043c04" providerId="ADAL" clId="{DB3F8C76-9E84-425C-958D-57243E72E246}" dt="2022-09-30T09:35:34.744" v="1686" actId="1076"/>
          <ac:picMkLst>
            <pc:docMk/>
            <pc:sldMk cId="1237888567" sldId="278"/>
            <ac:picMk id="7" creationId="{32DDC936-90F8-3629-706F-43DAEA768688}"/>
          </ac:picMkLst>
        </pc:picChg>
      </pc:sldChg>
      <pc:sldChg chg="addSp delSp modSp new del mod">
        <pc:chgData name="Sara Muneeb" userId="29b624b1-a719-43f5-9b52-388cd4043c04" providerId="ADAL" clId="{DB3F8C76-9E84-425C-958D-57243E72E246}" dt="2022-09-30T09:37:00.477" v="1721" actId="47"/>
        <pc:sldMkLst>
          <pc:docMk/>
          <pc:sldMk cId="24293221" sldId="279"/>
        </pc:sldMkLst>
        <pc:spChg chg="mod">
          <ac:chgData name="Sara Muneeb" userId="29b624b1-a719-43f5-9b52-388cd4043c04" providerId="ADAL" clId="{DB3F8C76-9E84-425C-958D-57243E72E246}" dt="2022-09-30T09:35:57.088" v="1717" actId="20577"/>
          <ac:spMkLst>
            <pc:docMk/>
            <pc:sldMk cId="24293221" sldId="279"/>
            <ac:spMk id="2" creationId="{588ED398-42EE-233A-28EC-487A56D66029}"/>
          </ac:spMkLst>
        </pc:spChg>
        <pc:picChg chg="add del">
          <ac:chgData name="Sara Muneeb" userId="29b624b1-a719-43f5-9b52-388cd4043c04" providerId="ADAL" clId="{DB3F8C76-9E84-425C-958D-57243E72E246}" dt="2022-09-30T09:36:48.603" v="1719" actId="22"/>
          <ac:picMkLst>
            <pc:docMk/>
            <pc:sldMk cId="24293221" sldId="279"/>
            <ac:picMk id="5" creationId="{00BAAE01-767D-4091-6F4E-6EC0CE92A487}"/>
          </ac:picMkLst>
        </pc:picChg>
      </pc:sldChg>
      <pc:sldChg chg="addSp delSp modSp add mod ord">
        <pc:chgData name="Sara Muneeb" userId="29b624b1-a719-43f5-9b52-388cd4043c04" providerId="ADAL" clId="{DB3F8C76-9E84-425C-958D-57243E72E246}" dt="2022-09-30T10:35:34.372" v="1771" actId="207"/>
        <pc:sldMkLst>
          <pc:docMk/>
          <pc:sldMk cId="3087496290" sldId="280"/>
        </pc:sldMkLst>
        <pc:spChg chg="mod">
          <ac:chgData name="Sara Muneeb" userId="29b624b1-a719-43f5-9b52-388cd4043c04" providerId="ADAL" clId="{DB3F8C76-9E84-425C-958D-57243E72E246}" dt="2022-09-30T09:37:18.968" v="1745" actId="21"/>
          <ac:spMkLst>
            <pc:docMk/>
            <pc:sldMk cId="3087496290" sldId="280"/>
            <ac:spMk id="2" creationId="{00000000-0000-0000-0000-000000000000}"/>
          </ac:spMkLst>
        </pc:spChg>
        <pc:spChg chg="add del mod">
          <ac:chgData name="Sara Muneeb" userId="29b624b1-a719-43f5-9b52-388cd4043c04" providerId="ADAL" clId="{DB3F8C76-9E84-425C-958D-57243E72E246}" dt="2022-09-30T09:38:32.952" v="1752" actId="478"/>
          <ac:spMkLst>
            <pc:docMk/>
            <pc:sldMk cId="3087496290" sldId="280"/>
            <ac:spMk id="3" creationId="{71373625-5279-19D1-8D79-2976E9CEBC08}"/>
          </ac:spMkLst>
        </pc:spChg>
        <pc:spChg chg="add mod">
          <ac:chgData name="Sara Muneeb" userId="29b624b1-a719-43f5-9b52-388cd4043c04" providerId="ADAL" clId="{DB3F8C76-9E84-425C-958D-57243E72E246}" dt="2022-09-30T10:35:34.372" v="1771" actId="207"/>
          <ac:spMkLst>
            <pc:docMk/>
            <pc:sldMk cId="3087496290" sldId="280"/>
            <ac:spMk id="4" creationId="{EE0A407C-4F82-C6AA-4743-F08CA2DB49D7}"/>
          </ac:spMkLst>
        </pc:spChg>
        <pc:picChg chg="add mod">
          <ac:chgData name="Sara Muneeb" userId="29b624b1-a719-43f5-9b52-388cd4043c04" providerId="ADAL" clId="{DB3F8C76-9E84-425C-958D-57243E72E246}" dt="2022-09-30T10:35:04.850" v="1769" actId="1076"/>
          <ac:picMkLst>
            <pc:docMk/>
            <pc:sldMk cId="3087496290" sldId="280"/>
            <ac:picMk id="5" creationId="{08F8134F-F3AE-4493-CA39-43E5BF9FD8AD}"/>
          </ac:picMkLst>
        </pc:picChg>
        <pc:picChg chg="add del mod">
          <ac:chgData name="Sara Muneeb" userId="29b624b1-a719-43f5-9b52-388cd4043c04" providerId="ADAL" clId="{DB3F8C76-9E84-425C-958D-57243E72E246}" dt="2022-09-30T09:38:37.453" v="1753" actId="21"/>
          <ac:picMkLst>
            <pc:docMk/>
            <pc:sldMk cId="3087496290" sldId="280"/>
            <ac:picMk id="8195" creationId="{00000000-0000-0000-0000-000000000000}"/>
          </ac:picMkLst>
        </pc:picChg>
      </pc:sldChg>
      <pc:sldChg chg="addSp delSp modSp add del ord">
        <pc:chgData name="Sara Muneeb" userId="29b624b1-a719-43f5-9b52-388cd4043c04" providerId="ADAL" clId="{DB3F8C76-9E84-425C-958D-57243E72E246}" dt="2022-10-05T09:38:35.379" v="4006" actId="47"/>
        <pc:sldMkLst>
          <pc:docMk/>
          <pc:sldMk cId="682799263" sldId="281"/>
        </pc:sldMkLst>
        <pc:picChg chg="add del mod">
          <ac:chgData name="Sara Muneeb" userId="29b624b1-a719-43f5-9b52-388cd4043c04" providerId="ADAL" clId="{DB3F8C76-9E84-425C-958D-57243E72E246}" dt="2022-09-30T10:34:59.864" v="1767" actId="21"/>
          <ac:picMkLst>
            <pc:docMk/>
            <pc:sldMk cId="682799263" sldId="281"/>
            <ac:picMk id="3" creationId="{A25269C2-7BCD-5DFB-CC99-FF92629A15BB}"/>
          </ac:picMkLst>
        </pc:picChg>
      </pc:sldChg>
      <pc:sldChg chg="add del">
        <pc:chgData name="Sara Muneeb" userId="29b624b1-a719-43f5-9b52-388cd4043c04" providerId="ADAL" clId="{DB3F8C76-9E84-425C-958D-57243E72E246}" dt="2022-10-03T08:55:36.018" v="2985" actId="47"/>
        <pc:sldMkLst>
          <pc:docMk/>
          <pc:sldMk cId="2342829795" sldId="282"/>
        </pc:sldMkLst>
      </pc:sldChg>
      <pc:sldChg chg="add del">
        <pc:chgData name="Sara Muneeb" userId="29b624b1-a719-43f5-9b52-388cd4043c04" providerId="ADAL" clId="{DB3F8C76-9E84-425C-958D-57243E72E246}" dt="2022-09-30T10:36:19.593" v="1774" actId="47"/>
        <pc:sldMkLst>
          <pc:docMk/>
          <pc:sldMk cId="2989175404" sldId="282"/>
        </pc:sldMkLst>
      </pc:sldChg>
      <pc:sldChg chg="add del ord">
        <pc:chgData name="Sara Muneeb" userId="29b624b1-a719-43f5-9b52-388cd4043c04" providerId="ADAL" clId="{DB3F8C76-9E84-425C-958D-57243E72E246}" dt="2022-10-03T09:02:47.954" v="3023" actId="47"/>
        <pc:sldMkLst>
          <pc:docMk/>
          <pc:sldMk cId="84272025" sldId="283"/>
        </pc:sldMkLst>
      </pc:sldChg>
      <pc:sldChg chg="add del">
        <pc:chgData name="Sara Muneeb" userId="29b624b1-a719-43f5-9b52-388cd4043c04" providerId="ADAL" clId="{DB3F8C76-9E84-425C-958D-57243E72E246}" dt="2022-09-30T10:36:21.754" v="1775" actId="47"/>
        <pc:sldMkLst>
          <pc:docMk/>
          <pc:sldMk cId="642507062" sldId="283"/>
        </pc:sldMkLst>
      </pc:sldChg>
      <pc:sldChg chg="modSp add mod ord">
        <pc:chgData name="Sara Muneeb" userId="29b624b1-a719-43f5-9b52-388cd4043c04" providerId="ADAL" clId="{DB3F8C76-9E84-425C-958D-57243E72E246}" dt="2022-09-30T10:37:04.438" v="1780"/>
        <pc:sldMkLst>
          <pc:docMk/>
          <pc:sldMk cId="938039169" sldId="284"/>
        </pc:sldMkLst>
        <pc:spChg chg="mod">
          <ac:chgData name="Sara Muneeb" userId="29b624b1-a719-43f5-9b52-388cd4043c04" providerId="ADAL" clId="{DB3F8C76-9E84-425C-958D-57243E72E246}" dt="2022-09-30T10:36:28.335" v="1776" actId="20577"/>
          <ac:spMkLst>
            <pc:docMk/>
            <pc:sldMk cId="938039169" sldId="284"/>
            <ac:spMk id="2" creationId="{00000000-0000-0000-0000-000000000000}"/>
          </ac:spMkLst>
        </pc:spChg>
      </pc:sldChg>
      <pc:sldChg chg="addSp delSp modSp add del">
        <pc:chgData name="Sara Muneeb" userId="29b624b1-a719-43f5-9b52-388cd4043c04" providerId="ADAL" clId="{DB3F8C76-9E84-425C-958D-57243E72E246}" dt="2022-09-30T10:44:00.240" v="1919" actId="47"/>
        <pc:sldMkLst>
          <pc:docMk/>
          <pc:sldMk cId="1064415316" sldId="285"/>
        </pc:sldMkLst>
        <pc:spChg chg="add mod">
          <ac:chgData name="Sara Muneeb" userId="29b624b1-a719-43f5-9b52-388cd4043c04" providerId="ADAL" clId="{DB3F8C76-9E84-425C-958D-57243E72E246}" dt="2022-09-30T10:43:46.086" v="1915" actId="21"/>
          <ac:spMkLst>
            <pc:docMk/>
            <pc:sldMk cId="1064415316" sldId="285"/>
            <ac:spMk id="3" creationId="{79E5B953-B904-86A0-81B6-ECD65CA80F6F}"/>
          </ac:spMkLst>
        </pc:spChg>
        <pc:picChg chg="del">
          <ac:chgData name="Sara Muneeb" userId="29b624b1-a719-43f5-9b52-388cd4043c04" providerId="ADAL" clId="{DB3F8C76-9E84-425C-958D-57243E72E246}" dt="2022-09-30T10:43:46.086" v="1915" actId="21"/>
          <ac:picMkLst>
            <pc:docMk/>
            <pc:sldMk cId="1064415316" sldId="285"/>
            <ac:picMk id="14338" creationId="{00000000-0000-0000-0000-000000000000}"/>
          </ac:picMkLst>
        </pc:picChg>
      </pc:sldChg>
      <pc:sldChg chg="modSp add mod">
        <pc:chgData name="Sara Muneeb" userId="29b624b1-a719-43f5-9b52-388cd4043c04" providerId="ADAL" clId="{DB3F8C76-9E84-425C-958D-57243E72E246}" dt="2022-09-30T10:44:58.715" v="1952" actId="1076"/>
        <pc:sldMkLst>
          <pc:docMk/>
          <pc:sldMk cId="2063745838" sldId="286"/>
        </pc:sldMkLst>
        <pc:spChg chg="mod">
          <ac:chgData name="Sara Muneeb" userId="29b624b1-a719-43f5-9b52-388cd4043c04" providerId="ADAL" clId="{DB3F8C76-9E84-425C-958D-57243E72E246}" dt="2022-09-30T10:44:09.257" v="1928" actId="20577"/>
          <ac:spMkLst>
            <pc:docMk/>
            <pc:sldMk cId="2063745838" sldId="286"/>
            <ac:spMk id="2" creationId="{00000000-0000-0000-0000-000000000000}"/>
          </ac:spMkLst>
        </pc:spChg>
        <pc:picChg chg="mod">
          <ac:chgData name="Sara Muneeb" userId="29b624b1-a719-43f5-9b52-388cd4043c04" providerId="ADAL" clId="{DB3F8C76-9E84-425C-958D-57243E72E246}" dt="2022-09-30T10:44:58.715" v="1952" actId="1076"/>
          <ac:picMkLst>
            <pc:docMk/>
            <pc:sldMk cId="2063745838" sldId="286"/>
            <ac:picMk id="15362" creationId="{00000000-0000-0000-0000-000000000000}"/>
          </ac:picMkLst>
        </pc:picChg>
      </pc:sldChg>
      <pc:sldChg chg="modSp add mod">
        <pc:chgData name="Sara Muneeb" userId="29b624b1-a719-43f5-9b52-388cd4043c04" providerId="ADAL" clId="{DB3F8C76-9E84-425C-958D-57243E72E246}" dt="2022-09-30T10:44:14.885" v="1937" actId="20577"/>
        <pc:sldMkLst>
          <pc:docMk/>
          <pc:sldMk cId="1044308845" sldId="287"/>
        </pc:sldMkLst>
        <pc:spChg chg="mod">
          <ac:chgData name="Sara Muneeb" userId="29b624b1-a719-43f5-9b52-388cd4043c04" providerId="ADAL" clId="{DB3F8C76-9E84-425C-958D-57243E72E246}" dt="2022-09-30T10:44:14.885" v="1937" actId="20577"/>
          <ac:spMkLst>
            <pc:docMk/>
            <pc:sldMk cId="1044308845" sldId="287"/>
            <ac:spMk id="2" creationId="{00000000-0000-0000-0000-000000000000}"/>
          </ac:spMkLst>
        </pc:spChg>
      </pc:sldChg>
      <pc:sldChg chg="addSp delSp modSp add del mod ord">
        <pc:chgData name="Sara Muneeb" userId="29b624b1-a719-43f5-9b52-388cd4043c04" providerId="ADAL" clId="{DB3F8C76-9E84-425C-958D-57243E72E246}" dt="2022-10-03T08:59:50.467" v="3012" actId="47"/>
        <pc:sldMkLst>
          <pc:docMk/>
          <pc:sldMk cId="879983306" sldId="288"/>
        </pc:sldMkLst>
        <pc:picChg chg="add del mod">
          <ac:chgData name="Sara Muneeb" userId="29b624b1-a719-43f5-9b52-388cd4043c04" providerId="ADAL" clId="{DB3F8C76-9E84-425C-958D-57243E72E246}" dt="2022-10-03T08:55:17.380" v="2979" actId="21"/>
          <ac:picMkLst>
            <pc:docMk/>
            <pc:sldMk cId="879983306" sldId="288"/>
            <ac:picMk id="3" creationId="{1DC4E51A-7B2B-4B26-89F4-CC4280598BC8}"/>
          </ac:picMkLst>
        </pc:picChg>
        <pc:picChg chg="mod">
          <ac:chgData name="Sara Muneeb" userId="29b624b1-a719-43f5-9b52-388cd4043c04" providerId="ADAL" clId="{DB3F8C76-9E84-425C-958D-57243E72E246}" dt="2022-10-03T08:55:30.621" v="2983" actId="1076"/>
          <ac:picMkLst>
            <pc:docMk/>
            <pc:sldMk cId="879983306" sldId="288"/>
            <ac:picMk id="2050" creationId="{00000000-0000-0000-0000-000000000000}"/>
          </ac:picMkLst>
        </pc:picChg>
      </pc:sldChg>
      <pc:sldChg chg="addSp delSp modSp add del mod ord">
        <pc:chgData name="Sara Muneeb" userId="29b624b1-a719-43f5-9b52-388cd4043c04" providerId="ADAL" clId="{DB3F8C76-9E84-425C-958D-57243E72E246}" dt="2022-10-03T08:59:54.890" v="3014"/>
        <pc:sldMkLst>
          <pc:docMk/>
          <pc:sldMk cId="1104968559" sldId="289"/>
        </pc:sldMkLst>
        <pc:picChg chg="add del mod">
          <ac:chgData name="Sara Muneeb" userId="29b624b1-a719-43f5-9b52-388cd4043c04" providerId="ADAL" clId="{DB3F8C76-9E84-425C-958D-57243E72E246}" dt="2022-10-03T08:56:32.827" v="2990" actId="21"/>
          <ac:picMkLst>
            <pc:docMk/>
            <pc:sldMk cId="1104968559" sldId="289"/>
            <ac:picMk id="4" creationId="{1710497A-8DD6-7A9C-494C-0DE7430E6B1C}"/>
          </ac:picMkLst>
        </pc:picChg>
        <pc:picChg chg="mod">
          <ac:chgData name="Sara Muneeb" userId="29b624b1-a719-43f5-9b52-388cd4043c04" providerId="ADAL" clId="{DB3F8C76-9E84-425C-958D-57243E72E246}" dt="2022-10-03T08:54:51.622" v="2972" actId="1076"/>
          <ac:picMkLst>
            <pc:docMk/>
            <pc:sldMk cId="1104968559" sldId="289"/>
            <ac:picMk id="3074" creationId="{00000000-0000-0000-0000-000000000000}"/>
          </ac:picMkLst>
        </pc:picChg>
        <pc:picChg chg="mod">
          <ac:chgData name="Sara Muneeb" userId="29b624b1-a719-43f5-9b52-388cd4043c04" providerId="ADAL" clId="{DB3F8C76-9E84-425C-958D-57243E72E246}" dt="2022-10-03T08:54:40.915" v="2969" actId="14100"/>
          <ac:picMkLst>
            <pc:docMk/>
            <pc:sldMk cId="1104968559" sldId="289"/>
            <ac:picMk id="3075" creationId="{00000000-0000-0000-0000-000000000000}"/>
          </ac:picMkLst>
        </pc:picChg>
      </pc:sldChg>
      <pc:sldChg chg="add">
        <pc:chgData name="Sara Muneeb" userId="29b624b1-a719-43f5-9b52-388cd4043c04" providerId="ADAL" clId="{DB3F8C76-9E84-425C-958D-57243E72E246}" dt="2022-10-03T08:41:05.849" v="2745"/>
        <pc:sldMkLst>
          <pc:docMk/>
          <pc:sldMk cId="52606917" sldId="292"/>
        </pc:sldMkLst>
      </pc:sldChg>
      <pc:sldChg chg="modSp add mod">
        <pc:chgData name="Sara Muneeb" userId="29b624b1-a719-43f5-9b52-388cd4043c04" providerId="ADAL" clId="{DB3F8C76-9E84-425C-958D-57243E72E246}" dt="2022-09-30T10:44:23.212" v="1945" actId="20577"/>
        <pc:sldMkLst>
          <pc:docMk/>
          <pc:sldMk cId="1356901708" sldId="293"/>
        </pc:sldMkLst>
        <pc:spChg chg="mod">
          <ac:chgData name="Sara Muneeb" userId="29b624b1-a719-43f5-9b52-388cd4043c04" providerId="ADAL" clId="{DB3F8C76-9E84-425C-958D-57243E72E246}" dt="2022-09-30T10:44:23.212" v="1945" actId="20577"/>
          <ac:spMkLst>
            <pc:docMk/>
            <pc:sldMk cId="1356901708" sldId="293"/>
            <ac:spMk id="2" creationId="{00000000-0000-0000-0000-000000000000}"/>
          </ac:spMkLst>
        </pc:spChg>
      </pc:sldChg>
      <pc:sldChg chg="modSp add">
        <pc:chgData name="Sara Muneeb" userId="29b624b1-a719-43f5-9b52-388cd4043c04" providerId="ADAL" clId="{DB3F8C76-9E84-425C-958D-57243E72E246}" dt="2022-09-30T10:44:38.471" v="1947" actId="1076"/>
        <pc:sldMkLst>
          <pc:docMk/>
          <pc:sldMk cId="3263305752" sldId="294"/>
        </pc:sldMkLst>
        <pc:picChg chg="mod">
          <ac:chgData name="Sara Muneeb" userId="29b624b1-a719-43f5-9b52-388cd4043c04" providerId="ADAL" clId="{DB3F8C76-9E84-425C-958D-57243E72E246}" dt="2022-09-30T10:44:38.471" v="1947" actId="1076"/>
          <ac:picMkLst>
            <pc:docMk/>
            <pc:sldMk cId="3263305752" sldId="294"/>
            <ac:picMk id="17410" creationId="{00000000-0000-0000-0000-000000000000}"/>
          </ac:picMkLst>
        </pc:picChg>
      </pc:sldChg>
      <pc:sldChg chg="modSp add">
        <pc:chgData name="Sara Muneeb" userId="29b624b1-a719-43f5-9b52-388cd4043c04" providerId="ADAL" clId="{DB3F8C76-9E84-425C-958D-57243E72E246}" dt="2022-09-30T10:44:46.999" v="1949" actId="1076"/>
        <pc:sldMkLst>
          <pc:docMk/>
          <pc:sldMk cId="415582154" sldId="295"/>
        </pc:sldMkLst>
        <pc:picChg chg="mod">
          <ac:chgData name="Sara Muneeb" userId="29b624b1-a719-43f5-9b52-388cd4043c04" providerId="ADAL" clId="{DB3F8C76-9E84-425C-958D-57243E72E246}" dt="2022-09-30T10:44:46.999" v="1949" actId="1076"/>
          <ac:picMkLst>
            <pc:docMk/>
            <pc:sldMk cId="415582154" sldId="295"/>
            <ac:picMk id="18435" creationId="{00000000-0000-0000-0000-000000000000}"/>
          </ac:picMkLst>
        </pc:picChg>
      </pc:sldChg>
      <pc:sldChg chg="modSp add">
        <pc:chgData name="Sara Muneeb" userId="29b624b1-a719-43f5-9b52-388cd4043c04" providerId="ADAL" clId="{DB3F8C76-9E84-425C-958D-57243E72E246}" dt="2022-09-30T10:45:11.809" v="1954" actId="1076"/>
        <pc:sldMkLst>
          <pc:docMk/>
          <pc:sldMk cId="4129240445" sldId="296"/>
        </pc:sldMkLst>
        <pc:picChg chg="mod">
          <ac:chgData name="Sara Muneeb" userId="29b624b1-a719-43f5-9b52-388cd4043c04" providerId="ADAL" clId="{DB3F8C76-9E84-425C-958D-57243E72E246}" dt="2022-09-30T10:45:11.809" v="1954" actId="1076"/>
          <ac:picMkLst>
            <pc:docMk/>
            <pc:sldMk cId="4129240445" sldId="296"/>
            <ac:picMk id="19458" creationId="{00000000-0000-0000-0000-000000000000}"/>
          </ac:picMkLst>
        </pc:picChg>
      </pc:sldChg>
      <pc:sldChg chg="modSp add">
        <pc:chgData name="Sara Muneeb" userId="29b624b1-a719-43f5-9b52-388cd4043c04" providerId="ADAL" clId="{DB3F8C76-9E84-425C-958D-57243E72E246}" dt="2022-09-30T10:45:38.842" v="1959" actId="1076"/>
        <pc:sldMkLst>
          <pc:docMk/>
          <pc:sldMk cId="538218730" sldId="297"/>
        </pc:sldMkLst>
        <pc:picChg chg="mod">
          <ac:chgData name="Sara Muneeb" userId="29b624b1-a719-43f5-9b52-388cd4043c04" providerId="ADAL" clId="{DB3F8C76-9E84-425C-958D-57243E72E246}" dt="2022-09-30T10:45:38.842" v="1959" actId="1076"/>
          <ac:picMkLst>
            <pc:docMk/>
            <pc:sldMk cId="538218730" sldId="297"/>
            <ac:picMk id="20482" creationId="{00000000-0000-0000-0000-000000000000}"/>
          </ac:picMkLst>
        </pc:picChg>
        <pc:picChg chg="mod">
          <ac:chgData name="Sara Muneeb" userId="29b624b1-a719-43f5-9b52-388cd4043c04" providerId="ADAL" clId="{DB3F8C76-9E84-425C-958D-57243E72E246}" dt="2022-09-30T10:45:38.842" v="1959" actId="1076"/>
          <ac:picMkLst>
            <pc:docMk/>
            <pc:sldMk cId="538218730" sldId="297"/>
            <ac:picMk id="20483" creationId="{00000000-0000-0000-0000-000000000000}"/>
          </ac:picMkLst>
        </pc:picChg>
      </pc:sldChg>
      <pc:sldChg chg="modSp add">
        <pc:chgData name="Sara Muneeb" userId="29b624b1-a719-43f5-9b52-388cd4043c04" providerId="ADAL" clId="{DB3F8C76-9E84-425C-958D-57243E72E246}" dt="2022-09-30T10:45:19.795" v="1956" actId="1076"/>
        <pc:sldMkLst>
          <pc:docMk/>
          <pc:sldMk cId="2682898875" sldId="298"/>
        </pc:sldMkLst>
        <pc:picChg chg="mod">
          <ac:chgData name="Sara Muneeb" userId="29b624b1-a719-43f5-9b52-388cd4043c04" providerId="ADAL" clId="{DB3F8C76-9E84-425C-958D-57243E72E246}" dt="2022-09-30T10:45:19.795" v="1956" actId="1076"/>
          <ac:picMkLst>
            <pc:docMk/>
            <pc:sldMk cId="2682898875" sldId="298"/>
            <ac:picMk id="21506" creationId="{00000000-0000-0000-0000-000000000000}"/>
          </ac:picMkLst>
        </pc:picChg>
      </pc:sldChg>
      <pc:sldChg chg="add del">
        <pc:chgData name="Sara Muneeb" userId="29b624b1-a719-43f5-9b52-388cd4043c04" providerId="ADAL" clId="{DB3F8C76-9E84-425C-958D-57243E72E246}" dt="2022-09-30T10:45:46.637" v="1960" actId="47"/>
        <pc:sldMkLst>
          <pc:docMk/>
          <pc:sldMk cId="2822380657" sldId="299"/>
        </pc:sldMkLst>
      </pc:sldChg>
      <pc:sldChg chg="add del">
        <pc:chgData name="Sara Muneeb" userId="29b624b1-a719-43f5-9b52-388cd4043c04" providerId="ADAL" clId="{DB3F8C76-9E84-425C-958D-57243E72E246}" dt="2022-09-30T11:34:08.052" v="2446" actId="47"/>
        <pc:sldMkLst>
          <pc:docMk/>
          <pc:sldMk cId="8593176" sldId="300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970711622" sldId="301"/>
        </pc:sldMkLst>
      </pc:sldChg>
      <pc:sldChg chg="addSp modSp new mod">
        <pc:chgData name="Sara Muneeb" userId="29b624b1-a719-43f5-9b52-388cd4043c04" providerId="ADAL" clId="{DB3F8C76-9E84-425C-958D-57243E72E246}" dt="2022-09-30T10:43:53.044" v="1918" actId="1076"/>
        <pc:sldMkLst>
          <pc:docMk/>
          <pc:sldMk cId="3403539787" sldId="301"/>
        </pc:sldMkLst>
        <pc:spChg chg="mod">
          <ac:chgData name="Sara Muneeb" userId="29b624b1-a719-43f5-9b52-388cd4043c04" providerId="ADAL" clId="{DB3F8C76-9E84-425C-958D-57243E72E246}" dt="2022-09-30T10:37:59.709" v="1813" actId="20577"/>
          <ac:spMkLst>
            <pc:docMk/>
            <pc:sldMk cId="3403539787" sldId="301"/>
            <ac:spMk id="2" creationId="{69B42A3F-A1A1-7E52-759D-87A60C33A1B8}"/>
          </ac:spMkLst>
        </pc:spChg>
        <pc:spChg chg="mod">
          <ac:chgData name="Sara Muneeb" userId="29b624b1-a719-43f5-9b52-388cd4043c04" providerId="ADAL" clId="{DB3F8C76-9E84-425C-958D-57243E72E246}" dt="2022-09-30T10:43:35.586" v="1914" actId="20577"/>
          <ac:spMkLst>
            <pc:docMk/>
            <pc:sldMk cId="3403539787" sldId="301"/>
            <ac:spMk id="3" creationId="{833315EF-3EED-87A1-D4EF-5D7BFB1D91B0}"/>
          </ac:spMkLst>
        </pc:spChg>
        <pc:picChg chg="add mod">
          <ac:chgData name="Sara Muneeb" userId="29b624b1-a719-43f5-9b52-388cd4043c04" providerId="ADAL" clId="{DB3F8C76-9E84-425C-958D-57243E72E246}" dt="2022-09-30T10:43:53.044" v="1918" actId="1076"/>
          <ac:picMkLst>
            <pc:docMk/>
            <pc:sldMk cId="3403539787" sldId="301"/>
            <ac:picMk id="4" creationId="{9429FA95-63CD-B985-E60C-8B2DD9677452}"/>
          </ac:picMkLst>
        </pc:picChg>
      </pc:sldChg>
      <pc:sldChg chg="addSp modSp new mod">
        <pc:chgData name="Sara Muneeb" userId="29b624b1-a719-43f5-9b52-388cd4043c04" providerId="ADAL" clId="{DB3F8C76-9E84-425C-958D-57243E72E246}" dt="2022-09-30T10:50:27.256" v="2054" actId="167"/>
        <pc:sldMkLst>
          <pc:docMk/>
          <pc:sldMk cId="3637490053" sldId="302"/>
        </pc:sldMkLst>
        <pc:spChg chg="mod">
          <ac:chgData name="Sara Muneeb" userId="29b624b1-a719-43f5-9b52-388cd4043c04" providerId="ADAL" clId="{DB3F8C76-9E84-425C-958D-57243E72E246}" dt="2022-09-30T10:46:02.299" v="1970" actId="20577"/>
          <ac:spMkLst>
            <pc:docMk/>
            <pc:sldMk cId="3637490053" sldId="302"/>
            <ac:spMk id="2" creationId="{DE3C9C45-FDB6-3179-DA05-18F5649D1CB9}"/>
          </ac:spMkLst>
        </pc:spChg>
        <pc:spChg chg="mod">
          <ac:chgData name="Sara Muneeb" userId="29b624b1-a719-43f5-9b52-388cd4043c04" providerId="ADAL" clId="{DB3F8C76-9E84-425C-958D-57243E72E246}" dt="2022-09-30T10:50:12.630" v="2051" actId="27636"/>
          <ac:spMkLst>
            <pc:docMk/>
            <pc:sldMk cId="3637490053" sldId="302"/>
            <ac:spMk id="3" creationId="{AE3D4DF1-A508-47E4-6A15-83DC507267AA}"/>
          </ac:spMkLst>
        </pc:spChg>
        <pc:picChg chg="add mod">
          <ac:chgData name="Sara Muneeb" userId="29b624b1-a719-43f5-9b52-388cd4043c04" providerId="ADAL" clId="{DB3F8C76-9E84-425C-958D-57243E72E246}" dt="2022-09-30T10:50:27.256" v="2054" actId="167"/>
          <ac:picMkLst>
            <pc:docMk/>
            <pc:sldMk cId="3637490053" sldId="302"/>
            <ac:picMk id="5122" creationId="{A3BAECEE-5369-3576-702F-F5E233F8D173}"/>
          </ac:picMkLst>
        </pc:picChg>
      </pc:sldChg>
      <pc:sldChg chg="modSp new mod">
        <pc:chgData name="Sara Muneeb" userId="29b624b1-a719-43f5-9b52-388cd4043c04" providerId="ADAL" clId="{DB3F8C76-9E84-425C-958D-57243E72E246}" dt="2022-09-30T10:51:30.854" v="2105" actId="404"/>
        <pc:sldMkLst>
          <pc:docMk/>
          <pc:sldMk cId="2876852152" sldId="303"/>
        </pc:sldMkLst>
        <pc:spChg chg="mod">
          <ac:chgData name="Sara Muneeb" userId="29b624b1-a719-43f5-9b52-388cd4043c04" providerId="ADAL" clId="{DB3F8C76-9E84-425C-958D-57243E72E246}" dt="2022-09-30T10:50:51.050" v="2090" actId="20577"/>
          <ac:spMkLst>
            <pc:docMk/>
            <pc:sldMk cId="2876852152" sldId="303"/>
            <ac:spMk id="2" creationId="{6B54EF0F-763F-F365-28F4-006742E94F5C}"/>
          </ac:spMkLst>
        </pc:spChg>
        <pc:spChg chg="mod">
          <ac:chgData name="Sara Muneeb" userId="29b624b1-a719-43f5-9b52-388cd4043c04" providerId="ADAL" clId="{DB3F8C76-9E84-425C-958D-57243E72E246}" dt="2022-09-30T10:51:30.854" v="2105" actId="404"/>
          <ac:spMkLst>
            <pc:docMk/>
            <pc:sldMk cId="2876852152" sldId="303"/>
            <ac:spMk id="3" creationId="{0484DCC7-BFE4-6F59-0A8D-8408B3D0719C}"/>
          </ac:spMkLst>
        </pc:spChg>
      </pc:sldChg>
      <pc:sldChg chg="addSp delSp modSp new mod">
        <pc:chgData name="Sara Muneeb" userId="29b624b1-a719-43f5-9b52-388cd4043c04" providerId="ADAL" clId="{DB3F8C76-9E84-425C-958D-57243E72E246}" dt="2022-09-30T11:08:58.812" v="2137" actId="22"/>
        <pc:sldMkLst>
          <pc:docMk/>
          <pc:sldMk cId="86923313" sldId="304"/>
        </pc:sldMkLst>
        <pc:spChg chg="mod">
          <ac:chgData name="Sara Muneeb" userId="29b624b1-a719-43f5-9b52-388cd4043c04" providerId="ADAL" clId="{DB3F8C76-9E84-425C-958D-57243E72E246}" dt="2022-09-30T11:03:44.361" v="2115" actId="20577"/>
          <ac:spMkLst>
            <pc:docMk/>
            <pc:sldMk cId="86923313" sldId="304"/>
            <ac:spMk id="2" creationId="{EA4E158F-3768-5AE7-050B-B9E5A46DAB48}"/>
          </ac:spMkLst>
        </pc:spChg>
        <pc:spChg chg="del">
          <ac:chgData name="Sara Muneeb" userId="29b624b1-a719-43f5-9b52-388cd4043c04" providerId="ADAL" clId="{DB3F8C76-9E84-425C-958D-57243E72E246}" dt="2022-09-30T11:06:44.317" v="2116" actId="931"/>
          <ac:spMkLst>
            <pc:docMk/>
            <pc:sldMk cId="86923313" sldId="304"/>
            <ac:spMk id="3" creationId="{8208184B-C00A-9902-87D9-AEEA4EB12FA2}"/>
          </ac:spMkLst>
        </pc:spChg>
        <pc:spChg chg="add del mod">
          <ac:chgData name="Sara Muneeb" userId="29b624b1-a719-43f5-9b52-388cd4043c04" providerId="ADAL" clId="{DB3F8C76-9E84-425C-958D-57243E72E246}" dt="2022-09-30T11:08:58.812" v="2137" actId="22"/>
          <ac:spMkLst>
            <pc:docMk/>
            <pc:sldMk cId="86923313" sldId="304"/>
            <ac:spMk id="7" creationId="{ADCC6D01-518C-2808-B2EC-4367173A48D2}"/>
          </ac:spMkLst>
        </pc:spChg>
        <pc:spChg chg="add del">
          <ac:chgData name="Sara Muneeb" userId="29b624b1-a719-43f5-9b52-388cd4043c04" providerId="ADAL" clId="{DB3F8C76-9E84-425C-958D-57243E72E246}" dt="2022-09-30T11:08:41.295" v="2136"/>
          <ac:spMkLst>
            <pc:docMk/>
            <pc:sldMk cId="86923313" sldId="304"/>
            <ac:spMk id="8" creationId="{99A25F69-1293-3585-8D47-07B28F449A36}"/>
          </ac:spMkLst>
        </pc:spChg>
        <pc:picChg chg="add del mod">
          <ac:chgData name="Sara Muneeb" userId="29b624b1-a719-43f5-9b52-388cd4043c04" providerId="ADAL" clId="{DB3F8C76-9E84-425C-958D-57243E72E246}" dt="2022-09-30T11:08:38.101" v="2134" actId="478"/>
          <ac:picMkLst>
            <pc:docMk/>
            <pc:sldMk cId="86923313" sldId="304"/>
            <ac:picMk id="5" creationId="{26417066-F32B-8E7F-44D0-AF0D755CFC7A}"/>
          </ac:picMkLst>
        </pc:picChg>
        <pc:picChg chg="add mod ord">
          <ac:chgData name="Sara Muneeb" userId="29b624b1-a719-43f5-9b52-388cd4043c04" providerId="ADAL" clId="{DB3F8C76-9E84-425C-958D-57243E72E246}" dt="2022-09-30T11:08:58.812" v="2137" actId="22"/>
          <ac:picMkLst>
            <pc:docMk/>
            <pc:sldMk cId="86923313" sldId="304"/>
            <ac:picMk id="10" creationId="{D3E00E07-1CF9-8A9B-174E-B27FDC828001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11:07:10.911" v="2133" actId="1076"/>
        <pc:sldMkLst>
          <pc:docMk/>
          <pc:sldMk cId="4106586161" sldId="305"/>
        </pc:sldMkLst>
        <pc:spChg chg="mod">
          <ac:chgData name="Sara Muneeb" userId="29b624b1-a719-43f5-9b52-388cd4043c04" providerId="ADAL" clId="{DB3F8C76-9E84-425C-958D-57243E72E246}" dt="2022-09-30T11:06:56.169" v="2128" actId="20577"/>
          <ac:spMkLst>
            <pc:docMk/>
            <pc:sldMk cId="4106586161" sldId="305"/>
            <ac:spMk id="2" creationId="{FC40C399-77D8-6A49-D969-CC3CFB207347}"/>
          </ac:spMkLst>
        </pc:spChg>
        <pc:spChg chg="del">
          <ac:chgData name="Sara Muneeb" userId="29b624b1-a719-43f5-9b52-388cd4043c04" providerId="ADAL" clId="{DB3F8C76-9E84-425C-958D-57243E72E246}" dt="2022-09-30T11:07:04.246" v="2129" actId="931"/>
          <ac:spMkLst>
            <pc:docMk/>
            <pc:sldMk cId="4106586161" sldId="305"/>
            <ac:spMk id="3" creationId="{049CBD86-5AD8-90FA-469E-6C5840FFE0D7}"/>
          </ac:spMkLst>
        </pc:spChg>
        <pc:picChg chg="add mod">
          <ac:chgData name="Sara Muneeb" userId="29b624b1-a719-43f5-9b52-388cd4043c04" providerId="ADAL" clId="{DB3F8C76-9E84-425C-958D-57243E72E246}" dt="2022-09-30T11:07:10.911" v="2133" actId="1076"/>
          <ac:picMkLst>
            <pc:docMk/>
            <pc:sldMk cId="4106586161" sldId="305"/>
            <ac:picMk id="5" creationId="{FD83C9B8-4477-54AE-C1D8-1C109B6C6F48}"/>
          </ac:picMkLst>
        </pc:picChg>
      </pc:sldChg>
      <pc:sldChg chg="addSp delSp modSp new add del mod">
        <pc:chgData name="Sara Muneeb" userId="29b624b1-a719-43f5-9b52-388cd4043c04" providerId="ADAL" clId="{DB3F8C76-9E84-425C-958D-57243E72E246}" dt="2022-09-30T11:21:15.256" v="2274" actId="1076"/>
        <pc:sldMkLst>
          <pc:docMk/>
          <pc:sldMk cId="4157403971" sldId="306"/>
        </pc:sldMkLst>
        <pc:spChg chg="mod">
          <ac:chgData name="Sara Muneeb" userId="29b624b1-a719-43f5-9b52-388cd4043c04" providerId="ADAL" clId="{DB3F8C76-9E84-425C-958D-57243E72E246}" dt="2022-09-30T11:14:04.043" v="2173" actId="20577"/>
          <ac:spMkLst>
            <pc:docMk/>
            <pc:sldMk cId="4157403971" sldId="306"/>
            <ac:spMk id="2" creationId="{9F152DDC-953C-3C40-E6F5-026440D6D3D2}"/>
          </ac:spMkLst>
        </pc:spChg>
        <pc:spChg chg="del">
          <ac:chgData name="Sara Muneeb" userId="29b624b1-a719-43f5-9b52-388cd4043c04" providerId="ADAL" clId="{DB3F8C76-9E84-425C-958D-57243E72E246}" dt="2022-09-30T11:14:07.162" v="2174"/>
          <ac:spMkLst>
            <pc:docMk/>
            <pc:sldMk cId="4157403971" sldId="306"/>
            <ac:spMk id="3" creationId="{F5B1166C-19CC-78B2-EBDE-81BF8E143A35}"/>
          </ac:spMkLst>
        </pc:spChg>
        <pc:spChg chg="add mod">
          <ac:chgData name="Sara Muneeb" userId="29b624b1-a719-43f5-9b52-388cd4043c04" providerId="ADAL" clId="{DB3F8C76-9E84-425C-958D-57243E72E246}" dt="2022-09-30T11:21:00.197" v="2271" actId="1076"/>
          <ac:spMkLst>
            <pc:docMk/>
            <pc:sldMk cId="4157403971" sldId="306"/>
            <ac:spMk id="4" creationId="{4A30ABF4-6B58-546A-40E6-5986C5B4E3D2}"/>
          </ac:spMkLst>
        </pc:spChg>
        <pc:picChg chg="add del mod">
          <ac:chgData name="Sara Muneeb" userId="29b624b1-a719-43f5-9b52-388cd4043c04" providerId="ADAL" clId="{DB3F8C76-9E84-425C-958D-57243E72E246}" dt="2022-09-30T11:17:25.682" v="2233" actId="21"/>
          <ac:picMkLst>
            <pc:docMk/>
            <pc:sldMk cId="4157403971" sldId="306"/>
            <ac:picMk id="7170" creationId="{D1BF4F38-EF8E-3491-0676-2A494375E3F1}"/>
          </ac:picMkLst>
        </pc:picChg>
        <pc:picChg chg="add mod">
          <ac:chgData name="Sara Muneeb" userId="29b624b1-a719-43f5-9b52-388cd4043c04" providerId="ADAL" clId="{DB3F8C76-9E84-425C-958D-57243E72E246}" dt="2022-09-30T11:21:15.256" v="2274" actId="1076"/>
          <ac:picMkLst>
            <pc:docMk/>
            <pc:sldMk cId="4157403971" sldId="306"/>
            <ac:picMk id="7172" creationId="{1A339B99-D608-CCFD-1CE0-0A159E50E7A2}"/>
          </ac:picMkLst>
        </pc:picChg>
      </pc:sldChg>
      <pc:sldChg chg="modSp new mod">
        <pc:chgData name="Sara Muneeb" userId="29b624b1-a719-43f5-9b52-388cd4043c04" providerId="ADAL" clId="{DB3F8C76-9E84-425C-958D-57243E72E246}" dt="2022-09-30T11:17:01.870" v="2232" actId="404"/>
        <pc:sldMkLst>
          <pc:docMk/>
          <pc:sldMk cId="3279694682" sldId="307"/>
        </pc:sldMkLst>
        <pc:spChg chg="mod">
          <ac:chgData name="Sara Muneeb" userId="29b624b1-a719-43f5-9b52-388cd4043c04" providerId="ADAL" clId="{DB3F8C76-9E84-425C-958D-57243E72E246}" dt="2022-09-30T11:15:01.962" v="2206" actId="20577"/>
          <ac:spMkLst>
            <pc:docMk/>
            <pc:sldMk cId="3279694682" sldId="307"/>
            <ac:spMk id="2" creationId="{6571EA19-7D82-98AC-9994-CA1EA231116D}"/>
          </ac:spMkLst>
        </pc:spChg>
        <pc:spChg chg="mod">
          <ac:chgData name="Sara Muneeb" userId="29b624b1-a719-43f5-9b52-388cd4043c04" providerId="ADAL" clId="{DB3F8C76-9E84-425C-958D-57243E72E246}" dt="2022-09-30T11:17:01.870" v="2232" actId="404"/>
          <ac:spMkLst>
            <pc:docMk/>
            <pc:sldMk cId="3279694682" sldId="307"/>
            <ac:spMk id="3" creationId="{6531A40D-554F-B707-E039-1016C6842DF2}"/>
          </ac:spMkLst>
        </pc:spChg>
      </pc:sldChg>
      <pc:sldChg chg="add del">
        <pc:chgData name="Sara Muneeb" userId="29b624b1-a719-43f5-9b52-388cd4043c04" providerId="ADAL" clId="{DB3F8C76-9E84-425C-958D-57243E72E246}" dt="2022-09-30T11:17:36.326" v="2237"/>
        <pc:sldMkLst>
          <pc:docMk/>
          <pc:sldMk cId="1996025691" sldId="308"/>
        </pc:sldMkLst>
      </pc:sldChg>
      <pc:sldChg chg="add del">
        <pc:chgData name="Sara Muneeb" userId="29b624b1-a719-43f5-9b52-388cd4043c04" providerId="ADAL" clId="{DB3F8C76-9E84-425C-958D-57243E72E246}" dt="2022-09-30T11:17:33.461" v="2235"/>
        <pc:sldMkLst>
          <pc:docMk/>
          <pc:sldMk cId="2640086440" sldId="308"/>
        </pc:sldMkLst>
      </pc:sldChg>
      <pc:sldChg chg="addSp modSp new mod">
        <pc:chgData name="Sara Muneeb" userId="29b624b1-a719-43f5-9b52-388cd4043c04" providerId="ADAL" clId="{DB3F8C76-9E84-425C-958D-57243E72E246}" dt="2022-09-30T11:33:53.186" v="2445" actId="1076"/>
        <pc:sldMkLst>
          <pc:docMk/>
          <pc:sldMk cId="3534911287" sldId="308"/>
        </pc:sldMkLst>
        <pc:spChg chg="mod">
          <ac:chgData name="Sara Muneeb" userId="29b624b1-a719-43f5-9b52-388cd4043c04" providerId="ADAL" clId="{DB3F8C76-9E84-425C-958D-57243E72E246}" dt="2022-09-30T11:21:48.259" v="2336" actId="20577"/>
          <ac:spMkLst>
            <pc:docMk/>
            <pc:sldMk cId="3534911287" sldId="308"/>
            <ac:spMk id="2" creationId="{9A73CB06-E6F4-D8EA-17A5-63DE0836A621}"/>
          </ac:spMkLst>
        </pc:spChg>
        <pc:spChg chg="mod">
          <ac:chgData name="Sara Muneeb" userId="29b624b1-a719-43f5-9b52-388cd4043c04" providerId="ADAL" clId="{DB3F8C76-9E84-425C-958D-57243E72E246}" dt="2022-09-30T11:32:31.405" v="2438" actId="20577"/>
          <ac:spMkLst>
            <pc:docMk/>
            <pc:sldMk cId="3534911287" sldId="308"/>
            <ac:spMk id="3" creationId="{EDDA6EF6-7DA3-EB82-E961-B767805C414A}"/>
          </ac:spMkLst>
        </pc:spChg>
        <pc:picChg chg="add mod">
          <ac:chgData name="Sara Muneeb" userId="29b624b1-a719-43f5-9b52-388cd4043c04" providerId="ADAL" clId="{DB3F8C76-9E84-425C-958D-57243E72E246}" dt="2022-09-30T11:33:53.186" v="2445" actId="1076"/>
          <ac:picMkLst>
            <pc:docMk/>
            <pc:sldMk cId="3534911287" sldId="308"/>
            <ac:picMk id="4" creationId="{8E831EFC-472A-BDB9-495F-AEB2BBF854C2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11:37:59.240" v="2502" actId="20577"/>
        <pc:sldMkLst>
          <pc:docMk/>
          <pc:sldMk cId="342350972" sldId="309"/>
        </pc:sldMkLst>
        <pc:spChg chg="mod">
          <ac:chgData name="Sara Muneeb" userId="29b624b1-a719-43f5-9b52-388cd4043c04" providerId="ADAL" clId="{DB3F8C76-9E84-425C-958D-57243E72E246}" dt="2022-09-30T11:27:31.450" v="2381" actId="27636"/>
          <ac:spMkLst>
            <pc:docMk/>
            <pc:sldMk cId="342350972" sldId="309"/>
            <ac:spMk id="2" creationId="{1ACC1270-1223-76A0-0378-4886E6636DB9}"/>
          </ac:spMkLst>
        </pc:spChg>
        <pc:spChg chg="mod">
          <ac:chgData name="Sara Muneeb" userId="29b624b1-a719-43f5-9b52-388cd4043c04" providerId="ADAL" clId="{DB3F8C76-9E84-425C-958D-57243E72E246}" dt="2022-09-30T11:37:59.240" v="2502" actId="20577"/>
          <ac:spMkLst>
            <pc:docMk/>
            <pc:sldMk cId="342350972" sldId="309"/>
            <ac:spMk id="3" creationId="{E9198B8F-D562-A0C6-6310-7F86BD99DD98}"/>
          </ac:spMkLst>
        </pc:spChg>
        <pc:picChg chg="add del">
          <ac:chgData name="Sara Muneeb" userId="29b624b1-a719-43f5-9b52-388cd4043c04" providerId="ADAL" clId="{DB3F8C76-9E84-425C-958D-57243E72E246}" dt="2022-09-30T11:33:04.372" v="2439" actId="21"/>
          <ac:picMkLst>
            <pc:docMk/>
            <pc:sldMk cId="342350972" sldId="309"/>
            <ac:picMk id="8194" creationId="{C1C18E72-9234-4630-3D04-D5649666537A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11:37:22.195" v="2463" actId="20577"/>
        <pc:sldMkLst>
          <pc:docMk/>
          <pc:sldMk cId="3045204456" sldId="310"/>
        </pc:sldMkLst>
        <pc:spChg chg="mod">
          <ac:chgData name="Sara Muneeb" userId="29b624b1-a719-43f5-9b52-388cd4043c04" providerId="ADAL" clId="{DB3F8C76-9E84-425C-958D-57243E72E246}" dt="2022-09-30T11:37:22.195" v="2463" actId="20577"/>
          <ac:spMkLst>
            <pc:docMk/>
            <pc:sldMk cId="3045204456" sldId="310"/>
            <ac:spMk id="2" creationId="{A4E60751-2FA0-5E9C-BA60-A61BAB26661B}"/>
          </ac:spMkLst>
        </pc:spChg>
        <pc:spChg chg="del">
          <ac:chgData name="Sara Muneeb" userId="29b624b1-a719-43f5-9b52-388cd4043c04" providerId="ADAL" clId="{DB3F8C76-9E84-425C-958D-57243E72E246}" dt="2022-09-30T11:35:14.468" v="2450" actId="931"/>
          <ac:spMkLst>
            <pc:docMk/>
            <pc:sldMk cId="3045204456" sldId="310"/>
            <ac:spMk id="3" creationId="{B6C47C78-D2B3-3B7C-5629-3272BC6A496F}"/>
          </ac:spMkLst>
        </pc:spChg>
        <pc:spChg chg="add del mod">
          <ac:chgData name="Sara Muneeb" userId="29b624b1-a719-43f5-9b52-388cd4043c04" providerId="ADAL" clId="{DB3F8C76-9E84-425C-958D-57243E72E246}" dt="2022-09-30T11:37:18.503" v="2454" actId="931"/>
          <ac:spMkLst>
            <pc:docMk/>
            <pc:sldMk cId="3045204456" sldId="310"/>
            <ac:spMk id="7" creationId="{6E73DA4B-4278-63F1-F6CE-94BAC8271ED9}"/>
          </ac:spMkLst>
        </pc:spChg>
        <pc:picChg chg="add del mod">
          <ac:chgData name="Sara Muneeb" userId="29b624b1-a719-43f5-9b52-388cd4043c04" providerId="ADAL" clId="{DB3F8C76-9E84-425C-958D-57243E72E246}" dt="2022-09-30T11:37:12.656" v="2453" actId="478"/>
          <ac:picMkLst>
            <pc:docMk/>
            <pc:sldMk cId="3045204456" sldId="310"/>
            <ac:picMk id="5" creationId="{CDDF55C9-C969-1DFE-35DB-7497D2958212}"/>
          </ac:picMkLst>
        </pc:picChg>
        <pc:picChg chg="add mod">
          <ac:chgData name="Sara Muneeb" userId="29b624b1-a719-43f5-9b52-388cd4043c04" providerId="ADAL" clId="{DB3F8C76-9E84-425C-958D-57243E72E246}" dt="2022-09-30T11:37:21.077" v="2455" actId="27614"/>
          <ac:picMkLst>
            <pc:docMk/>
            <pc:sldMk cId="3045204456" sldId="310"/>
            <ac:picMk id="9" creationId="{514700B3-88EC-4B5D-8EBB-6D9BE9652705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3T07:54:26.741" v="2506" actId="22"/>
        <pc:sldMkLst>
          <pc:docMk/>
          <pc:sldMk cId="1345374263" sldId="311"/>
        </pc:sldMkLst>
        <pc:spChg chg="mod">
          <ac:chgData name="Sara Muneeb" userId="29b624b1-a719-43f5-9b52-388cd4043c04" providerId="ADAL" clId="{DB3F8C76-9E84-425C-958D-57243E72E246}" dt="2022-09-30T11:37:25.984" v="2471" actId="20577"/>
          <ac:spMkLst>
            <pc:docMk/>
            <pc:sldMk cId="1345374263" sldId="311"/>
            <ac:spMk id="2" creationId="{854B68EE-61FE-BD1C-76C3-A7C3DA5B852D}"/>
          </ac:spMkLst>
        </pc:spChg>
        <pc:spChg chg="del">
          <ac:chgData name="Sara Muneeb" userId="29b624b1-a719-43f5-9b52-388cd4043c04" providerId="ADAL" clId="{DB3F8C76-9E84-425C-958D-57243E72E246}" dt="2022-09-30T11:37:36.113" v="2472" actId="931"/>
          <ac:spMkLst>
            <pc:docMk/>
            <pc:sldMk cId="1345374263" sldId="311"/>
            <ac:spMk id="3" creationId="{0F8F4BC8-F2C9-720F-B07E-A5BA5D3054B4}"/>
          </ac:spMkLst>
        </pc:spChg>
        <pc:spChg chg="add del">
          <ac:chgData name="Sara Muneeb" userId="29b624b1-a719-43f5-9b52-388cd4043c04" providerId="ADAL" clId="{DB3F8C76-9E84-425C-958D-57243E72E246}" dt="2022-10-03T07:54:26.741" v="2506" actId="22"/>
          <ac:spMkLst>
            <pc:docMk/>
            <pc:sldMk cId="1345374263" sldId="311"/>
            <ac:spMk id="4" creationId="{38E5D484-3F1C-E555-F91E-1239AF7ADB0B}"/>
          </ac:spMkLst>
        </pc:spChg>
        <pc:picChg chg="add mod">
          <ac:chgData name="Sara Muneeb" userId="29b624b1-a719-43f5-9b52-388cd4043c04" providerId="ADAL" clId="{DB3F8C76-9E84-425C-958D-57243E72E246}" dt="2022-09-30T11:37:39.856" v="2474" actId="1076"/>
          <ac:picMkLst>
            <pc:docMk/>
            <pc:sldMk cId="1345374263" sldId="311"/>
            <ac:picMk id="5" creationId="{60B714FE-CC7B-6ECE-B3AF-9F3075E25455}"/>
          </ac:picMkLst>
        </pc:picChg>
      </pc:sldChg>
      <pc:sldChg chg="modSp new mod">
        <pc:chgData name="Sara Muneeb" userId="29b624b1-a719-43f5-9b52-388cd4043c04" providerId="ADAL" clId="{DB3F8C76-9E84-425C-958D-57243E72E246}" dt="2022-10-03T07:58:44.783" v="2726" actId="20577"/>
        <pc:sldMkLst>
          <pc:docMk/>
          <pc:sldMk cId="2694764269" sldId="312"/>
        </pc:sldMkLst>
        <pc:spChg chg="mod">
          <ac:chgData name="Sara Muneeb" userId="29b624b1-a719-43f5-9b52-388cd4043c04" providerId="ADAL" clId="{DB3F8C76-9E84-425C-958D-57243E72E246}" dt="2022-10-03T07:54:49.573" v="2548" actId="20577"/>
          <ac:spMkLst>
            <pc:docMk/>
            <pc:sldMk cId="2694764269" sldId="312"/>
            <ac:spMk id="2" creationId="{6BDAFC30-CA56-F1AB-B8AE-D3E4686B058A}"/>
          </ac:spMkLst>
        </pc:spChg>
        <pc:spChg chg="mod">
          <ac:chgData name="Sara Muneeb" userId="29b624b1-a719-43f5-9b52-388cd4043c04" providerId="ADAL" clId="{DB3F8C76-9E84-425C-958D-57243E72E246}" dt="2022-10-03T07:58:44.783" v="2726" actId="20577"/>
          <ac:spMkLst>
            <pc:docMk/>
            <pc:sldMk cId="2694764269" sldId="312"/>
            <ac:spMk id="3" creationId="{D4B97FC1-9C11-E0AB-25B7-85F36F67E73F}"/>
          </ac:spMkLst>
        </pc:spChg>
      </pc:sldChg>
      <pc:sldChg chg="modSp new del mod">
        <pc:chgData name="Sara Muneeb" userId="29b624b1-a719-43f5-9b52-388cd4043c04" providerId="ADAL" clId="{DB3F8C76-9E84-425C-958D-57243E72E246}" dt="2022-10-03T08:32:25.391" v="2742" actId="47"/>
        <pc:sldMkLst>
          <pc:docMk/>
          <pc:sldMk cId="4287223368" sldId="313"/>
        </pc:sldMkLst>
        <pc:spChg chg="mod">
          <ac:chgData name="Sara Muneeb" userId="29b624b1-a719-43f5-9b52-388cd4043c04" providerId="ADAL" clId="{DB3F8C76-9E84-425C-958D-57243E72E246}" dt="2022-10-03T07:58:50.647" v="2740" actId="20577"/>
          <ac:spMkLst>
            <pc:docMk/>
            <pc:sldMk cId="4287223368" sldId="313"/>
            <ac:spMk id="2" creationId="{AA182EEB-AAF5-ABCF-30EC-DB4D50BC5DE2}"/>
          </ac:spMkLst>
        </pc:spChg>
      </pc:sldChg>
      <pc:sldChg chg="add ord">
        <pc:chgData name="Sara Muneeb" userId="29b624b1-a719-43f5-9b52-388cd4043c04" providerId="ADAL" clId="{DB3F8C76-9E84-425C-958D-57243E72E246}" dt="2022-10-05T08:26:07.268" v="3469"/>
        <pc:sldMkLst>
          <pc:docMk/>
          <pc:sldMk cId="2773881193" sldId="314"/>
        </pc:sldMkLst>
      </pc:sldChg>
      <pc:sldChg chg="modSp add del mod">
        <pc:chgData name="Sara Muneeb" userId="29b624b1-a719-43f5-9b52-388cd4043c04" providerId="ADAL" clId="{DB3F8C76-9E84-425C-958D-57243E72E246}" dt="2022-10-05T09:43:19.577" v="4110" actId="47"/>
        <pc:sldMkLst>
          <pc:docMk/>
          <pc:sldMk cId="1482266729" sldId="315"/>
        </pc:sldMkLst>
        <pc:spChg chg="mod">
          <ac:chgData name="Sara Muneeb" userId="29b624b1-a719-43f5-9b52-388cd4043c04" providerId="ADAL" clId="{DB3F8C76-9E84-425C-958D-57243E72E246}" dt="2022-10-05T09:43:11.319" v="4108" actId="20577"/>
          <ac:spMkLst>
            <pc:docMk/>
            <pc:sldMk cId="1482266729" sldId="315"/>
            <ac:spMk id="3" creationId="{00000000-0000-0000-0000-000000000000}"/>
          </ac:spMkLst>
        </pc:sp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3978508472" sldId="315"/>
        </pc:sldMkLst>
      </pc:sldChg>
      <pc:sldChg chg="modSp add del mod">
        <pc:chgData name="Sara Muneeb" userId="29b624b1-a719-43f5-9b52-388cd4043c04" providerId="ADAL" clId="{DB3F8C76-9E84-425C-958D-57243E72E246}" dt="2022-10-05T09:43:21.153" v="4111" actId="47"/>
        <pc:sldMkLst>
          <pc:docMk/>
          <pc:sldMk cId="2687923633" sldId="316"/>
        </pc:sldMkLst>
        <pc:spChg chg="mod">
          <ac:chgData name="Sara Muneeb" userId="29b624b1-a719-43f5-9b52-388cd4043c04" providerId="ADAL" clId="{DB3F8C76-9E84-425C-958D-57243E72E246}" dt="2022-10-05T09:41:50.756" v="4023" actId="21"/>
          <ac:spMkLst>
            <pc:docMk/>
            <pc:sldMk cId="2687923633" sldId="316"/>
            <ac:spMk id="3" creationId="{00000000-0000-0000-0000-000000000000}"/>
          </ac:spMkLst>
        </pc:spChg>
      </pc:sldChg>
      <pc:sldChg chg="modSp add del mod">
        <pc:chgData name="Sara Muneeb" userId="29b624b1-a719-43f5-9b52-388cd4043c04" providerId="ADAL" clId="{DB3F8C76-9E84-425C-958D-57243E72E246}" dt="2022-10-05T09:43:39.748" v="4114" actId="47"/>
        <pc:sldMkLst>
          <pc:docMk/>
          <pc:sldMk cId="2649403169" sldId="317"/>
        </pc:sldMkLst>
        <pc:spChg chg="mod">
          <ac:chgData name="Sara Muneeb" userId="29b624b1-a719-43f5-9b52-388cd4043c04" providerId="ADAL" clId="{DB3F8C76-9E84-425C-958D-57243E72E246}" dt="2022-10-05T09:43:34.523" v="4113" actId="6549"/>
          <ac:spMkLst>
            <pc:docMk/>
            <pc:sldMk cId="2649403169" sldId="317"/>
            <ac:spMk id="3" creationId="{00000000-0000-0000-0000-000000000000}"/>
          </ac:spMkLst>
        </pc:spChg>
      </pc:sldChg>
      <pc:sldChg chg="modSp add mod">
        <pc:chgData name="Sara Muneeb" userId="29b624b1-a719-43f5-9b52-388cd4043c04" providerId="ADAL" clId="{DB3F8C76-9E84-425C-958D-57243E72E246}" dt="2022-10-05T09:43:51.069" v="4128" actId="20577"/>
        <pc:sldMkLst>
          <pc:docMk/>
          <pc:sldMk cId="34162203" sldId="318"/>
        </pc:sldMkLst>
        <pc:spChg chg="mod">
          <ac:chgData name="Sara Muneeb" userId="29b624b1-a719-43f5-9b52-388cd4043c04" providerId="ADAL" clId="{DB3F8C76-9E84-425C-958D-57243E72E246}" dt="2022-10-05T09:43:51.069" v="4128" actId="20577"/>
          <ac:spMkLst>
            <pc:docMk/>
            <pc:sldMk cId="34162203" sldId="318"/>
            <ac:spMk id="2" creationId="{00000000-0000-0000-0000-000000000000}"/>
          </ac:spMkLst>
        </pc:spChg>
      </pc:sldChg>
      <pc:sldChg chg="add">
        <pc:chgData name="Sara Muneeb" userId="29b624b1-a719-43f5-9b52-388cd4043c04" providerId="ADAL" clId="{DB3F8C76-9E84-425C-958D-57243E72E246}" dt="2022-10-03T08:32:28.013" v="2743"/>
        <pc:sldMkLst>
          <pc:docMk/>
          <pc:sldMk cId="2945653139" sldId="319"/>
        </pc:sldMkLst>
      </pc:sldChg>
      <pc:sldChg chg="addSp delSp modSp add mod">
        <pc:chgData name="Sara Muneeb" userId="29b624b1-a719-43f5-9b52-388cd4043c04" providerId="ADAL" clId="{DB3F8C76-9E84-425C-958D-57243E72E246}" dt="2022-10-05T09:09:16.988" v="3735" actId="20577"/>
        <pc:sldMkLst>
          <pc:docMk/>
          <pc:sldMk cId="854609834" sldId="320"/>
        </pc:sldMkLst>
        <pc:spChg chg="mod">
          <ac:chgData name="Sara Muneeb" userId="29b624b1-a719-43f5-9b52-388cd4043c04" providerId="ADAL" clId="{DB3F8C76-9E84-425C-958D-57243E72E246}" dt="2022-10-05T09:09:16.988" v="3735" actId="20577"/>
          <ac:spMkLst>
            <pc:docMk/>
            <pc:sldMk cId="854609834" sldId="320"/>
            <ac:spMk id="2" creationId="{9503276D-DA16-4EA9-93A4-5F16D0DF3875}"/>
          </ac:spMkLst>
        </pc:spChg>
        <pc:spChg chg="add del">
          <ac:chgData name="Sara Muneeb" userId="29b624b1-a719-43f5-9b52-388cd4043c04" providerId="ADAL" clId="{DB3F8C76-9E84-425C-958D-57243E72E246}" dt="2022-10-05T09:02:58.030" v="3714" actId="21"/>
          <ac:spMkLst>
            <pc:docMk/>
            <pc:sldMk cId="854609834" sldId="320"/>
            <ac:spMk id="3" creationId="{09145D55-CB9C-3337-1014-5778751F7F87}"/>
          </ac:spMkLst>
        </pc:spChg>
        <pc:spChg chg="add del mod">
          <ac:chgData name="Sara Muneeb" userId="29b624b1-a719-43f5-9b52-388cd4043c04" providerId="ADAL" clId="{DB3F8C76-9E84-425C-958D-57243E72E246}" dt="2022-10-05T09:06:05.496" v="3718" actId="931"/>
          <ac:spMkLst>
            <pc:docMk/>
            <pc:sldMk cId="854609834" sldId="320"/>
            <ac:spMk id="7" creationId="{0900F1AB-36B2-40E4-BC73-6482A66CB19D}"/>
          </ac:spMkLst>
        </pc:spChg>
        <pc:spChg chg="add del mod">
          <ac:chgData name="Sara Muneeb" userId="29b624b1-a719-43f5-9b52-388cd4043c04" providerId="ADAL" clId="{DB3F8C76-9E84-425C-958D-57243E72E246}" dt="2022-10-05T09:06:19.436" v="3722" actId="931"/>
          <ac:spMkLst>
            <pc:docMk/>
            <pc:sldMk cId="854609834" sldId="320"/>
            <ac:spMk id="11" creationId="{16738BD0-A6C8-E59A-97F9-C29333D82FD5}"/>
          </ac:spMkLst>
        </pc:spChg>
        <pc:picChg chg="del mod">
          <ac:chgData name="Sara Muneeb" userId="29b624b1-a719-43f5-9b52-388cd4043c04" providerId="ADAL" clId="{DB3F8C76-9E84-425C-958D-57243E72E246}" dt="2022-10-05T09:05:59.288" v="3717" actId="478"/>
          <ac:picMkLst>
            <pc:docMk/>
            <pc:sldMk cId="854609834" sldId="320"/>
            <ac:picMk id="4" creationId="{0644885C-E19B-4847-B53A-61E094CD61C0}"/>
          </ac:picMkLst>
        </pc:picChg>
        <pc:picChg chg="del mod">
          <ac:chgData name="Sara Muneeb" userId="29b624b1-a719-43f5-9b52-388cd4043c04" providerId="ADAL" clId="{DB3F8C76-9E84-425C-958D-57243E72E246}" dt="2022-10-05T09:02:51.457" v="3712" actId="478"/>
          <ac:picMkLst>
            <pc:docMk/>
            <pc:sldMk cId="854609834" sldId="320"/>
            <ac:picMk id="5" creationId="{BA20838B-E9FE-481A-82C9-A4BD9A30908F}"/>
          </ac:picMkLst>
        </pc:picChg>
        <pc:picChg chg="add del mod">
          <ac:chgData name="Sara Muneeb" userId="29b624b1-a719-43f5-9b52-388cd4043c04" providerId="ADAL" clId="{DB3F8C76-9E84-425C-958D-57243E72E246}" dt="2022-10-05T09:06:09.745" v="3721" actId="478"/>
          <ac:picMkLst>
            <pc:docMk/>
            <pc:sldMk cId="854609834" sldId="320"/>
            <ac:picMk id="9" creationId="{F3BA7766-7801-9EF2-D279-604FF74DE4A3}"/>
          </ac:picMkLst>
        </pc:picChg>
        <pc:picChg chg="add mod">
          <ac:chgData name="Sara Muneeb" userId="29b624b1-a719-43f5-9b52-388cd4043c04" providerId="ADAL" clId="{DB3F8C76-9E84-425C-958D-57243E72E246}" dt="2022-10-05T09:08:59.492" v="3729" actId="1076"/>
          <ac:picMkLst>
            <pc:docMk/>
            <pc:sldMk cId="854609834" sldId="320"/>
            <ac:picMk id="13" creationId="{4EF693B5-9EF3-77E0-6A1A-72224F034E14}"/>
          </ac:picMkLst>
        </pc:picChg>
        <pc:picChg chg="add mod">
          <ac:chgData name="Sara Muneeb" userId="29b624b1-a719-43f5-9b52-388cd4043c04" providerId="ADAL" clId="{DB3F8C76-9E84-425C-958D-57243E72E246}" dt="2022-10-05T09:09:15.459" v="3734" actId="27614"/>
          <ac:picMkLst>
            <pc:docMk/>
            <pc:sldMk cId="854609834" sldId="320"/>
            <ac:picMk id="15" creationId="{3E6715EE-F7E5-5669-B7AE-AFA03A82E991}"/>
          </ac:picMkLst>
        </pc:picChg>
        <pc:picChg chg="add mod">
          <ac:chgData name="Sara Muneeb" userId="29b624b1-a719-43f5-9b52-388cd4043c04" providerId="ADAL" clId="{DB3F8C76-9E84-425C-958D-57243E72E246}" dt="2022-10-05T09:09:01.290" v="3730" actId="1076"/>
          <ac:picMkLst>
            <pc:docMk/>
            <pc:sldMk cId="854609834" sldId="320"/>
            <ac:picMk id="3076" creationId="{B67FE095-22E1-0CFB-02FF-B23B1C186ED1}"/>
          </ac:picMkLst>
        </pc:picChg>
      </pc:sldChg>
      <pc:sldChg chg="addSp modSp add mod">
        <pc:chgData name="Sara Muneeb" userId="29b624b1-a719-43f5-9b52-388cd4043c04" providerId="ADAL" clId="{DB3F8C76-9E84-425C-958D-57243E72E246}" dt="2022-10-05T08:32:22.853" v="3485" actId="1076"/>
        <pc:sldMkLst>
          <pc:docMk/>
          <pc:sldMk cId="406449667" sldId="321"/>
        </pc:sldMkLst>
        <pc:picChg chg="add mod">
          <ac:chgData name="Sara Muneeb" userId="29b624b1-a719-43f5-9b52-388cd4043c04" providerId="ADAL" clId="{DB3F8C76-9E84-425C-958D-57243E72E246}" dt="2022-10-05T08:32:20.466" v="3484" actId="1076"/>
          <ac:picMkLst>
            <pc:docMk/>
            <pc:sldMk cId="406449667" sldId="321"/>
            <ac:picMk id="3" creationId="{01D37097-8753-7955-2136-074CC135495C}"/>
          </ac:picMkLst>
        </pc:picChg>
        <pc:picChg chg="mod">
          <ac:chgData name="Sara Muneeb" userId="29b624b1-a719-43f5-9b52-388cd4043c04" providerId="ADAL" clId="{DB3F8C76-9E84-425C-958D-57243E72E246}" dt="2022-10-05T08:32:22.853" v="3485" actId="1076"/>
          <ac:picMkLst>
            <pc:docMk/>
            <pc:sldMk cId="406449667" sldId="321"/>
            <ac:picMk id="4" creationId="{96C8F24E-FC45-41B8-9879-78E68AFD11EF}"/>
          </ac:picMkLst>
        </pc:picChg>
      </pc:sldChg>
      <pc:sldChg chg="addSp delSp modSp add del mod">
        <pc:chgData name="Sara Muneeb" userId="29b624b1-a719-43f5-9b52-388cd4043c04" providerId="ADAL" clId="{DB3F8C76-9E84-425C-958D-57243E72E246}" dt="2022-10-05T08:34:12.640" v="3504" actId="47"/>
        <pc:sldMkLst>
          <pc:docMk/>
          <pc:sldMk cId="590313255" sldId="322"/>
        </pc:sldMkLst>
        <pc:spChg chg="add mod">
          <ac:chgData name="Sara Muneeb" userId="29b624b1-a719-43f5-9b52-388cd4043c04" providerId="ADAL" clId="{DB3F8C76-9E84-425C-958D-57243E72E246}" dt="2022-10-05T08:34:11.186" v="3503" actId="21"/>
          <ac:spMkLst>
            <pc:docMk/>
            <pc:sldMk cId="590313255" sldId="322"/>
            <ac:spMk id="5" creationId="{462A6DE5-8ABF-B063-93B4-9B6FFEAA2CCC}"/>
          </ac:spMkLst>
        </pc:spChg>
        <pc:picChg chg="del">
          <ac:chgData name="Sara Muneeb" userId="29b624b1-a719-43f5-9b52-388cd4043c04" providerId="ADAL" clId="{DB3F8C76-9E84-425C-958D-57243E72E246}" dt="2022-10-05T08:34:11.186" v="3503" actId="21"/>
          <ac:picMkLst>
            <pc:docMk/>
            <pc:sldMk cId="590313255" sldId="322"/>
            <ac:picMk id="4" creationId="{ED3ADA1F-DEB4-490E-A926-7E18F4EF8128}"/>
          </ac:picMkLst>
        </pc:picChg>
      </pc:sldChg>
      <pc:sldChg chg="add">
        <pc:chgData name="Sara Muneeb" userId="29b624b1-a719-43f5-9b52-388cd4043c04" providerId="ADAL" clId="{DB3F8C76-9E84-425C-958D-57243E72E246}" dt="2022-10-03T08:32:28.013" v="2743"/>
        <pc:sldMkLst>
          <pc:docMk/>
          <pc:sldMk cId="1151827555" sldId="323"/>
        </pc:sldMkLst>
      </pc:sldChg>
      <pc:sldChg chg="add del">
        <pc:chgData name="Sara Muneeb" userId="29b624b1-a719-43f5-9b52-388cd4043c04" providerId="ADAL" clId="{DB3F8C76-9E84-425C-958D-57243E72E246}" dt="2022-10-03T08:44:32.724" v="2815" actId="47"/>
        <pc:sldMkLst>
          <pc:docMk/>
          <pc:sldMk cId="1888767272" sldId="324"/>
        </pc:sldMkLst>
      </pc:sldChg>
      <pc:sldChg chg="modSp add mod">
        <pc:chgData name="Sara Muneeb" userId="29b624b1-a719-43f5-9b52-388cd4043c04" providerId="ADAL" clId="{DB3F8C76-9E84-425C-958D-57243E72E246}" dt="2022-10-03T08:44:42.174" v="2833" actId="20577"/>
        <pc:sldMkLst>
          <pc:docMk/>
          <pc:sldMk cId="566433223" sldId="325"/>
        </pc:sldMkLst>
        <pc:spChg chg="mod">
          <ac:chgData name="Sara Muneeb" userId="29b624b1-a719-43f5-9b52-388cd4043c04" providerId="ADAL" clId="{DB3F8C76-9E84-425C-958D-57243E72E246}" dt="2022-10-03T08:44:42.174" v="2833" actId="20577"/>
          <ac:spMkLst>
            <pc:docMk/>
            <pc:sldMk cId="566433223" sldId="325"/>
            <ac:spMk id="2" creationId="{00000000-0000-0000-0000-000000000000}"/>
          </ac:spMkLst>
        </pc:spChg>
      </pc:sldChg>
      <pc:sldChg chg="add del">
        <pc:chgData name="Sara Muneeb" userId="29b624b1-a719-43f5-9b52-388cd4043c04" providerId="ADAL" clId="{DB3F8C76-9E84-425C-958D-57243E72E246}" dt="2022-10-03T08:45:15.741" v="2838" actId="47"/>
        <pc:sldMkLst>
          <pc:docMk/>
          <pc:sldMk cId="1629450809" sldId="326"/>
        </pc:sldMkLst>
      </pc:sldChg>
      <pc:sldChg chg="add del">
        <pc:chgData name="Sara Muneeb" userId="29b624b1-a719-43f5-9b52-388cd4043c04" providerId="ADAL" clId="{DB3F8C76-9E84-425C-958D-57243E72E246}" dt="2022-10-03T08:45:13.399" v="2837" actId="47"/>
        <pc:sldMkLst>
          <pc:docMk/>
          <pc:sldMk cId="3425390869" sldId="327"/>
        </pc:sldMkLst>
      </pc:sldChg>
      <pc:sldChg chg="add">
        <pc:chgData name="Sara Muneeb" userId="29b624b1-a719-43f5-9b52-388cd4043c04" providerId="ADAL" clId="{DB3F8C76-9E84-425C-958D-57243E72E246}" dt="2022-10-03T08:41:05.849" v="2745"/>
        <pc:sldMkLst>
          <pc:docMk/>
          <pc:sldMk cId="3494110084" sldId="328"/>
        </pc:sldMkLst>
      </pc:sldChg>
      <pc:sldChg chg="add del">
        <pc:chgData name="Sara Muneeb" userId="29b624b1-a719-43f5-9b52-388cd4043c04" providerId="ADAL" clId="{DB3F8C76-9E84-425C-958D-57243E72E246}" dt="2022-10-03T08:45:21.951" v="2839" actId="47"/>
        <pc:sldMkLst>
          <pc:docMk/>
          <pc:sldMk cId="2152467212" sldId="329"/>
        </pc:sldMkLst>
      </pc:sldChg>
      <pc:sldChg chg="addSp delSp add mod">
        <pc:chgData name="Sara Muneeb" userId="29b624b1-a719-43f5-9b52-388cd4043c04" providerId="ADAL" clId="{DB3F8C76-9E84-425C-958D-57243E72E246}" dt="2022-10-03T08:45:53.262" v="2841" actId="22"/>
        <pc:sldMkLst>
          <pc:docMk/>
          <pc:sldMk cId="3427912561" sldId="330"/>
        </pc:sldMkLst>
        <pc:picChg chg="add del">
          <ac:chgData name="Sara Muneeb" userId="29b624b1-a719-43f5-9b52-388cd4043c04" providerId="ADAL" clId="{DB3F8C76-9E84-425C-958D-57243E72E246}" dt="2022-10-03T08:45:53.262" v="2841" actId="22"/>
          <ac:picMkLst>
            <pc:docMk/>
            <pc:sldMk cId="3427912561" sldId="330"/>
            <ac:picMk id="4" creationId="{B00AD290-54F1-A2B1-B01A-BF7759636E5F}"/>
          </ac:picMkLst>
        </pc:picChg>
      </pc:sldChg>
      <pc:sldChg chg="addSp modSp new mod">
        <pc:chgData name="Sara Muneeb" userId="29b624b1-a719-43f5-9b52-388cd4043c04" providerId="ADAL" clId="{DB3F8C76-9E84-425C-958D-57243E72E246}" dt="2022-10-03T08:44:26.049" v="2814" actId="1076"/>
        <pc:sldMkLst>
          <pc:docMk/>
          <pc:sldMk cId="3349574719" sldId="331"/>
        </pc:sldMkLst>
        <pc:spChg chg="mod">
          <ac:chgData name="Sara Muneeb" userId="29b624b1-a719-43f5-9b52-388cd4043c04" providerId="ADAL" clId="{DB3F8C76-9E84-425C-958D-57243E72E246}" dt="2022-10-03T08:42:44.114" v="2785" actId="20577"/>
          <ac:spMkLst>
            <pc:docMk/>
            <pc:sldMk cId="3349574719" sldId="331"/>
            <ac:spMk id="2" creationId="{BDF42397-FB23-DBDD-9EF6-9540B52654E4}"/>
          </ac:spMkLst>
        </pc:spChg>
        <pc:spChg chg="mod">
          <ac:chgData name="Sara Muneeb" userId="29b624b1-a719-43f5-9b52-388cd4043c04" providerId="ADAL" clId="{DB3F8C76-9E84-425C-958D-57243E72E246}" dt="2022-10-03T08:44:08.473" v="2811" actId="20577"/>
          <ac:spMkLst>
            <pc:docMk/>
            <pc:sldMk cId="3349574719" sldId="331"/>
            <ac:spMk id="3" creationId="{54B22514-635C-5D94-AF86-87E4697184DC}"/>
          </ac:spMkLst>
        </pc:spChg>
        <pc:picChg chg="add mod">
          <ac:chgData name="Sara Muneeb" userId="29b624b1-a719-43f5-9b52-388cd4043c04" providerId="ADAL" clId="{DB3F8C76-9E84-425C-958D-57243E72E246}" dt="2022-10-03T08:44:26.049" v="2814" actId="1076"/>
          <ac:picMkLst>
            <pc:docMk/>
            <pc:sldMk cId="3349574719" sldId="331"/>
            <ac:picMk id="5" creationId="{2AA5373B-0293-5863-52B4-C7F2BEFF8DAE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3T08:47:58.138" v="2874" actId="1076"/>
        <pc:sldMkLst>
          <pc:docMk/>
          <pc:sldMk cId="3430477893" sldId="332"/>
        </pc:sldMkLst>
        <pc:spChg chg="mod">
          <ac:chgData name="Sara Muneeb" userId="29b624b1-a719-43f5-9b52-388cd4043c04" providerId="ADAL" clId="{DB3F8C76-9E84-425C-958D-57243E72E246}" dt="2022-10-03T08:46:02.443" v="2865" actId="20577"/>
          <ac:spMkLst>
            <pc:docMk/>
            <pc:sldMk cId="3430477893" sldId="332"/>
            <ac:spMk id="2" creationId="{1BA14503-2877-4ED8-B221-911B3A18F1B6}"/>
          </ac:spMkLst>
        </pc:spChg>
        <pc:spChg chg="del">
          <ac:chgData name="Sara Muneeb" userId="29b624b1-a719-43f5-9b52-388cd4043c04" providerId="ADAL" clId="{DB3F8C76-9E84-425C-958D-57243E72E246}" dt="2022-10-03T08:46:03.889" v="2866" actId="22"/>
          <ac:spMkLst>
            <pc:docMk/>
            <pc:sldMk cId="3430477893" sldId="332"/>
            <ac:spMk id="3" creationId="{E64851BA-2A65-5500-C2D2-4727D3CDAD72}"/>
          </ac:spMkLst>
        </pc:spChg>
        <pc:picChg chg="add mod ord">
          <ac:chgData name="Sara Muneeb" userId="29b624b1-a719-43f5-9b52-388cd4043c04" providerId="ADAL" clId="{DB3F8C76-9E84-425C-958D-57243E72E246}" dt="2022-10-03T08:47:24.621" v="2869" actId="1076"/>
          <ac:picMkLst>
            <pc:docMk/>
            <pc:sldMk cId="3430477893" sldId="332"/>
            <ac:picMk id="5" creationId="{23B13542-863B-4B1A-7EC6-424EDC135963}"/>
          </ac:picMkLst>
        </pc:picChg>
        <pc:picChg chg="add mod">
          <ac:chgData name="Sara Muneeb" userId="29b624b1-a719-43f5-9b52-388cd4043c04" providerId="ADAL" clId="{DB3F8C76-9E84-425C-958D-57243E72E246}" dt="2022-10-03T08:47:58.138" v="2874" actId="1076"/>
          <ac:picMkLst>
            <pc:docMk/>
            <pc:sldMk cId="3430477893" sldId="332"/>
            <ac:picMk id="7" creationId="{0CE85A44-E9E5-F249-5169-170745F91064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3T08:53:53.093" v="2965"/>
        <pc:sldMkLst>
          <pc:docMk/>
          <pc:sldMk cId="3917894372" sldId="333"/>
        </pc:sldMkLst>
        <pc:spChg chg="mod">
          <ac:chgData name="Sara Muneeb" userId="29b624b1-a719-43f5-9b52-388cd4043c04" providerId="ADAL" clId="{DB3F8C76-9E84-425C-958D-57243E72E246}" dt="2022-10-03T08:48:31.717" v="2904" actId="20577"/>
          <ac:spMkLst>
            <pc:docMk/>
            <pc:sldMk cId="3917894372" sldId="333"/>
            <ac:spMk id="2" creationId="{8C9BF00C-DE08-05B4-94B7-21F99DF181F5}"/>
          </ac:spMkLst>
        </pc:spChg>
        <pc:spChg chg="mod">
          <ac:chgData name="Sara Muneeb" userId="29b624b1-a719-43f5-9b52-388cd4043c04" providerId="ADAL" clId="{DB3F8C76-9E84-425C-958D-57243E72E246}" dt="2022-10-03T08:51:54.874" v="2915" actId="1076"/>
          <ac:spMkLst>
            <pc:docMk/>
            <pc:sldMk cId="3917894372" sldId="333"/>
            <ac:spMk id="3" creationId="{1FCBA3A4-B640-FD0C-C7ED-C462A6F5F329}"/>
          </ac:spMkLst>
        </pc:spChg>
        <pc:picChg chg="add mod">
          <ac:chgData name="Sara Muneeb" userId="29b624b1-a719-43f5-9b52-388cd4043c04" providerId="ADAL" clId="{DB3F8C76-9E84-425C-958D-57243E72E246}" dt="2022-10-03T08:52:15.660" v="2920" actId="1076"/>
          <ac:picMkLst>
            <pc:docMk/>
            <pc:sldMk cId="3917894372" sldId="333"/>
            <ac:picMk id="1026" creationId="{482A12D2-8096-3518-B78C-3D4BBAAD0454}"/>
          </ac:picMkLst>
        </pc:picChg>
        <pc:picChg chg="add del">
          <ac:chgData name="Sara Muneeb" userId="29b624b1-a719-43f5-9b52-388cd4043c04" providerId="ADAL" clId="{DB3F8C76-9E84-425C-958D-57243E72E246}" dt="2022-10-03T08:53:53.093" v="2965"/>
          <ac:picMkLst>
            <pc:docMk/>
            <pc:sldMk cId="3917894372" sldId="333"/>
            <ac:picMk id="1028" creationId="{9E1F1E16-A9D5-C013-404E-CAF433CAF6D0}"/>
          </ac:picMkLst>
        </pc:picChg>
      </pc:sldChg>
      <pc:sldChg chg="modSp new del mod">
        <pc:chgData name="Sara Muneeb" userId="29b624b1-a719-43f5-9b52-388cd4043c04" providerId="ADAL" clId="{DB3F8C76-9E84-425C-958D-57243E72E246}" dt="2022-10-03T09:02:56.545" v="3026" actId="47"/>
        <pc:sldMkLst>
          <pc:docMk/>
          <pc:sldMk cId="1807911425" sldId="334"/>
        </pc:sldMkLst>
        <pc:spChg chg="mod">
          <ac:chgData name="Sara Muneeb" userId="29b624b1-a719-43f5-9b52-388cd4043c04" providerId="ADAL" clId="{DB3F8C76-9E84-425C-958D-57243E72E246}" dt="2022-10-03T08:52:40.895" v="2963" actId="20577"/>
          <ac:spMkLst>
            <pc:docMk/>
            <pc:sldMk cId="1807911425" sldId="334"/>
            <ac:spMk id="2" creationId="{DFD9F9C7-D4B2-0938-60E4-036D0673C0A4}"/>
          </ac:spMkLst>
        </pc:spChg>
      </pc:sldChg>
      <pc:sldChg chg="add ord">
        <pc:chgData name="Sara Muneeb" userId="29b624b1-a719-43f5-9b52-388cd4043c04" providerId="ADAL" clId="{DB3F8C76-9E84-425C-958D-57243E72E246}" dt="2022-10-03T08:59:54.890" v="3014"/>
        <pc:sldMkLst>
          <pc:docMk/>
          <pc:sldMk cId="8593176" sldId="335"/>
        </pc:sldMkLst>
      </pc:sldChg>
      <pc:sldChg chg="delSp add del mod">
        <pc:chgData name="Sara Muneeb" userId="29b624b1-a719-43f5-9b52-388cd4043c04" providerId="ADAL" clId="{DB3F8C76-9E84-425C-958D-57243E72E246}" dt="2022-10-03T08:55:34.364" v="2984" actId="47"/>
        <pc:sldMkLst>
          <pc:docMk/>
          <pc:sldMk cId="1678163868" sldId="336"/>
        </pc:sldMkLst>
        <pc:picChg chg="del">
          <ac:chgData name="Sara Muneeb" userId="29b624b1-a719-43f5-9b52-388cd4043c04" providerId="ADAL" clId="{DB3F8C76-9E84-425C-958D-57243E72E246}" dt="2022-10-03T08:55:04.476" v="2975" actId="21"/>
          <ac:picMkLst>
            <pc:docMk/>
            <pc:sldMk cId="1678163868" sldId="336"/>
            <ac:picMk id="6" creationId="{3E1EB4D4-5BED-49C0-A5AC-F1F095AC48B6}"/>
          </ac:picMkLst>
        </pc:picChg>
      </pc:sldChg>
      <pc:sldChg chg="addSp modSp add mod ord">
        <pc:chgData name="Sara Muneeb" userId="29b624b1-a719-43f5-9b52-388cd4043c04" providerId="ADAL" clId="{DB3F8C76-9E84-425C-958D-57243E72E246}" dt="2022-10-03T08:57:21.278" v="3006"/>
        <pc:sldMkLst>
          <pc:docMk/>
          <pc:sldMk cId="633161056" sldId="337"/>
        </pc:sldMkLst>
        <pc:picChg chg="add mod">
          <ac:chgData name="Sara Muneeb" userId="29b624b1-a719-43f5-9b52-388cd4043c04" providerId="ADAL" clId="{DB3F8C76-9E84-425C-958D-57243E72E246}" dt="2022-10-03T08:55:25.233" v="2982" actId="1076"/>
          <ac:picMkLst>
            <pc:docMk/>
            <pc:sldMk cId="633161056" sldId="337"/>
            <ac:picMk id="3" creationId="{7A700882-33BE-8D82-2022-A9F02B8D2171}"/>
          </ac:picMkLst>
        </pc:picChg>
      </pc:sldChg>
      <pc:sldChg chg="add del ord">
        <pc:chgData name="Sara Muneeb" userId="29b624b1-a719-43f5-9b52-388cd4043c04" providerId="ADAL" clId="{DB3F8C76-9E84-425C-958D-57243E72E246}" dt="2022-10-03T09:02:16.244" v="3019" actId="47"/>
        <pc:sldMkLst>
          <pc:docMk/>
          <pc:sldMk cId="1444182912" sldId="338"/>
        </pc:sldMkLst>
      </pc:sldChg>
      <pc:sldChg chg="add del">
        <pc:chgData name="Sara Muneeb" userId="29b624b1-a719-43f5-9b52-388cd4043c04" providerId="ADAL" clId="{DB3F8C76-9E84-425C-958D-57243E72E246}" dt="2022-10-03T09:02:52.252" v="3024" actId="47"/>
        <pc:sldMkLst>
          <pc:docMk/>
          <pc:sldMk cId="1127259162" sldId="339"/>
        </pc:sldMkLst>
      </pc:sldChg>
      <pc:sldChg chg="add del">
        <pc:chgData name="Sara Muneeb" userId="29b624b1-a719-43f5-9b52-388cd4043c04" providerId="ADAL" clId="{DB3F8C76-9E84-425C-958D-57243E72E246}" dt="2022-10-03T09:02:54.031" v="3025" actId="47"/>
        <pc:sldMkLst>
          <pc:docMk/>
          <pc:sldMk cId="3128309874" sldId="340"/>
        </pc:sldMkLst>
      </pc:sldChg>
      <pc:sldChg chg="addSp delSp modSp new mod">
        <pc:chgData name="Sara Muneeb" userId="29b624b1-a719-43f5-9b52-388cd4043c04" providerId="ADAL" clId="{DB3F8C76-9E84-425C-958D-57243E72E246}" dt="2022-10-03T08:56:42.446" v="3002" actId="20577"/>
        <pc:sldMkLst>
          <pc:docMk/>
          <pc:sldMk cId="3882494558" sldId="341"/>
        </pc:sldMkLst>
        <pc:spChg chg="mod">
          <ac:chgData name="Sara Muneeb" userId="29b624b1-a719-43f5-9b52-388cd4043c04" providerId="ADAL" clId="{DB3F8C76-9E84-425C-958D-57243E72E246}" dt="2022-10-03T08:56:42.446" v="3002" actId="20577"/>
          <ac:spMkLst>
            <pc:docMk/>
            <pc:sldMk cId="3882494558" sldId="341"/>
            <ac:spMk id="2" creationId="{900C8EA5-CB76-0D65-2A62-FAB0F51B6C6A}"/>
          </ac:spMkLst>
        </pc:spChg>
        <pc:spChg chg="del">
          <ac:chgData name="Sara Muneeb" userId="29b624b1-a719-43f5-9b52-388cd4043c04" providerId="ADAL" clId="{DB3F8C76-9E84-425C-958D-57243E72E246}" dt="2022-10-03T08:56:36.828" v="2992"/>
          <ac:spMkLst>
            <pc:docMk/>
            <pc:sldMk cId="3882494558" sldId="341"/>
            <ac:spMk id="3" creationId="{CE71EB3E-6D7C-64EE-DE6D-6BC420E101E5}"/>
          </ac:spMkLst>
        </pc:spChg>
        <pc:picChg chg="add mod">
          <ac:chgData name="Sara Muneeb" userId="29b624b1-a719-43f5-9b52-388cd4043c04" providerId="ADAL" clId="{DB3F8C76-9E84-425C-958D-57243E72E246}" dt="2022-10-03T08:56:38.990" v="2993" actId="1076"/>
          <ac:picMkLst>
            <pc:docMk/>
            <pc:sldMk cId="3882494558" sldId="341"/>
            <ac:picMk id="4" creationId="{7FE13403-25A8-499D-8D7A-4A0A17D56BFF}"/>
          </ac:picMkLst>
        </pc:picChg>
      </pc:sldChg>
      <pc:sldChg chg="modSp new mod">
        <pc:chgData name="Sara Muneeb" userId="29b624b1-a719-43f5-9b52-388cd4043c04" providerId="ADAL" clId="{DB3F8C76-9E84-425C-958D-57243E72E246}" dt="2022-10-03T09:05:02.703" v="3080" actId="20577"/>
        <pc:sldMkLst>
          <pc:docMk/>
          <pc:sldMk cId="2698458265" sldId="342"/>
        </pc:sldMkLst>
        <pc:spChg chg="mod">
          <ac:chgData name="Sara Muneeb" userId="29b624b1-a719-43f5-9b52-388cd4043c04" providerId="ADAL" clId="{DB3F8C76-9E84-425C-958D-57243E72E246}" dt="2022-10-03T09:03:02.764" v="3045" actId="20577"/>
          <ac:spMkLst>
            <pc:docMk/>
            <pc:sldMk cId="2698458265" sldId="342"/>
            <ac:spMk id="2" creationId="{01F3F972-9024-B371-9CA6-DA46689C9DB0}"/>
          </ac:spMkLst>
        </pc:spChg>
        <pc:spChg chg="mod">
          <ac:chgData name="Sara Muneeb" userId="29b624b1-a719-43f5-9b52-388cd4043c04" providerId="ADAL" clId="{DB3F8C76-9E84-425C-958D-57243E72E246}" dt="2022-10-03T09:05:02.703" v="3080" actId="20577"/>
          <ac:spMkLst>
            <pc:docMk/>
            <pc:sldMk cId="2698458265" sldId="342"/>
            <ac:spMk id="3" creationId="{47523A51-222B-D760-044E-31DAD03EC92D}"/>
          </ac:spMkLst>
        </pc:spChg>
      </pc:sldChg>
      <pc:sldChg chg="addSp modSp new mod">
        <pc:chgData name="Sara Muneeb" userId="29b624b1-a719-43f5-9b52-388cd4043c04" providerId="ADAL" clId="{DB3F8C76-9E84-425C-958D-57243E72E246}" dt="2022-10-05T09:36:14.644" v="4004" actId="1076"/>
        <pc:sldMkLst>
          <pc:docMk/>
          <pc:sldMk cId="2513089267" sldId="343"/>
        </pc:sldMkLst>
        <pc:spChg chg="mod">
          <ac:chgData name="Sara Muneeb" userId="29b624b1-a719-43f5-9b52-388cd4043c04" providerId="ADAL" clId="{DB3F8C76-9E84-425C-958D-57243E72E246}" dt="2022-10-03T09:06:51.350" v="3107" actId="20577"/>
          <ac:spMkLst>
            <pc:docMk/>
            <pc:sldMk cId="2513089267" sldId="343"/>
            <ac:spMk id="2" creationId="{B33EB936-0A5A-BB71-A154-09E6BF2CBFBA}"/>
          </ac:spMkLst>
        </pc:spChg>
        <pc:spChg chg="mod">
          <ac:chgData name="Sara Muneeb" userId="29b624b1-a719-43f5-9b52-388cd4043c04" providerId="ADAL" clId="{DB3F8C76-9E84-425C-958D-57243E72E246}" dt="2022-10-03T09:08:07.154" v="3145" actId="20577"/>
          <ac:spMkLst>
            <pc:docMk/>
            <pc:sldMk cId="2513089267" sldId="343"/>
            <ac:spMk id="3" creationId="{4378ECCD-6E32-28CC-F140-D8B52EBD59DB}"/>
          </ac:spMkLst>
        </pc:spChg>
        <pc:picChg chg="add mod">
          <ac:chgData name="Sara Muneeb" userId="29b624b1-a719-43f5-9b52-388cd4043c04" providerId="ADAL" clId="{DB3F8C76-9E84-425C-958D-57243E72E246}" dt="2022-10-05T09:36:14.644" v="4004" actId="1076"/>
          <ac:picMkLst>
            <pc:docMk/>
            <pc:sldMk cId="2513089267" sldId="343"/>
            <ac:picMk id="5" creationId="{80DDCA12-1AB6-3101-19FC-88F43DA66A57}"/>
          </ac:picMkLst>
        </pc:picChg>
        <pc:picChg chg="add mod">
          <ac:chgData name="Sara Muneeb" userId="29b624b1-a719-43f5-9b52-388cd4043c04" providerId="ADAL" clId="{DB3F8C76-9E84-425C-958D-57243E72E246}" dt="2022-10-05T09:36:13.025" v="4003" actId="1076"/>
          <ac:picMkLst>
            <pc:docMk/>
            <pc:sldMk cId="2513089267" sldId="343"/>
            <ac:picMk id="4098" creationId="{45A26E9E-0A75-188F-C0D0-195B94759800}"/>
          </ac:picMkLst>
        </pc:picChg>
      </pc:sldChg>
      <pc:sldChg chg="modSp new mod">
        <pc:chgData name="Sara Muneeb" userId="29b624b1-a719-43f5-9b52-388cd4043c04" providerId="ADAL" clId="{DB3F8C76-9E84-425C-958D-57243E72E246}" dt="2022-10-03T09:11:31.145" v="3238" actId="20577"/>
        <pc:sldMkLst>
          <pc:docMk/>
          <pc:sldMk cId="405946211" sldId="344"/>
        </pc:sldMkLst>
        <pc:spChg chg="mod">
          <ac:chgData name="Sara Muneeb" userId="29b624b1-a719-43f5-9b52-388cd4043c04" providerId="ADAL" clId="{DB3F8C76-9E84-425C-958D-57243E72E246}" dt="2022-10-03T09:10:56.438" v="3172" actId="20577"/>
          <ac:spMkLst>
            <pc:docMk/>
            <pc:sldMk cId="405946211" sldId="344"/>
            <ac:spMk id="2" creationId="{D7F4F228-B9C5-AB12-8C5D-37D043A48061}"/>
          </ac:spMkLst>
        </pc:spChg>
        <pc:spChg chg="mod">
          <ac:chgData name="Sara Muneeb" userId="29b624b1-a719-43f5-9b52-388cd4043c04" providerId="ADAL" clId="{DB3F8C76-9E84-425C-958D-57243E72E246}" dt="2022-10-03T09:11:31.145" v="3238" actId="20577"/>
          <ac:spMkLst>
            <pc:docMk/>
            <pc:sldMk cId="405946211" sldId="344"/>
            <ac:spMk id="3" creationId="{148D8B6E-F25B-9E23-0BB0-71561C53E27C}"/>
          </ac:spMkLst>
        </pc:spChg>
      </pc:sldChg>
      <pc:sldChg chg="addSp delSp modSp new mod">
        <pc:chgData name="Sara Muneeb" userId="29b624b1-a719-43f5-9b52-388cd4043c04" providerId="ADAL" clId="{DB3F8C76-9E84-425C-958D-57243E72E246}" dt="2022-10-05T08:12:39.420" v="3352" actId="1076"/>
        <pc:sldMkLst>
          <pc:docMk/>
          <pc:sldMk cId="2989140334" sldId="345"/>
        </pc:sldMkLst>
        <pc:spChg chg="mod">
          <ac:chgData name="Sara Muneeb" userId="29b624b1-a719-43f5-9b52-388cd4043c04" providerId="ADAL" clId="{DB3F8C76-9E84-425C-958D-57243E72E246}" dt="2022-10-05T08:05:37.194" v="3271" actId="20577"/>
          <ac:spMkLst>
            <pc:docMk/>
            <pc:sldMk cId="2989140334" sldId="345"/>
            <ac:spMk id="2" creationId="{392477F7-0B8B-8390-05A3-8CD5AB838E38}"/>
          </ac:spMkLst>
        </pc:spChg>
        <pc:spChg chg="del">
          <ac:chgData name="Sara Muneeb" userId="29b624b1-a719-43f5-9b52-388cd4043c04" providerId="ADAL" clId="{DB3F8C76-9E84-425C-958D-57243E72E246}" dt="2022-10-05T08:06:27.345" v="3272" actId="931"/>
          <ac:spMkLst>
            <pc:docMk/>
            <pc:sldMk cId="2989140334" sldId="345"/>
            <ac:spMk id="3" creationId="{D2F8713B-CCD3-197F-54BD-6B1BD231FA0C}"/>
          </ac:spMkLst>
        </pc:spChg>
        <pc:spChg chg="add del mod">
          <ac:chgData name="Sara Muneeb" userId="29b624b1-a719-43f5-9b52-388cd4043c04" providerId="ADAL" clId="{DB3F8C76-9E84-425C-958D-57243E72E246}" dt="2022-10-05T08:06:39.963" v="3274" actId="931"/>
          <ac:spMkLst>
            <pc:docMk/>
            <pc:sldMk cId="2989140334" sldId="345"/>
            <ac:spMk id="7" creationId="{18ACB324-814C-082D-194E-AD0A6AC47F8C}"/>
          </ac:spMkLst>
        </pc:spChg>
        <pc:spChg chg="add del mod">
          <ac:chgData name="Sara Muneeb" userId="29b624b1-a719-43f5-9b52-388cd4043c04" providerId="ADAL" clId="{DB3F8C76-9E84-425C-958D-57243E72E246}" dt="2022-10-05T08:09:54.284" v="3278"/>
          <ac:spMkLst>
            <pc:docMk/>
            <pc:sldMk cId="2989140334" sldId="345"/>
            <ac:spMk id="11" creationId="{1F0A3461-A205-B476-E693-5B6C0D2E2F77}"/>
          </ac:spMkLst>
        </pc:spChg>
        <pc:spChg chg="add mod">
          <ac:chgData name="Sara Muneeb" userId="29b624b1-a719-43f5-9b52-388cd4043c04" providerId="ADAL" clId="{DB3F8C76-9E84-425C-958D-57243E72E246}" dt="2022-10-05T08:12:39.420" v="3352" actId="1076"/>
          <ac:spMkLst>
            <pc:docMk/>
            <pc:sldMk cId="2989140334" sldId="345"/>
            <ac:spMk id="12" creationId="{BBDF8F95-6B91-434D-6850-8B1CFE1AE336}"/>
          </ac:spMkLst>
        </pc:spChg>
        <pc:spChg chg="add mod">
          <ac:chgData name="Sara Muneeb" userId="29b624b1-a719-43f5-9b52-388cd4043c04" providerId="ADAL" clId="{DB3F8C76-9E84-425C-958D-57243E72E246}" dt="2022-10-05T08:12:04.765" v="3329" actId="1076"/>
          <ac:spMkLst>
            <pc:docMk/>
            <pc:sldMk cId="2989140334" sldId="345"/>
            <ac:spMk id="13" creationId="{315B168A-801E-C457-2852-1F6087995B06}"/>
          </ac:spMkLst>
        </pc:spChg>
        <pc:spChg chg="add mod">
          <ac:chgData name="Sara Muneeb" userId="29b624b1-a719-43f5-9b52-388cd4043c04" providerId="ADAL" clId="{DB3F8C76-9E84-425C-958D-57243E72E246}" dt="2022-10-05T08:12:33.899" v="3351" actId="20577"/>
          <ac:spMkLst>
            <pc:docMk/>
            <pc:sldMk cId="2989140334" sldId="345"/>
            <ac:spMk id="14" creationId="{1816D2A7-A716-EB11-6CE4-1E61B5756780}"/>
          </ac:spMkLst>
        </pc:spChg>
        <pc:picChg chg="add del mod">
          <ac:chgData name="Sara Muneeb" userId="29b624b1-a719-43f5-9b52-388cd4043c04" providerId="ADAL" clId="{DB3F8C76-9E84-425C-958D-57243E72E246}" dt="2022-10-05T08:06:30.460" v="3273" actId="478"/>
          <ac:picMkLst>
            <pc:docMk/>
            <pc:sldMk cId="2989140334" sldId="345"/>
            <ac:picMk id="5" creationId="{5D0D8EBF-7C1E-00F6-D086-F6BADFAD1E8E}"/>
          </ac:picMkLst>
        </pc:picChg>
        <pc:picChg chg="add del mod">
          <ac:chgData name="Sara Muneeb" userId="29b624b1-a719-43f5-9b52-388cd4043c04" providerId="ADAL" clId="{DB3F8C76-9E84-425C-958D-57243E72E246}" dt="2022-10-05T08:07:04.184" v="3277" actId="478"/>
          <ac:picMkLst>
            <pc:docMk/>
            <pc:sldMk cId="2989140334" sldId="345"/>
            <ac:picMk id="9" creationId="{4CEABCE9-43D6-BD0F-51A3-62953CC46FA5}"/>
          </ac:picMkLst>
        </pc:picChg>
        <pc:picChg chg="add mod">
          <ac:chgData name="Sara Muneeb" userId="29b624b1-a719-43f5-9b52-388cd4043c04" providerId="ADAL" clId="{DB3F8C76-9E84-425C-958D-57243E72E246}" dt="2022-10-05T08:11:52.382" v="3325" actId="1076"/>
          <ac:picMkLst>
            <pc:docMk/>
            <pc:sldMk cId="2989140334" sldId="345"/>
            <ac:picMk id="1026" creationId="{AB0650A4-C377-36D3-6AF2-5B85234CEC4D}"/>
          </ac:picMkLst>
        </pc:picChg>
        <pc:picChg chg="add mod">
          <ac:chgData name="Sara Muneeb" userId="29b624b1-a719-43f5-9b52-388cd4043c04" providerId="ADAL" clId="{DB3F8C76-9E84-425C-958D-57243E72E246}" dt="2022-10-05T08:12:01.427" v="3328" actId="1076"/>
          <ac:picMkLst>
            <pc:docMk/>
            <pc:sldMk cId="2989140334" sldId="345"/>
            <ac:picMk id="1028" creationId="{EA91969B-9429-2313-63A6-C17810AB2D55}"/>
          </ac:picMkLst>
        </pc:picChg>
        <pc:picChg chg="add mod">
          <ac:chgData name="Sara Muneeb" userId="29b624b1-a719-43f5-9b52-388cd4043c04" providerId="ADAL" clId="{DB3F8C76-9E84-425C-958D-57243E72E246}" dt="2022-10-05T08:12:08.326" v="3330" actId="1076"/>
          <ac:picMkLst>
            <pc:docMk/>
            <pc:sldMk cId="2989140334" sldId="345"/>
            <ac:picMk id="1030" creationId="{85055336-535E-226B-96C6-AA479A5DE744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4246156943" sldId="345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366367615" sldId="346"/>
        </pc:sldMkLst>
      </pc:sldChg>
      <pc:sldChg chg="addSp delSp modSp new mod ord">
        <pc:chgData name="Sara Muneeb" userId="29b624b1-a719-43f5-9b52-388cd4043c04" providerId="ADAL" clId="{DB3F8C76-9E84-425C-958D-57243E72E246}" dt="2022-10-05T09:00:16.582" v="3704" actId="20577"/>
        <pc:sldMkLst>
          <pc:docMk/>
          <pc:sldMk cId="3678470995" sldId="346"/>
        </pc:sldMkLst>
        <pc:spChg chg="mod">
          <ac:chgData name="Sara Muneeb" userId="29b624b1-a719-43f5-9b52-388cd4043c04" providerId="ADAL" clId="{DB3F8C76-9E84-425C-958D-57243E72E246}" dt="2022-10-05T09:00:16.582" v="3704" actId="20577"/>
          <ac:spMkLst>
            <pc:docMk/>
            <pc:sldMk cId="3678470995" sldId="346"/>
            <ac:spMk id="2" creationId="{68D8302F-F7F4-B54F-028C-7EADCB5C643C}"/>
          </ac:spMkLst>
        </pc:spChg>
        <pc:spChg chg="del">
          <ac:chgData name="Sara Muneeb" userId="29b624b1-a719-43f5-9b52-388cd4043c04" providerId="ADAL" clId="{DB3F8C76-9E84-425C-958D-57243E72E246}" dt="2022-10-05T08:13:02.231" v="3369" actId="931"/>
          <ac:spMkLst>
            <pc:docMk/>
            <pc:sldMk cId="3678470995" sldId="346"/>
            <ac:spMk id="3" creationId="{014FE765-D7F8-EDC7-D82C-6AC3B2392F36}"/>
          </ac:spMkLst>
        </pc:spChg>
        <pc:spChg chg="add del mod">
          <ac:chgData name="Sara Muneeb" userId="29b624b1-a719-43f5-9b52-388cd4043c04" providerId="ADAL" clId="{DB3F8C76-9E84-425C-958D-57243E72E246}" dt="2022-10-05T08:13:32.113" v="3371" actId="931"/>
          <ac:spMkLst>
            <pc:docMk/>
            <pc:sldMk cId="3678470995" sldId="346"/>
            <ac:spMk id="7" creationId="{1ABE854F-B00B-2E96-F692-8290588BC053}"/>
          </ac:spMkLst>
        </pc:spChg>
        <pc:picChg chg="add del mod">
          <ac:chgData name="Sara Muneeb" userId="29b624b1-a719-43f5-9b52-388cd4043c04" providerId="ADAL" clId="{DB3F8C76-9E84-425C-958D-57243E72E246}" dt="2022-10-05T08:13:04.090" v="3370" actId="478"/>
          <ac:picMkLst>
            <pc:docMk/>
            <pc:sldMk cId="3678470995" sldId="346"/>
            <ac:picMk id="5" creationId="{FA04A942-42BB-F07B-A6CD-A794D0021886}"/>
          </ac:picMkLst>
        </pc:picChg>
        <pc:picChg chg="add mod">
          <ac:chgData name="Sara Muneeb" userId="29b624b1-a719-43f5-9b52-388cd4043c04" providerId="ADAL" clId="{DB3F8C76-9E84-425C-958D-57243E72E246}" dt="2022-10-05T08:13:36.999" v="3372" actId="27614"/>
          <ac:picMkLst>
            <pc:docMk/>
            <pc:sldMk cId="3678470995" sldId="346"/>
            <ac:picMk id="9" creationId="{7A66B900-9D53-8F01-1D8D-E76C324F7C90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1655376747" sldId="347"/>
        </pc:sldMkLst>
      </pc:sldChg>
      <pc:sldChg chg="addSp delSp modSp new mod">
        <pc:chgData name="Sara Muneeb" userId="29b624b1-a719-43f5-9b52-388cd4043c04" providerId="ADAL" clId="{DB3F8C76-9E84-425C-958D-57243E72E246}" dt="2022-10-05T08:13:58.122" v="3384" actId="27614"/>
        <pc:sldMkLst>
          <pc:docMk/>
          <pc:sldMk cId="2185956998" sldId="347"/>
        </pc:sldMkLst>
        <pc:spChg chg="mod">
          <ac:chgData name="Sara Muneeb" userId="29b624b1-a719-43f5-9b52-388cd4043c04" providerId="ADAL" clId="{DB3F8C76-9E84-425C-958D-57243E72E246}" dt="2022-10-05T08:13:39.916" v="3380" actId="20577"/>
          <ac:spMkLst>
            <pc:docMk/>
            <pc:sldMk cId="2185956998" sldId="347"/>
            <ac:spMk id="2" creationId="{9B55C5E3-057C-3F89-06B2-63F1035A144B}"/>
          </ac:spMkLst>
        </pc:spChg>
        <pc:spChg chg="del">
          <ac:chgData name="Sara Muneeb" userId="29b624b1-a719-43f5-9b52-388cd4043c04" providerId="ADAL" clId="{DB3F8C76-9E84-425C-958D-57243E72E246}" dt="2022-10-05T08:13:50.019" v="3381" actId="931"/>
          <ac:spMkLst>
            <pc:docMk/>
            <pc:sldMk cId="2185956998" sldId="347"/>
            <ac:spMk id="3" creationId="{7F92B9E8-17EF-1C38-5E25-D88653700F46}"/>
          </ac:spMkLst>
        </pc:spChg>
        <pc:picChg chg="add mod">
          <ac:chgData name="Sara Muneeb" userId="29b624b1-a719-43f5-9b52-388cd4043c04" providerId="ADAL" clId="{DB3F8C76-9E84-425C-958D-57243E72E246}" dt="2022-10-05T08:13:58.122" v="3384" actId="27614"/>
          <ac:picMkLst>
            <pc:docMk/>
            <pc:sldMk cId="2185956998" sldId="347"/>
            <ac:picMk id="5" creationId="{EA3945A9-91A4-C907-11BA-B9A7105E6533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341212743" sldId="348"/>
        </pc:sldMkLst>
      </pc:sldChg>
      <pc:sldChg chg="addSp delSp modSp new mod">
        <pc:chgData name="Sara Muneeb" userId="29b624b1-a719-43f5-9b52-388cd4043c04" providerId="ADAL" clId="{DB3F8C76-9E84-425C-958D-57243E72E246}" dt="2022-10-05T09:09:32.442" v="3736" actId="1076"/>
        <pc:sldMkLst>
          <pc:docMk/>
          <pc:sldMk cId="1296041024" sldId="348"/>
        </pc:sldMkLst>
        <pc:spChg chg="mod">
          <ac:chgData name="Sara Muneeb" userId="29b624b1-a719-43f5-9b52-388cd4043c04" providerId="ADAL" clId="{DB3F8C76-9E84-425C-958D-57243E72E246}" dt="2022-10-05T08:15:37.323" v="3407" actId="20577"/>
          <ac:spMkLst>
            <pc:docMk/>
            <pc:sldMk cId="1296041024" sldId="348"/>
            <ac:spMk id="2" creationId="{70FC4C67-37FB-2EF9-4FC9-765CA2BB8509}"/>
          </ac:spMkLst>
        </pc:spChg>
        <pc:spChg chg="del">
          <ac:chgData name="Sara Muneeb" userId="29b624b1-a719-43f5-9b52-388cd4043c04" providerId="ADAL" clId="{DB3F8C76-9E84-425C-958D-57243E72E246}" dt="2022-10-05T08:15:48.920" v="3408" actId="931"/>
          <ac:spMkLst>
            <pc:docMk/>
            <pc:sldMk cId="1296041024" sldId="348"/>
            <ac:spMk id="3" creationId="{353AA707-FE47-465B-4E6B-B16A4FE87414}"/>
          </ac:spMkLst>
        </pc:spChg>
        <pc:picChg chg="add mod">
          <ac:chgData name="Sara Muneeb" userId="29b624b1-a719-43f5-9b52-388cd4043c04" providerId="ADAL" clId="{DB3F8C76-9E84-425C-958D-57243E72E246}" dt="2022-10-05T09:09:32.442" v="3736" actId="1076"/>
          <ac:picMkLst>
            <pc:docMk/>
            <pc:sldMk cId="1296041024" sldId="348"/>
            <ac:picMk id="5" creationId="{B8C364B4-C060-9CBD-F0F8-1D5750F2BC0E}"/>
          </ac:picMkLst>
        </pc:picChg>
      </pc:sldChg>
      <pc:sldChg chg="modSp new del mod">
        <pc:chgData name="Sara Muneeb" userId="29b624b1-a719-43f5-9b52-388cd4043c04" providerId="ADAL" clId="{DB3F8C76-9E84-425C-958D-57243E72E246}" dt="2022-10-05T08:15:23.587" v="3395" actId="47"/>
        <pc:sldMkLst>
          <pc:docMk/>
          <pc:sldMk cId="3916154426" sldId="348"/>
        </pc:sldMkLst>
        <pc:spChg chg="mod">
          <ac:chgData name="Sara Muneeb" userId="29b624b1-a719-43f5-9b52-388cd4043c04" providerId="ADAL" clId="{DB3F8C76-9E84-425C-958D-57243E72E246}" dt="2022-10-05T08:14:31.852" v="3392" actId="20577"/>
          <ac:spMkLst>
            <pc:docMk/>
            <pc:sldMk cId="3916154426" sldId="348"/>
            <ac:spMk id="2" creationId="{241FFD2B-47C6-6333-617E-9376399ECF80}"/>
          </ac:spMkLst>
        </pc:sp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451696442" sldId="349"/>
        </pc:sldMkLst>
      </pc:sldChg>
      <pc:sldChg chg="addSp delSp modSp new del mod">
        <pc:chgData name="Sara Muneeb" userId="29b624b1-a719-43f5-9b52-388cd4043c04" providerId="ADAL" clId="{DB3F8C76-9E84-425C-958D-57243E72E246}" dt="2022-10-05T08:32:26.128" v="3486" actId="47"/>
        <pc:sldMkLst>
          <pc:docMk/>
          <pc:sldMk cId="4087087579" sldId="349"/>
        </pc:sldMkLst>
        <pc:spChg chg="mod">
          <ac:chgData name="Sara Muneeb" userId="29b624b1-a719-43f5-9b52-388cd4043c04" providerId="ADAL" clId="{DB3F8C76-9E84-425C-958D-57243E72E246}" dt="2022-10-05T08:16:54.019" v="3418" actId="20577"/>
          <ac:spMkLst>
            <pc:docMk/>
            <pc:sldMk cId="4087087579" sldId="349"/>
            <ac:spMk id="2" creationId="{3BA63BCA-1C5B-57C0-9E70-192178689C3C}"/>
          </ac:spMkLst>
        </pc:spChg>
        <pc:spChg chg="del">
          <ac:chgData name="Sara Muneeb" userId="29b624b1-a719-43f5-9b52-388cd4043c04" providerId="ADAL" clId="{DB3F8C76-9E84-425C-958D-57243E72E246}" dt="2022-10-05T08:16:58.866" v="3419" actId="931"/>
          <ac:spMkLst>
            <pc:docMk/>
            <pc:sldMk cId="4087087579" sldId="349"/>
            <ac:spMk id="3" creationId="{0274124B-4B5E-6E6D-4450-B8F3ACE9AD7D}"/>
          </ac:spMkLst>
        </pc:spChg>
        <pc:spChg chg="add mod">
          <ac:chgData name="Sara Muneeb" userId="29b624b1-a719-43f5-9b52-388cd4043c04" providerId="ADAL" clId="{DB3F8C76-9E84-425C-958D-57243E72E246}" dt="2022-10-05T08:32:14.576" v="3482" actId="21"/>
          <ac:spMkLst>
            <pc:docMk/>
            <pc:sldMk cId="4087087579" sldId="349"/>
            <ac:spMk id="4" creationId="{C7FC2E7A-09FA-0EAD-6AD1-F6271CC4F2FA}"/>
          </ac:spMkLst>
        </pc:spChg>
        <pc:spChg chg="add del mod">
          <ac:chgData name="Sara Muneeb" userId="29b624b1-a719-43f5-9b52-388cd4043c04" providerId="ADAL" clId="{DB3F8C76-9E84-425C-958D-57243E72E246}" dt="2022-10-05T08:18:34.094" v="3423" actId="931"/>
          <ac:spMkLst>
            <pc:docMk/>
            <pc:sldMk cId="4087087579" sldId="349"/>
            <ac:spMk id="7" creationId="{87E7195A-3A61-570A-84C4-60E9048E2B3A}"/>
          </ac:spMkLst>
        </pc:spChg>
        <pc:picChg chg="add del mod">
          <ac:chgData name="Sara Muneeb" userId="29b624b1-a719-43f5-9b52-388cd4043c04" providerId="ADAL" clId="{DB3F8C76-9E84-425C-958D-57243E72E246}" dt="2022-10-05T08:17:01.469" v="3422" actId="478"/>
          <ac:picMkLst>
            <pc:docMk/>
            <pc:sldMk cId="4087087579" sldId="349"/>
            <ac:picMk id="5" creationId="{F9503CC2-D7CF-05F4-6217-96FF51D2D268}"/>
          </ac:picMkLst>
        </pc:picChg>
        <pc:picChg chg="add del mod">
          <ac:chgData name="Sara Muneeb" userId="29b624b1-a719-43f5-9b52-388cd4043c04" providerId="ADAL" clId="{DB3F8C76-9E84-425C-958D-57243E72E246}" dt="2022-10-05T08:32:14.576" v="3482" actId="21"/>
          <ac:picMkLst>
            <pc:docMk/>
            <pc:sldMk cId="4087087579" sldId="349"/>
            <ac:picMk id="9" creationId="{16A6966E-4748-76B3-6ABD-102F7E9EC946}"/>
          </ac:picMkLst>
        </pc:picChg>
        <pc:picChg chg="add del mod">
          <ac:chgData name="Sara Muneeb" userId="29b624b1-a719-43f5-9b52-388cd4043c04" providerId="ADAL" clId="{DB3F8C76-9E84-425C-958D-57243E72E246}" dt="2022-10-05T08:18:45.870" v="3432" actId="21"/>
          <ac:picMkLst>
            <pc:docMk/>
            <pc:sldMk cId="4087087579" sldId="349"/>
            <ac:picMk id="11" creationId="{938D9DE5-9907-0EDA-586E-BA9D68B14140}"/>
          </ac:picMkLst>
        </pc:picChg>
        <pc:picChg chg="add del mod">
          <ac:chgData name="Sara Muneeb" userId="29b624b1-a719-43f5-9b52-388cd4043c04" providerId="ADAL" clId="{DB3F8C76-9E84-425C-958D-57243E72E246}" dt="2022-10-05T08:18:40.706" v="3429" actId="21"/>
          <ac:picMkLst>
            <pc:docMk/>
            <pc:sldMk cId="4087087579" sldId="349"/>
            <ac:picMk id="13" creationId="{16EB66D4-C9E2-6CF8-C847-A83BDB6B77F9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09:41.088" v="3737" actId="20577"/>
        <pc:sldMkLst>
          <pc:docMk/>
          <pc:sldMk cId="1638390018" sldId="350"/>
        </pc:sldMkLst>
        <pc:spChg chg="mod">
          <ac:chgData name="Sara Muneeb" userId="29b624b1-a719-43f5-9b52-388cd4043c04" providerId="ADAL" clId="{DB3F8C76-9E84-425C-958D-57243E72E246}" dt="2022-10-05T09:09:41.088" v="3737" actId="20577"/>
          <ac:spMkLst>
            <pc:docMk/>
            <pc:sldMk cId="1638390018" sldId="350"/>
            <ac:spMk id="2" creationId="{4D7E9606-E9EE-6799-6237-91007AE2E29A}"/>
          </ac:spMkLst>
        </pc:spChg>
        <pc:spChg chg="add del">
          <ac:chgData name="Sara Muneeb" userId="29b624b1-a719-43f5-9b52-388cd4043c04" providerId="ADAL" clId="{DB3F8C76-9E84-425C-958D-57243E72E246}" dt="2022-10-05T08:32:53.001" v="3488"/>
          <ac:spMkLst>
            <pc:docMk/>
            <pc:sldMk cId="1638390018" sldId="350"/>
            <ac:spMk id="3" creationId="{03C3FFAF-C222-4E9A-FC1F-2900627190FF}"/>
          </ac:spMkLst>
        </pc:spChg>
        <pc:spChg chg="del">
          <ac:chgData name="Sara Muneeb" userId="29b624b1-a719-43f5-9b52-388cd4043c04" providerId="ADAL" clId="{DB3F8C76-9E84-425C-958D-57243E72E246}" dt="2022-10-05T08:20:11.315" v="3446" actId="478"/>
          <ac:spMkLst>
            <pc:docMk/>
            <pc:sldMk cId="1638390018" sldId="350"/>
            <ac:spMk id="3" creationId="{9A5A3CCA-D332-65F9-1F30-5831191CC051}"/>
          </ac:spMkLst>
        </pc:spChg>
        <pc:spChg chg="add del">
          <ac:chgData name="Sara Muneeb" userId="29b624b1-a719-43f5-9b52-388cd4043c04" providerId="ADAL" clId="{DB3F8C76-9E84-425C-958D-57243E72E246}" dt="2022-10-05T08:32:59.681" v="3490"/>
          <ac:spMkLst>
            <pc:docMk/>
            <pc:sldMk cId="1638390018" sldId="350"/>
            <ac:spMk id="6" creationId="{C0B68DCA-26EC-B57B-748B-AB6C1663F063}"/>
          </ac:spMkLst>
        </pc:spChg>
        <pc:picChg chg="add mod">
          <ac:chgData name="Sara Muneeb" userId="29b624b1-a719-43f5-9b52-388cd4043c04" providerId="ADAL" clId="{DB3F8C76-9E84-425C-958D-57243E72E246}" dt="2022-10-05T08:26:31.691" v="3474" actId="1076"/>
          <ac:picMkLst>
            <pc:docMk/>
            <pc:sldMk cId="1638390018" sldId="350"/>
            <ac:picMk id="4" creationId="{AED209C7-4476-8643-0EC8-5A67267801D2}"/>
          </ac:picMkLst>
        </pc:picChg>
        <pc:picChg chg="add mod modCrop">
          <ac:chgData name="Sara Muneeb" userId="29b624b1-a719-43f5-9b52-388cd4043c04" providerId="ADAL" clId="{DB3F8C76-9E84-425C-958D-57243E72E246}" dt="2022-10-05T08:21:56.861" v="3456" actId="1076"/>
          <ac:picMkLst>
            <pc:docMk/>
            <pc:sldMk cId="1638390018" sldId="350"/>
            <ac:picMk id="5" creationId="{C3DF1B4E-540E-21E7-9AE2-AFFDF6D3A713}"/>
          </ac:picMkLst>
        </pc:picChg>
        <pc:picChg chg="add mod">
          <ac:chgData name="Sara Muneeb" userId="29b624b1-a719-43f5-9b52-388cd4043c04" providerId="ADAL" clId="{DB3F8C76-9E84-425C-958D-57243E72E246}" dt="2022-10-05T08:34:29.982" v="3511" actId="1076"/>
          <ac:picMkLst>
            <pc:docMk/>
            <pc:sldMk cId="1638390018" sldId="350"/>
            <ac:picMk id="7" creationId="{D5E8B81C-5AA1-18C5-4FD9-64DD3E9F835A}"/>
          </ac:picMkLst>
        </pc:picChg>
        <pc:picChg chg="add mod">
          <ac:chgData name="Sara Muneeb" userId="29b624b1-a719-43f5-9b52-388cd4043c04" providerId="ADAL" clId="{DB3F8C76-9E84-425C-958D-57243E72E246}" dt="2022-10-05T08:34:25.537" v="3510" actId="1076"/>
          <ac:picMkLst>
            <pc:docMk/>
            <pc:sldMk cId="1638390018" sldId="350"/>
            <ac:picMk id="1030" creationId="{BAE3C677-C711-F0C1-DF2C-1E9FE6BD5FF3}"/>
          </ac:picMkLst>
        </pc:picChg>
        <pc:picChg chg="add mod">
          <ac:chgData name="Sara Muneeb" userId="29b624b1-a719-43f5-9b52-388cd4043c04" providerId="ADAL" clId="{DB3F8C76-9E84-425C-958D-57243E72E246}" dt="2022-10-05T08:26:43.447" v="3478" actId="1076"/>
          <ac:picMkLst>
            <pc:docMk/>
            <pc:sldMk cId="1638390018" sldId="350"/>
            <ac:picMk id="2050" creationId="{DB5A2F16-4EA8-DE04-DCB8-70ABF0B538CA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3205214481" sldId="350"/>
        </pc:sldMkLst>
      </pc:sldChg>
      <pc:sldChg chg="new del">
        <pc:chgData name="Sara Muneeb" userId="29b624b1-a719-43f5-9b52-388cd4043c04" providerId="ADAL" clId="{DB3F8C76-9E84-425C-958D-57243E72E246}" dt="2022-10-05T08:25:36.639" v="3467" actId="680"/>
        <pc:sldMkLst>
          <pc:docMk/>
          <pc:sldMk cId="2005015887" sldId="351"/>
        </pc:sldMkLst>
      </pc:sldChg>
      <pc:sldChg chg="addSp delSp modSp new mod">
        <pc:chgData name="Sara Muneeb" userId="29b624b1-a719-43f5-9b52-388cd4043c04" providerId="ADAL" clId="{DB3F8C76-9E84-425C-958D-57243E72E246}" dt="2022-10-05T08:38:54.112" v="3541" actId="1076"/>
        <pc:sldMkLst>
          <pc:docMk/>
          <pc:sldMk cId="2210810185" sldId="351"/>
        </pc:sldMkLst>
        <pc:spChg chg="mod">
          <ac:chgData name="Sara Muneeb" userId="29b624b1-a719-43f5-9b52-388cd4043c04" providerId="ADAL" clId="{DB3F8C76-9E84-425C-958D-57243E72E246}" dt="2022-10-05T08:35:41.081" v="3524" actId="20577"/>
          <ac:spMkLst>
            <pc:docMk/>
            <pc:sldMk cId="2210810185" sldId="351"/>
            <ac:spMk id="2" creationId="{AA2C4E9D-8143-13E8-D0C4-360852E57E5C}"/>
          </ac:spMkLst>
        </pc:spChg>
        <pc:spChg chg="del">
          <ac:chgData name="Sara Muneeb" userId="29b624b1-a719-43f5-9b52-388cd4043c04" providerId="ADAL" clId="{DB3F8C76-9E84-425C-958D-57243E72E246}" dt="2022-10-05T08:35:45.045" v="3525"/>
          <ac:spMkLst>
            <pc:docMk/>
            <pc:sldMk cId="2210810185" sldId="351"/>
            <ac:spMk id="3" creationId="{678FF081-2628-EBA6-130E-E2E373590265}"/>
          </ac:spMkLst>
        </pc:spChg>
        <pc:picChg chg="add mod">
          <ac:chgData name="Sara Muneeb" userId="29b624b1-a719-43f5-9b52-388cd4043c04" providerId="ADAL" clId="{DB3F8C76-9E84-425C-958D-57243E72E246}" dt="2022-10-05T08:37:19.428" v="3528" actId="1076"/>
          <ac:picMkLst>
            <pc:docMk/>
            <pc:sldMk cId="2210810185" sldId="351"/>
            <ac:picMk id="2050" creationId="{B2DF8CFE-554D-25A2-37A7-8FA5A794B1C3}"/>
          </ac:picMkLst>
        </pc:picChg>
        <pc:picChg chg="add mod">
          <ac:chgData name="Sara Muneeb" userId="29b624b1-a719-43f5-9b52-388cd4043c04" providerId="ADAL" clId="{DB3F8C76-9E84-425C-958D-57243E72E246}" dt="2022-10-05T08:38:54.112" v="3541" actId="1076"/>
          <ac:picMkLst>
            <pc:docMk/>
            <pc:sldMk cId="2210810185" sldId="351"/>
            <ac:picMk id="2052" creationId="{32EA5284-EF3C-5656-EE69-FCA3D0346C04}"/>
          </ac:picMkLst>
        </pc:picChg>
        <pc:picChg chg="add mod">
          <ac:chgData name="Sara Muneeb" userId="29b624b1-a719-43f5-9b52-388cd4043c04" providerId="ADAL" clId="{DB3F8C76-9E84-425C-958D-57243E72E246}" dt="2022-10-05T08:38:51.954" v="3540" actId="1076"/>
          <ac:picMkLst>
            <pc:docMk/>
            <pc:sldMk cId="2210810185" sldId="351"/>
            <ac:picMk id="2054" creationId="{87C0F714-CA19-3990-A3F6-35F04D2A23F4}"/>
          </ac:picMkLst>
        </pc:picChg>
      </pc:sldChg>
      <pc:sldChg chg="addSp delSp modSp new del mod">
        <pc:chgData name="Sara Muneeb" userId="29b624b1-a719-43f5-9b52-388cd4043c04" providerId="ADAL" clId="{DB3F8C76-9E84-425C-958D-57243E72E246}" dt="2022-10-05T08:19:19.435" v="3440" actId="47"/>
        <pc:sldMkLst>
          <pc:docMk/>
          <pc:sldMk cId="2723552793" sldId="351"/>
        </pc:sldMkLst>
        <pc:picChg chg="add del mod">
          <ac:chgData name="Sara Muneeb" userId="29b624b1-a719-43f5-9b52-388cd4043c04" providerId="ADAL" clId="{DB3F8C76-9E84-425C-958D-57243E72E246}" dt="2022-10-05T08:19:16.478" v="3439" actId="21"/>
          <ac:picMkLst>
            <pc:docMk/>
            <pc:sldMk cId="2723552793" sldId="351"/>
            <ac:picMk id="4" creationId="{0647633E-44AB-295E-0E5C-0367B75E86B0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3040880707" sldId="351"/>
        </pc:sldMkLst>
      </pc:sldChg>
      <pc:sldChg chg="addSp delSp modSp new mod">
        <pc:chgData name="Sara Muneeb" userId="29b624b1-a719-43f5-9b52-388cd4043c04" providerId="ADAL" clId="{DB3F8C76-9E84-425C-958D-57243E72E246}" dt="2022-10-05T08:39:44.476" v="3555" actId="732"/>
        <pc:sldMkLst>
          <pc:docMk/>
          <pc:sldMk cId="1182734953" sldId="352"/>
        </pc:sldMkLst>
        <pc:spChg chg="mod">
          <ac:chgData name="Sara Muneeb" userId="29b624b1-a719-43f5-9b52-388cd4043c04" providerId="ADAL" clId="{DB3F8C76-9E84-425C-958D-57243E72E246}" dt="2022-10-05T08:39:00.429" v="3550" actId="20577"/>
          <ac:spMkLst>
            <pc:docMk/>
            <pc:sldMk cId="1182734953" sldId="352"/>
            <ac:spMk id="2" creationId="{7CBED6BC-B230-BFA3-7D8B-7ABAE2342C9B}"/>
          </ac:spMkLst>
        </pc:spChg>
        <pc:spChg chg="del">
          <ac:chgData name="Sara Muneeb" userId="29b624b1-a719-43f5-9b52-388cd4043c04" providerId="ADAL" clId="{DB3F8C76-9E84-425C-958D-57243E72E246}" dt="2022-10-05T08:39:24.061" v="3551" actId="22"/>
          <ac:spMkLst>
            <pc:docMk/>
            <pc:sldMk cId="1182734953" sldId="352"/>
            <ac:spMk id="3" creationId="{4D9E7108-0734-7558-B4B9-E7A7FDBB3516}"/>
          </ac:spMkLst>
        </pc:spChg>
        <pc:picChg chg="add mod ord modCrop">
          <ac:chgData name="Sara Muneeb" userId="29b624b1-a719-43f5-9b52-388cd4043c04" providerId="ADAL" clId="{DB3F8C76-9E84-425C-958D-57243E72E246}" dt="2022-10-05T08:39:44.476" v="3555" actId="732"/>
          <ac:picMkLst>
            <pc:docMk/>
            <pc:sldMk cId="1182734953" sldId="352"/>
            <ac:picMk id="5" creationId="{31E2F4C5-E307-DA0D-5BFE-0A420CB4C886}"/>
          </ac:picMkLst>
        </pc:picChg>
      </pc:sldChg>
      <pc:sldChg chg="new del">
        <pc:chgData name="Sara Muneeb" userId="29b624b1-a719-43f5-9b52-388cd4043c04" providerId="ADAL" clId="{DB3F8C76-9E84-425C-958D-57243E72E246}" dt="2022-10-05T08:25:36.125" v="3466" actId="680"/>
        <pc:sldMkLst>
          <pc:docMk/>
          <pc:sldMk cId="1535556229" sldId="352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346777497" sldId="352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647525035" sldId="353"/>
        </pc:sldMkLst>
      </pc:sldChg>
      <pc:sldChg chg="addSp delSp modSp new mod ord">
        <pc:chgData name="Sara Muneeb" userId="29b624b1-a719-43f5-9b52-388cd4043c04" providerId="ADAL" clId="{DB3F8C76-9E84-425C-958D-57243E72E246}" dt="2022-10-05T08:47:05.665" v="3608"/>
        <pc:sldMkLst>
          <pc:docMk/>
          <pc:sldMk cId="3733716193" sldId="353"/>
        </pc:sldMkLst>
        <pc:spChg chg="mod">
          <ac:chgData name="Sara Muneeb" userId="29b624b1-a719-43f5-9b52-388cd4043c04" providerId="ADAL" clId="{DB3F8C76-9E84-425C-958D-57243E72E246}" dt="2022-10-05T08:40:16.820" v="3563" actId="20577"/>
          <ac:spMkLst>
            <pc:docMk/>
            <pc:sldMk cId="3733716193" sldId="353"/>
            <ac:spMk id="2" creationId="{E02CB801-AD5C-04DF-E04A-13DDB4247471}"/>
          </ac:spMkLst>
        </pc:spChg>
        <pc:spChg chg="del">
          <ac:chgData name="Sara Muneeb" userId="29b624b1-a719-43f5-9b52-388cd4043c04" providerId="ADAL" clId="{DB3F8C76-9E84-425C-958D-57243E72E246}" dt="2022-10-05T08:42:40.923" v="3564" actId="931"/>
          <ac:spMkLst>
            <pc:docMk/>
            <pc:sldMk cId="3733716193" sldId="353"/>
            <ac:spMk id="3" creationId="{0B32DBA1-C626-901F-F5AD-A928C3BDB02F}"/>
          </ac:spMkLst>
        </pc:spChg>
        <pc:spChg chg="add del mod">
          <ac:chgData name="Sara Muneeb" userId="29b624b1-a719-43f5-9b52-388cd4043c04" providerId="ADAL" clId="{DB3F8C76-9E84-425C-958D-57243E72E246}" dt="2022-10-05T08:43:52.763" v="3579" actId="931"/>
          <ac:spMkLst>
            <pc:docMk/>
            <pc:sldMk cId="3733716193" sldId="353"/>
            <ac:spMk id="7" creationId="{0E24E576-2A83-0871-570B-093BFECF2ABF}"/>
          </ac:spMkLst>
        </pc:spChg>
        <pc:picChg chg="add del mod">
          <ac:chgData name="Sara Muneeb" userId="29b624b1-a719-43f5-9b52-388cd4043c04" providerId="ADAL" clId="{DB3F8C76-9E84-425C-958D-57243E72E246}" dt="2022-10-05T08:43:17.583" v="3578" actId="478"/>
          <ac:picMkLst>
            <pc:docMk/>
            <pc:sldMk cId="3733716193" sldId="353"/>
            <ac:picMk id="5" creationId="{68EE8DDF-A8CF-A829-B0F6-81780F9679AF}"/>
          </ac:picMkLst>
        </pc:picChg>
        <pc:picChg chg="add mod">
          <ac:chgData name="Sara Muneeb" userId="29b624b1-a719-43f5-9b52-388cd4043c04" providerId="ADAL" clId="{DB3F8C76-9E84-425C-958D-57243E72E246}" dt="2022-10-05T08:43:55.076" v="3580" actId="27614"/>
          <ac:picMkLst>
            <pc:docMk/>
            <pc:sldMk cId="3733716193" sldId="353"/>
            <ac:picMk id="9" creationId="{1B8DCBA6-73D2-330A-1A68-5C4EF66E6E6E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1129123376" sldId="354"/>
        </pc:sldMkLst>
      </pc:sldChg>
      <pc:sldChg chg="addSp delSp modSp new mod ord">
        <pc:chgData name="Sara Muneeb" userId="29b624b1-a719-43f5-9b52-388cd4043c04" providerId="ADAL" clId="{DB3F8C76-9E84-425C-958D-57243E72E246}" dt="2022-10-05T08:44:03.216" v="3584" actId="27614"/>
        <pc:sldMkLst>
          <pc:docMk/>
          <pc:sldMk cId="2260623248" sldId="354"/>
        </pc:sldMkLst>
        <pc:spChg chg="mod">
          <ac:chgData name="Sara Muneeb" userId="29b624b1-a719-43f5-9b52-388cd4043c04" providerId="ADAL" clId="{DB3F8C76-9E84-425C-958D-57243E72E246}" dt="2022-10-05T08:42:57.286" v="3574" actId="20577"/>
          <ac:spMkLst>
            <pc:docMk/>
            <pc:sldMk cId="2260623248" sldId="354"/>
            <ac:spMk id="2" creationId="{D5EAA592-14DA-213E-1C69-FE0AFD9C09C8}"/>
          </ac:spMkLst>
        </pc:spChg>
        <pc:spChg chg="del">
          <ac:chgData name="Sara Muneeb" userId="29b624b1-a719-43f5-9b52-388cd4043c04" providerId="ADAL" clId="{DB3F8C76-9E84-425C-958D-57243E72E246}" dt="2022-10-05T08:43:06.180" v="3575" actId="931"/>
          <ac:spMkLst>
            <pc:docMk/>
            <pc:sldMk cId="2260623248" sldId="354"/>
            <ac:spMk id="3" creationId="{A26264FB-D63C-6CD1-C1CB-03DCC4F701B7}"/>
          </ac:spMkLst>
        </pc:spChg>
        <pc:spChg chg="add del mod">
          <ac:chgData name="Sara Muneeb" userId="29b624b1-a719-43f5-9b52-388cd4043c04" providerId="ADAL" clId="{DB3F8C76-9E84-425C-958D-57243E72E246}" dt="2022-10-05T08:44:00.625" v="3581" actId="931"/>
          <ac:spMkLst>
            <pc:docMk/>
            <pc:sldMk cId="2260623248" sldId="354"/>
            <ac:spMk id="7" creationId="{39A444B3-9A75-D0BE-9224-4525E06B0DD4}"/>
          </ac:spMkLst>
        </pc:spChg>
        <pc:picChg chg="add del mod">
          <ac:chgData name="Sara Muneeb" userId="29b624b1-a719-43f5-9b52-388cd4043c04" providerId="ADAL" clId="{DB3F8C76-9E84-425C-958D-57243E72E246}" dt="2022-10-05T08:43:11.942" v="3577" actId="478"/>
          <ac:picMkLst>
            <pc:docMk/>
            <pc:sldMk cId="2260623248" sldId="354"/>
            <ac:picMk id="5" creationId="{51B10D65-923D-772A-DC46-FE4F2A9B0915}"/>
          </ac:picMkLst>
        </pc:picChg>
        <pc:picChg chg="add mod">
          <ac:chgData name="Sara Muneeb" userId="29b624b1-a719-43f5-9b52-388cd4043c04" providerId="ADAL" clId="{DB3F8C76-9E84-425C-958D-57243E72E246}" dt="2022-10-05T08:44:03.216" v="3584" actId="27614"/>
          <ac:picMkLst>
            <pc:docMk/>
            <pc:sldMk cId="2260623248" sldId="354"/>
            <ac:picMk id="9" creationId="{D845F769-1406-28A8-D92B-3C35C9761213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8:46:46.637" v="3606" actId="1076"/>
        <pc:sldMkLst>
          <pc:docMk/>
          <pc:sldMk cId="2264247476" sldId="355"/>
        </pc:sldMkLst>
        <pc:spChg chg="mod">
          <ac:chgData name="Sara Muneeb" userId="29b624b1-a719-43f5-9b52-388cd4043c04" providerId="ADAL" clId="{DB3F8C76-9E84-425C-958D-57243E72E246}" dt="2022-10-05T08:46:16.010" v="3593" actId="20577"/>
          <ac:spMkLst>
            <pc:docMk/>
            <pc:sldMk cId="2264247476" sldId="355"/>
            <ac:spMk id="2" creationId="{0E224BE2-6360-B710-AB6B-6FAF4303DAC9}"/>
          </ac:spMkLst>
        </pc:spChg>
        <pc:spChg chg="del">
          <ac:chgData name="Sara Muneeb" userId="29b624b1-a719-43f5-9b52-388cd4043c04" providerId="ADAL" clId="{DB3F8C76-9E84-425C-958D-57243E72E246}" dt="2022-10-05T08:46:25.185" v="3594" actId="931"/>
          <ac:spMkLst>
            <pc:docMk/>
            <pc:sldMk cId="2264247476" sldId="355"/>
            <ac:spMk id="3" creationId="{E636F91D-55FA-5B45-2D40-A086AD946210}"/>
          </ac:spMkLst>
        </pc:spChg>
        <pc:picChg chg="add mod">
          <ac:chgData name="Sara Muneeb" userId="29b624b1-a719-43f5-9b52-388cd4043c04" providerId="ADAL" clId="{DB3F8C76-9E84-425C-958D-57243E72E246}" dt="2022-10-05T08:46:30.784" v="3600" actId="1076"/>
          <ac:picMkLst>
            <pc:docMk/>
            <pc:sldMk cId="2264247476" sldId="355"/>
            <ac:picMk id="5" creationId="{2B4878D2-A806-6621-C2DA-666DA587F6E6}"/>
          </ac:picMkLst>
        </pc:picChg>
        <pc:picChg chg="add mod">
          <ac:chgData name="Sara Muneeb" userId="29b624b1-a719-43f5-9b52-388cd4043c04" providerId="ADAL" clId="{DB3F8C76-9E84-425C-958D-57243E72E246}" dt="2022-10-05T08:46:46.637" v="3606" actId="1076"/>
          <ac:picMkLst>
            <pc:docMk/>
            <pc:sldMk cId="2264247476" sldId="355"/>
            <ac:picMk id="7" creationId="{F1AD0568-C2F1-82AD-712F-5D22BB521430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529333528" sldId="355"/>
        </pc:sldMkLst>
      </pc:sldChg>
      <pc:sldChg chg="addSp delSp modSp new mod ord">
        <pc:chgData name="Sara Muneeb" userId="29b624b1-a719-43f5-9b52-388cd4043c04" providerId="ADAL" clId="{DB3F8C76-9E84-425C-958D-57243E72E246}" dt="2022-10-05T09:09:57.729" v="3738" actId="20577"/>
        <pc:sldMkLst>
          <pc:docMk/>
          <pc:sldMk cId="1908950209" sldId="356"/>
        </pc:sldMkLst>
        <pc:spChg chg="mod">
          <ac:chgData name="Sara Muneeb" userId="29b624b1-a719-43f5-9b52-388cd4043c04" providerId="ADAL" clId="{DB3F8C76-9E84-425C-958D-57243E72E246}" dt="2022-10-05T09:09:57.729" v="3738" actId="20577"/>
          <ac:spMkLst>
            <pc:docMk/>
            <pc:sldMk cId="1908950209" sldId="356"/>
            <ac:spMk id="2" creationId="{451498CD-AD19-AF19-3E36-370F0336BE41}"/>
          </ac:spMkLst>
        </pc:spChg>
        <pc:spChg chg="del">
          <ac:chgData name="Sara Muneeb" userId="29b624b1-a719-43f5-9b52-388cd4043c04" providerId="ADAL" clId="{DB3F8C76-9E84-425C-958D-57243E72E246}" dt="2022-10-05T08:53:14.523" v="3618" actId="931"/>
          <ac:spMkLst>
            <pc:docMk/>
            <pc:sldMk cId="1908950209" sldId="356"/>
            <ac:spMk id="3" creationId="{080D58E1-51C0-A38B-D708-51A834CA7F2D}"/>
          </ac:spMkLst>
        </pc:spChg>
        <pc:picChg chg="add mod">
          <ac:chgData name="Sara Muneeb" userId="29b624b1-a719-43f5-9b52-388cd4043c04" providerId="ADAL" clId="{DB3F8C76-9E84-425C-958D-57243E72E246}" dt="2022-10-05T08:53:19.921" v="3621" actId="1076"/>
          <ac:picMkLst>
            <pc:docMk/>
            <pc:sldMk cId="1908950209" sldId="356"/>
            <ac:picMk id="5" creationId="{880A3F85-C41D-69F2-592A-1F3A0E74B566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4291740093" sldId="356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54550552" sldId="357"/>
        </pc:sldMkLst>
      </pc:sldChg>
      <pc:sldChg chg="new del">
        <pc:chgData name="Sara Muneeb" userId="29b624b1-a719-43f5-9b52-388cd4043c04" providerId="ADAL" clId="{DB3F8C76-9E84-425C-958D-57243E72E246}" dt="2022-10-05T08:57:02.104" v="3625" actId="47"/>
        <pc:sldMkLst>
          <pc:docMk/>
          <pc:sldMk cId="1842136554" sldId="357"/>
        </pc:sldMkLst>
      </pc:sldChg>
      <pc:sldChg chg="addSp delSp modSp new mod">
        <pc:chgData name="Sara Muneeb" userId="29b624b1-a719-43f5-9b52-388cd4043c04" providerId="ADAL" clId="{DB3F8C76-9E84-425C-958D-57243E72E246}" dt="2022-10-05T08:57:26.121" v="3636" actId="962"/>
        <pc:sldMkLst>
          <pc:docMk/>
          <pc:sldMk cId="2628421753" sldId="357"/>
        </pc:sldMkLst>
        <pc:spChg chg="mod">
          <ac:chgData name="Sara Muneeb" userId="29b624b1-a719-43f5-9b52-388cd4043c04" providerId="ADAL" clId="{DB3F8C76-9E84-425C-958D-57243E72E246}" dt="2022-10-05T08:57:14.136" v="3633" actId="20577"/>
          <ac:spMkLst>
            <pc:docMk/>
            <pc:sldMk cId="2628421753" sldId="357"/>
            <ac:spMk id="2" creationId="{59975951-43FE-3E14-D50D-7CBD5DD15A38}"/>
          </ac:spMkLst>
        </pc:spChg>
        <pc:spChg chg="del">
          <ac:chgData name="Sara Muneeb" userId="29b624b1-a719-43f5-9b52-388cd4043c04" providerId="ADAL" clId="{DB3F8C76-9E84-425C-958D-57243E72E246}" dt="2022-10-05T08:57:24.127" v="3634" actId="931"/>
          <ac:spMkLst>
            <pc:docMk/>
            <pc:sldMk cId="2628421753" sldId="357"/>
            <ac:spMk id="3" creationId="{941DDE59-0D80-7386-5577-E2B873705948}"/>
          </ac:spMkLst>
        </pc:spChg>
        <pc:picChg chg="add mod">
          <ac:chgData name="Sara Muneeb" userId="29b624b1-a719-43f5-9b52-388cd4043c04" providerId="ADAL" clId="{DB3F8C76-9E84-425C-958D-57243E72E246}" dt="2022-10-05T08:57:26.121" v="3636" actId="962"/>
          <ac:picMkLst>
            <pc:docMk/>
            <pc:sldMk cId="2628421753" sldId="357"/>
            <ac:picMk id="5" creationId="{84BA6D1D-4189-B694-F57C-B8CC88A3C017}"/>
          </ac:picMkLst>
        </pc:picChg>
      </pc:sldChg>
      <pc:sldChg chg="addSp delSp modSp add mod">
        <pc:chgData name="Sara Muneeb" userId="29b624b1-a719-43f5-9b52-388cd4043c04" providerId="ADAL" clId="{DB3F8C76-9E84-425C-958D-57243E72E246}" dt="2022-10-05T08:57:40.089" v="3641" actId="962"/>
        <pc:sldMkLst>
          <pc:docMk/>
          <pc:sldMk cId="4206157969" sldId="358"/>
        </pc:sldMkLst>
        <pc:spChg chg="add del mod">
          <ac:chgData name="Sara Muneeb" userId="29b624b1-a719-43f5-9b52-388cd4043c04" providerId="ADAL" clId="{DB3F8C76-9E84-425C-958D-57243E72E246}" dt="2022-10-05T08:57:39.119" v="3639" actId="931"/>
          <ac:spMkLst>
            <pc:docMk/>
            <pc:sldMk cId="4206157969" sldId="358"/>
            <ac:spMk id="4" creationId="{DFEA2EF9-7FB2-70F3-EF29-2102B1758C97}"/>
          </ac:spMkLst>
        </pc:spChg>
        <pc:picChg chg="del">
          <ac:chgData name="Sara Muneeb" userId="29b624b1-a719-43f5-9b52-388cd4043c04" providerId="ADAL" clId="{DB3F8C76-9E84-425C-958D-57243E72E246}" dt="2022-10-05T08:57:32.786" v="3638" actId="478"/>
          <ac:picMkLst>
            <pc:docMk/>
            <pc:sldMk cId="4206157969" sldId="358"/>
            <ac:picMk id="5" creationId="{84BA6D1D-4189-B694-F57C-B8CC88A3C017}"/>
          </ac:picMkLst>
        </pc:picChg>
        <pc:picChg chg="add mod">
          <ac:chgData name="Sara Muneeb" userId="29b624b1-a719-43f5-9b52-388cd4043c04" providerId="ADAL" clId="{DB3F8C76-9E84-425C-958D-57243E72E246}" dt="2022-10-05T08:57:40.089" v="3641" actId="962"/>
          <ac:picMkLst>
            <pc:docMk/>
            <pc:sldMk cId="4206157969" sldId="358"/>
            <ac:picMk id="7" creationId="{64BF2EF3-025E-53E6-0DCE-F78306FB0B44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4289276877" sldId="358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29001700" sldId="359"/>
        </pc:sldMkLst>
      </pc:sldChg>
      <pc:sldChg chg="addSp delSp modSp new mod ord">
        <pc:chgData name="Sara Muneeb" userId="29b624b1-a719-43f5-9b52-388cd4043c04" providerId="ADAL" clId="{DB3F8C76-9E84-425C-958D-57243E72E246}" dt="2022-10-05T08:59:59.221" v="3695"/>
        <pc:sldMkLst>
          <pc:docMk/>
          <pc:sldMk cId="487906918" sldId="359"/>
        </pc:sldMkLst>
        <pc:spChg chg="mod">
          <ac:chgData name="Sara Muneeb" userId="29b624b1-a719-43f5-9b52-388cd4043c04" providerId="ADAL" clId="{DB3F8C76-9E84-425C-958D-57243E72E246}" dt="2022-10-05T08:57:47.959" v="3649" actId="20577"/>
          <ac:spMkLst>
            <pc:docMk/>
            <pc:sldMk cId="487906918" sldId="359"/>
            <ac:spMk id="2" creationId="{40A56E50-813F-259B-DC9E-BA1E6F66F752}"/>
          </ac:spMkLst>
        </pc:spChg>
        <pc:spChg chg="del">
          <ac:chgData name="Sara Muneeb" userId="29b624b1-a719-43f5-9b52-388cd4043c04" providerId="ADAL" clId="{DB3F8C76-9E84-425C-958D-57243E72E246}" dt="2022-10-05T08:57:54.907" v="3650" actId="931"/>
          <ac:spMkLst>
            <pc:docMk/>
            <pc:sldMk cId="487906918" sldId="359"/>
            <ac:spMk id="3" creationId="{E7CFBCAF-2F56-9405-576E-3EB5A17BCD27}"/>
          </ac:spMkLst>
        </pc:spChg>
        <pc:picChg chg="add mod">
          <ac:chgData name="Sara Muneeb" userId="29b624b1-a719-43f5-9b52-388cd4043c04" providerId="ADAL" clId="{DB3F8C76-9E84-425C-958D-57243E72E246}" dt="2022-10-05T08:58:23.184" v="3659" actId="1076"/>
          <ac:picMkLst>
            <pc:docMk/>
            <pc:sldMk cId="487906918" sldId="359"/>
            <ac:picMk id="5" creationId="{072BAF82-032E-D81F-934B-E383164F422F}"/>
          </ac:picMkLst>
        </pc:picChg>
        <pc:picChg chg="add mod">
          <ac:chgData name="Sara Muneeb" userId="29b624b1-a719-43f5-9b52-388cd4043c04" providerId="ADAL" clId="{DB3F8C76-9E84-425C-958D-57243E72E246}" dt="2022-10-05T08:58:19.901" v="3658" actId="1076"/>
          <ac:picMkLst>
            <pc:docMk/>
            <pc:sldMk cId="487906918" sldId="359"/>
            <ac:picMk id="7" creationId="{AC77478D-DAFC-9407-E941-0AB853384088}"/>
          </ac:picMkLst>
        </pc:picChg>
      </pc:sldChg>
      <pc:sldChg chg="addSp delSp modSp new mod ord">
        <pc:chgData name="Sara Muneeb" userId="29b624b1-a719-43f5-9b52-388cd4043c04" providerId="ADAL" clId="{DB3F8C76-9E84-425C-958D-57243E72E246}" dt="2022-10-05T08:59:59.221" v="3695"/>
        <pc:sldMkLst>
          <pc:docMk/>
          <pc:sldMk cId="518102146" sldId="360"/>
        </pc:sldMkLst>
        <pc:spChg chg="mod">
          <ac:chgData name="Sara Muneeb" userId="29b624b1-a719-43f5-9b52-388cd4043c04" providerId="ADAL" clId="{DB3F8C76-9E84-425C-958D-57243E72E246}" dt="2022-10-05T08:59:00.455" v="3681" actId="20577"/>
          <ac:spMkLst>
            <pc:docMk/>
            <pc:sldMk cId="518102146" sldId="360"/>
            <ac:spMk id="2" creationId="{8394E069-3B28-8755-008F-80C92601701D}"/>
          </ac:spMkLst>
        </pc:spChg>
        <pc:spChg chg="del">
          <ac:chgData name="Sara Muneeb" userId="29b624b1-a719-43f5-9b52-388cd4043c04" providerId="ADAL" clId="{DB3F8C76-9E84-425C-958D-57243E72E246}" dt="2022-10-05T08:58:37.503" v="3661" actId="931"/>
          <ac:spMkLst>
            <pc:docMk/>
            <pc:sldMk cId="518102146" sldId="360"/>
            <ac:spMk id="3" creationId="{843ED3C4-DDBC-6F3E-E86B-3D6E4CA1C17E}"/>
          </ac:spMkLst>
        </pc:spChg>
        <pc:picChg chg="add mod">
          <ac:chgData name="Sara Muneeb" userId="29b624b1-a719-43f5-9b52-388cd4043c04" providerId="ADAL" clId="{DB3F8C76-9E84-425C-958D-57243E72E246}" dt="2022-10-05T08:59:27.759" v="3692" actId="1076"/>
          <ac:picMkLst>
            <pc:docMk/>
            <pc:sldMk cId="518102146" sldId="360"/>
            <ac:picMk id="5" creationId="{DE21127B-77D5-4421-04AF-524C36D3CCD4}"/>
          </ac:picMkLst>
        </pc:picChg>
        <pc:picChg chg="add mod">
          <ac:chgData name="Sara Muneeb" userId="29b624b1-a719-43f5-9b52-388cd4043c04" providerId="ADAL" clId="{DB3F8C76-9E84-425C-958D-57243E72E246}" dt="2022-10-05T08:59:30.972" v="3693" actId="1076"/>
          <ac:picMkLst>
            <pc:docMk/>
            <pc:sldMk cId="518102146" sldId="360"/>
            <ac:picMk id="6" creationId="{24442947-2DD7-B9C2-B992-691B0D5984E1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1469553589" sldId="360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619516327" sldId="361"/>
        </pc:sldMkLst>
      </pc:sldChg>
      <pc:sldChg chg="addSp delSp modSp new del mod">
        <pc:chgData name="Sara Muneeb" userId="29b624b1-a719-43f5-9b52-388cd4043c04" providerId="ADAL" clId="{DB3F8C76-9E84-425C-958D-57243E72E246}" dt="2022-10-05T08:59:04.973" v="3683" actId="47"/>
        <pc:sldMkLst>
          <pc:docMk/>
          <pc:sldMk cId="3626622085" sldId="361"/>
        </pc:sldMkLst>
        <pc:spChg chg="del">
          <ac:chgData name="Sara Muneeb" userId="29b624b1-a719-43f5-9b52-388cd4043c04" providerId="ADAL" clId="{DB3F8C76-9E84-425C-958D-57243E72E246}" dt="2022-10-05T08:58:48.638" v="3665" actId="931"/>
          <ac:spMkLst>
            <pc:docMk/>
            <pc:sldMk cId="3626622085" sldId="361"/>
            <ac:spMk id="3" creationId="{59E2344C-4D51-16EA-5482-2F38B7F1356E}"/>
          </ac:spMkLst>
        </pc:spChg>
        <pc:spChg chg="add mod">
          <ac:chgData name="Sara Muneeb" userId="29b624b1-a719-43f5-9b52-388cd4043c04" providerId="ADAL" clId="{DB3F8C76-9E84-425C-958D-57243E72E246}" dt="2022-10-05T08:59:03.596" v="3682" actId="21"/>
          <ac:spMkLst>
            <pc:docMk/>
            <pc:sldMk cId="3626622085" sldId="361"/>
            <ac:spMk id="7" creationId="{9BC12655-CD42-12FA-4B2B-D32FC719CE06}"/>
          </ac:spMkLst>
        </pc:spChg>
        <pc:picChg chg="add del mod">
          <ac:chgData name="Sara Muneeb" userId="29b624b1-a719-43f5-9b52-388cd4043c04" providerId="ADAL" clId="{DB3F8C76-9E84-425C-958D-57243E72E246}" dt="2022-10-05T08:59:03.596" v="3682" actId="21"/>
          <ac:picMkLst>
            <pc:docMk/>
            <pc:sldMk cId="3626622085" sldId="361"/>
            <ac:picMk id="5" creationId="{55BD7B81-0DE1-0B97-2167-D6B79D9B2C68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26:20.447" v="3795" actId="20577"/>
        <pc:sldMkLst>
          <pc:docMk/>
          <pc:sldMk cId="3846287848" sldId="361"/>
        </pc:sldMkLst>
        <pc:spChg chg="mod">
          <ac:chgData name="Sara Muneeb" userId="29b624b1-a719-43f5-9b52-388cd4043c04" providerId="ADAL" clId="{DB3F8C76-9E84-425C-958D-57243E72E246}" dt="2022-10-05T09:26:20.447" v="3795" actId="20577"/>
          <ac:spMkLst>
            <pc:docMk/>
            <pc:sldMk cId="3846287848" sldId="361"/>
            <ac:spMk id="2" creationId="{CFFD1403-AFFE-E94F-B956-3A9BE1FCB08E}"/>
          </ac:spMkLst>
        </pc:spChg>
        <pc:spChg chg="del">
          <ac:chgData name="Sara Muneeb" userId="29b624b1-a719-43f5-9b52-388cd4043c04" providerId="ADAL" clId="{DB3F8C76-9E84-425C-958D-57243E72E246}" dt="2022-10-05T09:25:00.498" v="3740" actId="931"/>
          <ac:spMkLst>
            <pc:docMk/>
            <pc:sldMk cId="3846287848" sldId="361"/>
            <ac:spMk id="3" creationId="{3A08123D-9F03-4DD8-AB56-FF70B49AC66C}"/>
          </ac:spMkLst>
        </pc:spChg>
        <pc:picChg chg="add mod">
          <ac:chgData name="Sara Muneeb" userId="29b624b1-a719-43f5-9b52-388cd4043c04" providerId="ADAL" clId="{DB3F8C76-9E84-425C-958D-57243E72E246}" dt="2022-10-05T09:25:04.708" v="3742" actId="962"/>
          <ac:picMkLst>
            <pc:docMk/>
            <pc:sldMk cId="3846287848" sldId="361"/>
            <ac:picMk id="5" creationId="{5F74DDB1-49D2-5940-4F36-3AA5A67A3505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27:25.280" v="3815" actId="20577"/>
        <pc:sldMkLst>
          <pc:docMk/>
          <pc:sldMk cId="3058882324" sldId="362"/>
        </pc:sldMkLst>
        <pc:spChg chg="mod">
          <ac:chgData name="Sara Muneeb" userId="29b624b1-a719-43f5-9b52-388cd4043c04" providerId="ADAL" clId="{DB3F8C76-9E84-425C-958D-57243E72E246}" dt="2022-10-05T09:27:25.280" v="3815" actId="20577"/>
          <ac:spMkLst>
            <pc:docMk/>
            <pc:sldMk cId="3058882324" sldId="362"/>
            <ac:spMk id="2" creationId="{8EAFBB0C-9809-A554-F1C7-A4819906DFB8}"/>
          </ac:spMkLst>
        </pc:spChg>
        <pc:spChg chg="del">
          <ac:chgData name="Sara Muneeb" userId="29b624b1-a719-43f5-9b52-388cd4043c04" providerId="ADAL" clId="{DB3F8C76-9E84-425C-958D-57243E72E246}" dt="2022-10-05T09:26:32.543" v="3796" actId="931"/>
          <ac:spMkLst>
            <pc:docMk/>
            <pc:sldMk cId="3058882324" sldId="362"/>
            <ac:spMk id="3" creationId="{D602A315-B245-08C5-0F8D-D7A28961E41D}"/>
          </ac:spMkLst>
        </pc:spChg>
        <pc:spChg chg="add del mod">
          <ac:chgData name="Sara Muneeb" userId="29b624b1-a719-43f5-9b52-388cd4043c04" providerId="ADAL" clId="{DB3F8C76-9E84-425C-958D-57243E72E246}" dt="2022-10-05T09:26:49.882" v="3800" actId="931"/>
          <ac:spMkLst>
            <pc:docMk/>
            <pc:sldMk cId="3058882324" sldId="362"/>
            <ac:spMk id="7" creationId="{299E2DED-DA2A-76D7-AC9B-1811DA39E6DA}"/>
          </ac:spMkLst>
        </pc:spChg>
        <pc:spChg chg="add del mod">
          <ac:chgData name="Sara Muneeb" userId="29b624b1-a719-43f5-9b52-388cd4043c04" providerId="ADAL" clId="{DB3F8C76-9E84-425C-958D-57243E72E246}" dt="2022-10-05T09:27:05.437" v="3802" actId="931"/>
          <ac:spMkLst>
            <pc:docMk/>
            <pc:sldMk cId="3058882324" sldId="362"/>
            <ac:spMk id="11" creationId="{661611A2-5633-BDC1-4786-DB404361B949}"/>
          </ac:spMkLst>
        </pc:spChg>
        <pc:spChg chg="add del mod">
          <ac:chgData name="Sara Muneeb" userId="29b624b1-a719-43f5-9b52-388cd4043c04" providerId="ADAL" clId="{DB3F8C76-9E84-425C-958D-57243E72E246}" dt="2022-10-05T09:27:14.608" v="3804" actId="931"/>
          <ac:spMkLst>
            <pc:docMk/>
            <pc:sldMk cId="3058882324" sldId="362"/>
            <ac:spMk id="15" creationId="{12B9D517-5449-EF02-FA8E-94930B0CC378}"/>
          </ac:spMkLst>
        </pc:spChg>
        <pc:picChg chg="add del mod">
          <ac:chgData name="Sara Muneeb" userId="29b624b1-a719-43f5-9b52-388cd4043c04" providerId="ADAL" clId="{DB3F8C76-9E84-425C-958D-57243E72E246}" dt="2022-10-05T09:26:39.905" v="3799" actId="478"/>
          <ac:picMkLst>
            <pc:docMk/>
            <pc:sldMk cId="3058882324" sldId="362"/>
            <ac:picMk id="5" creationId="{E0EBB546-28A9-8D1A-F253-4CE99492F7CB}"/>
          </ac:picMkLst>
        </pc:picChg>
        <pc:picChg chg="add del mod">
          <ac:chgData name="Sara Muneeb" userId="29b624b1-a719-43f5-9b52-388cd4043c04" providerId="ADAL" clId="{DB3F8C76-9E84-425C-958D-57243E72E246}" dt="2022-10-05T09:26:51.482" v="3801" actId="478"/>
          <ac:picMkLst>
            <pc:docMk/>
            <pc:sldMk cId="3058882324" sldId="362"/>
            <ac:picMk id="9" creationId="{30026DBB-25B3-E95E-2E33-171BAAFD6C7C}"/>
          </ac:picMkLst>
        </pc:picChg>
        <pc:picChg chg="add del mod">
          <ac:chgData name="Sara Muneeb" userId="29b624b1-a719-43f5-9b52-388cd4043c04" providerId="ADAL" clId="{DB3F8C76-9E84-425C-958D-57243E72E246}" dt="2022-10-05T09:27:06.630" v="3803" actId="478"/>
          <ac:picMkLst>
            <pc:docMk/>
            <pc:sldMk cId="3058882324" sldId="362"/>
            <ac:picMk id="13" creationId="{8D65634F-DBD1-9F4D-E426-A20DD34B7AB7}"/>
          </ac:picMkLst>
        </pc:picChg>
        <pc:picChg chg="add mod">
          <ac:chgData name="Sara Muneeb" userId="29b624b1-a719-43f5-9b52-388cd4043c04" providerId="ADAL" clId="{DB3F8C76-9E84-425C-958D-57243E72E246}" dt="2022-10-05T09:27:19.317" v="3808" actId="1076"/>
          <ac:picMkLst>
            <pc:docMk/>
            <pc:sldMk cId="3058882324" sldId="362"/>
            <ac:picMk id="17" creationId="{64DC2503-DE68-656B-8071-9E98817C2F6B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4180375240" sldId="362"/>
        </pc:sldMkLst>
      </pc:sldChg>
      <pc:sldChg chg="addSp delSp modSp new mod">
        <pc:chgData name="Sara Muneeb" userId="29b624b1-a719-43f5-9b52-388cd4043c04" providerId="ADAL" clId="{DB3F8C76-9E84-425C-958D-57243E72E246}" dt="2022-10-05T09:28:22.786" v="3841" actId="20577"/>
        <pc:sldMkLst>
          <pc:docMk/>
          <pc:sldMk cId="2788614881" sldId="363"/>
        </pc:sldMkLst>
        <pc:spChg chg="mod">
          <ac:chgData name="Sara Muneeb" userId="29b624b1-a719-43f5-9b52-388cd4043c04" providerId="ADAL" clId="{DB3F8C76-9E84-425C-958D-57243E72E246}" dt="2022-10-05T09:28:22.786" v="3841" actId="20577"/>
          <ac:spMkLst>
            <pc:docMk/>
            <pc:sldMk cId="2788614881" sldId="363"/>
            <ac:spMk id="2" creationId="{F64805DF-5DC1-80F8-7445-BD26312E9B4A}"/>
          </ac:spMkLst>
        </pc:spChg>
        <pc:spChg chg="del">
          <ac:chgData name="Sara Muneeb" userId="29b624b1-a719-43f5-9b52-388cd4043c04" providerId="ADAL" clId="{DB3F8C76-9E84-425C-958D-57243E72E246}" dt="2022-10-05T09:27:35.461" v="3817" actId="931"/>
          <ac:spMkLst>
            <pc:docMk/>
            <pc:sldMk cId="2788614881" sldId="363"/>
            <ac:spMk id="3" creationId="{00983DD5-69C5-51EF-E0FE-550AF81671D2}"/>
          </ac:spMkLst>
        </pc:spChg>
        <pc:spChg chg="add del mod">
          <ac:chgData name="Sara Muneeb" userId="29b624b1-a719-43f5-9b52-388cd4043c04" providerId="ADAL" clId="{DB3F8C76-9E84-425C-958D-57243E72E246}" dt="2022-10-05T09:27:47.489" v="3821" actId="931"/>
          <ac:spMkLst>
            <pc:docMk/>
            <pc:sldMk cId="2788614881" sldId="363"/>
            <ac:spMk id="7" creationId="{289AFB15-B55F-3CA3-5CC9-5EBDA8225467}"/>
          </ac:spMkLst>
        </pc:spChg>
        <pc:picChg chg="add del mod">
          <ac:chgData name="Sara Muneeb" userId="29b624b1-a719-43f5-9b52-388cd4043c04" providerId="ADAL" clId="{DB3F8C76-9E84-425C-958D-57243E72E246}" dt="2022-10-05T09:27:38.243" v="3820" actId="478"/>
          <ac:picMkLst>
            <pc:docMk/>
            <pc:sldMk cId="2788614881" sldId="363"/>
            <ac:picMk id="5" creationId="{1A1DF8F5-2310-B013-9426-889C6700A977}"/>
          </ac:picMkLst>
        </pc:picChg>
        <pc:picChg chg="add mod">
          <ac:chgData name="Sara Muneeb" userId="29b624b1-a719-43f5-9b52-388cd4043c04" providerId="ADAL" clId="{DB3F8C76-9E84-425C-958D-57243E72E246}" dt="2022-10-05T09:27:50.859" v="3824" actId="1076"/>
          <ac:picMkLst>
            <pc:docMk/>
            <pc:sldMk cId="2788614881" sldId="363"/>
            <ac:picMk id="9" creationId="{E1F6C502-7BD4-686D-0ACD-FB4E959A3CA6}"/>
          </ac:picMkLst>
        </pc:picChg>
        <pc:picChg chg="add mod">
          <ac:chgData name="Sara Muneeb" userId="29b624b1-a719-43f5-9b52-388cd4043c04" providerId="ADAL" clId="{DB3F8C76-9E84-425C-958D-57243E72E246}" dt="2022-10-05T09:28:16.121" v="3831" actId="1076"/>
          <ac:picMkLst>
            <pc:docMk/>
            <pc:sldMk cId="2788614881" sldId="363"/>
            <ac:picMk id="11" creationId="{56607D9F-A84D-D090-A231-9447AABCF4E5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32:36.111" v="3879" actId="1076"/>
        <pc:sldMkLst>
          <pc:docMk/>
          <pc:sldMk cId="3550203735" sldId="364"/>
        </pc:sldMkLst>
        <pc:spChg chg="mod">
          <ac:chgData name="Sara Muneeb" userId="29b624b1-a719-43f5-9b52-388cd4043c04" providerId="ADAL" clId="{DB3F8C76-9E84-425C-958D-57243E72E246}" dt="2022-10-05T09:31:48.483" v="3861" actId="20577"/>
          <ac:spMkLst>
            <pc:docMk/>
            <pc:sldMk cId="3550203735" sldId="364"/>
            <ac:spMk id="2" creationId="{0190D6B3-1C43-583E-9F05-A831028D0E3E}"/>
          </ac:spMkLst>
        </pc:spChg>
        <pc:spChg chg="del">
          <ac:chgData name="Sara Muneeb" userId="29b624b1-a719-43f5-9b52-388cd4043c04" providerId="ADAL" clId="{DB3F8C76-9E84-425C-958D-57243E72E246}" dt="2022-10-05T09:31:28.022" v="3850" actId="931"/>
          <ac:spMkLst>
            <pc:docMk/>
            <pc:sldMk cId="3550203735" sldId="364"/>
            <ac:spMk id="3" creationId="{0511C0BF-C7A4-0633-D53C-4AFF887DE333}"/>
          </ac:spMkLst>
        </pc:spChg>
        <pc:picChg chg="add mod">
          <ac:chgData name="Sara Muneeb" userId="29b624b1-a719-43f5-9b52-388cd4043c04" providerId="ADAL" clId="{DB3F8C76-9E84-425C-958D-57243E72E246}" dt="2022-10-05T09:32:36.111" v="3879" actId="1076"/>
          <ac:picMkLst>
            <pc:docMk/>
            <pc:sldMk cId="3550203735" sldId="364"/>
            <ac:picMk id="5" creationId="{1CAC9FB9-1730-8D22-8D64-D6A5A23384D2}"/>
          </ac:picMkLst>
        </pc:picChg>
        <pc:picChg chg="add del mod">
          <ac:chgData name="Sara Muneeb" userId="29b624b1-a719-43f5-9b52-388cd4043c04" providerId="ADAL" clId="{DB3F8C76-9E84-425C-958D-57243E72E246}" dt="2022-10-05T09:32:26.216" v="3874" actId="21"/>
          <ac:picMkLst>
            <pc:docMk/>
            <pc:sldMk cId="3550203735" sldId="364"/>
            <ac:picMk id="7" creationId="{CBB87536-6F65-C640-8C84-58EF488C378A}"/>
          </ac:picMkLst>
        </pc:picChg>
        <pc:picChg chg="add mod">
          <ac:chgData name="Sara Muneeb" userId="29b624b1-a719-43f5-9b52-388cd4043c04" providerId="ADAL" clId="{DB3F8C76-9E84-425C-958D-57243E72E246}" dt="2022-10-05T09:32:34.135" v="3878" actId="1076"/>
          <ac:picMkLst>
            <pc:docMk/>
            <pc:sldMk cId="3550203735" sldId="364"/>
            <ac:picMk id="8" creationId="{EAA6703B-75F8-2EE9-5163-07BB03D0683D}"/>
          </ac:picMkLst>
        </pc:picChg>
      </pc:sldChg>
      <pc:sldChg chg="new del">
        <pc:chgData name="Sara Muneeb" userId="29b624b1-a719-43f5-9b52-388cd4043c04" providerId="ADAL" clId="{DB3F8C76-9E84-425C-958D-57243E72E246}" dt="2022-10-05T09:27:57.827" v="3826" actId="680"/>
        <pc:sldMkLst>
          <pc:docMk/>
          <pc:sldMk cId="4183661900" sldId="364"/>
        </pc:sldMkLst>
      </pc:sldChg>
      <pc:sldChg chg="addSp delSp modSp new mod">
        <pc:chgData name="Sara Muneeb" userId="29b624b1-a719-43f5-9b52-388cd4043c04" providerId="ADAL" clId="{DB3F8C76-9E84-425C-958D-57243E72E246}" dt="2022-10-05T09:32:50.313" v="3889" actId="20577"/>
        <pc:sldMkLst>
          <pc:docMk/>
          <pc:sldMk cId="3084047886" sldId="365"/>
        </pc:sldMkLst>
        <pc:spChg chg="mod">
          <ac:chgData name="Sara Muneeb" userId="29b624b1-a719-43f5-9b52-388cd4043c04" providerId="ADAL" clId="{DB3F8C76-9E84-425C-958D-57243E72E246}" dt="2022-10-05T09:32:50.313" v="3889" actId="20577"/>
          <ac:spMkLst>
            <pc:docMk/>
            <pc:sldMk cId="3084047886" sldId="365"/>
            <ac:spMk id="2" creationId="{C4B46D87-04DF-8B43-65CC-05C898183A89}"/>
          </ac:spMkLst>
        </pc:spChg>
        <pc:spChg chg="del">
          <ac:chgData name="Sara Muneeb" userId="29b624b1-a719-43f5-9b52-388cd4043c04" providerId="ADAL" clId="{DB3F8C76-9E84-425C-958D-57243E72E246}" dt="2022-10-05T09:31:56.362" v="3863" actId="931"/>
          <ac:spMkLst>
            <pc:docMk/>
            <pc:sldMk cId="3084047886" sldId="365"/>
            <ac:spMk id="3" creationId="{69331456-7F7A-FE29-2FD4-85C092ADBDBC}"/>
          </ac:spMkLst>
        </pc:spChg>
        <pc:spChg chg="add del mod">
          <ac:chgData name="Sara Muneeb" userId="29b624b1-a719-43f5-9b52-388cd4043c04" providerId="ADAL" clId="{DB3F8C76-9E84-425C-958D-57243E72E246}" dt="2022-10-05T09:32:09.294" v="3868" actId="931"/>
          <ac:spMkLst>
            <pc:docMk/>
            <pc:sldMk cId="3084047886" sldId="365"/>
            <ac:spMk id="7" creationId="{9DE90F27-93E5-41E1-218F-E347A14B96D1}"/>
          </ac:spMkLst>
        </pc:spChg>
        <pc:spChg chg="add del mod">
          <ac:chgData name="Sara Muneeb" userId="29b624b1-a719-43f5-9b52-388cd4043c04" providerId="ADAL" clId="{DB3F8C76-9E84-425C-958D-57243E72E246}" dt="2022-10-05T09:32:18.537" v="3870" actId="931"/>
          <ac:spMkLst>
            <pc:docMk/>
            <pc:sldMk cId="3084047886" sldId="365"/>
            <ac:spMk id="11" creationId="{66605A14-819B-3AAC-E1C9-306774147BDB}"/>
          </ac:spMkLst>
        </pc:spChg>
        <pc:spChg chg="add mod">
          <ac:chgData name="Sara Muneeb" userId="29b624b1-a719-43f5-9b52-388cd4043c04" providerId="ADAL" clId="{DB3F8C76-9E84-425C-958D-57243E72E246}" dt="2022-10-05T09:32:20.727" v="3872" actId="21"/>
          <ac:spMkLst>
            <pc:docMk/>
            <pc:sldMk cId="3084047886" sldId="365"/>
            <ac:spMk id="15" creationId="{44313A75-AEF0-1202-1D12-3E9851C18903}"/>
          </ac:spMkLst>
        </pc:spChg>
        <pc:picChg chg="add del mod">
          <ac:chgData name="Sara Muneeb" userId="29b624b1-a719-43f5-9b52-388cd4043c04" providerId="ADAL" clId="{DB3F8C76-9E84-425C-958D-57243E72E246}" dt="2022-10-05T09:32:02.097" v="3867" actId="478"/>
          <ac:picMkLst>
            <pc:docMk/>
            <pc:sldMk cId="3084047886" sldId="365"/>
            <ac:picMk id="5" creationId="{93C785B4-E07E-4487-BD35-045BA58744FB}"/>
          </ac:picMkLst>
        </pc:picChg>
        <pc:picChg chg="add del mod">
          <ac:chgData name="Sara Muneeb" userId="29b624b1-a719-43f5-9b52-388cd4043c04" providerId="ADAL" clId="{DB3F8C76-9E84-425C-958D-57243E72E246}" dt="2022-10-05T09:32:10.953" v="3869" actId="478"/>
          <ac:picMkLst>
            <pc:docMk/>
            <pc:sldMk cId="3084047886" sldId="365"/>
            <ac:picMk id="9" creationId="{1A413442-A3BF-6CF3-686E-EC5F1AAC94C7}"/>
          </ac:picMkLst>
        </pc:picChg>
        <pc:picChg chg="add del mod">
          <ac:chgData name="Sara Muneeb" userId="29b624b1-a719-43f5-9b52-388cd4043c04" providerId="ADAL" clId="{DB3F8C76-9E84-425C-958D-57243E72E246}" dt="2022-10-05T09:32:20.727" v="3872" actId="21"/>
          <ac:picMkLst>
            <pc:docMk/>
            <pc:sldMk cId="3084047886" sldId="365"/>
            <ac:picMk id="13" creationId="{E5C4053C-7BCB-E1E2-665E-A3CFCF8DEFD6}"/>
          </ac:picMkLst>
        </pc:picChg>
        <pc:picChg chg="add mod">
          <ac:chgData name="Sara Muneeb" userId="29b624b1-a719-43f5-9b52-388cd4043c04" providerId="ADAL" clId="{DB3F8C76-9E84-425C-958D-57243E72E246}" dt="2022-10-05T09:32:48.354" v="3882" actId="14100"/>
          <ac:picMkLst>
            <pc:docMk/>
            <pc:sldMk cId="3084047886" sldId="365"/>
            <ac:picMk id="16" creationId="{32A4DE7D-91A6-9AA9-70E3-3BA72430AF37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33:36.397" v="3912" actId="20577"/>
        <pc:sldMkLst>
          <pc:docMk/>
          <pc:sldMk cId="704692413" sldId="366"/>
        </pc:sldMkLst>
        <pc:spChg chg="mod">
          <ac:chgData name="Sara Muneeb" userId="29b624b1-a719-43f5-9b52-388cd4043c04" providerId="ADAL" clId="{DB3F8C76-9E84-425C-958D-57243E72E246}" dt="2022-10-05T09:33:36.397" v="3912" actId="20577"/>
          <ac:spMkLst>
            <pc:docMk/>
            <pc:sldMk cId="704692413" sldId="366"/>
            <ac:spMk id="2" creationId="{273589F9-6F20-B2B7-B956-F8DDC272EFD7}"/>
          </ac:spMkLst>
        </pc:spChg>
        <pc:spChg chg="del">
          <ac:chgData name="Sara Muneeb" userId="29b624b1-a719-43f5-9b52-388cd4043c04" providerId="ADAL" clId="{DB3F8C76-9E84-425C-958D-57243E72E246}" dt="2022-10-05T09:33:02.625" v="3891" actId="931"/>
          <ac:spMkLst>
            <pc:docMk/>
            <pc:sldMk cId="704692413" sldId="366"/>
            <ac:spMk id="3" creationId="{FB23FCF5-C026-B6B1-288F-4DBCD25F8E7A}"/>
          </ac:spMkLst>
        </pc:spChg>
        <pc:spChg chg="add del mod">
          <ac:chgData name="Sara Muneeb" userId="29b624b1-a719-43f5-9b52-388cd4043c04" providerId="ADAL" clId="{DB3F8C76-9E84-425C-958D-57243E72E246}" dt="2022-10-05T09:33:09.120" v="3893" actId="931"/>
          <ac:spMkLst>
            <pc:docMk/>
            <pc:sldMk cId="704692413" sldId="366"/>
            <ac:spMk id="7" creationId="{FE01A818-045D-693F-55BB-AD3553963AA9}"/>
          </ac:spMkLst>
        </pc:spChg>
        <pc:picChg chg="add del mod">
          <ac:chgData name="Sara Muneeb" userId="29b624b1-a719-43f5-9b52-388cd4043c04" providerId="ADAL" clId="{DB3F8C76-9E84-425C-958D-57243E72E246}" dt="2022-10-05T09:33:03.649" v="3892" actId="478"/>
          <ac:picMkLst>
            <pc:docMk/>
            <pc:sldMk cId="704692413" sldId="366"/>
            <ac:picMk id="5" creationId="{90654D1E-CED6-B4AC-A1BC-48CF2D38760B}"/>
          </ac:picMkLst>
        </pc:picChg>
        <pc:picChg chg="add mod">
          <ac:chgData name="Sara Muneeb" userId="29b624b1-a719-43f5-9b52-388cd4043c04" providerId="ADAL" clId="{DB3F8C76-9E84-425C-958D-57243E72E246}" dt="2022-10-05T09:33:31.292" v="3903" actId="1076"/>
          <ac:picMkLst>
            <pc:docMk/>
            <pc:sldMk cId="704692413" sldId="366"/>
            <ac:picMk id="9" creationId="{4F157825-7E34-6DA6-EAB3-E5AA89317094}"/>
          </ac:picMkLst>
        </pc:picChg>
        <pc:picChg chg="add mod">
          <ac:chgData name="Sara Muneeb" userId="29b624b1-a719-43f5-9b52-388cd4043c04" providerId="ADAL" clId="{DB3F8C76-9E84-425C-958D-57243E72E246}" dt="2022-10-05T09:33:33.450" v="3904" actId="1076"/>
          <ac:picMkLst>
            <pc:docMk/>
            <pc:sldMk cId="704692413" sldId="366"/>
            <ac:picMk id="11" creationId="{B17FDA99-87F0-EF4C-8F12-B7A5B03597DB}"/>
          </ac:picMkLst>
        </pc:picChg>
      </pc:sldChg>
      <pc:sldChg chg="addSp delSp modSp new mod ord">
        <pc:chgData name="Sara Muneeb" userId="29b624b1-a719-43f5-9b52-388cd4043c04" providerId="ADAL" clId="{DB3F8C76-9E84-425C-958D-57243E72E246}" dt="2022-10-05T09:35:18.798" v="3995" actId="20577"/>
        <pc:sldMkLst>
          <pc:docMk/>
          <pc:sldMk cId="1996185751" sldId="367"/>
        </pc:sldMkLst>
        <pc:spChg chg="mod">
          <ac:chgData name="Sara Muneeb" userId="29b624b1-a719-43f5-9b52-388cd4043c04" providerId="ADAL" clId="{DB3F8C76-9E84-425C-958D-57243E72E246}" dt="2022-10-05T09:35:18.798" v="3995" actId="20577"/>
          <ac:spMkLst>
            <pc:docMk/>
            <pc:sldMk cId="1996185751" sldId="367"/>
            <ac:spMk id="2" creationId="{DCF7D0F4-AA09-2F3C-BE50-8A00B8B88546}"/>
          </ac:spMkLst>
        </pc:spChg>
        <pc:spChg chg="del">
          <ac:chgData name="Sara Muneeb" userId="29b624b1-a719-43f5-9b52-388cd4043c04" providerId="ADAL" clId="{DB3F8C76-9E84-425C-958D-57243E72E246}" dt="2022-10-05T09:33:44.910" v="3914" actId="931"/>
          <ac:spMkLst>
            <pc:docMk/>
            <pc:sldMk cId="1996185751" sldId="367"/>
            <ac:spMk id="3" creationId="{A05F306B-CB0E-1164-FB90-C31F58F9E692}"/>
          </ac:spMkLst>
        </pc:spChg>
        <pc:picChg chg="add mod">
          <ac:chgData name="Sara Muneeb" userId="29b624b1-a719-43f5-9b52-388cd4043c04" providerId="ADAL" clId="{DB3F8C76-9E84-425C-958D-57243E72E246}" dt="2022-10-05T09:33:46.974" v="3917" actId="27614"/>
          <ac:picMkLst>
            <pc:docMk/>
            <pc:sldMk cId="1996185751" sldId="367"/>
            <ac:picMk id="5" creationId="{9A8C5E21-5192-6289-B70F-EAA70883445E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35:02.729" v="3965" actId="20577"/>
        <pc:sldMkLst>
          <pc:docMk/>
          <pc:sldMk cId="613638807" sldId="368"/>
        </pc:sldMkLst>
        <pc:spChg chg="mod">
          <ac:chgData name="Sara Muneeb" userId="29b624b1-a719-43f5-9b52-388cd4043c04" providerId="ADAL" clId="{DB3F8C76-9E84-425C-958D-57243E72E246}" dt="2022-10-05T09:35:02.729" v="3965" actId="20577"/>
          <ac:spMkLst>
            <pc:docMk/>
            <pc:sldMk cId="613638807" sldId="368"/>
            <ac:spMk id="2" creationId="{D28A094C-9DFA-F6BF-EE18-74893E660247}"/>
          </ac:spMkLst>
        </pc:spChg>
        <pc:spChg chg="del">
          <ac:chgData name="Sara Muneeb" userId="29b624b1-a719-43f5-9b52-388cd4043c04" providerId="ADAL" clId="{DB3F8C76-9E84-425C-958D-57243E72E246}" dt="2022-10-05T09:34:44.661" v="3943" actId="931"/>
          <ac:spMkLst>
            <pc:docMk/>
            <pc:sldMk cId="613638807" sldId="368"/>
            <ac:spMk id="3" creationId="{0F149CE9-1C9F-684D-D97F-8AA2E16BE83A}"/>
          </ac:spMkLst>
        </pc:spChg>
        <pc:picChg chg="add mod">
          <ac:chgData name="Sara Muneeb" userId="29b624b1-a719-43f5-9b52-388cd4043c04" providerId="ADAL" clId="{DB3F8C76-9E84-425C-958D-57243E72E246}" dt="2022-10-05T09:34:45.656" v="3945" actId="962"/>
          <ac:picMkLst>
            <pc:docMk/>
            <pc:sldMk cId="613638807" sldId="368"/>
            <ac:picMk id="5" creationId="{C74C5D94-8971-0D68-6030-A89C84E0BE7D}"/>
          </ac:picMkLst>
        </pc:picChg>
      </pc:sldChg>
      <pc:sldChg chg="addSp delSp modSp new del mod">
        <pc:chgData name="Sara Muneeb" userId="29b624b1-a719-43f5-9b52-388cd4043c04" providerId="ADAL" clId="{DB3F8C76-9E84-425C-958D-57243E72E246}" dt="2022-10-05T09:34:02.188" v="3932" actId="47"/>
        <pc:sldMkLst>
          <pc:docMk/>
          <pc:sldMk cId="1432052115" sldId="368"/>
        </pc:sldMkLst>
        <pc:spChg chg="del">
          <ac:chgData name="Sara Muneeb" userId="29b624b1-a719-43f5-9b52-388cd4043c04" providerId="ADAL" clId="{DB3F8C76-9E84-425C-958D-57243E72E246}" dt="2022-10-05T09:33:56.862" v="3927" actId="931"/>
          <ac:spMkLst>
            <pc:docMk/>
            <pc:sldMk cId="1432052115" sldId="368"/>
            <ac:spMk id="3" creationId="{F6E3E0FF-2C0F-ABF8-E963-A74692084E63}"/>
          </ac:spMkLst>
        </pc:spChg>
        <pc:spChg chg="add mod">
          <ac:chgData name="Sara Muneeb" userId="29b624b1-a719-43f5-9b52-388cd4043c04" providerId="ADAL" clId="{DB3F8C76-9E84-425C-958D-57243E72E246}" dt="2022-10-05T09:34:00.846" v="3931" actId="478"/>
          <ac:spMkLst>
            <pc:docMk/>
            <pc:sldMk cId="1432052115" sldId="368"/>
            <ac:spMk id="7" creationId="{E9BD5AA2-A850-3E66-D2CB-D1110DCB1978}"/>
          </ac:spMkLst>
        </pc:spChg>
        <pc:picChg chg="add del mod">
          <ac:chgData name="Sara Muneeb" userId="29b624b1-a719-43f5-9b52-388cd4043c04" providerId="ADAL" clId="{DB3F8C76-9E84-425C-958D-57243E72E246}" dt="2022-10-05T09:34:00.846" v="3931" actId="478"/>
          <ac:picMkLst>
            <pc:docMk/>
            <pc:sldMk cId="1432052115" sldId="368"/>
            <ac:picMk id="5" creationId="{3DAF53BD-9E97-6935-4EC7-3BD998FEF633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40:11.969" v="4018" actId="27614"/>
        <pc:sldMkLst>
          <pc:docMk/>
          <pc:sldMk cId="2692040407" sldId="369"/>
        </pc:sldMkLst>
        <pc:spChg chg="mod">
          <ac:chgData name="Sara Muneeb" userId="29b624b1-a719-43f5-9b52-388cd4043c04" providerId="ADAL" clId="{DB3F8C76-9E84-425C-958D-57243E72E246}" dt="2022-10-05T09:39:53.583" v="4014" actId="20577"/>
          <ac:spMkLst>
            <pc:docMk/>
            <pc:sldMk cId="2692040407" sldId="369"/>
            <ac:spMk id="2" creationId="{6F024EAC-7478-4DD1-03AD-755D29F543A8}"/>
          </ac:spMkLst>
        </pc:spChg>
        <pc:spChg chg="del">
          <ac:chgData name="Sara Muneeb" userId="29b624b1-a719-43f5-9b52-388cd4043c04" providerId="ADAL" clId="{DB3F8C76-9E84-425C-958D-57243E72E246}" dt="2022-10-05T09:40:00.893" v="4015" actId="931"/>
          <ac:spMkLst>
            <pc:docMk/>
            <pc:sldMk cId="2692040407" sldId="369"/>
            <ac:spMk id="3" creationId="{FCBFAB61-690C-25C3-BFFA-4AB6717B097B}"/>
          </ac:spMkLst>
        </pc:spChg>
        <pc:spChg chg="add del mod">
          <ac:chgData name="Sara Muneeb" userId="29b624b1-a719-43f5-9b52-388cd4043c04" providerId="ADAL" clId="{DB3F8C76-9E84-425C-958D-57243E72E246}" dt="2022-10-05T09:40:10.917" v="4017" actId="931"/>
          <ac:spMkLst>
            <pc:docMk/>
            <pc:sldMk cId="2692040407" sldId="369"/>
            <ac:spMk id="7" creationId="{81B921E7-61FC-67B7-EA16-439207497C1A}"/>
          </ac:spMkLst>
        </pc:spChg>
        <pc:picChg chg="add del mod">
          <ac:chgData name="Sara Muneeb" userId="29b624b1-a719-43f5-9b52-388cd4043c04" providerId="ADAL" clId="{DB3F8C76-9E84-425C-958D-57243E72E246}" dt="2022-10-05T09:40:05.431" v="4016" actId="478"/>
          <ac:picMkLst>
            <pc:docMk/>
            <pc:sldMk cId="2692040407" sldId="369"/>
            <ac:picMk id="5" creationId="{B6565AEB-FF3D-580F-4711-D33D89BA0020}"/>
          </ac:picMkLst>
        </pc:picChg>
        <pc:picChg chg="add mod">
          <ac:chgData name="Sara Muneeb" userId="29b624b1-a719-43f5-9b52-388cd4043c04" providerId="ADAL" clId="{DB3F8C76-9E84-425C-958D-57243E72E246}" dt="2022-10-05T09:40:11.969" v="4018" actId="27614"/>
          <ac:picMkLst>
            <pc:docMk/>
            <pc:sldMk cId="2692040407" sldId="369"/>
            <ac:picMk id="9" creationId="{D5838075-30C0-0BC5-1ADD-D645769F999C}"/>
          </ac:picMkLst>
        </pc:picChg>
      </pc:sldChg>
    </pc:docChg>
  </pc:docChgLst>
  <pc:docChgLst>
    <pc:chgData name="Sara Muneeb" userId="29b624b1-a719-43f5-9b52-388cd4043c04" providerId="ADAL" clId="{3F7FB391-E689-4438-9E08-5EC6E3D820C0}"/>
    <pc:docChg chg="undo redo custSel addSld delSld modSld">
      <pc:chgData name="Sara Muneeb" userId="29b624b1-a719-43f5-9b52-388cd4043c04" providerId="ADAL" clId="{3F7FB391-E689-4438-9E08-5EC6E3D820C0}" dt="2022-10-06T08:57:37.841" v="857" actId="22"/>
      <pc:docMkLst>
        <pc:docMk/>
      </pc:docMkLst>
      <pc:sldChg chg="modSp mod">
        <pc:chgData name="Sara Muneeb" userId="29b624b1-a719-43f5-9b52-388cd4043c04" providerId="ADAL" clId="{3F7FB391-E689-4438-9E08-5EC6E3D820C0}" dt="2022-10-05T09:49:13.557" v="17" actId="20577"/>
        <pc:sldMkLst>
          <pc:docMk/>
          <pc:sldMk cId="2984185032" sldId="256"/>
        </pc:sldMkLst>
        <pc:spChg chg="mod">
          <ac:chgData name="Sara Muneeb" userId="29b624b1-a719-43f5-9b52-388cd4043c04" providerId="ADAL" clId="{3F7FB391-E689-4438-9E08-5EC6E3D820C0}" dt="2022-10-05T09:49:13.557" v="17" actId="20577"/>
          <ac:spMkLst>
            <pc:docMk/>
            <pc:sldMk cId="2984185032" sldId="256"/>
            <ac:spMk id="2" creationId="{00000000-0000-0000-0000-000000000000}"/>
          </ac:spMkLst>
        </pc:spChg>
      </pc:sldChg>
      <pc:sldChg chg="addSp modSp new mod">
        <pc:chgData name="Sara Muneeb" userId="29b624b1-a719-43f5-9b52-388cd4043c04" providerId="ADAL" clId="{3F7FB391-E689-4438-9E08-5EC6E3D820C0}" dt="2022-10-06T03:48:23.084" v="181" actId="1076"/>
        <pc:sldMkLst>
          <pc:docMk/>
          <pc:sldMk cId="3551309204" sldId="257"/>
        </pc:sldMkLst>
        <pc:spChg chg="mod">
          <ac:chgData name="Sara Muneeb" userId="29b624b1-a719-43f5-9b52-388cd4043c04" providerId="ADAL" clId="{3F7FB391-E689-4438-9E08-5EC6E3D820C0}" dt="2022-10-05T09:56:44.852" v="32" actId="20577"/>
          <ac:spMkLst>
            <pc:docMk/>
            <pc:sldMk cId="3551309204" sldId="257"/>
            <ac:spMk id="2" creationId="{8B6E7983-B3F9-F39F-CB3C-088E7400C18D}"/>
          </ac:spMkLst>
        </pc:spChg>
        <pc:spChg chg="mod">
          <ac:chgData name="Sara Muneeb" userId="29b624b1-a719-43f5-9b52-388cd4043c04" providerId="ADAL" clId="{3F7FB391-E689-4438-9E08-5EC6E3D820C0}" dt="2022-10-06T03:47:31.792" v="177" actId="404"/>
          <ac:spMkLst>
            <pc:docMk/>
            <pc:sldMk cId="3551309204" sldId="257"/>
            <ac:spMk id="3" creationId="{A19B700E-6D40-1EE4-AE4F-B0623D89335D}"/>
          </ac:spMkLst>
        </pc:spChg>
        <pc:picChg chg="add mod">
          <ac:chgData name="Sara Muneeb" userId="29b624b1-a719-43f5-9b52-388cd4043c04" providerId="ADAL" clId="{3F7FB391-E689-4438-9E08-5EC6E3D820C0}" dt="2022-10-06T03:48:23.084" v="181" actId="1076"/>
          <ac:picMkLst>
            <pc:docMk/>
            <pc:sldMk cId="3551309204" sldId="257"/>
            <ac:picMk id="1026" creationId="{0669B95C-8EA7-B4C2-52BC-9C1E1ECD842D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179302358" sldId="25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896610511" sldId="258"/>
        </pc:sldMkLst>
      </pc:sldChg>
      <pc:sldChg chg="addSp modSp new mod">
        <pc:chgData name="Sara Muneeb" userId="29b624b1-a719-43f5-9b52-388cd4043c04" providerId="ADAL" clId="{3F7FB391-E689-4438-9E08-5EC6E3D820C0}" dt="2022-10-06T06:18:14.247" v="287" actId="1076"/>
        <pc:sldMkLst>
          <pc:docMk/>
          <pc:sldMk cId="2024920055" sldId="258"/>
        </pc:sldMkLst>
        <pc:spChg chg="mod">
          <ac:chgData name="Sara Muneeb" userId="29b624b1-a719-43f5-9b52-388cd4043c04" providerId="ADAL" clId="{3F7FB391-E689-4438-9E08-5EC6E3D820C0}" dt="2022-10-06T04:00:46.203" v="194" actId="20577"/>
          <ac:spMkLst>
            <pc:docMk/>
            <pc:sldMk cId="2024920055" sldId="258"/>
            <ac:spMk id="2" creationId="{31C45E19-68AF-FB66-8D92-38BA7D18642B}"/>
          </ac:spMkLst>
        </pc:spChg>
        <pc:spChg chg="mod">
          <ac:chgData name="Sara Muneeb" userId="29b624b1-a719-43f5-9b52-388cd4043c04" providerId="ADAL" clId="{3F7FB391-E689-4438-9E08-5EC6E3D820C0}" dt="2022-10-06T04:09:20.693" v="284" actId="20577"/>
          <ac:spMkLst>
            <pc:docMk/>
            <pc:sldMk cId="2024920055" sldId="258"/>
            <ac:spMk id="3" creationId="{609E5FCB-8113-F780-289C-17FC58F13008}"/>
          </ac:spMkLst>
        </pc:spChg>
        <pc:picChg chg="add mod">
          <ac:chgData name="Sara Muneeb" userId="29b624b1-a719-43f5-9b52-388cd4043c04" providerId="ADAL" clId="{3F7FB391-E689-4438-9E08-5EC6E3D820C0}" dt="2022-10-06T06:18:14.247" v="287" actId="1076"/>
          <ac:picMkLst>
            <pc:docMk/>
            <pc:sldMk cId="2024920055" sldId="258"/>
            <ac:picMk id="2050" creationId="{B570AF24-EDFE-457A-E6EE-0A80EE7EFAFE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149991155" sldId="259"/>
        </pc:sldMkLst>
      </pc:sldChg>
      <pc:sldChg chg="addSp delSp modSp new mod">
        <pc:chgData name="Sara Muneeb" userId="29b624b1-a719-43f5-9b52-388cd4043c04" providerId="ADAL" clId="{3F7FB391-E689-4438-9E08-5EC6E3D820C0}" dt="2022-10-06T07:13:23.912" v="365" actId="14100"/>
        <pc:sldMkLst>
          <pc:docMk/>
          <pc:sldMk cId="3918807433" sldId="259"/>
        </pc:sldMkLst>
        <pc:spChg chg="mod">
          <ac:chgData name="Sara Muneeb" userId="29b624b1-a719-43f5-9b52-388cd4043c04" providerId="ADAL" clId="{3F7FB391-E689-4438-9E08-5EC6E3D820C0}" dt="2022-10-06T07:08:13.379" v="298" actId="20577"/>
          <ac:spMkLst>
            <pc:docMk/>
            <pc:sldMk cId="3918807433" sldId="259"/>
            <ac:spMk id="2" creationId="{264102E1-B99B-5021-A623-ADEC1B23D6BA}"/>
          </ac:spMkLst>
        </pc:spChg>
        <pc:spChg chg="add del mod">
          <ac:chgData name="Sara Muneeb" userId="29b624b1-a719-43f5-9b52-388cd4043c04" providerId="ADAL" clId="{3F7FB391-E689-4438-9E08-5EC6E3D820C0}" dt="2022-10-06T07:10:08.053" v="363" actId="20577"/>
          <ac:spMkLst>
            <pc:docMk/>
            <pc:sldMk cId="3918807433" sldId="259"/>
            <ac:spMk id="3" creationId="{2DFCFD70-0E78-D3C5-9D14-05657D8BB8A2}"/>
          </ac:spMkLst>
        </pc:spChg>
        <pc:spChg chg="add del mod">
          <ac:chgData name="Sara Muneeb" userId="29b624b1-a719-43f5-9b52-388cd4043c04" providerId="ADAL" clId="{3F7FB391-E689-4438-9E08-5EC6E3D820C0}" dt="2022-10-06T07:08:44.873" v="348"/>
          <ac:spMkLst>
            <pc:docMk/>
            <pc:sldMk cId="3918807433" sldId="259"/>
            <ac:spMk id="4" creationId="{0B00268D-2C1F-D00E-B23E-B7CEC8F472F2}"/>
          </ac:spMkLst>
        </pc:spChg>
        <pc:spChg chg="add del mod">
          <ac:chgData name="Sara Muneeb" userId="29b624b1-a719-43f5-9b52-388cd4043c04" providerId="ADAL" clId="{3F7FB391-E689-4438-9E08-5EC6E3D820C0}" dt="2022-10-06T07:08:39.142" v="345" actId="21"/>
          <ac:spMkLst>
            <pc:docMk/>
            <pc:sldMk cId="3918807433" sldId="259"/>
            <ac:spMk id="5" creationId="{00ACD40F-147E-0C1F-F689-25C1632407A0}"/>
          </ac:spMkLst>
        </pc:spChg>
        <pc:picChg chg="add mod">
          <ac:chgData name="Sara Muneeb" userId="29b624b1-a719-43f5-9b52-388cd4043c04" providerId="ADAL" clId="{3F7FB391-E689-4438-9E08-5EC6E3D820C0}" dt="2022-10-06T07:13:23.912" v="365" actId="14100"/>
          <ac:picMkLst>
            <pc:docMk/>
            <pc:sldMk cId="3918807433" sldId="259"/>
            <ac:picMk id="3076" creationId="{B11C7E45-FB31-097B-BF92-9F9ECA6436F0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98138684" sldId="260"/>
        </pc:sldMkLst>
      </pc:sldChg>
      <pc:sldChg chg="modSp new mod">
        <pc:chgData name="Sara Muneeb" userId="29b624b1-a719-43f5-9b52-388cd4043c04" providerId="ADAL" clId="{3F7FB391-E689-4438-9E08-5EC6E3D820C0}" dt="2022-10-06T08:29:42.002" v="440" actId="113"/>
        <pc:sldMkLst>
          <pc:docMk/>
          <pc:sldMk cId="4186466395" sldId="260"/>
        </pc:sldMkLst>
        <pc:spChg chg="mod">
          <ac:chgData name="Sara Muneeb" userId="29b624b1-a719-43f5-9b52-388cd4043c04" providerId="ADAL" clId="{3F7FB391-E689-4438-9E08-5EC6E3D820C0}" dt="2022-10-06T07:15:43.743" v="398" actId="20577"/>
          <ac:spMkLst>
            <pc:docMk/>
            <pc:sldMk cId="4186466395" sldId="260"/>
            <ac:spMk id="2" creationId="{8E88E8BD-1CA7-3ADB-E270-7A65BE18077D}"/>
          </ac:spMkLst>
        </pc:spChg>
        <pc:spChg chg="mod">
          <ac:chgData name="Sara Muneeb" userId="29b624b1-a719-43f5-9b52-388cd4043c04" providerId="ADAL" clId="{3F7FB391-E689-4438-9E08-5EC6E3D820C0}" dt="2022-10-06T08:29:42.002" v="440" actId="113"/>
          <ac:spMkLst>
            <pc:docMk/>
            <pc:sldMk cId="4186466395" sldId="260"/>
            <ac:spMk id="3" creationId="{EE3469E8-E6C7-170C-592B-6D8710B05402}"/>
          </ac:spMkLst>
        </pc:sp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876332182" sldId="261"/>
        </pc:sldMkLst>
      </pc:sldChg>
      <pc:sldChg chg="addSp modSp new mod">
        <pc:chgData name="Sara Muneeb" userId="29b624b1-a719-43f5-9b52-388cd4043c04" providerId="ADAL" clId="{3F7FB391-E689-4438-9E08-5EC6E3D820C0}" dt="2022-10-06T08:34:40.806" v="583" actId="14100"/>
        <pc:sldMkLst>
          <pc:docMk/>
          <pc:sldMk cId="3337870780" sldId="261"/>
        </pc:sldMkLst>
        <pc:spChg chg="mod">
          <ac:chgData name="Sara Muneeb" userId="29b624b1-a719-43f5-9b52-388cd4043c04" providerId="ADAL" clId="{3F7FB391-E689-4438-9E08-5EC6E3D820C0}" dt="2022-10-06T08:30:22.112" v="465" actId="20577"/>
          <ac:spMkLst>
            <pc:docMk/>
            <pc:sldMk cId="3337870780" sldId="261"/>
            <ac:spMk id="2" creationId="{77C93915-CC0A-78EC-1E95-6E3300CDCB55}"/>
          </ac:spMkLst>
        </pc:spChg>
        <pc:spChg chg="mod">
          <ac:chgData name="Sara Muneeb" userId="29b624b1-a719-43f5-9b52-388cd4043c04" providerId="ADAL" clId="{3F7FB391-E689-4438-9E08-5EC6E3D820C0}" dt="2022-10-06T08:34:30.964" v="580" actId="14100"/>
          <ac:spMkLst>
            <pc:docMk/>
            <pc:sldMk cId="3337870780" sldId="261"/>
            <ac:spMk id="3" creationId="{8F931A51-73BE-4AF1-56D3-0F0496D18BCE}"/>
          </ac:spMkLst>
        </pc:spChg>
        <pc:picChg chg="add mod">
          <ac:chgData name="Sara Muneeb" userId="29b624b1-a719-43f5-9b52-388cd4043c04" providerId="ADAL" clId="{3F7FB391-E689-4438-9E08-5EC6E3D820C0}" dt="2022-10-06T08:34:40.806" v="583" actId="14100"/>
          <ac:picMkLst>
            <pc:docMk/>
            <pc:sldMk cId="3337870780" sldId="261"/>
            <ac:picMk id="4098" creationId="{05797A4A-E187-8C82-FABE-1088EEECD08F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601268" sldId="262"/>
        </pc:sldMkLst>
      </pc:sldChg>
      <pc:sldChg chg="addSp delSp modSp new mod">
        <pc:chgData name="Sara Muneeb" userId="29b624b1-a719-43f5-9b52-388cd4043c04" providerId="ADAL" clId="{3F7FB391-E689-4438-9E08-5EC6E3D820C0}" dt="2022-10-06T08:42:26.485" v="649" actId="14100"/>
        <pc:sldMkLst>
          <pc:docMk/>
          <pc:sldMk cId="1654318215" sldId="262"/>
        </pc:sldMkLst>
        <pc:spChg chg="mod">
          <ac:chgData name="Sara Muneeb" userId="29b624b1-a719-43f5-9b52-388cd4043c04" providerId="ADAL" clId="{3F7FB391-E689-4438-9E08-5EC6E3D820C0}" dt="2022-10-06T08:37:27.397" v="609" actId="20577"/>
          <ac:spMkLst>
            <pc:docMk/>
            <pc:sldMk cId="1654318215" sldId="262"/>
            <ac:spMk id="2" creationId="{0AFBDD36-3CFD-05D8-4E2B-32CD8D39C844}"/>
          </ac:spMkLst>
        </pc:spChg>
        <pc:spChg chg="del">
          <ac:chgData name="Sara Muneeb" userId="29b624b1-a719-43f5-9b52-388cd4043c04" providerId="ADAL" clId="{3F7FB391-E689-4438-9E08-5EC6E3D820C0}" dt="2022-10-06T08:41:03.710" v="610" actId="22"/>
          <ac:spMkLst>
            <pc:docMk/>
            <pc:sldMk cId="1654318215" sldId="262"/>
            <ac:spMk id="3" creationId="{B32BA12A-2F1E-2F5C-C7D0-F68B78713812}"/>
          </ac:spMkLst>
        </pc:spChg>
        <pc:spChg chg="add mod">
          <ac:chgData name="Sara Muneeb" userId="29b624b1-a719-43f5-9b52-388cd4043c04" providerId="ADAL" clId="{3F7FB391-E689-4438-9E08-5EC6E3D820C0}" dt="2022-10-06T08:42:11.637" v="633" actId="1076"/>
          <ac:spMkLst>
            <pc:docMk/>
            <pc:sldMk cId="1654318215" sldId="262"/>
            <ac:spMk id="8" creationId="{05524CB5-3D13-759E-DA78-B32FCA477A71}"/>
          </ac:spMkLst>
        </pc:spChg>
        <pc:spChg chg="add mod">
          <ac:chgData name="Sara Muneeb" userId="29b624b1-a719-43f5-9b52-388cd4043c04" providerId="ADAL" clId="{3F7FB391-E689-4438-9E08-5EC6E3D820C0}" dt="2022-10-06T08:42:26.485" v="649" actId="14100"/>
          <ac:spMkLst>
            <pc:docMk/>
            <pc:sldMk cId="1654318215" sldId="262"/>
            <ac:spMk id="9" creationId="{57652B81-9115-0557-F496-47D63B7563DF}"/>
          </ac:spMkLst>
        </pc:spChg>
        <pc:picChg chg="add mod ord">
          <ac:chgData name="Sara Muneeb" userId="29b624b1-a719-43f5-9b52-388cd4043c04" providerId="ADAL" clId="{3F7FB391-E689-4438-9E08-5EC6E3D820C0}" dt="2022-10-06T08:41:52.324" v="618" actId="1076"/>
          <ac:picMkLst>
            <pc:docMk/>
            <pc:sldMk cId="1654318215" sldId="262"/>
            <ac:picMk id="5" creationId="{9BFF0D8F-9952-4340-5E8A-CD5F0AC0D03A}"/>
          </ac:picMkLst>
        </pc:picChg>
        <pc:picChg chg="add mod">
          <ac:chgData name="Sara Muneeb" userId="29b624b1-a719-43f5-9b52-388cd4043c04" providerId="ADAL" clId="{3F7FB391-E689-4438-9E08-5EC6E3D820C0}" dt="2022-10-06T08:41:46.393" v="616" actId="14100"/>
          <ac:picMkLst>
            <pc:docMk/>
            <pc:sldMk cId="1654318215" sldId="262"/>
            <ac:picMk id="7" creationId="{AAEB9402-A727-C483-9BD7-4CE0E1987CFF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598016477" sldId="263"/>
        </pc:sldMkLst>
      </pc:sldChg>
      <pc:sldChg chg="addSp delSp modSp new mod">
        <pc:chgData name="Sara Muneeb" userId="29b624b1-a719-43f5-9b52-388cd4043c04" providerId="ADAL" clId="{3F7FB391-E689-4438-9E08-5EC6E3D820C0}" dt="2022-10-06T08:47:35.798" v="716" actId="1076"/>
        <pc:sldMkLst>
          <pc:docMk/>
          <pc:sldMk cId="4294319554" sldId="263"/>
        </pc:sldMkLst>
        <pc:spChg chg="mod">
          <ac:chgData name="Sara Muneeb" userId="29b624b1-a719-43f5-9b52-388cd4043c04" providerId="ADAL" clId="{3F7FB391-E689-4438-9E08-5EC6E3D820C0}" dt="2022-10-06T08:46:51.186" v="657" actId="20577"/>
          <ac:spMkLst>
            <pc:docMk/>
            <pc:sldMk cId="4294319554" sldId="263"/>
            <ac:spMk id="2" creationId="{469FB018-CF21-CC93-779B-104E271521D0}"/>
          </ac:spMkLst>
        </pc:spChg>
        <pc:spChg chg="del mod">
          <ac:chgData name="Sara Muneeb" userId="29b624b1-a719-43f5-9b52-388cd4043c04" providerId="ADAL" clId="{3F7FB391-E689-4438-9E08-5EC6E3D820C0}" dt="2022-10-06T08:46:53.073" v="659" actId="22"/>
          <ac:spMkLst>
            <pc:docMk/>
            <pc:sldMk cId="4294319554" sldId="263"/>
            <ac:spMk id="3" creationId="{400FC049-CE97-4E48-C2B2-08F2CCEF5CF0}"/>
          </ac:spMkLst>
        </pc:spChg>
        <pc:spChg chg="add mod">
          <ac:chgData name="Sara Muneeb" userId="29b624b1-a719-43f5-9b52-388cd4043c04" providerId="ADAL" clId="{3F7FB391-E689-4438-9E08-5EC6E3D820C0}" dt="2022-10-06T08:47:35.798" v="716" actId="1076"/>
          <ac:spMkLst>
            <pc:docMk/>
            <pc:sldMk cId="4294319554" sldId="263"/>
            <ac:spMk id="6" creationId="{DF8DA616-CF7C-4736-87BD-4387F0454C7F}"/>
          </ac:spMkLst>
        </pc:spChg>
        <pc:picChg chg="add mod ord">
          <ac:chgData name="Sara Muneeb" userId="29b624b1-a719-43f5-9b52-388cd4043c04" providerId="ADAL" clId="{3F7FB391-E689-4438-9E08-5EC6E3D820C0}" dt="2022-10-06T08:46:53.073" v="659" actId="22"/>
          <ac:picMkLst>
            <pc:docMk/>
            <pc:sldMk cId="4294319554" sldId="263"/>
            <ac:picMk id="5" creationId="{157A1106-BB2F-1E78-12F5-0B15370D88DD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320396932" sldId="264"/>
        </pc:sldMkLst>
      </pc:sldChg>
      <pc:sldChg chg="addSp delSp modSp new mod">
        <pc:chgData name="Sara Muneeb" userId="29b624b1-a719-43f5-9b52-388cd4043c04" providerId="ADAL" clId="{3F7FB391-E689-4438-9E08-5EC6E3D820C0}" dt="2022-10-06T08:48:44.627" v="803" actId="20577"/>
        <pc:sldMkLst>
          <pc:docMk/>
          <pc:sldMk cId="3609823631" sldId="264"/>
        </pc:sldMkLst>
        <pc:spChg chg="mod">
          <ac:chgData name="Sara Muneeb" userId="29b624b1-a719-43f5-9b52-388cd4043c04" providerId="ADAL" clId="{3F7FB391-E689-4438-9E08-5EC6E3D820C0}" dt="2022-10-06T08:48:44.627" v="803" actId="20577"/>
          <ac:spMkLst>
            <pc:docMk/>
            <pc:sldMk cId="3609823631" sldId="264"/>
            <ac:spMk id="2" creationId="{3D2BA08B-F34D-C586-7BF3-984DEA5671A0}"/>
          </ac:spMkLst>
        </pc:spChg>
        <pc:spChg chg="del">
          <ac:chgData name="Sara Muneeb" userId="29b624b1-a719-43f5-9b52-388cd4043c04" providerId="ADAL" clId="{3F7FB391-E689-4438-9E08-5EC6E3D820C0}" dt="2022-10-06T08:47:56.775" v="725" actId="22"/>
          <ac:spMkLst>
            <pc:docMk/>
            <pc:sldMk cId="3609823631" sldId="264"/>
            <ac:spMk id="3" creationId="{F45FF0E7-5FA8-61DA-D6EC-ECDA2C825906}"/>
          </ac:spMkLst>
        </pc:spChg>
        <pc:spChg chg="add mod">
          <ac:chgData name="Sara Muneeb" userId="29b624b1-a719-43f5-9b52-388cd4043c04" providerId="ADAL" clId="{3F7FB391-E689-4438-9E08-5EC6E3D820C0}" dt="2022-10-06T08:48:35.838" v="784" actId="1076"/>
          <ac:spMkLst>
            <pc:docMk/>
            <pc:sldMk cId="3609823631" sldId="264"/>
            <ac:spMk id="6" creationId="{2D1C418D-5312-EE06-7625-9FAA2E879447}"/>
          </ac:spMkLst>
        </pc:spChg>
        <pc:picChg chg="add mod ord">
          <ac:chgData name="Sara Muneeb" userId="29b624b1-a719-43f5-9b52-388cd4043c04" providerId="ADAL" clId="{3F7FB391-E689-4438-9E08-5EC6E3D820C0}" dt="2022-10-06T08:47:56.775" v="725" actId="22"/>
          <ac:picMkLst>
            <pc:docMk/>
            <pc:sldMk cId="3609823631" sldId="264"/>
            <ac:picMk id="5" creationId="{BA195658-4101-E5E2-D2BC-C14D1A7ACA7F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766487697" sldId="265"/>
        </pc:sldMkLst>
      </pc:sldChg>
      <pc:sldChg chg="addSp delSp modSp new mod">
        <pc:chgData name="Sara Muneeb" userId="29b624b1-a719-43f5-9b52-388cd4043c04" providerId="ADAL" clId="{3F7FB391-E689-4438-9E08-5EC6E3D820C0}" dt="2022-10-06T08:57:37.841" v="857" actId="22"/>
        <pc:sldMkLst>
          <pc:docMk/>
          <pc:sldMk cId="3671922232" sldId="265"/>
        </pc:sldMkLst>
        <pc:spChg chg="mod">
          <ac:chgData name="Sara Muneeb" userId="29b624b1-a719-43f5-9b52-388cd4043c04" providerId="ADAL" clId="{3F7FB391-E689-4438-9E08-5EC6E3D820C0}" dt="2022-10-06T08:57:35.313" v="855" actId="20577"/>
          <ac:spMkLst>
            <pc:docMk/>
            <pc:sldMk cId="3671922232" sldId="265"/>
            <ac:spMk id="2" creationId="{B8E0596E-AD56-8BDC-461F-DD9D8C92FFEE}"/>
          </ac:spMkLst>
        </pc:spChg>
        <pc:spChg chg="del mod">
          <ac:chgData name="Sara Muneeb" userId="29b624b1-a719-43f5-9b52-388cd4043c04" providerId="ADAL" clId="{3F7FB391-E689-4438-9E08-5EC6E3D820C0}" dt="2022-10-06T08:57:37.841" v="857" actId="22"/>
          <ac:spMkLst>
            <pc:docMk/>
            <pc:sldMk cId="3671922232" sldId="265"/>
            <ac:spMk id="3" creationId="{D77B6166-2B1F-49E0-DC4B-0820897636ED}"/>
          </ac:spMkLst>
        </pc:spChg>
        <pc:picChg chg="add mod ord">
          <ac:chgData name="Sara Muneeb" userId="29b624b1-a719-43f5-9b52-388cd4043c04" providerId="ADAL" clId="{3F7FB391-E689-4438-9E08-5EC6E3D820C0}" dt="2022-10-06T08:57:37.841" v="857" actId="22"/>
          <ac:picMkLst>
            <pc:docMk/>
            <pc:sldMk cId="3671922232" sldId="265"/>
            <ac:picMk id="5" creationId="{859A201E-251B-ACC1-2B05-AA08127964CF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657546060" sldId="26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390644009" sldId="26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167281788" sldId="26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48848701" sldId="269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245632414" sldId="27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006803244" sldId="27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424118343" sldId="27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999133735" sldId="27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742577211" sldId="27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394791061" sldId="27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278341385" sldId="27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238051902" sldId="27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237888567" sldId="27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087496290" sldId="28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682799263" sldId="28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938039169" sldId="28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063745838" sldId="28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044308845" sldId="28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104968559" sldId="289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52606917" sldId="29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356901708" sldId="29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263305752" sldId="29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15582154" sldId="29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129240445" sldId="29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538218730" sldId="29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682898875" sldId="29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03539787" sldId="30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637490053" sldId="30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876852152" sldId="30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86923313" sldId="30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106586161" sldId="30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157403971" sldId="30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279694682" sldId="30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534911287" sldId="30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2350972" sldId="309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045204456" sldId="31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345374263" sldId="31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694764269" sldId="31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773881193" sldId="31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482266729" sldId="31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162203" sldId="31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945653139" sldId="319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854609834" sldId="32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06449667" sldId="32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151827555" sldId="32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566433223" sldId="32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25390869" sldId="32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94110084" sldId="32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27912561" sldId="33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349574719" sldId="33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30477893" sldId="33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917894372" sldId="33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8593176" sldId="33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633161056" sldId="33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882494558" sldId="34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698458265" sldId="34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513089267" sldId="34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05946211" sldId="34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989140334" sldId="34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678470995" sldId="34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185956998" sldId="34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296041024" sldId="34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638390018" sldId="35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210810185" sldId="35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182734953" sldId="35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733716193" sldId="35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260623248" sldId="35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264247476" sldId="35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908950209" sldId="35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628421753" sldId="35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206157969" sldId="35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87906918" sldId="359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518102146" sldId="36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846287848" sldId="36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058882324" sldId="36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788614881" sldId="36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550203735" sldId="36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084047886" sldId="36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704692413" sldId="36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996185751" sldId="36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613638807" sldId="36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692040407" sldId="369"/>
        </pc:sldMkLst>
      </pc:sldChg>
    </pc:docChg>
  </pc:docChgLst>
  <pc:docChgLst>
    <pc:chgData name="Sara Muneeb" userId="29b624b1-a719-43f5-9b52-388cd4043c04" providerId="ADAL" clId="{1FA540FA-FB29-47AF-B8E6-0D8739E0B2D2}"/>
    <pc:docChg chg="custSel addSld modSld">
      <pc:chgData name="Sara Muneeb" userId="29b624b1-a719-43f5-9b52-388cd4043c04" providerId="ADAL" clId="{1FA540FA-FB29-47AF-B8E6-0D8739E0B2D2}" dt="2022-10-09T19:44:55.486" v="626" actId="5793"/>
      <pc:docMkLst>
        <pc:docMk/>
      </pc:docMkLst>
      <pc:sldChg chg="addSp modSp new mod">
        <pc:chgData name="Sara Muneeb" userId="29b624b1-a719-43f5-9b52-388cd4043c04" providerId="ADAL" clId="{1FA540FA-FB29-47AF-B8E6-0D8739E0B2D2}" dt="2022-10-09T19:21:42.106" v="300" actId="1076"/>
        <pc:sldMkLst>
          <pc:docMk/>
          <pc:sldMk cId="1666915946" sldId="266"/>
        </pc:sldMkLst>
        <pc:spChg chg="mod">
          <ac:chgData name="Sara Muneeb" userId="29b624b1-a719-43f5-9b52-388cd4043c04" providerId="ADAL" clId="{1FA540FA-FB29-47AF-B8E6-0D8739E0B2D2}" dt="2022-10-09T19:10:54.886" v="28" actId="20577"/>
          <ac:spMkLst>
            <pc:docMk/>
            <pc:sldMk cId="1666915946" sldId="266"/>
            <ac:spMk id="2" creationId="{3D6B7B91-5182-5F00-5BBE-98E52FD18849}"/>
          </ac:spMkLst>
        </pc:spChg>
        <pc:spChg chg="mod">
          <ac:chgData name="Sara Muneeb" userId="29b624b1-a719-43f5-9b52-388cd4043c04" providerId="ADAL" clId="{1FA540FA-FB29-47AF-B8E6-0D8739E0B2D2}" dt="2022-10-09T19:18:22.525" v="297" actId="404"/>
          <ac:spMkLst>
            <pc:docMk/>
            <pc:sldMk cId="1666915946" sldId="266"/>
            <ac:spMk id="3" creationId="{C3B31900-4ACA-A8E0-028F-189FC9788894}"/>
          </ac:spMkLst>
        </pc:spChg>
        <pc:picChg chg="add mod">
          <ac:chgData name="Sara Muneeb" userId="29b624b1-a719-43f5-9b52-388cd4043c04" providerId="ADAL" clId="{1FA540FA-FB29-47AF-B8E6-0D8739E0B2D2}" dt="2022-10-09T19:21:42.106" v="300" actId="1076"/>
          <ac:picMkLst>
            <pc:docMk/>
            <pc:sldMk cId="1666915946" sldId="266"/>
            <ac:picMk id="5" creationId="{A50E0E02-93E5-B92C-7455-222F0028E00A}"/>
          </ac:picMkLst>
        </pc:picChg>
      </pc:sldChg>
      <pc:sldChg chg="addSp modSp new mod">
        <pc:chgData name="Sara Muneeb" userId="29b624b1-a719-43f5-9b52-388cd4043c04" providerId="ADAL" clId="{1FA540FA-FB29-47AF-B8E6-0D8739E0B2D2}" dt="2022-10-09T19:43:16.086" v="459" actId="1076"/>
        <pc:sldMkLst>
          <pc:docMk/>
          <pc:sldMk cId="662440185" sldId="267"/>
        </pc:sldMkLst>
        <pc:spChg chg="mod">
          <ac:chgData name="Sara Muneeb" userId="29b624b1-a719-43f5-9b52-388cd4043c04" providerId="ADAL" clId="{1FA540FA-FB29-47AF-B8E6-0D8739E0B2D2}" dt="2022-10-09T19:28:29.356" v="333" actId="20577"/>
          <ac:spMkLst>
            <pc:docMk/>
            <pc:sldMk cId="662440185" sldId="267"/>
            <ac:spMk id="2" creationId="{1EB16E9C-F4B4-6DC7-1F5F-3E350474FD8D}"/>
          </ac:spMkLst>
        </pc:spChg>
        <pc:spChg chg="mod">
          <ac:chgData name="Sara Muneeb" userId="29b624b1-a719-43f5-9b52-388cd4043c04" providerId="ADAL" clId="{1FA540FA-FB29-47AF-B8E6-0D8739E0B2D2}" dt="2022-10-09T19:29:33.971" v="457" actId="20577"/>
          <ac:spMkLst>
            <pc:docMk/>
            <pc:sldMk cId="662440185" sldId="267"/>
            <ac:spMk id="3" creationId="{A32D9A4E-99A2-1490-A13B-640B7C9905E4}"/>
          </ac:spMkLst>
        </pc:spChg>
        <pc:picChg chg="add mod">
          <ac:chgData name="Sara Muneeb" userId="29b624b1-a719-43f5-9b52-388cd4043c04" providerId="ADAL" clId="{1FA540FA-FB29-47AF-B8E6-0D8739E0B2D2}" dt="2022-10-09T19:43:16.086" v="459" actId="1076"/>
          <ac:picMkLst>
            <pc:docMk/>
            <pc:sldMk cId="662440185" sldId="267"/>
            <ac:picMk id="5" creationId="{171E8BB9-6D3F-1874-D359-5076A4B799F4}"/>
          </ac:picMkLst>
        </pc:picChg>
      </pc:sldChg>
      <pc:sldChg chg="modSp new mod">
        <pc:chgData name="Sara Muneeb" userId="29b624b1-a719-43f5-9b52-388cd4043c04" providerId="ADAL" clId="{1FA540FA-FB29-47AF-B8E6-0D8739E0B2D2}" dt="2022-10-09T19:44:55.486" v="626" actId="5793"/>
        <pc:sldMkLst>
          <pc:docMk/>
          <pc:sldMk cId="1251303979" sldId="268"/>
        </pc:sldMkLst>
        <pc:spChg chg="mod">
          <ac:chgData name="Sara Muneeb" userId="29b624b1-a719-43f5-9b52-388cd4043c04" providerId="ADAL" clId="{1FA540FA-FB29-47AF-B8E6-0D8739E0B2D2}" dt="2022-10-09T19:43:46.397" v="473" actId="313"/>
          <ac:spMkLst>
            <pc:docMk/>
            <pc:sldMk cId="1251303979" sldId="268"/>
            <ac:spMk id="2" creationId="{72C2B535-7268-5509-2AEB-37AB903BBAF4}"/>
          </ac:spMkLst>
        </pc:spChg>
        <pc:spChg chg="mod">
          <ac:chgData name="Sara Muneeb" userId="29b624b1-a719-43f5-9b52-388cd4043c04" providerId="ADAL" clId="{1FA540FA-FB29-47AF-B8E6-0D8739E0B2D2}" dt="2022-10-09T19:44:55.486" v="626" actId="5793"/>
          <ac:spMkLst>
            <pc:docMk/>
            <pc:sldMk cId="1251303979" sldId="268"/>
            <ac:spMk id="3" creationId="{6D4F821F-443B-73AB-438B-0D79F768E520}"/>
          </ac:spMkLst>
        </pc:spChg>
      </pc:sldChg>
    </pc:docChg>
  </pc:docChgLst>
  <pc:docChgLst>
    <pc:chgData name="Sara Muneeb" userId="29b624b1-a719-43f5-9b52-388cd4043c04" providerId="ADAL" clId="{9EA09CCF-4EB7-41FB-BFE4-3693A5C2ED1B}"/>
    <pc:docChg chg="undo custSel addSld delSld modSld sldOrd modNotesMaster">
      <pc:chgData name="Sara Muneeb" userId="29b624b1-a719-43f5-9b52-388cd4043c04" providerId="ADAL" clId="{9EA09CCF-4EB7-41FB-BFE4-3693A5C2ED1B}" dt="2022-09-26T14:10:47.952" v="4078" actId="20577"/>
      <pc:docMkLst>
        <pc:docMk/>
      </pc:docMkLst>
      <pc:sldChg chg="modSp mod">
        <pc:chgData name="Sara Muneeb" userId="29b624b1-a719-43f5-9b52-388cd4043c04" providerId="ADAL" clId="{9EA09CCF-4EB7-41FB-BFE4-3693A5C2ED1B}" dt="2022-09-21T08:00:16.642" v="66" actId="1076"/>
        <pc:sldMkLst>
          <pc:docMk/>
          <pc:sldMk cId="2984185032" sldId="256"/>
        </pc:sldMkLst>
        <pc:spChg chg="mod">
          <ac:chgData name="Sara Muneeb" userId="29b624b1-a719-43f5-9b52-388cd4043c04" providerId="ADAL" clId="{9EA09CCF-4EB7-41FB-BFE4-3693A5C2ED1B}" dt="2022-09-21T08:00:06.785" v="65" actId="20577"/>
          <ac:spMkLst>
            <pc:docMk/>
            <pc:sldMk cId="2984185032" sldId="256"/>
            <ac:spMk id="2" creationId="{00000000-0000-0000-0000-000000000000}"/>
          </ac:spMkLst>
        </pc:spChg>
        <pc:spChg chg="mod">
          <ac:chgData name="Sara Muneeb" userId="29b624b1-a719-43f5-9b52-388cd4043c04" providerId="ADAL" clId="{9EA09CCF-4EB7-41FB-BFE4-3693A5C2ED1B}" dt="2022-09-21T08:00:16.642" v="66" actId="1076"/>
          <ac:spMkLst>
            <pc:docMk/>
            <pc:sldMk cId="2984185032" sldId="256"/>
            <ac:spMk id="3" creationId="{00000000-0000-0000-0000-000000000000}"/>
          </ac:spMkLst>
        </pc:spChg>
      </pc:sldChg>
      <pc:sldChg chg="addSp modSp mod">
        <pc:chgData name="Sara Muneeb" userId="29b624b1-a719-43f5-9b52-388cd4043c04" providerId="ADAL" clId="{9EA09CCF-4EB7-41FB-BFE4-3693A5C2ED1B}" dt="2022-09-21T08:04:34.256" v="160" actId="1076"/>
        <pc:sldMkLst>
          <pc:docMk/>
          <pc:sldMk cId="4179302358" sldId="257"/>
        </pc:sldMkLst>
        <pc:spChg chg="mod">
          <ac:chgData name="Sara Muneeb" userId="29b624b1-a719-43f5-9b52-388cd4043c04" providerId="ADAL" clId="{9EA09CCF-4EB7-41FB-BFE4-3693A5C2ED1B}" dt="2022-09-21T08:04:22.929" v="157" actId="20577"/>
          <ac:spMkLst>
            <pc:docMk/>
            <pc:sldMk cId="4179302358" sldId="257"/>
            <ac:spMk id="3" creationId="{00000000-0000-0000-0000-000000000000}"/>
          </ac:spMkLst>
        </pc:spChg>
        <pc:picChg chg="add mod">
          <ac:chgData name="Sara Muneeb" userId="29b624b1-a719-43f5-9b52-388cd4043c04" providerId="ADAL" clId="{9EA09CCF-4EB7-41FB-BFE4-3693A5C2ED1B}" dt="2022-09-21T08:04:34.256" v="160" actId="1076"/>
          <ac:picMkLst>
            <pc:docMk/>
            <pc:sldMk cId="4179302358" sldId="257"/>
            <ac:picMk id="5" creationId="{76E6F1F1-BB99-4F6B-577E-A83D6140B971}"/>
          </ac:picMkLst>
        </pc:picChg>
      </pc:sldChg>
      <pc:sldChg chg="addSp delSp modSp mod ord">
        <pc:chgData name="Sara Muneeb" userId="29b624b1-a719-43f5-9b52-388cd4043c04" providerId="ADAL" clId="{9EA09CCF-4EB7-41FB-BFE4-3693A5C2ED1B}" dt="2022-09-26T11:51:10.384" v="1679"/>
        <pc:sldMkLst>
          <pc:docMk/>
          <pc:sldMk cId="2934318247" sldId="258"/>
        </pc:sldMkLst>
        <pc:spChg chg="mod">
          <ac:chgData name="Sara Muneeb" userId="29b624b1-a719-43f5-9b52-388cd4043c04" providerId="ADAL" clId="{9EA09CCF-4EB7-41FB-BFE4-3693A5C2ED1B}" dt="2022-09-21T08:08:02.042" v="176" actId="20577"/>
          <ac:spMkLst>
            <pc:docMk/>
            <pc:sldMk cId="2934318247" sldId="258"/>
            <ac:spMk id="2" creationId="{00000000-0000-0000-0000-000000000000}"/>
          </ac:spMkLst>
        </pc:spChg>
        <pc:spChg chg="add mod">
          <ac:chgData name="Sara Muneeb" userId="29b624b1-a719-43f5-9b52-388cd4043c04" providerId="ADAL" clId="{9EA09CCF-4EB7-41FB-BFE4-3693A5C2ED1B}" dt="2022-09-21T08:14:33.027" v="445" actId="20577"/>
          <ac:spMkLst>
            <pc:docMk/>
            <pc:sldMk cId="2934318247" sldId="258"/>
            <ac:spMk id="3" creationId="{EC1A22C0-E3E8-E9A4-6C27-03443F392EFF}"/>
          </ac:spMkLst>
        </pc:spChg>
        <pc:picChg chg="del">
          <ac:chgData name="Sara Muneeb" userId="29b624b1-a719-43f5-9b52-388cd4043c04" providerId="ADAL" clId="{9EA09CCF-4EB7-41FB-BFE4-3693A5C2ED1B}" dt="2022-09-21T08:12:34.248" v="177" actId="478"/>
          <ac:picMkLst>
            <pc:docMk/>
            <pc:sldMk cId="2934318247" sldId="258"/>
            <ac:picMk id="4" creationId="{4064BD76-F788-4681-821C-DDA0C2688C4B}"/>
          </ac:picMkLst>
        </pc:picChg>
        <pc:picChg chg="del">
          <ac:chgData name="Sara Muneeb" userId="29b624b1-a719-43f5-9b52-388cd4043c04" providerId="ADAL" clId="{9EA09CCF-4EB7-41FB-BFE4-3693A5C2ED1B}" dt="2022-09-21T08:12:34.248" v="177" actId="478"/>
          <ac:picMkLst>
            <pc:docMk/>
            <pc:sldMk cId="2934318247" sldId="258"/>
            <ac:picMk id="1026" creationId="{00000000-0000-0000-0000-000000000000}"/>
          </ac:picMkLst>
        </pc:picChg>
      </pc:sldChg>
      <pc:sldChg chg="addSp delSp modSp add mod">
        <pc:chgData name="Sara Muneeb" userId="29b624b1-a719-43f5-9b52-388cd4043c04" providerId="ADAL" clId="{9EA09CCF-4EB7-41FB-BFE4-3693A5C2ED1B}" dt="2022-09-26T13:14:54.747" v="3111" actId="14100"/>
        <pc:sldMkLst>
          <pc:docMk/>
          <pc:sldMk cId="2349585444" sldId="265"/>
        </pc:sldMkLst>
        <pc:picChg chg="del">
          <ac:chgData name="Sara Muneeb" userId="29b624b1-a719-43f5-9b52-388cd4043c04" providerId="ADAL" clId="{9EA09CCF-4EB7-41FB-BFE4-3693A5C2ED1B}" dt="2022-09-26T13:14:47.167" v="3109" actId="478"/>
          <ac:picMkLst>
            <pc:docMk/>
            <pc:sldMk cId="2349585444" sldId="265"/>
            <ac:picMk id="5" creationId="{0EBDBAE0-32A3-4666-89F7-B4837220E61E}"/>
          </ac:picMkLst>
        </pc:picChg>
        <pc:picChg chg="add mod modCrop">
          <ac:chgData name="Sara Muneeb" userId="29b624b1-a719-43f5-9b52-388cd4043c04" providerId="ADAL" clId="{9EA09CCF-4EB7-41FB-BFE4-3693A5C2ED1B}" dt="2022-09-26T13:14:54.747" v="3111" actId="14100"/>
          <ac:picMkLst>
            <pc:docMk/>
            <pc:sldMk cId="2349585444" sldId="265"/>
            <ac:picMk id="7" creationId="{03380BA2-1430-C7EE-C4F2-1D4E50EBF1F8}"/>
          </ac:picMkLst>
        </pc:picChg>
      </pc:sldChg>
      <pc:sldChg chg="add">
        <pc:chgData name="Sara Muneeb" userId="29b624b1-a719-43f5-9b52-388cd4043c04" providerId="ADAL" clId="{9EA09CCF-4EB7-41FB-BFE4-3693A5C2ED1B}" dt="2022-09-26T13:09:15.512" v="3072"/>
        <pc:sldMkLst>
          <pc:docMk/>
          <pc:sldMk cId="2970711622" sldId="301"/>
        </pc:sldMkLst>
      </pc:sldChg>
      <pc:sldChg chg="modSp add mod">
        <pc:chgData name="Sara Muneeb" userId="29b624b1-a719-43f5-9b52-388cd4043c04" providerId="ADAL" clId="{9EA09CCF-4EB7-41FB-BFE4-3693A5C2ED1B}" dt="2022-09-26T13:56:14.111" v="3906" actId="20577"/>
        <pc:sldMkLst>
          <pc:docMk/>
          <pc:sldMk cId="3978508472" sldId="315"/>
        </pc:sldMkLst>
        <pc:spChg chg="mod">
          <ac:chgData name="Sara Muneeb" userId="29b624b1-a719-43f5-9b52-388cd4043c04" providerId="ADAL" clId="{9EA09CCF-4EB7-41FB-BFE4-3693A5C2ED1B}" dt="2022-09-26T13:56:14.111" v="3906" actId="20577"/>
          <ac:spMkLst>
            <pc:docMk/>
            <pc:sldMk cId="3978508472" sldId="315"/>
            <ac:spMk id="2" creationId="{6D38B25D-F8BE-401F-A49D-33F663DAB505}"/>
          </ac:spMkLst>
        </pc:spChg>
      </pc:sldChg>
      <pc:sldChg chg="add del">
        <pc:chgData name="Sara Muneeb" userId="29b624b1-a719-43f5-9b52-388cd4043c04" providerId="ADAL" clId="{9EA09CCF-4EB7-41FB-BFE4-3693A5C2ED1B}" dt="2022-09-26T13:09:51.332" v="3074" actId="47"/>
        <pc:sldMkLst>
          <pc:docMk/>
          <pc:sldMk cId="3982629120" sldId="318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34933159" sldId="326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262520422" sldId="327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3780350452" sldId="328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173176202" sldId="329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433651122" sldId="330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2587233225" sldId="331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3656189529" sldId="332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294312690" sldId="333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3683615567" sldId="334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806673627" sldId="335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870626910" sldId="336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3996656312" sldId="337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2893404186" sldId="338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2809689417" sldId="339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261300321" sldId="340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2581040809" sldId="341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2671139842" sldId="342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3207177132" sldId="343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403215134" sldId="344"/>
        </pc:sldMkLst>
      </pc:sldChg>
      <pc:sldChg chg="modSp new mod">
        <pc:chgData name="Sara Muneeb" userId="29b624b1-a719-43f5-9b52-388cd4043c04" providerId="ADAL" clId="{9EA09CCF-4EB7-41FB-BFE4-3693A5C2ED1B}" dt="2022-09-22T07:58:08.564" v="717" actId="20577"/>
        <pc:sldMkLst>
          <pc:docMk/>
          <pc:sldMk cId="4246156943" sldId="345"/>
        </pc:sldMkLst>
        <pc:spChg chg="mod">
          <ac:chgData name="Sara Muneeb" userId="29b624b1-a719-43f5-9b52-388cd4043c04" providerId="ADAL" clId="{9EA09CCF-4EB7-41FB-BFE4-3693A5C2ED1B}" dt="2022-09-22T07:58:08.564" v="717" actId="20577"/>
          <ac:spMkLst>
            <pc:docMk/>
            <pc:sldMk cId="4246156943" sldId="345"/>
            <ac:spMk id="2" creationId="{D5A56494-32CF-26FC-31B4-2209C99B032E}"/>
          </ac:spMkLst>
        </pc:spChg>
        <pc:spChg chg="mod">
          <ac:chgData name="Sara Muneeb" userId="29b624b1-a719-43f5-9b52-388cd4043c04" providerId="ADAL" clId="{9EA09CCF-4EB7-41FB-BFE4-3693A5C2ED1B}" dt="2022-09-22T07:51:46.937" v="636" actId="27636"/>
          <ac:spMkLst>
            <pc:docMk/>
            <pc:sldMk cId="4246156943" sldId="345"/>
            <ac:spMk id="3" creationId="{95E9DD29-5C9C-9D77-CBA9-DB0F7B1BD2BC}"/>
          </ac:spMkLst>
        </pc:spChg>
      </pc:sldChg>
      <pc:sldChg chg="modSp new mod">
        <pc:chgData name="Sara Muneeb" userId="29b624b1-a719-43f5-9b52-388cd4043c04" providerId="ADAL" clId="{9EA09CCF-4EB7-41FB-BFE4-3693A5C2ED1B}" dt="2022-09-22T07:57:40.273" v="694" actId="5793"/>
        <pc:sldMkLst>
          <pc:docMk/>
          <pc:sldMk cId="2366367615" sldId="346"/>
        </pc:sldMkLst>
        <pc:spChg chg="mod">
          <ac:chgData name="Sara Muneeb" userId="29b624b1-a719-43f5-9b52-388cd4043c04" providerId="ADAL" clId="{9EA09CCF-4EB7-41FB-BFE4-3693A5C2ED1B}" dt="2022-09-22T07:56:33.820" v="673" actId="20577"/>
          <ac:spMkLst>
            <pc:docMk/>
            <pc:sldMk cId="2366367615" sldId="346"/>
            <ac:spMk id="2" creationId="{8855384C-9E67-BBE5-C716-0A814B4F0AB6}"/>
          </ac:spMkLst>
        </pc:spChg>
        <pc:spChg chg="mod">
          <ac:chgData name="Sara Muneeb" userId="29b624b1-a719-43f5-9b52-388cd4043c04" providerId="ADAL" clId="{9EA09CCF-4EB7-41FB-BFE4-3693A5C2ED1B}" dt="2022-09-22T07:57:40.273" v="694" actId="5793"/>
          <ac:spMkLst>
            <pc:docMk/>
            <pc:sldMk cId="2366367615" sldId="346"/>
            <ac:spMk id="3" creationId="{F384BC2A-6222-E3B2-490B-F9E0DBDB0D1A}"/>
          </ac:spMkLst>
        </pc:spChg>
      </pc:sldChg>
      <pc:sldChg chg="modSp new mod">
        <pc:chgData name="Sara Muneeb" userId="29b624b1-a719-43f5-9b52-388cd4043c04" providerId="ADAL" clId="{9EA09CCF-4EB7-41FB-BFE4-3693A5C2ED1B}" dt="2022-09-22T08:05:41.346" v="1024" actId="20577"/>
        <pc:sldMkLst>
          <pc:docMk/>
          <pc:sldMk cId="1655376747" sldId="347"/>
        </pc:sldMkLst>
        <pc:spChg chg="mod">
          <ac:chgData name="Sara Muneeb" userId="29b624b1-a719-43f5-9b52-388cd4043c04" providerId="ADAL" clId="{9EA09CCF-4EB7-41FB-BFE4-3693A5C2ED1B}" dt="2022-09-22T08:01:17.077" v="736" actId="20577"/>
          <ac:spMkLst>
            <pc:docMk/>
            <pc:sldMk cId="1655376747" sldId="347"/>
            <ac:spMk id="2" creationId="{DA3B5A18-7666-09B7-37E4-629EA04477BB}"/>
          </ac:spMkLst>
        </pc:spChg>
        <pc:spChg chg="mod">
          <ac:chgData name="Sara Muneeb" userId="29b624b1-a719-43f5-9b52-388cd4043c04" providerId="ADAL" clId="{9EA09CCF-4EB7-41FB-BFE4-3693A5C2ED1B}" dt="2022-09-22T08:05:41.346" v="1024" actId="20577"/>
          <ac:spMkLst>
            <pc:docMk/>
            <pc:sldMk cId="1655376747" sldId="347"/>
            <ac:spMk id="3" creationId="{881FBEA2-06B0-3197-2DD0-7DF862946CC8}"/>
          </ac:spMkLst>
        </pc:spChg>
      </pc:sldChg>
      <pc:sldChg chg="modSp new mod">
        <pc:chgData name="Sara Muneeb" userId="29b624b1-a719-43f5-9b52-388cd4043c04" providerId="ADAL" clId="{9EA09CCF-4EB7-41FB-BFE4-3693A5C2ED1B}" dt="2022-09-23T04:10:19.880" v="1677" actId="20577"/>
        <pc:sldMkLst>
          <pc:docMk/>
          <pc:sldMk cId="341212743" sldId="348"/>
        </pc:sldMkLst>
        <pc:spChg chg="mod">
          <ac:chgData name="Sara Muneeb" userId="29b624b1-a719-43f5-9b52-388cd4043c04" providerId="ADAL" clId="{9EA09CCF-4EB7-41FB-BFE4-3693A5C2ED1B}" dt="2022-09-22T08:06:18.841" v="1053" actId="20577"/>
          <ac:spMkLst>
            <pc:docMk/>
            <pc:sldMk cId="341212743" sldId="348"/>
            <ac:spMk id="2" creationId="{11454D60-6B7B-50DD-2AD8-412E40FBB689}"/>
          </ac:spMkLst>
        </pc:spChg>
        <pc:spChg chg="mod">
          <ac:chgData name="Sara Muneeb" userId="29b624b1-a719-43f5-9b52-388cd4043c04" providerId="ADAL" clId="{9EA09CCF-4EB7-41FB-BFE4-3693A5C2ED1B}" dt="2022-09-23T04:10:19.880" v="1677" actId="20577"/>
          <ac:spMkLst>
            <pc:docMk/>
            <pc:sldMk cId="341212743" sldId="348"/>
            <ac:spMk id="3" creationId="{7FACFC41-DFC8-6E4C-F313-D0BE31CCDD5B}"/>
          </ac:spMkLst>
        </pc:spChg>
      </pc:sldChg>
      <pc:sldChg chg="modSp new mod">
        <pc:chgData name="Sara Muneeb" userId="29b624b1-a719-43f5-9b52-388cd4043c04" providerId="ADAL" clId="{9EA09CCF-4EB7-41FB-BFE4-3693A5C2ED1B}" dt="2022-09-22T08:17:33.004" v="1675" actId="20577"/>
        <pc:sldMkLst>
          <pc:docMk/>
          <pc:sldMk cId="451696442" sldId="349"/>
        </pc:sldMkLst>
        <pc:spChg chg="mod">
          <ac:chgData name="Sara Muneeb" userId="29b624b1-a719-43f5-9b52-388cd4043c04" providerId="ADAL" clId="{9EA09CCF-4EB7-41FB-BFE4-3693A5C2ED1B}" dt="2022-09-22T08:13:57.662" v="1396" actId="20577"/>
          <ac:spMkLst>
            <pc:docMk/>
            <pc:sldMk cId="451696442" sldId="349"/>
            <ac:spMk id="2" creationId="{D4825678-25D6-BBBB-4CB2-CC0EB5F247EA}"/>
          </ac:spMkLst>
        </pc:spChg>
        <pc:spChg chg="mod">
          <ac:chgData name="Sara Muneeb" userId="29b624b1-a719-43f5-9b52-388cd4043c04" providerId="ADAL" clId="{9EA09CCF-4EB7-41FB-BFE4-3693A5C2ED1B}" dt="2022-09-22T08:17:33.004" v="1675" actId="20577"/>
          <ac:spMkLst>
            <pc:docMk/>
            <pc:sldMk cId="451696442" sldId="349"/>
            <ac:spMk id="3" creationId="{3C9B9C60-F971-FB78-0C75-1A0D544D57A3}"/>
          </ac:spMkLst>
        </pc:spChg>
      </pc:sldChg>
      <pc:sldChg chg="addSp modSp new mod">
        <pc:chgData name="Sara Muneeb" userId="29b624b1-a719-43f5-9b52-388cd4043c04" providerId="ADAL" clId="{9EA09CCF-4EB7-41FB-BFE4-3693A5C2ED1B}" dt="2022-09-26T11:56:02.996" v="1947" actId="1076"/>
        <pc:sldMkLst>
          <pc:docMk/>
          <pc:sldMk cId="3205214481" sldId="350"/>
        </pc:sldMkLst>
        <pc:spChg chg="mod">
          <ac:chgData name="Sara Muneeb" userId="29b624b1-a719-43f5-9b52-388cd4043c04" providerId="ADAL" clId="{9EA09CCF-4EB7-41FB-BFE4-3693A5C2ED1B}" dt="2022-09-26T11:51:50.468" v="1705" actId="20577"/>
          <ac:spMkLst>
            <pc:docMk/>
            <pc:sldMk cId="3205214481" sldId="350"/>
            <ac:spMk id="2" creationId="{0E8DCFCD-A0A4-AD9E-20B7-7A547162772B}"/>
          </ac:spMkLst>
        </pc:spChg>
        <pc:spChg chg="mod">
          <ac:chgData name="Sara Muneeb" userId="29b624b1-a719-43f5-9b52-388cd4043c04" providerId="ADAL" clId="{9EA09CCF-4EB7-41FB-BFE4-3693A5C2ED1B}" dt="2022-09-26T11:54:49.520" v="1944" actId="20577"/>
          <ac:spMkLst>
            <pc:docMk/>
            <pc:sldMk cId="3205214481" sldId="350"/>
            <ac:spMk id="3" creationId="{6BB7A88A-49CC-3899-CBEF-4A2F3EDCA57F}"/>
          </ac:spMkLst>
        </pc:spChg>
        <pc:picChg chg="add mod">
          <ac:chgData name="Sara Muneeb" userId="29b624b1-a719-43f5-9b52-388cd4043c04" providerId="ADAL" clId="{9EA09CCF-4EB7-41FB-BFE4-3693A5C2ED1B}" dt="2022-09-26T11:56:02.996" v="1947" actId="1076"/>
          <ac:picMkLst>
            <pc:docMk/>
            <pc:sldMk cId="3205214481" sldId="350"/>
            <ac:picMk id="5" creationId="{A61A87CE-D5EC-A5B6-0918-FCC5A2F8EA06}"/>
          </ac:picMkLst>
        </pc:picChg>
      </pc:sldChg>
      <pc:sldChg chg="addSp modSp new mod">
        <pc:chgData name="Sara Muneeb" userId="29b624b1-a719-43f5-9b52-388cd4043c04" providerId="ADAL" clId="{9EA09CCF-4EB7-41FB-BFE4-3693A5C2ED1B}" dt="2022-09-26T12:13:50.285" v="2285" actId="14100"/>
        <pc:sldMkLst>
          <pc:docMk/>
          <pc:sldMk cId="3040880707" sldId="351"/>
        </pc:sldMkLst>
        <pc:spChg chg="mod">
          <ac:chgData name="Sara Muneeb" userId="29b624b1-a719-43f5-9b52-388cd4043c04" providerId="ADAL" clId="{9EA09CCF-4EB7-41FB-BFE4-3693A5C2ED1B}" dt="2022-09-26T12:04:48.887" v="1972" actId="313"/>
          <ac:spMkLst>
            <pc:docMk/>
            <pc:sldMk cId="3040880707" sldId="351"/>
            <ac:spMk id="2" creationId="{CA7B8B5E-896C-4C01-627E-B627C9117C65}"/>
          </ac:spMkLst>
        </pc:spChg>
        <pc:spChg chg="mod">
          <ac:chgData name="Sara Muneeb" userId="29b624b1-a719-43f5-9b52-388cd4043c04" providerId="ADAL" clId="{9EA09CCF-4EB7-41FB-BFE4-3693A5C2ED1B}" dt="2022-09-26T12:13:44.085" v="2283" actId="27636"/>
          <ac:spMkLst>
            <pc:docMk/>
            <pc:sldMk cId="3040880707" sldId="351"/>
            <ac:spMk id="3" creationId="{54292DFC-83CF-A1DC-FDD4-FBC6992FA78E}"/>
          </ac:spMkLst>
        </pc:spChg>
        <pc:picChg chg="add mod">
          <ac:chgData name="Sara Muneeb" userId="29b624b1-a719-43f5-9b52-388cd4043c04" providerId="ADAL" clId="{9EA09CCF-4EB7-41FB-BFE4-3693A5C2ED1B}" dt="2022-09-26T12:13:50.285" v="2285" actId="14100"/>
          <ac:picMkLst>
            <pc:docMk/>
            <pc:sldMk cId="3040880707" sldId="351"/>
            <ac:picMk id="5" creationId="{6124CA89-0899-98E4-92BE-56BD03DD26A5}"/>
          </ac:picMkLst>
        </pc:picChg>
      </pc:sldChg>
      <pc:sldChg chg="addSp modSp new mod">
        <pc:chgData name="Sara Muneeb" userId="29b624b1-a719-43f5-9b52-388cd4043c04" providerId="ADAL" clId="{9EA09CCF-4EB7-41FB-BFE4-3693A5C2ED1B}" dt="2022-09-26T12:24:46.851" v="2336" actId="1076"/>
        <pc:sldMkLst>
          <pc:docMk/>
          <pc:sldMk cId="2346777497" sldId="352"/>
        </pc:sldMkLst>
        <pc:spChg chg="mod">
          <ac:chgData name="Sara Muneeb" userId="29b624b1-a719-43f5-9b52-388cd4043c04" providerId="ADAL" clId="{9EA09CCF-4EB7-41FB-BFE4-3693A5C2ED1B}" dt="2022-09-26T12:20:13.554" v="2325" actId="313"/>
          <ac:spMkLst>
            <pc:docMk/>
            <pc:sldMk cId="2346777497" sldId="352"/>
            <ac:spMk id="2" creationId="{A5AD7DEC-19EA-3581-22A7-BB6724560F1A}"/>
          </ac:spMkLst>
        </pc:spChg>
        <pc:spChg chg="mod">
          <ac:chgData name="Sara Muneeb" userId="29b624b1-a719-43f5-9b52-388cd4043c04" providerId="ADAL" clId="{9EA09CCF-4EB7-41FB-BFE4-3693A5C2ED1B}" dt="2022-09-26T12:24:33.922" v="2332" actId="14100"/>
          <ac:spMkLst>
            <pc:docMk/>
            <pc:sldMk cId="2346777497" sldId="352"/>
            <ac:spMk id="3" creationId="{A470AC2C-F14C-E347-FDF6-6E18002950DA}"/>
          </ac:spMkLst>
        </pc:spChg>
        <pc:picChg chg="add mod">
          <ac:chgData name="Sara Muneeb" userId="29b624b1-a719-43f5-9b52-388cd4043c04" providerId="ADAL" clId="{9EA09CCF-4EB7-41FB-BFE4-3693A5C2ED1B}" dt="2022-09-26T12:24:46.851" v="2336" actId="1076"/>
          <ac:picMkLst>
            <pc:docMk/>
            <pc:sldMk cId="2346777497" sldId="352"/>
            <ac:picMk id="1026" creationId="{0A05C5FD-6F57-949B-4B08-06C4808086D2}"/>
          </ac:picMkLst>
        </pc:picChg>
      </pc:sldChg>
      <pc:sldChg chg="addSp modSp new mod">
        <pc:chgData name="Sara Muneeb" userId="29b624b1-a719-43f5-9b52-388cd4043c04" providerId="ADAL" clId="{9EA09CCF-4EB7-41FB-BFE4-3693A5C2ED1B}" dt="2022-09-26T12:33:53.180" v="2737" actId="1076"/>
        <pc:sldMkLst>
          <pc:docMk/>
          <pc:sldMk cId="647525035" sldId="353"/>
        </pc:sldMkLst>
        <pc:spChg chg="mod">
          <ac:chgData name="Sara Muneeb" userId="29b624b1-a719-43f5-9b52-388cd4043c04" providerId="ADAL" clId="{9EA09CCF-4EB7-41FB-BFE4-3693A5C2ED1B}" dt="2022-09-26T12:25:28.515" v="2355" actId="20577"/>
          <ac:spMkLst>
            <pc:docMk/>
            <pc:sldMk cId="647525035" sldId="353"/>
            <ac:spMk id="2" creationId="{7C0968B7-11E0-77DD-0CAE-DD3B0E4AB3F3}"/>
          </ac:spMkLst>
        </pc:spChg>
        <pc:spChg chg="mod">
          <ac:chgData name="Sara Muneeb" userId="29b624b1-a719-43f5-9b52-388cd4043c04" providerId="ADAL" clId="{9EA09CCF-4EB7-41FB-BFE4-3693A5C2ED1B}" dt="2022-09-26T12:33:49.942" v="2736" actId="27636"/>
          <ac:spMkLst>
            <pc:docMk/>
            <pc:sldMk cId="647525035" sldId="353"/>
            <ac:spMk id="3" creationId="{4941747E-8E50-5CDF-4EFE-972685AECF78}"/>
          </ac:spMkLst>
        </pc:spChg>
        <pc:picChg chg="add mod">
          <ac:chgData name="Sara Muneeb" userId="29b624b1-a719-43f5-9b52-388cd4043c04" providerId="ADAL" clId="{9EA09CCF-4EB7-41FB-BFE4-3693A5C2ED1B}" dt="2022-09-26T12:33:53.180" v="2737" actId="1076"/>
          <ac:picMkLst>
            <pc:docMk/>
            <pc:sldMk cId="647525035" sldId="353"/>
            <ac:picMk id="2050" creationId="{7DF233BE-1876-D4D2-B9EA-985BCFE14E1E}"/>
          </ac:picMkLst>
        </pc:picChg>
      </pc:sldChg>
      <pc:sldChg chg="modSp new mod">
        <pc:chgData name="Sara Muneeb" userId="29b624b1-a719-43f5-9b52-388cd4043c04" providerId="ADAL" clId="{9EA09CCF-4EB7-41FB-BFE4-3693A5C2ED1B}" dt="2022-09-26T12:45:12.650" v="2855" actId="15"/>
        <pc:sldMkLst>
          <pc:docMk/>
          <pc:sldMk cId="1129123376" sldId="354"/>
        </pc:sldMkLst>
        <pc:spChg chg="mod">
          <ac:chgData name="Sara Muneeb" userId="29b624b1-a719-43f5-9b52-388cd4043c04" providerId="ADAL" clId="{9EA09CCF-4EB7-41FB-BFE4-3693A5C2ED1B}" dt="2022-09-26T12:35:25.935" v="2757" actId="20577"/>
          <ac:spMkLst>
            <pc:docMk/>
            <pc:sldMk cId="1129123376" sldId="354"/>
            <ac:spMk id="2" creationId="{28AE8F55-B126-8873-999A-7BDA3BEEA1F4}"/>
          </ac:spMkLst>
        </pc:spChg>
        <pc:spChg chg="mod">
          <ac:chgData name="Sara Muneeb" userId="29b624b1-a719-43f5-9b52-388cd4043c04" providerId="ADAL" clId="{9EA09CCF-4EB7-41FB-BFE4-3693A5C2ED1B}" dt="2022-09-26T12:45:12.650" v="2855" actId="15"/>
          <ac:spMkLst>
            <pc:docMk/>
            <pc:sldMk cId="1129123376" sldId="354"/>
            <ac:spMk id="3" creationId="{C1ECCC8C-CE65-BEDE-4B3A-3CC6076A8462}"/>
          </ac:spMkLst>
        </pc:spChg>
      </pc:sldChg>
      <pc:sldChg chg="addSp modSp add mod">
        <pc:chgData name="Sara Muneeb" userId="29b624b1-a719-43f5-9b52-388cd4043c04" providerId="ADAL" clId="{9EA09CCF-4EB7-41FB-BFE4-3693A5C2ED1B}" dt="2022-09-26T12:48:54.895" v="2894" actId="1076"/>
        <pc:sldMkLst>
          <pc:docMk/>
          <pc:sldMk cId="2529333528" sldId="355"/>
        </pc:sldMkLst>
        <pc:spChg chg="mod">
          <ac:chgData name="Sara Muneeb" userId="29b624b1-a719-43f5-9b52-388cd4043c04" providerId="ADAL" clId="{9EA09CCF-4EB7-41FB-BFE4-3693A5C2ED1B}" dt="2022-09-26T12:48:37.411" v="2888" actId="27636"/>
          <ac:spMkLst>
            <pc:docMk/>
            <pc:sldMk cId="2529333528" sldId="355"/>
            <ac:spMk id="3" creationId="{C1ECCC8C-CE65-BEDE-4B3A-3CC6076A8462}"/>
          </ac:spMkLst>
        </pc:spChg>
        <pc:picChg chg="add mod">
          <ac:chgData name="Sara Muneeb" userId="29b624b1-a719-43f5-9b52-388cd4043c04" providerId="ADAL" clId="{9EA09CCF-4EB7-41FB-BFE4-3693A5C2ED1B}" dt="2022-09-26T12:48:54.895" v="2894" actId="1076"/>
          <ac:picMkLst>
            <pc:docMk/>
            <pc:sldMk cId="2529333528" sldId="355"/>
            <ac:picMk id="4" creationId="{4DAE0C73-5BBB-1FD6-94CE-D4AC1AC86F01}"/>
          </ac:picMkLst>
        </pc:picChg>
      </pc:sldChg>
      <pc:sldChg chg="new del">
        <pc:chgData name="Sara Muneeb" userId="29b624b1-a719-43f5-9b52-388cd4043c04" providerId="ADAL" clId="{9EA09CCF-4EB7-41FB-BFE4-3693A5C2ED1B}" dt="2022-09-26T12:37:01.145" v="2765" actId="47"/>
        <pc:sldMkLst>
          <pc:docMk/>
          <pc:sldMk cId="2494584753" sldId="356"/>
        </pc:sldMkLst>
      </pc:sldChg>
      <pc:sldChg chg="addSp delSp modSp new mod">
        <pc:chgData name="Sara Muneeb" userId="29b624b1-a719-43f5-9b52-388cd4043c04" providerId="ADAL" clId="{9EA09CCF-4EB7-41FB-BFE4-3693A5C2ED1B}" dt="2022-09-26T13:47:24.948" v="3532" actId="20577"/>
        <pc:sldMkLst>
          <pc:docMk/>
          <pc:sldMk cId="4291740093" sldId="356"/>
        </pc:sldMkLst>
        <pc:spChg chg="mod">
          <ac:chgData name="Sara Muneeb" userId="29b624b1-a719-43f5-9b52-388cd4043c04" providerId="ADAL" clId="{9EA09CCF-4EB7-41FB-BFE4-3693A5C2ED1B}" dt="2022-09-26T13:34:15.236" v="3167" actId="20577"/>
          <ac:spMkLst>
            <pc:docMk/>
            <pc:sldMk cId="4291740093" sldId="356"/>
            <ac:spMk id="2" creationId="{CFBFB153-691C-9201-1211-36CFCC640D7C}"/>
          </ac:spMkLst>
        </pc:spChg>
        <pc:spChg chg="mod">
          <ac:chgData name="Sara Muneeb" userId="29b624b1-a719-43f5-9b52-388cd4043c04" providerId="ADAL" clId="{9EA09CCF-4EB7-41FB-BFE4-3693A5C2ED1B}" dt="2022-09-26T13:47:24.948" v="3532" actId="20577"/>
          <ac:spMkLst>
            <pc:docMk/>
            <pc:sldMk cId="4291740093" sldId="356"/>
            <ac:spMk id="3" creationId="{7270C85C-2BE4-E87C-7FCD-10CC7659C68A}"/>
          </ac:spMkLst>
        </pc:spChg>
        <pc:picChg chg="add del">
          <ac:chgData name="Sara Muneeb" userId="29b624b1-a719-43f5-9b52-388cd4043c04" providerId="ADAL" clId="{9EA09CCF-4EB7-41FB-BFE4-3693A5C2ED1B}" dt="2022-09-26T12:48:42.704" v="2889" actId="21"/>
          <ac:picMkLst>
            <pc:docMk/>
            <pc:sldMk cId="4291740093" sldId="356"/>
            <ac:picMk id="3074" creationId="{E1D94CC8-3E59-81D2-D893-06A0E75D18CC}"/>
          </ac:picMkLst>
        </pc:picChg>
      </pc:sldChg>
      <pc:sldChg chg="modSp new mod">
        <pc:chgData name="Sara Muneeb" userId="29b624b1-a719-43f5-9b52-388cd4043c04" providerId="ADAL" clId="{9EA09CCF-4EB7-41FB-BFE4-3693A5C2ED1B}" dt="2022-09-26T12:57:08.820" v="3070" actId="20577"/>
        <pc:sldMkLst>
          <pc:docMk/>
          <pc:sldMk cId="54550552" sldId="357"/>
        </pc:sldMkLst>
        <pc:spChg chg="mod">
          <ac:chgData name="Sara Muneeb" userId="29b624b1-a719-43f5-9b52-388cd4043c04" providerId="ADAL" clId="{9EA09CCF-4EB7-41FB-BFE4-3693A5C2ED1B}" dt="2022-09-26T12:53:36.592" v="2917" actId="20577"/>
          <ac:spMkLst>
            <pc:docMk/>
            <pc:sldMk cId="54550552" sldId="357"/>
            <ac:spMk id="2" creationId="{EF8288DE-2B60-94B2-6CCD-5D48D456248E}"/>
          </ac:spMkLst>
        </pc:spChg>
        <pc:spChg chg="mod">
          <ac:chgData name="Sara Muneeb" userId="29b624b1-a719-43f5-9b52-388cd4043c04" providerId="ADAL" clId="{9EA09CCF-4EB7-41FB-BFE4-3693A5C2ED1B}" dt="2022-09-26T12:57:08.820" v="3070" actId="20577"/>
          <ac:spMkLst>
            <pc:docMk/>
            <pc:sldMk cId="54550552" sldId="357"/>
            <ac:spMk id="3" creationId="{8D818E5A-FBA5-CB41-B3D1-CA93020B03BB}"/>
          </ac:spMkLst>
        </pc:spChg>
      </pc:sldChg>
      <pc:sldChg chg="addSp delSp modSp new mod">
        <pc:chgData name="Sara Muneeb" userId="29b624b1-a719-43f5-9b52-388cd4043c04" providerId="ADAL" clId="{9EA09CCF-4EB7-41FB-BFE4-3693A5C2ED1B}" dt="2022-09-26T13:11:27.434" v="3100" actId="20577"/>
        <pc:sldMkLst>
          <pc:docMk/>
          <pc:sldMk cId="4289276877" sldId="358"/>
        </pc:sldMkLst>
        <pc:spChg chg="mod">
          <ac:chgData name="Sara Muneeb" userId="29b624b1-a719-43f5-9b52-388cd4043c04" providerId="ADAL" clId="{9EA09CCF-4EB7-41FB-BFE4-3693A5C2ED1B}" dt="2022-09-26T13:11:27.434" v="3100" actId="20577"/>
          <ac:spMkLst>
            <pc:docMk/>
            <pc:sldMk cId="4289276877" sldId="358"/>
            <ac:spMk id="2" creationId="{640C19B3-13A4-F146-A359-843938950160}"/>
          </ac:spMkLst>
        </pc:spChg>
        <pc:spChg chg="del">
          <ac:chgData name="Sara Muneeb" userId="29b624b1-a719-43f5-9b52-388cd4043c04" providerId="ADAL" clId="{9EA09CCF-4EB7-41FB-BFE4-3693A5C2ED1B}" dt="2022-09-26T13:11:18.457" v="3077"/>
          <ac:spMkLst>
            <pc:docMk/>
            <pc:sldMk cId="4289276877" sldId="358"/>
            <ac:spMk id="3" creationId="{980744BF-2C22-6E27-7C2B-974063CE010F}"/>
          </ac:spMkLst>
        </pc:spChg>
        <pc:picChg chg="add mod">
          <ac:chgData name="Sara Muneeb" userId="29b624b1-a719-43f5-9b52-388cd4043c04" providerId="ADAL" clId="{9EA09CCF-4EB7-41FB-BFE4-3693A5C2ED1B}" dt="2022-09-26T13:11:18.457" v="3077"/>
          <ac:picMkLst>
            <pc:docMk/>
            <pc:sldMk cId="4289276877" sldId="358"/>
            <ac:picMk id="4" creationId="{394C3760-0196-2419-53C2-26B23E717517}"/>
          </ac:picMkLst>
        </pc:picChg>
      </pc:sldChg>
      <pc:sldChg chg="addSp delSp modSp new mod">
        <pc:chgData name="Sara Muneeb" userId="29b624b1-a719-43f5-9b52-388cd4043c04" providerId="ADAL" clId="{9EA09CCF-4EB7-41FB-BFE4-3693A5C2ED1B}" dt="2022-09-26T13:53:57.154" v="3694" actId="20577"/>
        <pc:sldMkLst>
          <pc:docMk/>
          <pc:sldMk cId="229001700" sldId="359"/>
        </pc:sldMkLst>
        <pc:spChg chg="mod">
          <ac:chgData name="Sara Muneeb" userId="29b624b1-a719-43f5-9b52-388cd4043c04" providerId="ADAL" clId="{9EA09CCF-4EB7-41FB-BFE4-3693A5C2ED1B}" dt="2022-09-26T13:50:16.669" v="3567" actId="20577"/>
          <ac:spMkLst>
            <pc:docMk/>
            <pc:sldMk cId="229001700" sldId="359"/>
            <ac:spMk id="2" creationId="{F98F9137-C1CA-118D-731A-99E5F695D6C0}"/>
          </ac:spMkLst>
        </pc:spChg>
        <pc:spChg chg="add del">
          <ac:chgData name="Sara Muneeb" userId="29b624b1-a719-43f5-9b52-388cd4043c04" providerId="ADAL" clId="{9EA09CCF-4EB7-41FB-BFE4-3693A5C2ED1B}" dt="2022-09-26T13:50:08.150" v="3555"/>
          <ac:spMkLst>
            <pc:docMk/>
            <pc:sldMk cId="229001700" sldId="359"/>
            <ac:spMk id="3" creationId="{44DF56D5-C058-4B45-E3EC-3DF65DB729CB}"/>
          </ac:spMkLst>
        </pc:spChg>
        <pc:spChg chg="add del">
          <ac:chgData name="Sara Muneeb" userId="29b624b1-a719-43f5-9b52-388cd4043c04" providerId="ADAL" clId="{9EA09CCF-4EB7-41FB-BFE4-3693A5C2ED1B}" dt="2022-09-26T13:38:46.500" v="3203"/>
          <ac:spMkLst>
            <pc:docMk/>
            <pc:sldMk cId="229001700" sldId="359"/>
            <ac:spMk id="4" creationId="{11010B25-470A-C69F-920A-71E9AA420A5C}"/>
          </ac:spMkLst>
        </pc:spChg>
        <pc:spChg chg="add del mod">
          <ac:chgData name="Sara Muneeb" userId="29b624b1-a719-43f5-9b52-388cd4043c04" providerId="ADAL" clId="{9EA09CCF-4EB7-41FB-BFE4-3693A5C2ED1B}" dt="2022-09-26T13:51:34.550" v="3623" actId="478"/>
          <ac:spMkLst>
            <pc:docMk/>
            <pc:sldMk cId="229001700" sldId="359"/>
            <ac:spMk id="7" creationId="{55E16647-D2C9-C8CB-D961-62FF293F10D9}"/>
          </ac:spMkLst>
        </pc:spChg>
        <pc:spChg chg="add mod">
          <ac:chgData name="Sara Muneeb" userId="29b624b1-a719-43f5-9b52-388cd4043c04" providerId="ADAL" clId="{9EA09CCF-4EB7-41FB-BFE4-3693A5C2ED1B}" dt="2022-09-26T13:52:59.773" v="3687" actId="1076"/>
          <ac:spMkLst>
            <pc:docMk/>
            <pc:sldMk cId="229001700" sldId="359"/>
            <ac:spMk id="8" creationId="{545ECCA4-8705-72BE-13D0-608ECA22A39D}"/>
          </ac:spMkLst>
        </pc:spChg>
        <pc:spChg chg="add mod">
          <ac:chgData name="Sara Muneeb" userId="29b624b1-a719-43f5-9b52-388cd4043c04" providerId="ADAL" clId="{9EA09CCF-4EB7-41FB-BFE4-3693A5C2ED1B}" dt="2022-09-26T13:53:57.154" v="3694" actId="20577"/>
          <ac:spMkLst>
            <pc:docMk/>
            <pc:sldMk cId="229001700" sldId="359"/>
            <ac:spMk id="9" creationId="{B7B7CAD6-5630-88BA-0B13-59B615A50826}"/>
          </ac:spMkLst>
        </pc:spChg>
        <pc:picChg chg="add mod">
          <ac:chgData name="Sara Muneeb" userId="29b624b1-a719-43f5-9b52-388cd4043c04" providerId="ADAL" clId="{9EA09CCF-4EB7-41FB-BFE4-3693A5C2ED1B}" dt="2022-09-26T13:51:37.883" v="3624" actId="1076"/>
          <ac:picMkLst>
            <pc:docMk/>
            <pc:sldMk cId="229001700" sldId="359"/>
            <ac:picMk id="4" creationId="{0AF5CDAC-9335-7B07-C42D-A5744BA78459}"/>
          </ac:picMkLst>
        </pc:picChg>
        <pc:picChg chg="add del mod">
          <ac:chgData name="Sara Muneeb" userId="29b624b1-a719-43f5-9b52-388cd4043c04" providerId="ADAL" clId="{9EA09CCF-4EB7-41FB-BFE4-3693A5C2ED1B}" dt="2022-09-26T13:50:19.048" v="3568" actId="21"/>
          <ac:picMkLst>
            <pc:docMk/>
            <pc:sldMk cId="229001700" sldId="359"/>
            <ac:picMk id="5" creationId="{619FDB95-4E18-1B5A-F86C-2F88024D15D1}"/>
          </ac:picMkLst>
        </pc:picChg>
        <pc:picChg chg="add del mod">
          <ac:chgData name="Sara Muneeb" userId="29b624b1-a719-43f5-9b52-388cd4043c04" providerId="ADAL" clId="{9EA09CCF-4EB7-41FB-BFE4-3693A5C2ED1B}" dt="2022-09-26T13:49:04.885" v="3554"/>
          <ac:picMkLst>
            <pc:docMk/>
            <pc:sldMk cId="229001700" sldId="359"/>
            <ac:picMk id="1026" creationId="{7524872C-454E-07E0-F7E5-A19CFA300F20}"/>
          </ac:picMkLst>
        </pc:picChg>
        <pc:picChg chg="add mod">
          <ac:chgData name="Sara Muneeb" userId="29b624b1-a719-43f5-9b52-388cd4043c04" providerId="ADAL" clId="{9EA09CCF-4EB7-41FB-BFE4-3693A5C2ED1B}" dt="2022-09-26T13:53:35.303" v="3690" actId="1076"/>
          <ac:picMkLst>
            <pc:docMk/>
            <pc:sldMk cId="229001700" sldId="359"/>
            <ac:picMk id="1028" creationId="{027EF732-E85B-3BD2-22A1-A7705BE0336D}"/>
          </ac:picMkLst>
        </pc:picChg>
      </pc:sldChg>
      <pc:sldChg chg="addSp delSp modSp new mod">
        <pc:chgData name="Sara Muneeb" userId="29b624b1-a719-43f5-9b52-388cd4043c04" providerId="ADAL" clId="{9EA09CCF-4EB7-41FB-BFE4-3693A5C2ED1B}" dt="2022-09-26T13:51:17.410" v="3622" actId="20577"/>
        <pc:sldMkLst>
          <pc:docMk/>
          <pc:sldMk cId="1469553589" sldId="360"/>
        </pc:sldMkLst>
        <pc:spChg chg="mod">
          <ac:chgData name="Sara Muneeb" userId="29b624b1-a719-43f5-9b52-388cd4043c04" providerId="ADAL" clId="{9EA09CCF-4EB7-41FB-BFE4-3693A5C2ED1B}" dt="2022-09-26T13:50:29.026" v="3597" actId="20577"/>
          <ac:spMkLst>
            <pc:docMk/>
            <pc:sldMk cId="1469553589" sldId="360"/>
            <ac:spMk id="2" creationId="{D58BB696-325A-DCD1-4814-0FEA7BBCE833}"/>
          </ac:spMkLst>
        </pc:spChg>
        <pc:spChg chg="del">
          <ac:chgData name="Sara Muneeb" userId="29b624b1-a719-43f5-9b52-388cd4043c04" providerId="ADAL" clId="{9EA09CCF-4EB7-41FB-BFE4-3693A5C2ED1B}" dt="2022-09-26T13:50:30.788" v="3598"/>
          <ac:spMkLst>
            <pc:docMk/>
            <pc:sldMk cId="1469553589" sldId="360"/>
            <ac:spMk id="3" creationId="{04F00A85-D3C9-1943-A7CC-4E46E72BE707}"/>
          </ac:spMkLst>
        </pc:spChg>
        <pc:spChg chg="add mod">
          <ac:chgData name="Sara Muneeb" userId="29b624b1-a719-43f5-9b52-388cd4043c04" providerId="ADAL" clId="{9EA09CCF-4EB7-41FB-BFE4-3693A5C2ED1B}" dt="2022-09-26T13:51:17.410" v="3622" actId="20577"/>
          <ac:spMkLst>
            <pc:docMk/>
            <pc:sldMk cId="1469553589" sldId="360"/>
            <ac:spMk id="5" creationId="{EB9CF960-A730-4344-A5D4-23F15CCDA64A}"/>
          </ac:spMkLst>
        </pc:spChg>
        <pc:picChg chg="add mod">
          <ac:chgData name="Sara Muneeb" userId="29b624b1-a719-43f5-9b52-388cd4043c04" providerId="ADAL" clId="{9EA09CCF-4EB7-41FB-BFE4-3693A5C2ED1B}" dt="2022-09-26T13:50:33.192" v="3599" actId="1076"/>
          <ac:picMkLst>
            <pc:docMk/>
            <pc:sldMk cId="1469553589" sldId="360"/>
            <ac:picMk id="4" creationId="{0484441A-E25E-837D-22C6-1D1AB91CD4CE}"/>
          </ac:picMkLst>
        </pc:picChg>
      </pc:sldChg>
      <pc:sldChg chg="modSp new mod">
        <pc:chgData name="Sara Muneeb" userId="29b624b1-a719-43f5-9b52-388cd4043c04" providerId="ADAL" clId="{9EA09CCF-4EB7-41FB-BFE4-3693A5C2ED1B}" dt="2022-09-26T13:55:48.156" v="3879" actId="20577"/>
        <pc:sldMkLst>
          <pc:docMk/>
          <pc:sldMk cId="2619516327" sldId="361"/>
        </pc:sldMkLst>
        <pc:spChg chg="mod">
          <ac:chgData name="Sara Muneeb" userId="29b624b1-a719-43f5-9b52-388cd4043c04" providerId="ADAL" clId="{9EA09CCF-4EB7-41FB-BFE4-3693A5C2ED1B}" dt="2022-09-26T13:54:14.226" v="3705" actId="20577"/>
          <ac:spMkLst>
            <pc:docMk/>
            <pc:sldMk cId="2619516327" sldId="361"/>
            <ac:spMk id="2" creationId="{55EC64E2-21D2-138F-4D1B-7FB5FC9F9D85}"/>
          </ac:spMkLst>
        </pc:spChg>
        <pc:spChg chg="mod">
          <ac:chgData name="Sara Muneeb" userId="29b624b1-a719-43f5-9b52-388cd4043c04" providerId="ADAL" clId="{9EA09CCF-4EB7-41FB-BFE4-3693A5C2ED1B}" dt="2022-09-26T13:55:48.156" v="3879" actId="20577"/>
          <ac:spMkLst>
            <pc:docMk/>
            <pc:sldMk cId="2619516327" sldId="361"/>
            <ac:spMk id="3" creationId="{EE3035D7-8931-7883-167C-B35ACFE77B5B}"/>
          </ac:spMkLst>
        </pc:spChg>
      </pc:sldChg>
      <pc:sldChg chg="modSp new mod">
        <pc:chgData name="Sara Muneeb" userId="29b624b1-a719-43f5-9b52-388cd4043c04" providerId="ADAL" clId="{9EA09CCF-4EB7-41FB-BFE4-3693A5C2ED1B}" dt="2022-09-26T14:10:47.952" v="4078" actId="20577"/>
        <pc:sldMkLst>
          <pc:docMk/>
          <pc:sldMk cId="4180375240" sldId="362"/>
        </pc:sldMkLst>
        <pc:spChg chg="mod">
          <ac:chgData name="Sara Muneeb" userId="29b624b1-a719-43f5-9b52-388cd4043c04" providerId="ADAL" clId="{9EA09CCF-4EB7-41FB-BFE4-3693A5C2ED1B}" dt="2022-09-26T14:03:23.456" v="3933" actId="20577"/>
          <ac:spMkLst>
            <pc:docMk/>
            <pc:sldMk cId="4180375240" sldId="362"/>
            <ac:spMk id="2" creationId="{9FAD0792-FC14-816B-998F-B15FBB1785A9}"/>
          </ac:spMkLst>
        </pc:spChg>
        <pc:spChg chg="mod">
          <ac:chgData name="Sara Muneeb" userId="29b624b1-a719-43f5-9b52-388cd4043c04" providerId="ADAL" clId="{9EA09CCF-4EB7-41FB-BFE4-3693A5C2ED1B}" dt="2022-09-26T14:10:47.952" v="4078" actId="20577"/>
          <ac:spMkLst>
            <pc:docMk/>
            <pc:sldMk cId="4180375240" sldId="362"/>
            <ac:spMk id="3" creationId="{EAC1B5F1-356A-1A41-0F34-CDFB0D598E2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1342" y="0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D64322-053A-4F57-82D7-E4C924FCCA95}" type="datetimeFigureOut">
              <a:rPr lang="en-US" smtClean="0"/>
              <a:t>09-Oct-22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1599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7214D6-A4AC-4000-A560-6C4470252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445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09-Oct-22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09-Oct-22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09-Oct-22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09-Oct-22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09-Oct-22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09-Oct-22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09-Oct-22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09-Oct-22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09-Oct-22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09-Oct-22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09-Oct-22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82B113E1-F0C3-410E-8BD1-C9BF6D0A4625}" type="datetimeFigureOut">
              <a:rPr lang="en-US" smtClean="0"/>
              <a:t>09-Oct-22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ara.muneeb@cuilahore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youtube.com/watch?v=QFKa5ovj8Ak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oadtovr.com/facebook-spaces-shut-down-lessons-not-forgotten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Social Interaction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2560" y="3733800"/>
            <a:ext cx="7406640" cy="1752600"/>
          </a:xfrm>
        </p:spPr>
        <p:txBody>
          <a:bodyPr/>
          <a:lstStyle/>
          <a:p>
            <a:r>
              <a:rPr lang="en-US" dirty="0"/>
              <a:t>Sara </a:t>
            </a:r>
            <a:r>
              <a:rPr lang="en-US" dirty="0" err="1"/>
              <a:t>Muneeb</a:t>
            </a:r>
            <a:endParaRPr lang="en-US" dirty="0"/>
          </a:p>
          <a:p>
            <a:r>
              <a:rPr lang="en-US" dirty="0">
                <a:hlinkClick r:id="rId2"/>
              </a:rPr>
              <a:t>sara.muneeb@cuilahore.edu.pk</a:t>
            </a:r>
            <a:endParaRPr lang="en-US" dirty="0"/>
          </a:p>
          <a:p>
            <a:r>
              <a:rPr lang="en-US" dirty="0"/>
              <a:t>Computer Science Department </a:t>
            </a:r>
          </a:p>
        </p:txBody>
      </p:sp>
    </p:spTree>
    <p:extLst>
      <p:ext uri="{BB962C8B-B14F-4D97-AF65-F5344CB8AC3E}">
        <p14:creationId xmlns:p14="http://schemas.microsoft.com/office/powerpoint/2010/main" val="2984185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E7983-B3F9-F39F-CB3C-088E7400C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B700E-6D40-1EE4-AE4F-B0623D893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GB" sz="2800" dirty="0"/>
              <a:t>People are inherently social: we live together, work together, learn together, play together, interact and talk with each other, and socialize.</a:t>
            </a:r>
          </a:p>
          <a:p>
            <a:pPr marL="82296" indent="0" algn="just">
              <a:buNone/>
            </a:pPr>
            <a:endParaRPr lang="en-GB" sz="2800" dirty="0"/>
          </a:p>
          <a:p>
            <a:pPr marL="82296" indent="0" algn="just">
              <a:buNone/>
            </a:pPr>
            <a:r>
              <a:rPr lang="en-GB" sz="2800" dirty="0"/>
              <a:t>Different applications afford different ways of supporting how people connect with each other. </a:t>
            </a:r>
            <a:endParaRPr lang="en-PK" sz="2800" dirty="0"/>
          </a:p>
        </p:txBody>
      </p:sp>
      <p:pic>
        <p:nvPicPr>
          <p:cNvPr id="1026" name="Picture 2" descr="The Benefits of Having Positive Social Interactions | NAMI: National  Alliance on Mental Illness">
            <a:extLst>
              <a:ext uri="{FF2B5EF4-FFF2-40B4-BE49-F238E27FC236}">
                <a16:creationId xmlns:a16="http://schemas.microsoft.com/office/drawing/2014/main" id="{0669B95C-8EA7-B4C2-52BC-9C1E1ECD8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4427116"/>
            <a:ext cx="3267075" cy="2176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1309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45E19-68AF-FB66-8D92-38BA7D186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Being Social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E5FCB-8113-F780-289C-17FC58F13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GB" dirty="0"/>
              <a:t>A fundamental aspect of everyday life is being social, and that entails interacting with each other. </a:t>
            </a:r>
          </a:p>
          <a:p>
            <a:r>
              <a:rPr lang="en-GB" dirty="0"/>
              <a:t>Personal </a:t>
            </a:r>
          </a:p>
          <a:p>
            <a:r>
              <a:rPr lang="en-GB" dirty="0"/>
              <a:t>Professional </a:t>
            </a:r>
          </a:p>
          <a:p>
            <a:endParaRPr lang="en-GB" dirty="0"/>
          </a:p>
          <a:p>
            <a:pPr marL="82296" indent="0">
              <a:buNone/>
            </a:pPr>
            <a:r>
              <a:rPr lang="en-GB" dirty="0"/>
              <a:t>What are pros and cones of being social via technology?</a:t>
            </a:r>
          </a:p>
          <a:p>
            <a:pPr marL="82296" indent="0">
              <a:buNone/>
            </a:pPr>
            <a:endParaRPr lang="en-PK" dirty="0"/>
          </a:p>
        </p:txBody>
      </p:sp>
      <p:pic>
        <p:nvPicPr>
          <p:cNvPr id="2050" name="Picture 2" descr="What Does It Mean To Dream About Social Networks? - What Dream Means">
            <a:extLst>
              <a:ext uri="{FF2B5EF4-FFF2-40B4-BE49-F238E27FC236}">
                <a16:creationId xmlns:a16="http://schemas.microsoft.com/office/drawing/2014/main" id="{B570AF24-EDFE-457A-E6EE-0A80EE7EF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2320" y="2590800"/>
            <a:ext cx="4014787" cy="1996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4920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102E1-B99B-5021-A623-ADEC1B23D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CFD70-0E78-D3C5-9D14-05657D8BB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GB" dirty="0"/>
              <a:t>Technologies have been designed to encourage social interaction to good effect. </a:t>
            </a:r>
            <a:endParaRPr lang="en-US" dirty="0"/>
          </a:p>
          <a:p>
            <a:r>
              <a:rPr lang="en-US" dirty="0"/>
              <a:t>Amazon Echo</a:t>
            </a:r>
          </a:p>
          <a:p>
            <a:r>
              <a:rPr lang="en-US" dirty="0">
                <a:hlinkClick r:id="rId2"/>
              </a:rPr>
              <a:t>Open the Magic Door </a:t>
            </a:r>
            <a:endParaRPr lang="en-PK" dirty="0"/>
          </a:p>
        </p:txBody>
      </p:sp>
      <p:pic>
        <p:nvPicPr>
          <p:cNvPr id="3076" name="Picture 4" descr="Amazon Alexa Echo Dot 4 ( 4th Generation ) | Aihome">
            <a:extLst>
              <a:ext uri="{FF2B5EF4-FFF2-40B4-BE49-F238E27FC236}">
                <a16:creationId xmlns:a16="http://schemas.microsoft.com/office/drawing/2014/main" id="{B11C7E45-FB31-097B-BF92-9F9ECA643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3657600"/>
            <a:ext cx="281940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8807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E8BD-1CA7-3ADB-E270-7A65BE180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Face to face Conversation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469E8-E6C7-170C-592B-6D8710B05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GB" dirty="0"/>
              <a:t>Talking is something that is effortless and comes naturally to most people. </a:t>
            </a:r>
          </a:p>
          <a:p>
            <a:pPr marL="82296" indent="0">
              <a:buNone/>
            </a:pPr>
            <a:endParaRPr lang="en-GB" dirty="0"/>
          </a:p>
          <a:p>
            <a:pPr marL="82296" indent="0">
              <a:buNone/>
            </a:pPr>
            <a:r>
              <a:rPr lang="en-GB" dirty="0"/>
              <a:t>Conversation Mechanism </a:t>
            </a:r>
          </a:p>
          <a:p>
            <a:pPr marL="82296" indent="0">
              <a:buNone/>
            </a:pPr>
            <a:r>
              <a:rPr lang="en-GB" sz="2400" b="1" dirty="0"/>
              <a:t>Rule 1 </a:t>
            </a:r>
            <a:r>
              <a:rPr lang="en-GB" sz="2400" dirty="0"/>
              <a:t>The current speaker chooses the next speaker by asking a question, inviting an opinion, or making a request. </a:t>
            </a:r>
          </a:p>
          <a:p>
            <a:pPr marL="82296" indent="0">
              <a:buNone/>
            </a:pPr>
            <a:r>
              <a:rPr lang="en-GB" sz="2400" b="1" dirty="0"/>
              <a:t>Rule 2 </a:t>
            </a:r>
            <a:r>
              <a:rPr lang="en-GB" sz="2400" dirty="0"/>
              <a:t>Another person decides to start speaking. </a:t>
            </a:r>
          </a:p>
          <a:p>
            <a:pPr marL="82296" indent="0">
              <a:buNone/>
            </a:pPr>
            <a:r>
              <a:rPr lang="en-GB" sz="2400" b="1" dirty="0"/>
              <a:t>Rule 3 </a:t>
            </a:r>
            <a:r>
              <a:rPr lang="en-GB" sz="2400" dirty="0"/>
              <a:t>The current speaker continues talking</a:t>
            </a:r>
            <a:r>
              <a:rPr lang="en-GB" dirty="0"/>
              <a:t>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86466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93915-CC0A-78EC-1E95-6E3300CDC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Nonverbal Communication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31A51-73BE-4AF1-56D3-0F0496D18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Detecting Breakdowns</a:t>
            </a:r>
          </a:p>
          <a:p>
            <a:r>
              <a:rPr lang="en-US" dirty="0"/>
              <a:t>Facial Expressions</a:t>
            </a:r>
          </a:p>
          <a:p>
            <a:r>
              <a:rPr lang="en-US" dirty="0"/>
              <a:t>Back Channeling </a:t>
            </a:r>
          </a:p>
          <a:p>
            <a:r>
              <a:rPr lang="en-US" dirty="0"/>
              <a:t>Voice Intonation </a:t>
            </a:r>
          </a:p>
          <a:p>
            <a:r>
              <a:rPr lang="en-US" dirty="0"/>
              <a:t>Gesturing </a:t>
            </a:r>
          </a:p>
          <a:p>
            <a:r>
              <a:rPr lang="en-US" dirty="0"/>
              <a:t>Body Language</a:t>
            </a:r>
          </a:p>
          <a:p>
            <a:endParaRPr lang="en-PK" dirty="0"/>
          </a:p>
        </p:txBody>
      </p:sp>
      <p:pic>
        <p:nvPicPr>
          <p:cNvPr id="4098" name="Picture 2" descr="Nonverbal Communication Images – Browse 11,404 Stock Photos, Vectors, and  Video | Adobe Stock">
            <a:extLst>
              <a:ext uri="{FF2B5EF4-FFF2-40B4-BE49-F238E27FC236}">
                <a16:creationId xmlns:a16="http://schemas.microsoft.com/office/drawing/2014/main" id="{05797A4A-E187-8C82-FABE-1088EEECD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430" y="3962400"/>
            <a:ext cx="4376737" cy="2693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7870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BDD36-3CFD-05D8-4E2B-32CD8D39C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Conversations 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FF0D8F-9952-4340-5E8A-CD5F0AC0D0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8681" y="1828800"/>
            <a:ext cx="2743200" cy="392244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EB9402-A727-C483-9BD7-4CE0E1987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2438400"/>
            <a:ext cx="4276699" cy="2895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5524CB5-3D13-759E-DA78-B32FCA477A71}"/>
              </a:ext>
            </a:extLst>
          </p:cNvPr>
          <p:cNvSpPr txBox="1"/>
          <p:nvPr/>
        </p:nvSpPr>
        <p:spPr>
          <a:xfrm>
            <a:off x="1905000" y="5977737"/>
            <a:ext cx="1493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Video Phone </a:t>
            </a:r>
            <a:endParaRPr lang="en-P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652B81-9115-0557-F496-47D63B7563DF}"/>
              </a:ext>
            </a:extLst>
          </p:cNvPr>
          <p:cNvSpPr txBox="1"/>
          <p:nvPr/>
        </p:nvSpPr>
        <p:spPr>
          <a:xfrm>
            <a:off x="5963588" y="5977737"/>
            <a:ext cx="1961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Video Window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654318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FB018-CF21-CC93-779B-104E27152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7A1106-BB2F-1E78-12F5-0B15370D88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7700" y="2428875"/>
            <a:ext cx="6534150" cy="283845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8DA616-CF7C-4736-87BD-4387F0454C7F}"/>
              </a:ext>
            </a:extLst>
          </p:cNvPr>
          <p:cNvSpPr txBox="1"/>
          <p:nvPr/>
        </p:nvSpPr>
        <p:spPr>
          <a:xfrm>
            <a:off x="4117848" y="579120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Telepresence Room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294319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BA08B-F34D-C586-7BF3-984DEA567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Facebook Spaces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195658-4101-E5E2-D2BC-C14D1A7ACA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7262" y="1890712"/>
            <a:ext cx="5915025" cy="39147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1C418D-5312-EE06-7625-9FAA2E879447}"/>
              </a:ext>
            </a:extLst>
          </p:cNvPr>
          <p:cNvSpPr txBox="1"/>
          <p:nvPr/>
        </p:nvSpPr>
        <p:spPr>
          <a:xfrm flipH="1">
            <a:off x="3276600" y="5909229"/>
            <a:ext cx="449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Facebook vision of socializing in 3D world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609823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0596E-AD56-8BDC-461F-DD9D8C92F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Beam Robot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9A201E-251B-ACC1-2B05-AA08127964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5914" y="1447800"/>
            <a:ext cx="3637721" cy="4800600"/>
          </a:xfrm>
        </p:spPr>
      </p:pic>
    </p:spTree>
    <p:extLst>
      <p:ext uri="{BB962C8B-B14F-4D97-AF65-F5344CB8AC3E}">
        <p14:creationId xmlns:p14="http://schemas.microsoft.com/office/powerpoint/2010/main" val="3671922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7B91-5182-5F00-5BBE-98E52FD18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Co-presence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31900-4ACA-A8E0-028F-189FC9788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2800" dirty="0"/>
              <a:t>It is occurrence of two or more things together in the same place and time.</a:t>
            </a:r>
          </a:p>
          <a:p>
            <a:pPr marL="82296" indent="0" algn="just">
              <a:buNone/>
            </a:pPr>
            <a:r>
              <a:rPr lang="en-US" sz="2800" dirty="0"/>
              <a:t>The motivation behind this is to enable co-located groups to collaborate more effectively when working, learning and socializing.</a:t>
            </a:r>
          </a:p>
          <a:p>
            <a:pPr marL="82296" indent="0">
              <a:buNone/>
            </a:pPr>
            <a:endParaRPr lang="en-US" dirty="0"/>
          </a:p>
          <a:p>
            <a:pPr marL="596646" indent="-514350">
              <a:buFont typeface="+mj-lt"/>
              <a:buAutoNum type="arabicPeriod"/>
            </a:pPr>
            <a:r>
              <a:rPr lang="en-US" sz="2800" dirty="0"/>
              <a:t>Physical coordination </a:t>
            </a:r>
          </a:p>
          <a:p>
            <a:pPr marL="596646" indent="-514350">
              <a:buFont typeface="+mj-lt"/>
              <a:buAutoNum type="arabicPeriod"/>
            </a:pPr>
            <a:r>
              <a:rPr lang="en-US" sz="2800" dirty="0"/>
              <a:t>Awareness</a:t>
            </a:r>
          </a:p>
          <a:p>
            <a:pPr marL="596646" indent="-514350">
              <a:buFont typeface="+mj-lt"/>
              <a:buAutoNum type="arabicPeriod"/>
            </a:pPr>
            <a:r>
              <a:rPr lang="en-US" sz="2800" dirty="0"/>
              <a:t>Shareable interfaces </a:t>
            </a:r>
          </a:p>
          <a:p>
            <a:pPr marL="82296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0E0E02-93E5-B92C-7455-222F0028E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4035612"/>
            <a:ext cx="2871788" cy="221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915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16E9C-F4B4-6DC7-1F5F-3E350474F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Engagement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D9A4E-99A2-1490-A13B-640B7C990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US" dirty="0"/>
              <a:t>Refers to participation in the activities of  social group. </a:t>
            </a:r>
          </a:p>
          <a:p>
            <a:pPr marL="82296" indent="0">
              <a:buNone/>
            </a:pPr>
            <a:r>
              <a:rPr lang="en-US" dirty="0"/>
              <a:t>It is voluntary and unpaid</a:t>
            </a:r>
          </a:p>
          <a:p>
            <a:pPr marL="82296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1E8BB9-6D3F-1874-D359-5076A4B79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3200400"/>
            <a:ext cx="5715000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440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2B535-7268-5509-2AEB-37AB903BB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F821F-443B-73AB-438B-0D79F768E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Being Social </a:t>
            </a:r>
          </a:p>
          <a:p>
            <a:r>
              <a:rPr lang="en-US" dirty="0"/>
              <a:t>Face to face conversations</a:t>
            </a:r>
          </a:p>
          <a:p>
            <a:r>
              <a:rPr lang="en-US" dirty="0"/>
              <a:t>Non verbal conversations</a:t>
            </a:r>
          </a:p>
          <a:p>
            <a:r>
              <a:rPr lang="en-US" dirty="0"/>
              <a:t>Remote conversations</a:t>
            </a:r>
          </a:p>
          <a:p>
            <a:r>
              <a:rPr lang="en-US" dirty="0"/>
              <a:t>Co-presence</a:t>
            </a:r>
          </a:p>
          <a:p>
            <a:r>
              <a:rPr lang="en-US"/>
              <a:t>Social engagement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3039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5193</TotalTime>
  <Words>281</Words>
  <Application>Microsoft Office PowerPoint</Application>
  <PresentationFormat>On-screen Show (4:3)</PresentationFormat>
  <Paragraphs>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Gill Sans MT</vt:lpstr>
      <vt:lpstr>Verdana</vt:lpstr>
      <vt:lpstr>Wingdings 2</vt:lpstr>
      <vt:lpstr>Solstice</vt:lpstr>
      <vt:lpstr>Social Interaction</vt:lpstr>
      <vt:lpstr>Introduction </vt:lpstr>
      <vt:lpstr>Being Social</vt:lpstr>
      <vt:lpstr>Examples</vt:lpstr>
      <vt:lpstr>Face to face Conversation </vt:lpstr>
      <vt:lpstr>Nonverbal Communication </vt:lpstr>
      <vt:lpstr>Remote Conversations </vt:lpstr>
      <vt:lpstr>Example</vt:lpstr>
      <vt:lpstr>Example – Facebook Spaces</vt:lpstr>
      <vt:lpstr>Example – Beam Robot</vt:lpstr>
      <vt:lpstr>Co-presence </vt:lpstr>
      <vt:lpstr>Social Engagement 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Abilities</dc:title>
  <dc:creator>adnan</dc:creator>
  <cp:lastModifiedBy>Sara Muneeb</cp:lastModifiedBy>
  <cp:revision>115</cp:revision>
  <cp:lastPrinted>2022-09-22T09:41:23Z</cp:lastPrinted>
  <dcterms:created xsi:type="dcterms:W3CDTF">2018-08-15T12:40:21Z</dcterms:created>
  <dcterms:modified xsi:type="dcterms:W3CDTF">2022-10-09T19:44:56Z</dcterms:modified>
</cp:coreProperties>
</file>