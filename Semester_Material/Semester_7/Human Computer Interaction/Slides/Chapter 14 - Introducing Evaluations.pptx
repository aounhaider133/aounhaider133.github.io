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6" r:id="rId11"/>
    <p:sldId id="265" r:id="rId12"/>
    <p:sldId id="269" r:id="rId13"/>
    <p:sldId id="270" r:id="rId14"/>
    <p:sldId id="267" r:id="rId15"/>
    <p:sldId id="271" r:id="rId16"/>
    <p:sldId id="268" r:id="rId17"/>
    <p:sldId id="272" r:id="rId18"/>
    <p:sldId id="273" r:id="rId19"/>
    <p:sldId id="274" r:id="rId20"/>
    <p:sldId id="275" r:id="rId21"/>
    <p:sldId id="276" r:id="rId22"/>
    <p:sldId id="277" r:id="rId23"/>
    <p:sldId id="278" r:id="rId24"/>
    <p:sldId id="279" r:id="rId25"/>
    <p:sldId id="280" r:id="rId26"/>
  </p:sldIdLst>
  <p:sldSz cx="9144000" cy="6858000" type="screen4x3"/>
  <p:notesSz cx="6799263" cy="9929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E51FC5-263C-467D-89F5-E0CA68E6CA8A}" v="117" dt="2022-12-23T10:21:38.676"/>
    <p1510:client id="{4EBDB337-B053-451B-BE3B-98111AAF493B}" v="142" dt="2022-12-23T07:44:26.3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36" autoAdjust="0"/>
    <p:restoredTop sz="94660"/>
  </p:normalViewPr>
  <p:slideViewPr>
    <p:cSldViewPr>
      <p:cViewPr>
        <p:scale>
          <a:sx n="94" d="100"/>
          <a:sy n="94" d="100"/>
        </p:scale>
        <p:origin x="1080"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a Muneeb" userId="29b624b1-a719-43f5-9b52-388cd4043c04" providerId="ADAL" clId="{1B8306CC-3EB3-4E79-8CF8-E5FDA85816BB}"/>
    <pc:docChg chg="undo redo custSel addSld delSld modSld">
      <pc:chgData name="Sara Muneeb" userId="29b624b1-a719-43f5-9b52-388cd4043c04" providerId="ADAL" clId="{1B8306CC-3EB3-4E79-8CF8-E5FDA85816BB}" dt="2022-11-24T12:10:15.121" v="4967" actId="1035"/>
      <pc:docMkLst>
        <pc:docMk/>
      </pc:docMkLst>
      <pc:sldChg chg="addSp modSp mod">
        <pc:chgData name="Sara Muneeb" userId="29b624b1-a719-43f5-9b52-388cd4043c04" providerId="ADAL" clId="{1B8306CC-3EB3-4E79-8CF8-E5FDA85816BB}" dt="2022-11-24T11:11:02.245" v="4329" actId="1076"/>
        <pc:sldMkLst>
          <pc:docMk/>
          <pc:sldMk cId="3302378807" sldId="261"/>
        </pc:sldMkLst>
        <pc:spChg chg="mod">
          <ac:chgData name="Sara Muneeb" userId="29b624b1-a719-43f5-9b52-388cd4043c04" providerId="ADAL" clId="{1B8306CC-3EB3-4E79-8CF8-E5FDA85816BB}" dt="2022-11-24T11:10:58.448" v="4328" actId="404"/>
          <ac:spMkLst>
            <pc:docMk/>
            <pc:sldMk cId="3302378807" sldId="261"/>
            <ac:spMk id="3" creationId="{6D014B81-15AB-581F-75AA-21487DFCE582}"/>
          </ac:spMkLst>
        </pc:spChg>
        <pc:picChg chg="add mod">
          <ac:chgData name="Sara Muneeb" userId="29b624b1-a719-43f5-9b52-388cd4043c04" providerId="ADAL" clId="{1B8306CC-3EB3-4E79-8CF8-E5FDA85816BB}" dt="2022-11-24T11:11:02.245" v="4329" actId="1076"/>
          <ac:picMkLst>
            <pc:docMk/>
            <pc:sldMk cId="3302378807" sldId="261"/>
            <ac:picMk id="1026" creationId="{7AE869CB-D780-BB0B-B865-B11206D7CA1C}"/>
          </ac:picMkLst>
        </pc:picChg>
      </pc:sldChg>
      <pc:sldChg chg="addSp modSp">
        <pc:chgData name="Sara Muneeb" userId="29b624b1-a719-43f5-9b52-388cd4043c04" providerId="ADAL" clId="{1B8306CC-3EB3-4E79-8CF8-E5FDA85816BB}" dt="2022-11-24T11:12:29.228" v="4335" actId="1076"/>
        <pc:sldMkLst>
          <pc:docMk/>
          <pc:sldMk cId="3153897923" sldId="262"/>
        </pc:sldMkLst>
        <pc:picChg chg="add mod">
          <ac:chgData name="Sara Muneeb" userId="29b624b1-a719-43f5-9b52-388cd4043c04" providerId="ADAL" clId="{1B8306CC-3EB3-4E79-8CF8-E5FDA85816BB}" dt="2022-11-24T11:12:29.228" v="4335" actId="1076"/>
          <ac:picMkLst>
            <pc:docMk/>
            <pc:sldMk cId="3153897923" sldId="262"/>
            <ac:picMk id="2050" creationId="{182DD244-32BA-2CD2-6CE2-83C490B4EE70}"/>
          </ac:picMkLst>
        </pc:picChg>
      </pc:sldChg>
      <pc:sldChg chg="addSp modSp">
        <pc:chgData name="Sara Muneeb" userId="29b624b1-a719-43f5-9b52-388cd4043c04" providerId="ADAL" clId="{1B8306CC-3EB3-4E79-8CF8-E5FDA85816BB}" dt="2022-11-24T11:13:11.893" v="4339" actId="1076"/>
        <pc:sldMkLst>
          <pc:docMk/>
          <pc:sldMk cId="65336695" sldId="264"/>
        </pc:sldMkLst>
        <pc:spChg chg="mod">
          <ac:chgData name="Sara Muneeb" userId="29b624b1-a719-43f5-9b52-388cd4043c04" providerId="ADAL" clId="{1B8306CC-3EB3-4E79-8CF8-E5FDA85816BB}" dt="2022-11-24T11:13:07.191" v="4338" actId="1076"/>
          <ac:spMkLst>
            <pc:docMk/>
            <pc:sldMk cId="65336695" sldId="264"/>
            <ac:spMk id="3" creationId="{B03F32E2-44EF-53DB-1EEB-0423DFEA7E47}"/>
          </ac:spMkLst>
        </pc:spChg>
        <pc:picChg chg="add mod">
          <ac:chgData name="Sara Muneeb" userId="29b624b1-a719-43f5-9b52-388cd4043c04" providerId="ADAL" clId="{1B8306CC-3EB3-4E79-8CF8-E5FDA85816BB}" dt="2022-11-24T11:13:11.893" v="4339" actId="1076"/>
          <ac:picMkLst>
            <pc:docMk/>
            <pc:sldMk cId="65336695" sldId="264"/>
            <ac:picMk id="3074" creationId="{DF5411D7-2707-AE70-A064-02F3C76A4969}"/>
          </ac:picMkLst>
        </pc:picChg>
      </pc:sldChg>
      <pc:sldChg chg="addSp delSp modSp mod">
        <pc:chgData name="Sara Muneeb" userId="29b624b1-a719-43f5-9b52-388cd4043c04" providerId="ADAL" clId="{1B8306CC-3EB3-4E79-8CF8-E5FDA85816BB}" dt="2022-11-24T11:14:56.162" v="4351" actId="1076"/>
        <pc:sldMkLst>
          <pc:docMk/>
          <pc:sldMk cId="922512695" sldId="266"/>
        </pc:sldMkLst>
        <pc:spChg chg="mod">
          <ac:chgData name="Sara Muneeb" userId="29b624b1-a719-43f5-9b52-388cd4043c04" providerId="ADAL" clId="{1B8306CC-3EB3-4E79-8CF8-E5FDA85816BB}" dt="2022-11-24T11:14:36.902" v="4345" actId="403"/>
          <ac:spMkLst>
            <pc:docMk/>
            <pc:sldMk cId="922512695" sldId="266"/>
            <ac:spMk id="2" creationId="{C7369BA3-C875-804C-218F-249A37A4DBD1}"/>
          </ac:spMkLst>
        </pc:spChg>
        <pc:spChg chg="mod">
          <ac:chgData name="Sara Muneeb" userId="29b624b1-a719-43f5-9b52-388cd4043c04" providerId="ADAL" clId="{1B8306CC-3EB3-4E79-8CF8-E5FDA85816BB}" dt="2022-11-24T11:14:51.612" v="4350" actId="404"/>
          <ac:spMkLst>
            <pc:docMk/>
            <pc:sldMk cId="922512695" sldId="266"/>
            <ac:spMk id="3" creationId="{245686DD-A490-A9B3-63F8-FCEBD64DEBE0}"/>
          </ac:spMkLst>
        </pc:spChg>
        <pc:picChg chg="add del">
          <ac:chgData name="Sara Muneeb" userId="29b624b1-a719-43f5-9b52-388cd4043c04" providerId="ADAL" clId="{1B8306CC-3EB3-4E79-8CF8-E5FDA85816BB}" dt="2022-11-24T11:14:05.628" v="4341"/>
          <ac:picMkLst>
            <pc:docMk/>
            <pc:sldMk cId="922512695" sldId="266"/>
            <ac:picMk id="4098" creationId="{59F45B15-7EC7-5FF1-E7FA-E240301CE0B5}"/>
          </ac:picMkLst>
        </pc:picChg>
        <pc:picChg chg="add mod">
          <ac:chgData name="Sara Muneeb" userId="29b624b1-a719-43f5-9b52-388cd4043c04" providerId="ADAL" clId="{1B8306CC-3EB3-4E79-8CF8-E5FDA85816BB}" dt="2022-11-24T11:14:56.162" v="4351" actId="1076"/>
          <ac:picMkLst>
            <pc:docMk/>
            <pc:sldMk cId="922512695" sldId="266"/>
            <ac:picMk id="4100" creationId="{559139C3-1A8B-C1BE-3B4E-104B8D934928}"/>
          </ac:picMkLst>
        </pc:picChg>
      </pc:sldChg>
      <pc:sldChg chg="addSp modSp mod">
        <pc:chgData name="Sara Muneeb" userId="29b624b1-a719-43f5-9b52-388cd4043c04" providerId="ADAL" clId="{1B8306CC-3EB3-4E79-8CF8-E5FDA85816BB}" dt="2022-11-24T11:18:20.307" v="4388" actId="14100"/>
        <pc:sldMkLst>
          <pc:docMk/>
          <pc:sldMk cId="2171506608" sldId="267"/>
        </pc:sldMkLst>
        <pc:spChg chg="mod">
          <ac:chgData name="Sara Muneeb" userId="29b624b1-a719-43f5-9b52-388cd4043c04" providerId="ADAL" clId="{1B8306CC-3EB3-4E79-8CF8-E5FDA85816BB}" dt="2022-11-24T11:18:11.824" v="4385" actId="123"/>
          <ac:spMkLst>
            <pc:docMk/>
            <pc:sldMk cId="2171506608" sldId="267"/>
            <ac:spMk id="3" creationId="{21B7C262-5EF2-3EBD-2423-53C33D753C21}"/>
          </ac:spMkLst>
        </pc:spChg>
        <pc:picChg chg="add mod">
          <ac:chgData name="Sara Muneeb" userId="29b624b1-a719-43f5-9b52-388cd4043c04" providerId="ADAL" clId="{1B8306CC-3EB3-4E79-8CF8-E5FDA85816BB}" dt="2022-11-24T11:18:20.307" v="4388" actId="14100"/>
          <ac:picMkLst>
            <pc:docMk/>
            <pc:sldMk cId="2171506608" sldId="267"/>
            <ac:picMk id="5122" creationId="{3252392A-83D9-143E-6189-292FF60ABDD4}"/>
          </ac:picMkLst>
        </pc:picChg>
      </pc:sldChg>
      <pc:sldChg chg="addSp delSp modSp mod">
        <pc:chgData name="Sara Muneeb" userId="29b624b1-a719-43f5-9b52-388cd4043c04" providerId="ADAL" clId="{1B8306CC-3EB3-4E79-8CF8-E5FDA85816BB}" dt="2022-11-24T12:03:17.224" v="4751" actId="167"/>
        <pc:sldMkLst>
          <pc:docMk/>
          <pc:sldMk cId="3311259099" sldId="268"/>
        </pc:sldMkLst>
        <pc:spChg chg="mod">
          <ac:chgData name="Sara Muneeb" userId="29b624b1-a719-43f5-9b52-388cd4043c04" providerId="ADAL" clId="{1B8306CC-3EB3-4E79-8CF8-E5FDA85816BB}" dt="2022-11-24T11:19:12.629" v="4395" actId="14100"/>
          <ac:spMkLst>
            <pc:docMk/>
            <pc:sldMk cId="3311259099" sldId="268"/>
            <ac:spMk id="3" creationId="{2DF93EF8-2A26-6A8F-6F1C-2CDC47E877A7}"/>
          </ac:spMkLst>
        </pc:spChg>
        <pc:picChg chg="add del mod">
          <ac:chgData name="Sara Muneeb" userId="29b624b1-a719-43f5-9b52-388cd4043c04" providerId="ADAL" clId="{1B8306CC-3EB3-4E79-8CF8-E5FDA85816BB}" dt="2022-11-24T12:03:03.933" v="4746" actId="478"/>
          <ac:picMkLst>
            <pc:docMk/>
            <pc:sldMk cId="3311259099" sldId="268"/>
            <ac:picMk id="6146" creationId="{F082FECA-9A0C-A600-CCFB-E807CDB9B8C7}"/>
          </ac:picMkLst>
        </pc:picChg>
        <pc:picChg chg="add mod">
          <ac:chgData name="Sara Muneeb" userId="29b624b1-a719-43f5-9b52-388cd4043c04" providerId="ADAL" clId="{1B8306CC-3EB3-4E79-8CF8-E5FDA85816BB}" dt="2022-11-24T12:03:17.224" v="4751" actId="167"/>
          <ac:picMkLst>
            <pc:docMk/>
            <pc:sldMk cId="3311259099" sldId="268"/>
            <ac:picMk id="6148" creationId="{5C726ACD-5AC9-ADA9-B1A6-C80F9618DDA4}"/>
          </ac:picMkLst>
        </pc:picChg>
      </pc:sldChg>
      <pc:sldChg chg="addSp modSp mod">
        <pc:chgData name="Sara Muneeb" userId="29b624b1-a719-43f5-9b52-388cd4043c04" providerId="ADAL" clId="{1B8306CC-3EB3-4E79-8CF8-E5FDA85816BB}" dt="2022-11-24T11:22:16.191" v="4413" actId="1076"/>
        <pc:sldMkLst>
          <pc:docMk/>
          <pc:sldMk cId="4065404976" sldId="270"/>
        </pc:sldMkLst>
        <pc:spChg chg="mod">
          <ac:chgData name="Sara Muneeb" userId="29b624b1-a719-43f5-9b52-388cd4043c04" providerId="ADAL" clId="{1B8306CC-3EB3-4E79-8CF8-E5FDA85816BB}" dt="2022-11-24T11:22:02.483" v="4409" actId="123"/>
          <ac:spMkLst>
            <pc:docMk/>
            <pc:sldMk cId="4065404976" sldId="270"/>
            <ac:spMk id="3" creationId="{3668B7B5-904A-5D82-A648-17214417B13B}"/>
          </ac:spMkLst>
        </pc:spChg>
        <pc:picChg chg="add mod">
          <ac:chgData name="Sara Muneeb" userId="29b624b1-a719-43f5-9b52-388cd4043c04" providerId="ADAL" clId="{1B8306CC-3EB3-4E79-8CF8-E5FDA85816BB}" dt="2022-11-24T11:22:16.191" v="4413" actId="1076"/>
          <ac:picMkLst>
            <pc:docMk/>
            <pc:sldMk cId="4065404976" sldId="270"/>
            <ac:picMk id="7170" creationId="{06BA05AF-1CF5-BA3F-2F32-6B8C4D26A117}"/>
          </ac:picMkLst>
        </pc:picChg>
      </pc:sldChg>
      <pc:sldChg chg="addSp modSp mod">
        <pc:chgData name="Sara Muneeb" userId="29b624b1-a719-43f5-9b52-388cd4043c04" providerId="ADAL" clId="{1B8306CC-3EB3-4E79-8CF8-E5FDA85816BB}" dt="2022-11-24T11:24:13.973" v="4423" actId="1076"/>
        <pc:sldMkLst>
          <pc:docMk/>
          <pc:sldMk cId="4199156068" sldId="271"/>
        </pc:sldMkLst>
        <pc:spChg chg="mod">
          <ac:chgData name="Sara Muneeb" userId="29b624b1-a719-43f5-9b52-388cd4043c04" providerId="ADAL" clId="{1B8306CC-3EB3-4E79-8CF8-E5FDA85816BB}" dt="2022-11-24T11:22:39.320" v="4416" actId="123"/>
          <ac:spMkLst>
            <pc:docMk/>
            <pc:sldMk cId="4199156068" sldId="271"/>
            <ac:spMk id="3" creationId="{4CE737F1-D202-F669-8999-746001FD8E24}"/>
          </ac:spMkLst>
        </pc:spChg>
        <pc:picChg chg="add mod">
          <ac:chgData name="Sara Muneeb" userId="29b624b1-a719-43f5-9b52-388cd4043c04" providerId="ADAL" clId="{1B8306CC-3EB3-4E79-8CF8-E5FDA85816BB}" dt="2022-11-24T11:24:13.973" v="4423" actId="1076"/>
          <ac:picMkLst>
            <pc:docMk/>
            <pc:sldMk cId="4199156068" sldId="271"/>
            <ac:picMk id="8194" creationId="{37F93CD9-E98E-E7CC-24BB-4E1821AFC722}"/>
          </ac:picMkLst>
        </pc:picChg>
      </pc:sldChg>
      <pc:sldChg chg="addSp modSp mod">
        <pc:chgData name="Sara Muneeb" userId="29b624b1-a719-43f5-9b52-388cd4043c04" providerId="ADAL" clId="{1B8306CC-3EB3-4E79-8CF8-E5FDA85816BB}" dt="2022-11-24T11:24:59.785" v="4428" actId="1076"/>
        <pc:sldMkLst>
          <pc:docMk/>
          <pc:sldMk cId="2475071258" sldId="272"/>
        </pc:sldMkLst>
        <pc:spChg chg="mod">
          <ac:chgData name="Sara Muneeb" userId="29b624b1-a719-43f5-9b52-388cd4043c04" providerId="ADAL" clId="{1B8306CC-3EB3-4E79-8CF8-E5FDA85816BB}" dt="2022-11-23T08:23:13.957" v="1" actId="20577"/>
          <ac:spMkLst>
            <pc:docMk/>
            <pc:sldMk cId="2475071258" sldId="272"/>
            <ac:spMk id="3" creationId="{42707BE9-130D-1462-7BBD-65E4A2D07EC8}"/>
          </ac:spMkLst>
        </pc:spChg>
        <pc:picChg chg="add mod">
          <ac:chgData name="Sara Muneeb" userId="29b624b1-a719-43f5-9b52-388cd4043c04" providerId="ADAL" clId="{1B8306CC-3EB3-4E79-8CF8-E5FDA85816BB}" dt="2022-11-24T11:24:59.785" v="4428" actId="1076"/>
          <ac:picMkLst>
            <pc:docMk/>
            <pc:sldMk cId="2475071258" sldId="272"/>
            <ac:picMk id="9218" creationId="{6C0D6CEF-E2F4-384F-1F12-9371DDF793BB}"/>
          </ac:picMkLst>
        </pc:picChg>
      </pc:sldChg>
      <pc:sldChg chg="addSp delSp modSp mod">
        <pc:chgData name="Sara Muneeb" userId="29b624b1-a719-43f5-9b52-388cd4043c04" providerId="ADAL" clId="{1B8306CC-3EB3-4E79-8CF8-E5FDA85816BB}" dt="2022-11-24T11:32:19.373" v="4517" actId="404"/>
        <pc:sldMkLst>
          <pc:docMk/>
          <pc:sldMk cId="1256280144" sldId="273"/>
        </pc:sldMkLst>
        <pc:spChg chg="mod">
          <ac:chgData name="Sara Muneeb" userId="29b624b1-a719-43f5-9b52-388cd4043c04" providerId="ADAL" clId="{1B8306CC-3EB3-4E79-8CF8-E5FDA85816BB}" dt="2022-11-24T11:32:19.373" v="4517" actId="404"/>
          <ac:spMkLst>
            <pc:docMk/>
            <pc:sldMk cId="1256280144" sldId="273"/>
            <ac:spMk id="3" creationId="{515609BF-D224-9D29-E740-0DFD46317A62}"/>
          </ac:spMkLst>
        </pc:spChg>
        <pc:spChg chg="add del">
          <ac:chgData name="Sara Muneeb" userId="29b624b1-a719-43f5-9b52-388cd4043c04" providerId="ADAL" clId="{1B8306CC-3EB3-4E79-8CF8-E5FDA85816BB}" dt="2022-11-24T11:26:55.877" v="4450" actId="22"/>
          <ac:spMkLst>
            <pc:docMk/>
            <pc:sldMk cId="1256280144" sldId="273"/>
            <ac:spMk id="5" creationId="{8CEE2C5B-0A9A-031B-7BBA-7930F33CC8E0}"/>
          </ac:spMkLst>
        </pc:spChg>
        <pc:picChg chg="add mod">
          <ac:chgData name="Sara Muneeb" userId="29b624b1-a719-43f5-9b52-388cd4043c04" providerId="ADAL" clId="{1B8306CC-3EB3-4E79-8CF8-E5FDA85816BB}" dt="2022-11-24T11:27:30.067" v="4461" actId="1038"/>
          <ac:picMkLst>
            <pc:docMk/>
            <pc:sldMk cId="1256280144" sldId="273"/>
            <ac:picMk id="10242" creationId="{EF4CC3FA-0D5A-B8B0-2272-B30D7095A8F8}"/>
          </ac:picMkLst>
        </pc:picChg>
      </pc:sldChg>
      <pc:sldChg chg="modSp new mod">
        <pc:chgData name="Sara Muneeb" userId="29b624b1-a719-43f5-9b52-388cd4043c04" providerId="ADAL" clId="{1B8306CC-3EB3-4E79-8CF8-E5FDA85816BB}" dt="2022-11-24T11:32:25.937" v="4518" actId="123"/>
        <pc:sldMkLst>
          <pc:docMk/>
          <pc:sldMk cId="2120313278" sldId="274"/>
        </pc:sldMkLst>
        <pc:spChg chg="mod">
          <ac:chgData name="Sara Muneeb" userId="29b624b1-a719-43f5-9b52-388cd4043c04" providerId="ADAL" clId="{1B8306CC-3EB3-4E79-8CF8-E5FDA85816BB}" dt="2022-11-23T08:31:26.796" v="58" actId="313"/>
          <ac:spMkLst>
            <pc:docMk/>
            <pc:sldMk cId="2120313278" sldId="274"/>
            <ac:spMk id="2" creationId="{9B136D2C-CB79-B71B-EC82-BD8A2FE43C67}"/>
          </ac:spMkLst>
        </pc:spChg>
        <pc:spChg chg="mod">
          <ac:chgData name="Sara Muneeb" userId="29b624b1-a719-43f5-9b52-388cd4043c04" providerId="ADAL" clId="{1B8306CC-3EB3-4E79-8CF8-E5FDA85816BB}" dt="2022-11-24T11:32:25.937" v="4518" actId="123"/>
          <ac:spMkLst>
            <pc:docMk/>
            <pc:sldMk cId="2120313278" sldId="274"/>
            <ac:spMk id="3" creationId="{5DC79E7B-C6C1-6AB0-9100-E2E691667B18}"/>
          </ac:spMkLst>
        </pc:spChg>
      </pc:sldChg>
      <pc:sldChg chg="addSp modSp new mod">
        <pc:chgData name="Sara Muneeb" userId="29b624b1-a719-43f5-9b52-388cd4043c04" providerId="ADAL" clId="{1B8306CC-3EB3-4E79-8CF8-E5FDA85816BB}" dt="2022-11-24T11:32:30.858" v="4520" actId="404"/>
        <pc:sldMkLst>
          <pc:docMk/>
          <pc:sldMk cId="3670279967" sldId="275"/>
        </pc:sldMkLst>
        <pc:spChg chg="mod">
          <ac:chgData name="Sara Muneeb" userId="29b624b1-a719-43f5-9b52-388cd4043c04" providerId="ADAL" clId="{1B8306CC-3EB3-4E79-8CF8-E5FDA85816BB}" dt="2022-11-23T08:32:18.196" v="111" actId="20577"/>
          <ac:spMkLst>
            <pc:docMk/>
            <pc:sldMk cId="3670279967" sldId="275"/>
            <ac:spMk id="2" creationId="{F59F3CFD-DD80-ACE7-8D81-D267A47BAF8A}"/>
          </ac:spMkLst>
        </pc:spChg>
        <pc:spChg chg="mod">
          <ac:chgData name="Sara Muneeb" userId="29b624b1-a719-43f5-9b52-388cd4043c04" providerId="ADAL" clId="{1B8306CC-3EB3-4E79-8CF8-E5FDA85816BB}" dt="2022-11-24T11:32:30.858" v="4520" actId="404"/>
          <ac:spMkLst>
            <pc:docMk/>
            <pc:sldMk cId="3670279967" sldId="275"/>
            <ac:spMk id="3" creationId="{C961FF16-18D0-3F45-9132-885F488F1F38}"/>
          </ac:spMkLst>
        </pc:spChg>
        <pc:picChg chg="add mod">
          <ac:chgData name="Sara Muneeb" userId="29b624b1-a719-43f5-9b52-388cd4043c04" providerId="ADAL" clId="{1B8306CC-3EB3-4E79-8CF8-E5FDA85816BB}" dt="2022-11-24T11:29:05.819" v="4474" actId="1076"/>
          <ac:picMkLst>
            <pc:docMk/>
            <pc:sldMk cId="3670279967" sldId="275"/>
            <ac:picMk id="11266" creationId="{812542CB-F57C-221D-8EF8-4A1BC26391A7}"/>
          </ac:picMkLst>
        </pc:picChg>
      </pc:sldChg>
      <pc:sldChg chg="modSp new mod">
        <pc:chgData name="Sara Muneeb" userId="29b624b1-a719-43f5-9b52-388cd4043c04" providerId="ADAL" clId="{1B8306CC-3EB3-4E79-8CF8-E5FDA85816BB}" dt="2022-11-24T11:32:35.985" v="4521" actId="123"/>
        <pc:sldMkLst>
          <pc:docMk/>
          <pc:sldMk cId="1201384780" sldId="276"/>
        </pc:sldMkLst>
        <pc:spChg chg="mod">
          <ac:chgData name="Sara Muneeb" userId="29b624b1-a719-43f5-9b52-388cd4043c04" providerId="ADAL" clId="{1B8306CC-3EB3-4E79-8CF8-E5FDA85816BB}" dt="2022-11-24T11:29:43.440" v="4503" actId="20577"/>
          <ac:spMkLst>
            <pc:docMk/>
            <pc:sldMk cId="1201384780" sldId="276"/>
            <ac:spMk id="2" creationId="{4B1FC139-932D-7773-E70C-55A9F877E529}"/>
          </ac:spMkLst>
        </pc:spChg>
        <pc:spChg chg="mod">
          <ac:chgData name="Sara Muneeb" userId="29b624b1-a719-43f5-9b52-388cd4043c04" providerId="ADAL" clId="{1B8306CC-3EB3-4E79-8CF8-E5FDA85816BB}" dt="2022-11-24T11:32:35.985" v="4521" actId="123"/>
          <ac:spMkLst>
            <pc:docMk/>
            <pc:sldMk cId="1201384780" sldId="276"/>
            <ac:spMk id="3" creationId="{DEAB94E3-8DAA-715C-EA8E-79CAD69C1F55}"/>
          </ac:spMkLst>
        </pc:spChg>
      </pc:sldChg>
      <pc:sldChg chg="modSp new mod">
        <pc:chgData name="Sara Muneeb" userId="29b624b1-a719-43f5-9b52-388cd4043c04" providerId="ADAL" clId="{1B8306CC-3EB3-4E79-8CF8-E5FDA85816BB}" dt="2022-11-24T11:32:42.763" v="4523" actId="20577"/>
        <pc:sldMkLst>
          <pc:docMk/>
          <pc:sldMk cId="3823172309" sldId="277"/>
        </pc:sldMkLst>
        <pc:spChg chg="mod">
          <ac:chgData name="Sara Muneeb" userId="29b624b1-a719-43f5-9b52-388cd4043c04" providerId="ADAL" clId="{1B8306CC-3EB3-4E79-8CF8-E5FDA85816BB}" dt="2022-11-23T08:36:05.190" v="170" actId="20577"/>
          <ac:spMkLst>
            <pc:docMk/>
            <pc:sldMk cId="3823172309" sldId="277"/>
            <ac:spMk id="2" creationId="{7B626E82-9D22-3E18-5F14-F9F57CAD85F7}"/>
          </ac:spMkLst>
        </pc:spChg>
        <pc:spChg chg="mod">
          <ac:chgData name="Sara Muneeb" userId="29b624b1-a719-43f5-9b52-388cd4043c04" providerId="ADAL" clId="{1B8306CC-3EB3-4E79-8CF8-E5FDA85816BB}" dt="2022-11-24T11:32:42.763" v="4523" actId="20577"/>
          <ac:spMkLst>
            <pc:docMk/>
            <pc:sldMk cId="3823172309" sldId="277"/>
            <ac:spMk id="3" creationId="{D5F0E405-546F-861A-9D13-809D1DFDFE9B}"/>
          </ac:spMkLst>
        </pc:spChg>
      </pc:sldChg>
      <pc:sldChg chg="modSp new mod">
        <pc:chgData name="Sara Muneeb" userId="29b624b1-a719-43f5-9b52-388cd4043c04" providerId="ADAL" clId="{1B8306CC-3EB3-4E79-8CF8-E5FDA85816BB}" dt="2022-11-24T11:32:50.625" v="4528" actId="20577"/>
        <pc:sldMkLst>
          <pc:docMk/>
          <pc:sldMk cId="42086703" sldId="278"/>
        </pc:sldMkLst>
        <pc:spChg chg="mod">
          <ac:chgData name="Sara Muneeb" userId="29b624b1-a719-43f5-9b52-388cd4043c04" providerId="ADAL" clId="{1B8306CC-3EB3-4E79-8CF8-E5FDA85816BB}" dt="2022-11-23T08:37:51.822" v="211" actId="20577"/>
          <ac:spMkLst>
            <pc:docMk/>
            <pc:sldMk cId="42086703" sldId="278"/>
            <ac:spMk id="2" creationId="{141FE1F3-2665-2FD6-22B2-97D0343C19A9}"/>
          </ac:spMkLst>
        </pc:spChg>
        <pc:spChg chg="mod">
          <ac:chgData name="Sara Muneeb" userId="29b624b1-a719-43f5-9b52-388cd4043c04" providerId="ADAL" clId="{1B8306CC-3EB3-4E79-8CF8-E5FDA85816BB}" dt="2022-11-24T11:32:50.625" v="4528" actId="20577"/>
          <ac:spMkLst>
            <pc:docMk/>
            <pc:sldMk cId="42086703" sldId="278"/>
            <ac:spMk id="3" creationId="{2D5D4E2C-0D46-594E-F5F1-6B599D1C9520}"/>
          </ac:spMkLst>
        </pc:spChg>
      </pc:sldChg>
      <pc:sldChg chg="addSp modSp new mod">
        <pc:chgData name="Sara Muneeb" userId="29b624b1-a719-43f5-9b52-388cd4043c04" providerId="ADAL" clId="{1B8306CC-3EB3-4E79-8CF8-E5FDA85816BB}" dt="2022-11-24T11:33:38.975" v="4573" actId="1036"/>
        <pc:sldMkLst>
          <pc:docMk/>
          <pc:sldMk cId="607249761" sldId="279"/>
        </pc:sldMkLst>
        <pc:spChg chg="mod">
          <ac:chgData name="Sara Muneeb" userId="29b624b1-a719-43f5-9b52-388cd4043c04" providerId="ADAL" clId="{1B8306CC-3EB3-4E79-8CF8-E5FDA85816BB}" dt="2022-11-23T08:41:21.512" v="316" actId="20577"/>
          <ac:spMkLst>
            <pc:docMk/>
            <pc:sldMk cId="607249761" sldId="279"/>
            <ac:spMk id="2" creationId="{3C30C768-E1E2-18B4-4467-8DD551168D4E}"/>
          </ac:spMkLst>
        </pc:spChg>
        <pc:spChg chg="mod">
          <ac:chgData name="Sara Muneeb" userId="29b624b1-a719-43f5-9b52-388cd4043c04" providerId="ADAL" clId="{1B8306CC-3EB3-4E79-8CF8-E5FDA85816BB}" dt="2022-11-24T11:33:36.212" v="4568" actId="12"/>
          <ac:spMkLst>
            <pc:docMk/>
            <pc:sldMk cId="607249761" sldId="279"/>
            <ac:spMk id="3" creationId="{9F3149EA-A991-691D-D4F3-035A636EE4A2}"/>
          </ac:spMkLst>
        </pc:spChg>
        <pc:picChg chg="add mod">
          <ac:chgData name="Sara Muneeb" userId="29b624b1-a719-43f5-9b52-388cd4043c04" providerId="ADAL" clId="{1B8306CC-3EB3-4E79-8CF8-E5FDA85816BB}" dt="2022-11-24T11:33:38.975" v="4573" actId="1036"/>
          <ac:picMkLst>
            <pc:docMk/>
            <pc:sldMk cId="607249761" sldId="279"/>
            <ac:picMk id="5" creationId="{D659D4FD-8AD8-2497-B1C1-1D922529D61A}"/>
          </ac:picMkLst>
        </pc:picChg>
      </pc:sldChg>
      <pc:sldChg chg="addSp delSp modSp new mod">
        <pc:chgData name="Sara Muneeb" userId="29b624b1-a719-43f5-9b52-388cd4043c04" providerId="ADAL" clId="{1B8306CC-3EB3-4E79-8CF8-E5FDA85816BB}" dt="2022-11-24T11:32:01.079" v="4513" actId="123"/>
        <pc:sldMkLst>
          <pc:docMk/>
          <pc:sldMk cId="1915487802" sldId="280"/>
        </pc:sldMkLst>
        <pc:spChg chg="mod">
          <ac:chgData name="Sara Muneeb" userId="29b624b1-a719-43f5-9b52-388cd4043c04" providerId="ADAL" clId="{1B8306CC-3EB3-4E79-8CF8-E5FDA85816BB}" dt="2022-11-23T08:42:46.758" v="345" actId="20577"/>
          <ac:spMkLst>
            <pc:docMk/>
            <pc:sldMk cId="1915487802" sldId="280"/>
            <ac:spMk id="2" creationId="{FEB30658-A74B-8C9D-DBDB-17DC53CE3B02}"/>
          </ac:spMkLst>
        </pc:spChg>
        <pc:spChg chg="mod">
          <ac:chgData name="Sara Muneeb" userId="29b624b1-a719-43f5-9b52-388cd4043c04" providerId="ADAL" clId="{1B8306CC-3EB3-4E79-8CF8-E5FDA85816BB}" dt="2022-11-24T11:32:01.079" v="4513" actId="123"/>
          <ac:spMkLst>
            <pc:docMk/>
            <pc:sldMk cId="1915487802" sldId="280"/>
            <ac:spMk id="3" creationId="{029D93F4-A944-120B-74AA-4E960EE935C5}"/>
          </ac:spMkLst>
        </pc:spChg>
        <pc:spChg chg="add del">
          <ac:chgData name="Sara Muneeb" userId="29b624b1-a719-43f5-9b52-388cd4043c04" providerId="ADAL" clId="{1B8306CC-3EB3-4E79-8CF8-E5FDA85816BB}" dt="2022-11-24T11:31:10.514" v="4505"/>
          <ac:spMkLst>
            <pc:docMk/>
            <pc:sldMk cId="1915487802" sldId="280"/>
            <ac:spMk id="4" creationId="{5215EFB5-F634-F51A-FF0F-EFEB11F36976}"/>
          </ac:spMkLst>
        </pc:spChg>
        <pc:picChg chg="add mod">
          <ac:chgData name="Sara Muneeb" userId="29b624b1-a719-43f5-9b52-388cd4043c04" providerId="ADAL" clId="{1B8306CC-3EB3-4E79-8CF8-E5FDA85816BB}" dt="2022-11-24T11:31:57.500" v="4512" actId="1076"/>
          <ac:picMkLst>
            <pc:docMk/>
            <pc:sldMk cId="1915487802" sldId="280"/>
            <ac:picMk id="12292" creationId="{8D5A06D9-0AD9-621F-9859-9CB58F38B339}"/>
          </ac:picMkLst>
        </pc:picChg>
      </pc:sldChg>
      <pc:sldChg chg="addSp modSp new mod">
        <pc:chgData name="Sara Muneeb" userId="29b624b1-a719-43f5-9b52-388cd4043c04" providerId="ADAL" clId="{1B8306CC-3EB3-4E79-8CF8-E5FDA85816BB}" dt="2022-11-24T11:35:51.386" v="4594" actId="1076"/>
        <pc:sldMkLst>
          <pc:docMk/>
          <pc:sldMk cId="3190139180" sldId="281"/>
        </pc:sldMkLst>
        <pc:spChg chg="mod">
          <ac:chgData name="Sara Muneeb" userId="29b624b1-a719-43f5-9b52-388cd4043c04" providerId="ADAL" clId="{1B8306CC-3EB3-4E79-8CF8-E5FDA85816BB}" dt="2022-11-23T08:46:12.013" v="403" actId="20577"/>
          <ac:spMkLst>
            <pc:docMk/>
            <pc:sldMk cId="3190139180" sldId="281"/>
            <ac:spMk id="2" creationId="{0FDFE053-BB84-0BC9-304B-971A912B7E90}"/>
          </ac:spMkLst>
        </pc:spChg>
        <pc:spChg chg="mod">
          <ac:chgData name="Sara Muneeb" userId="29b624b1-a719-43f5-9b52-388cd4043c04" providerId="ADAL" clId="{1B8306CC-3EB3-4E79-8CF8-E5FDA85816BB}" dt="2022-11-24T11:34:13.590" v="4587" actId="27636"/>
          <ac:spMkLst>
            <pc:docMk/>
            <pc:sldMk cId="3190139180" sldId="281"/>
            <ac:spMk id="3" creationId="{516D0E45-CB98-FF5D-BC85-B8C72E326E1C}"/>
          </ac:spMkLst>
        </pc:spChg>
        <pc:picChg chg="add mod">
          <ac:chgData name="Sara Muneeb" userId="29b624b1-a719-43f5-9b52-388cd4043c04" providerId="ADAL" clId="{1B8306CC-3EB3-4E79-8CF8-E5FDA85816BB}" dt="2022-11-24T11:35:51.386" v="4594" actId="1076"/>
          <ac:picMkLst>
            <pc:docMk/>
            <pc:sldMk cId="3190139180" sldId="281"/>
            <ac:picMk id="14338" creationId="{3B95CEDD-426D-F78E-A8CD-7642ECF3C14E}"/>
          </ac:picMkLst>
        </pc:picChg>
      </pc:sldChg>
      <pc:sldChg chg="addSp modSp new mod">
        <pc:chgData name="Sara Muneeb" userId="29b624b1-a719-43f5-9b52-388cd4043c04" providerId="ADAL" clId="{1B8306CC-3EB3-4E79-8CF8-E5FDA85816BB}" dt="2022-11-24T11:35:18.357" v="4591" actId="1076"/>
        <pc:sldMkLst>
          <pc:docMk/>
          <pc:sldMk cId="2415073261" sldId="282"/>
        </pc:sldMkLst>
        <pc:spChg chg="mod">
          <ac:chgData name="Sara Muneeb" userId="29b624b1-a719-43f5-9b52-388cd4043c04" providerId="ADAL" clId="{1B8306CC-3EB3-4E79-8CF8-E5FDA85816BB}" dt="2022-11-23T09:23:09.829" v="463" actId="20577"/>
          <ac:spMkLst>
            <pc:docMk/>
            <pc:sldMk cId="2415073261" sldId="282"/>
            <ac:spMk id="2" creationId="{565F767A-389F-0E44-052A-64664E73D59B}"/>
          </ac:spMkLst>
        </pc:spChg>
        <pc:spChg chg="mod">
          <ac:chgData name="Sara Muneeb" userId="29b624b1-a719-43f5-9b52-388cd4043c04" providerId="ADAL" clId="{1B8306CC-3EB3-4E79-8CF8-E5FDA85816BB}" dt="2022-11-24T11:34:27.901" v="4589" actId="15"/>
          <ac:spMkLst>
            <pc:docMk/>
            <pc:sldMk cId="2415073261" sldId="282"/>
            <ac:spMk id="3" creationId="{AC5E4B85-C20C-36B3-3D21-4A7CA06123F9}"/>
          </ac:spMkLst>
        </pc:spChg>
        <pc:picChg chg="add mod">
          <ac:chgData name="Sara Muneeb" userId="29b624b1-a719-43f5-9b52-388cd4043c04" providerId="ADAL" clId="{1B8306CC-3EB3-4E79-8CF8-E5FDA85816BB}" dt="2022-11-24T11:35:18.357" v="4591" actId="1076"/>
          <ac:picMkLst>
            <pc:docMk/>
            <pc:sldMk cId="2415073261" sldId="282"/>
            <ac:picMk id="13314" creationId="{8CEFB6AA-4EE3-01F4-C210-D6FBAD12A577}"/>
          </ac:picMkLst>
        </pc:picChg>
      </pc:sldChg>
      <pc:sldChg chg="addSp delSp modSp new mod">
        <pc:chgData name="Sara Muneeb" userId="29b624b1-a719-43f5-9b52-388cd4043c04" providerId="ADAL" clId="{1B8306CC-3EB3-4E79-8CF8-E5FDA85816BB}" dt="2022-11-24T11:36:04.234" v="4597" actId="113"/>
        <pc:sldMkLst>
          <pc:docMk/>
          <pc:sldMk cId="3214258101" sldId="283"/>
        </pc:sldMkLst>
        <pc:spChg chg="mod">
          <ac:chgData name="Sara Muneeb" userId="29b624b1-a719-43f5-9b52-388cd4043c04" providerId="ADAL" clId="{1B8306CC-3EB3-4E79-8CF8-E5FDA85816BB}" dt="2022-11-23T09:25:27.262" v="552" actId="20577"/>
          <ac:spMkLst>
            <pc:docMk/>
            <pc:sldMk cId="3214258101" sldId="283"/>
            <ac:spMk id="2" creationId="{A5C40206-7549-D8DC-27DD-37510EA8596B}"/>
          </ac:spMkLst>
        </pc:spChg>
        <pc:spChg chg="mod">
          <ac:chgData name="Sara Muneeb" userId="29b624b1-a719-43f5-9b52-388cd4043c04" providerId="ADAL" clId="{1B8306CC-3EB3-4E79-8CF8-E5FDA85816BB}" dt="2022-11-24T11:36:04.234" v="4597" actId="113"/>
          <ac:spMkLst>
            <pc:docMk/>
            <pc:sldMk cId="3214258101" sldId="283"/>
            <ac:spMk id="3" creationId="{30933CDD-CDE3-C19C-F2B1-53C3354B629E}"/>
          </ac:spMkLst>
        </pc:spChg>
        <pc:picChg chg="add del">
          <ac:chgData name="Sara Muneeb" userId="29b624b1-a719-43f5-9b52-388cd4043c04" providerId="ADAL" clId="{1B8306CC-3EB3-4E79-8CF8-E5FDA85816BB}" dt="2022-11-24T11:36:03.280" v="4596"/>
          <ac:picMkLst>
            <pc:docMk/>
            <pc:sldMk cId="3214258101" sldId="283"/>
            <ac:picMk id="15362" creationId="{A91765E3-CC24-224E-593A-1258AF927527}"/>
          </ac:picMkLst>
        </pc:picChg>
      </pc:sldChg>
      <pc:sldChg chg="modSp new mod">
        <pc:chgData name="Sara Muneeb" userId="29b624b1-a719-43f5-9b52-388cd4043c04" providerId="ADAL" clId="{1B8306CC-3EB3-4E79-8CF8-E5FDA85816BB}" dt="2022-11-24T11:36:07.076" v="4598" actId="113"/>
        <pc:sldMkLst>
          <pc:docMk/>
          <pc:sldMk cId="2598223408" sldId="284"/>
        </pc:sldMkLst>
        <pc:spChg chg="mod">
          <ac:chgData name="Sara Muneeb" userId="29b624b1-a719-43f5-9b52-388cd4043c04" providerId="ADAL" clId="{1B8306CC-3EB3-4E79-8CF8-E5FDA85816BB}" dt="2022-11-24T04:57:56.270" v="629" actId="20577"/>
          <ac:spMkLst>
            <pc:docMk/>
            <pc:sldMk cId="2598223408" sldId="284"/>
            <ac:spMk id="2" creationId="{629CA22E-DE2D-3B0F-1892-A64F4353CBFC}"/>
          </ac:spMkLst>
        </pc:spChg>
        <pc:spChg chg="mod">
          <ac:chgData name="Sara Muneeb" userId="29b624b1-a719-43f5-9b52-388cd4043c04" providerId="ADAL" clId="{1B8306CC-3EB3-4E79-8CF8-E5FDA85816BB}" dt="2022-11-24T11:36:07.076" v="4598" actId="113"/>
          <ac:spMkLst>
            <pc:docMk/>
            <pc:sldMk cId="2598223408" sldId="284"/>
            <ac:spMk id="3" creationId="{A0498703-06F5-43B3-9860-B1DE926EAAF0}"/>
          </ac:spMkLst>
        </pc:spChg>
      </pc:sldChg>
      <pc:sldChg chg="modSp new mod">
        <pc:chgData name="Sara Muneeb" userId="29b624b1-a719-43f5-9b52-388cd4043c04" providerId="ADAL" clId="{1B8306CC-3EB3-4E79-8CF8-E5FDA85816BB}" dt="2022-11-24T11:36:15.114" v="4599" actId="20577"/>
        <pc:sldMkLst>
          <pc:docMk/>
          <pc:sldMk cId="1163340828" sldId="285"/>
        </pc:sldMkLst>
        <pc:spChg chg="mod">
          <ac:chgData name="Sara Muneeb" userId="29b624b1-a719-43f5-9b52-388cd4043c04" providerId="ADAL" clId="{1B8306CC-3EB3-4E79-8CF8-E5FDA85816BB}" dt="2022-11-24T04:59:13.311" v="677" actId="20577"/>
          <ac:spMkLst>
            <pc:docMk/>
            <pc:sldMk cId="1163340828" sldId="285"/>
            <ac:spMk id="2" creationId="{B7B1E24E-9C0D-6DC8-615F-FBA6FE9E0E07}"/>
          </ac:spMkLst>
        </pc:spChg>
        <pc:spChg chg="mod">
          <ac:chgData name="Sara Muneeb" userId="29b624b1-a719-43f5-9b52-388cd4043c04" providerId="ADAL" clId="{1B8306CC-3EB3-4E79-8CF8-E5FDA85816BB}" dt="2022-11-24T11:36:15.114" v="4599" actId="20577"/>
          <ac:spMkLst>
            <pc:docMk/>
            <pc:sldMk cId="1163340828" sldId="285"/>
            <ac:spMk id="3" creationId="{46E30DE5-77BA-57DA-26B6-8236C957DDBE}"/>
          </ac:spMkLst>
        </pc:spChg>
      </pc:sldChg>
      <pc:sldChg chg="modSp new mod">
        <pc:chgData name="Sara Muneeb" userId="29b624b1-a719-43f5-9b52-388cd4043c04" providerId="ADAL" clId="{1B8306CC-3EB3-4E79-8CF8-E5FDA85816BB}" dt="2022-11-24T11:36:37.209" v="4603" actId="27636"/>
        <pc:sldMkLst>
          <pc:docMk/>
          <pc:sldMk cId="3764304900" sldId="286"/>
        </pc:sldMkLst>
        <pc:spChg chg="mod">
          <ac:chgData name="Sara Muneeb" userId="29b624b1-a719-43f5-9b52-388cd4043c04" providerId="ADAL" clId="{1B8306CC-3EB3-4E79-8CF8-E5FDA85816BB}" dt="2022-11-24T05:00:28.237" v="700" actId="20577"/>
          <ac:spMkLst>
            <pc:docMk/>
            <pc:sldMk cId="3764304900" sldId="286"/>
            <ac:spMk id="2" creationId="{686205B4-D4A0-248D-FBDB-29ACE4CF9819}"/>
          </ac:spMkLst>
        </pc:spChg>
        <pc:spChg chg="mod">
          <ac:chgData name="Sara Muneeb" userId="29b624b1-a719-43f5-9b52-388cd4043c04" providerId="ADAL" clId="{1B8306CC-3EB3-4E79-8CF8-E5FDA85816BB}" dt="2022-11-24T11:36:37.209" v="4603" actId="27636"/>
          <ac:spMkLst>
            <pc:docMk/>
            <pc:sldMk cId="3764304900" sldId="286"/>
            <ac:spMk id="3" creationId="{5C5C3B9C-C314-AD0D-1F92-A0B3316DDC1E}"/>
          </ac:spMkLst>
        </pc:spChg>
      </pc:sldChg>
      <pc:sldChg chg="addSp modSp new mod">
        <pc:chgData name="Sara Muneeb" userId="29b624b1-a719-43f5-9b52-388cd4043c04" providerId="ADAL" clId="{1B8306CC-3EB3-4E79-8CF8-E5FDA85816BB}" dt="2022-11-24T11:38:35.685" v="4610" actId="1076"/>
        <pc:sldMkLst>
          <pc:docMk/>
          <pc:sldMk cId="610554424" sldId="287"/>
        </pc:sldMkLst>
        <pc:spChg chg="mod">
          <ac:chgData name="Sara Muneeb" userId="29b624b1-a719-43f5-9b52-388cd4043c04" providerId="ADAL" clId="{1B8306CC-3EB3-4E79-8CF8-E5FDA85816BB}" dt="2022-11-24T05:02:42.714" v="778" actId="20577"/>
          <ac:spMkLst>
            <pc:docMk/>
            <pc:sldMk cId="610554424" sldId="287"/>
            <ac:spMk id="2" creationId="{6772C05C-17FF-F418-0C5E-9E7E817277A5}"/>
          </ac:spMkLst>
        </pc:spChg>
        <pc:spChg chg="mod">
          <ac:chgData name="Sara Muneeb" userId="29b624b1-a719-43f5-9b52-388cd4043c04" providerId="ADAL" clId="{1B8306CC-3EB3-4E79-8CF8-E5FDA85816BB}" dt="2022-11-24T11:38:24.484" v="4607" actId="404"/>
          <ac:spMkLst>
            <pc:docMk/>
            <pc:sldMk cId="610554424" sldId="287"/>
            <ac:spMk id="3" creationId="{A1DAB5FA-AC2E-CEBD-7DB0-AEAE6EF479DE}"/>
          </ac:spMkLst>
        </pc:spChg>
        <pc:picChg chg="add mod">
          <ac:chgData name="Sara Muneeb" userId="29b624b1-a719-43f5-9b52-388cd4043c04" providerId="ADAL" clId="{1B8306CC-3EB3-4E79-8CF8-E5FDA85816BB}" dt="2022-11-24T11:38:35.685" v="4610" actId="1076"/>
          <ac:picMkLst>
            <pc:docMk/>
            <pc:sldMk cId="610554424" sldId="287"/>
            <ac:picMk id="16386" creationId="{55BC60D7-2199-C470-C37B-9A4D00D7157C}"/>
          </ac:picMkLst>
        </pc:picChg>
      </pc:sldChg>
      <pc:sldChg chg="addSp modSp new mod">
        <pc:chgData name="Sara Muneeb" userId="29b624b1-a719-43f5-9b52-388cd4043c04" providerId="ADAL" clId="{1B8306CC-3EB3-4E79-8CF8-E5FDA85816BB}" dt="2022-11-24T11:40:13.918" v="4624" actId="1076"/>
        <pc:sldMkLst>
          <pc:docMk/>
          <pc:sldMk cId="3020482031" sldId="288"/>
        </pc:sldMkLst>
        <pc:spChg chg="mod">
          <ac:chgData name="Sara Muneeb" userId="29b624b1-a719-43f5-9b52-388cd4043c04" providerId="ADAL" clId="{1B8306CC-3EB3-4E79-8CF8-E5FDA85816BB}" dt="2022-11-24T05:05:16.591" v="930" actId="20577"/>
          <ac:spMkLst>
            <pc:docMk/>
            <pc:sldMk cId="3020482031" sldId="288"/>
            <ac:spMk id="2" creationId="{F2744C4F-2ADA-2E7B-CF1B-114BCAF2B132}"/>
          </ac:spMkLst>
        </pc:spChg>
        <pc:spChg chg="mod">
          <ac:chgData name="Sara Muneeb" userId="29b624b1-a719-43f5-9b52-388cd4043c04" providerId="ADAL" clId="{1B8306CC-3EB3-4E79-8CF8-E5FDA85816BB}" dt="2022-11-24T11:39:08.751" v="4613" actId="123"/>
          <ac:spMkLst>
            <pc:docMk/>
            <pc:sldMk cId="3020482031" sldId="288"/>
            <ac:spMk id="3" creationId="{19C5CC02-8DA8-62C1-0037-BCEA7F71F149}"/>
          </ac:spMkLst>
        </pc:spChg>
        <pc:picChg chg="add mod">
          <ac:chgData name="Sara Muneeb" userId="29b624b1-a719-43f5-9b52-388cd4043c04" providerId="ADAL" clId="{1B8306CC-3EB3-4E79-8CF8-E5FDA85816BB}" dt="2022-11-24T11:40:13.918" v="4624" actId="1076"/>
          <ac:picMkLst>
            <pc:docMk/>
            <pc:sldMk cId="3020482031" sldId="288"/>
            <ac:picMk id="17410" creationId="{948F2CE4-FFB7-DAC0-1604-CD041BBB9FA5}"/>
          </ac:picMkLst>
        </pc:picChg>
      </pc:sldChg>
      <pc:sldChg chg="addSp modSp new mod">
        <pc:chgData name="Sara Muneeb" userId="29b624b1-a719-43f5-9b52-388cd4043c04" providerId="ADAL" clId="{1B8306CC-3EB3-4E79-8CF8-E5FDA85816BB}" dt="2022-11-24T11:43:21.851" v="4674" actId="1076"/>
        <pc:sldMkLst>
          <pc:docMk/>
          <pc:sldMk cId="25240944" sldId="289"/>
        </pc:sldMkLst>
        <pc:spChg chg="mod">
          <ac:chgData name="Sara Muneeb" userId="29b624b1-a719-43f5-9b52-388cd4043c04" providerId="ADAL" clId="{1B8306CC-3EB3-4E79-8CF8-E5FDA85816BB}" dt="2022-11-24T11:40:21.707" v="4626" actId="1076"/>
          <ac:spMkLst>
            <pc:docMk/>
            <pc:sldMk cId="25240944" sldId="289"/>
            <ac:spMk id="2" creationId="{924E335E-C24A-8A3A-4A6D-C61E74A4BE8C}"/>
          </ac:spMkLst>
        </pc:spChg>
        <pc:spChg chg="mod">
          <ac:chgData name="Sara Muneeb" userId="29b624b1-a719-43f5-9b52-388cd4043c04" providerId="ADAL" clId="{1B8306CC-3EB3-4E79-8CF8-E5FDA85816BB}" dt="2022-11-24T11:40:18.604" v="4625" actId="123"/>
          <ac:spMkLst>
            <pc:docMk/>
            <pc:sldMk cId="25240944" sldId="289"/>
            <ac:spMk id="3" creationId="{A8CFFD53-F00D-7ED9-03D3-7BB250350ABE}"/>
          </ac:spMkLst>
        </pc:spChg>
        <pc:picChg chg="add mod">
          <ac:chgData name="Sara Muneeb" userId="29b624b1-a719-43f5-9b52-388cd4043c04" providerId="ADAL" clId="{1B8306CC-3EB3-4E79-8CF8-E5FDA85816BB}" dt="2022-11-24T11:43:21.851" v="4674" actId="1076"/>
          <ac:picMkLst>
            <pc:docMk/>
            <pc:sldMk cId="25240944" sldId="289"/>
            <ac:picMk id="19458" creationId="{DD4303E1-7061-A7B7-BF23-D797FA4DC869}"/>
          </ac:picMkLst>
        </pc:picChg>
      </pc:sldChg>
      <pc:sldChg chg="addSp modSp new mod">
        <pc:chgData name="Sara Muneeb" userId="29b624b1-a719-43f5-9b52-388cd4043c04" providerId="ADAL" clId="{1B8306CC-3EB3-4E79-8CF8-E5FDA85816BB}" dt="2022-11-24T05:31:04.303" v="1072" actId="1076"/>
        <pc:sldMkLst>
          <pc:docMk/>
          <pc:sldMk cId="2249725786" sldId="290"/>
        </pc:sldMkLst>
        <pc:spChg chg="mod">
          <ac:chgData name="Sara Muneeb" userId="29b624b1-a719-43f5-9b52-388cd4043c04" providerId="ADAL" clId="{1B8306CC-3EB3-4E79-8CF8-E5FDA85816BB}" dt="2022-11-24T05:19:08.607" v="1058" actId="20577"/>
          <ac:spMkLst>
            <pc:docMk/>
            <pc:sldMk cId="2249725786" sldId="290"/>
            <ac:spMk id="2" creationId="{7167DA18-9C6C-9FFA-B00E-21186D41D72B}"/>
          </ac:spMkLst>
        </pc:spChg>
        <pc:spChg chg="mod">
          <ac:chgData name="Sara Muneeb" userId="29b624b1-a719-43f5-9b52-388cd4043c04" providerId="ADAL" clId="{1B8306CC-3EB3-4E79-8CF8-E5FDA85816BB}" dt="2022-11-24T05:29:50.013" v="1069" actId="20577"/>
          <ac:spMkLst>
            <pc:docMk/>
            <pc:sldMk cId="2249725786" sldId="290"/>
            <ac:spMk id="3" creationId="{DD43358B-1CD1-3E3D-CFE0-A750DB203430}"/>
          </ac:spMkLst>
        </pc:spChg>
        <pc:picChg chg="add mod">
          <ac:chgData name="Sara Muneeb" userId="29b624b1-a719-43f5-9b52-388cd4043c04" providerId="ADAL" clId="{1B8306CC-3EB3-4E79-8CF8-E5FDA85816BB}" dt="2022-11-24T05:31:04.303" v="1072" actId="1076"/>
          <ac:picMkLst>
            <pc:docMk/>
            <pc:sldMk cId="2249725786" sldId="290"/>
            <ac:picMk id="5" creationId="{333A8F63-F6ED-E063-25A5-187770B4C88C}"/>
          </ac:picMkLst>
        </pc:picChg>
      </pc:sldChg>
      <pc:sldChg chg="modSp new mod">
        <pc:chgData name="Sara Muneeb" userId="29b624b1-a719-43f5-9b52-388cd4043c04" providerId="ADAL" clId="{1B8306CC-3EB3-4E79-8CF8-E5FDA85816BB}" dt="2022-11-24T07:12:55.802" v="1216" actId="20577"/>
        <pc:sldMkLst>
          <pc:docMk/>
          <pc:sldMk cId="3610408976" sldId="291"/>
        </pc:sldMkLst>
        <pc:spChg chg="mod">
          <ac:chgData name="Sara Muneeb" userId="29b624b1-a719-43f5-9b52-388cd4043c04" providerId="ADAL" clId="{1B8306CC-3EB3-4E79-8CF8-E5FDA85816BB}" dt="2022-11-24T05:32:05.976" v="1089" actId="313"/>
          <ac:spMkLst>
            <pc:docMk/>
            <pc:sldMk cId="3610408976" sldId="291"/>
            <ac:spMk id="2" creationId="{58CF2B64-DA17-50C7-24CE-FDD09F661064}"/>
          </ac:spMkLst>
        </pc:spChg>
        <pc:spChg chg="mod">
          <ac:chgData name="Sara Muneeb" userId="29b624b1-a719-43f5-9b52-388cd4043c04" providerId="ADAL" clId="{1B8306CC-3EB3-4E79-8CF8-E5FDA85816BB}" dt="2022-11-24T07:12:55.802" v="1216" actId="20577"/>
          <ac:spMkLst>
            <pc:docMk/>
            <pc:sldMk cId="3610408976" sldId="291"/>
            <ac:spMk id="3" creationId="{666BA441-274D-6F01-D3D0-443A4E071061}"/>
          </ac:spMkLst>
        </pc:spChg>
      </pc:sldChg>
      <pc:sldChg chg="addSp delSp modSp new mod">
        <pc:chgData name="Sara Muneeb" userId="29b624b1-a719-43f5-9b52-388cd4043c04" providerId="ADAL" clId="{1B8306CC-3EB3-4E79-8CF8-E5FDA85816BB}" dt="2022-11-24T11:48:59.801" v="4681" actId="1076"/>
        <pc:sldMkLst>
          <pc:docMk/>
          <pc:sldMk cId="192924341" sldId="292"/>
        </pc:sldMkLst>
        <pc:spChg chg="mod">
          <ac:chgData name="Sara Muneeb" userId="29b624b1-a719-43f5-9b52-388cd4043c04" providerId="ADAL" clId="{1B8306CC-3EB3-4E79-8CF8-E5FDA85816BB}" dt="2022-11-24T07:14:14.476" v="1264" actId="20577"/>
          <ac:spMkLst>
            <pc:docMk/>
            <pc:sldMk cId="192924341" sldId="292"/>
            <ac:spMk id="2" creationId="{BFC93EED-57E1-89DE-A6EB-5AA0A4EB356E}"/>
          </ac:spMkLst>
        </pc:spChg>
        <pc:spChg chg="mod">
          <ac:chgData name="Sara Muneeb" userId="29b624b1-a719-43f5-9b52-388cd4043c04" providerId="ADAL" clId="{1B8306CC-3EB3-4E79-8CF8-E5FDA85816BB}" dt="2022-11-24T07:32:39.235" v="1286" actId="20577"/>
          <ac:spMkLst>
            <pc:docMk/>
            <pc:sldMk cId="192924341" sldId="292"/>
            <ac:spMk id="3" creationId="{E5686BDE-1F3E-CDC6-1F17-58236D66E4D3}"/>
          </ac:spMkLst>
        </pc:spChg>
        <pc:spChg chg="add del">
          <ac:chgData name="Sara Muneeb" userId="29b624b1-a719-43f5-9b52-388cd4043c04" providerId="ADAL" clId="{1B8306CC-3EB3-4E79-8CF8-E5FDA85816BB}" dt="2022-11-24T11:48:37.730" v="4676" actId="22"/>
          <ac:spMkLst>
            <pc:docMk/>
            <pc:sldMk cId="192924341" sldId="292"/>
            <ac:spMk id="5" creationId="{3DCB70B1-375E-3115-73CD-B7A3573479FB}"/>
          </ac:spMkLst>
        </pc:spChg>
        <pc:picChg chg="add mod">
          <ac:chgData name="Sara Muneeb" userId="29b624b1-a719-43f5-9b52-388cd4043c04" providerId="ADAL" clId="{1B8306CC-3EB3-4E79-8CF8-E5FDA85816BB}" dt="2022-11-24T11:48:59.801" v="4681" actId="1076"/>
          <ac:picMkLst>
            <pc:docMk/>
            <pc:sldMk cId="192924341" sldId="292"/>
            <ac:picMk id="7" creationId="{8590D1DC-CA73-F254-6546-B65CC01190B4}"/>
          </ac:picMkLst>
        </pc:picChg>
      </pc:sldChg>
      <pc:sldChg chg="modSp new mod">
        <pc:chgData name="Sara Muneeb" userId="29b624b1-a719-43f5-9b52-388cd4043c04" providerId="ADAL" clId="{1B8306CC-3EB3-4E79-8CF8-E5FDA85816BB}" dt="2022-11-24T08:06:29.704" v="1474" actId="20577"/>
        <pc:sldMkLst>
          <pc:docMk/>
          <pc:sldMk cId="2012698245" sldId="293"/>
        </pc:sldMkLst>
        <pc:spChg chg="mod">
          <ac:chgData name="Sara Muneeb" userId="29b624b1-a719-43f5-9b52-388cd4043c04" providerId="ADAL" clId="{1B8306CC-3EB3-4E79-8CF8-E5FDA85816BB}" dt="2022-11-24T07:32:54.729" v="1312" actId="20577"/>
          <ac:spMkLst>
            <pc:docMk/>
            <pc:sldMk cId="2012698245" sldId="293"/>
            <ac:spMk id="2" creationId="{3E5C9015-ACAC-6C7B-76AC-7CB638C817D7}"/>
          </ac:spMkLst>
        </pc:spChg>
        <pc:spChg chg="mod">
          <ac:chgData name="Sara Muneeb" userId="29b624b1-a719-43f5-9b52-388cd4043c04" providerId="ADAL" clId="{1B8306CC-3EB3-4E79-8CF8-E5FDA85816BB}" dt="2022-11-24T08:06:29.704" v="1474" actId="20577"/>
          <ac:spMkLst>
            <pc:docMk/>
            <pc:sldMk cId="2012698245" sldId="293"/>
            <ac:spMk id="3" creationId="{5BA8928C-F98C-7DFC-71C2-A665537505D7}"/>
          </ac:spMkLst>
        </pc:spChg>
      </pc:sldChg>
      <pc:sldChg chg="addSp modSp new mod">
        <pc:chgData name="Sara Muneeb" userId="29b624b1-a719-43f5-9b52-388cd4043c04" providerId="ADAL" clId="{1B8306CC-3EB3-4E79-8CF8-E5FDA85816BB}" dt="2022-11-24T11:51:28.448" v="4687" actId="1076"/>
        <pc:sldMkLst>
          <pc:docMk/>
          <pc:sldMk cId="4002966167" sldId="294"/>
        </pc:sldMkLst>
        <pc:spChg chg="mod">
          <ac:chgData name="Sara Muneeb" userId="29b624b1-a719-43f5-9b52-388cd4043c04" providerId="ADAL" clId="{1B8306CC-3EB3-4E79-8CF8-E5FDA85816BB}" dt="2022-11-24T08:06:51.339" v="1504" actId="20577"/>
          <ac:spMkLst>
            <pc:docMk/>
            <pc:sldMk cId="4002966167" sldId="294"/>
            <ac:spMk id="2" creationId="{34980EB5-294F-2FB4-381F-89DEA1FCA92C}"/>
          </ac:spMkLst>
        </pc:spChg>
        <pc:spChg chg="mod">
          <ac:chgData name="Sara Muneeb" userId="29b624b1-a719-43f5-9b52-388cd4043c04" providerId="ADAL" clId="{1B8306CC-3EB3-4E79-8CF8-E5FDA85816BB}" dt="2022-11-24T11:50:42.621" v="4682" actId="404"/>
          <ac:spMkLst>
            <pc:docMk/>
            <pc:sldMk cId="4002966167" sldId="294"/>
            <ac:spMk id="3" creationId="{7CE30D16-7612-6188-8F6C-3CD7AB3FBE0E}"/>
          </ac:spMkLst>
        </pc:spChg>
        <pc:picChg chg="add mod">
          <ac:chgData name="Sara Muneeb" userId="29b624b1-a719-43f5-9b52-388cd4043c04" providerId="ADAL" clId="{1B8306CC-3EB3-4E79-8CF8-E5FDA85816BB}" dt="2022-11-24T11:51:28.448" v="4687" actId="1076"/>
          <ac:picMkLst>
            <pc:docMk/>
            <pc:sldMk cId="4002966167" sldId="294"/>
            <ac:picMk id="20482" creationId="{2029C145-B0E5-D260-E82F-B848C2A4E656}"/>
          </ac:picMkLst>
        </pc:picChg>
      </pc:sldChg>
      <pc:sldChg chg="addSp delSp modSp new mod">
        <pc:chgData name="Sara Muneeb" userId="29b624b1-a719-43f5-9b52-388cd4043c04" providerId="ADAL" clId="{1B8306CC-3EB3-4E79-8CF8-E5FDA85816BB}" dt="2022-11-24T08:35:31.896" v="1872" actId="1076"/>
        <pc:sldMkLst>
          <pc:docMk/>
          <pc:sldMk cId="2954718911" sldId="295"/>
        </pc:sldMkLst>
        <pc:spChg chg="mod">
          <ac:chgData name="Sara Muneeb" userId="29b624b1-a719-43f5-9b52-388cd4043c04" providerId="ADAL" clId="{1B8306CC-3EB3-4E79-8CF8-E5FDA85816BB}" dt="2022-11-24T08:10:45.934" v="1742" actId="20577"/>
          <ac:spMkLst>
            <pc:docMk/>
            <pc:sldMk cId="2954718911" sldId="295"/>
            <ac:spMk id="2" creationId="{01C4B72A-536F-6921-B729-C8266336B751}"/>
          </ac:spMkLst>
        </pc:spChg>
        <pc:spChg chg="mod">
          <ac:chgData name="Sara Muneeb" userId="29b624b1-a719-43f5-9b52-388cd4043c04" providerId="ADAL" clId="{1B8306CC-3EB3-4E79-8CF8-E5FDA85816BB}" dt="2022-11-24T08:35:21.620" v="1870" actId="12"/>
          <ac:spMkLst>
            <pc:docMk/>
            <pc:sldMk cId="2954718911" sldId="295"/>
            <ac:spMk id="3" creationId="{1DBCD4F1-DF04-623C-3D1D-093457240F75}"/>
          </ac:spMkLst>
        </pc:spChg>
        <pc:picChg chg="add del mod">
          <ac:chgData name="Sara Muneeb" userId="29b624b1-a719-43f5-9b52-388cd4043c04" providerId="ADAL" clId="{1B8306CC-3EB3-4E79-8CF8-E5FDA85816BB}" dt="2022-11-24T08:33:41.579" v="1859" actId="22"/>
          <ac:picMkLst>
            <pc:docMk/>
            <pc:sldMk cId="2954718911" sldId="295"/>
            <ac:picMk id="5" creationId="{FB69387B-2CBF-8945-B1F0-64F377DB0355}"/>
          </ac:picMkLst>
        </pc:picChg>
        <pc:picChg chg="add mod">
          <ac:chgData name="Sara Muneeb" userId="29b624b1-a719-43f5-9b52-388cd4043c04" providerId="ADAL" clId="{1B8306CC-3EB3-4E79-8CF8-E5FDA85816BB}" dt="2022-11-24T08:35:31.896" v="1872" actId="1076"/>
          <ac:picMkLst>
            <pc:docMk/>
            <pc:sldMk cId="2954718911" sldId="295"/>
            <ac:picMk id="7" creationId="{EADE9130-86E2-4438-5FCF-84693FFE9111}"/>
          </ac:picMkLst>
        </pc:picChg>
        <pc:picChg chg="add mod">
          <ac:chgData name="Sara Muneeb" userId="29b624b1-a719-43f5-9b52-388cd4043c04" providerId="ADAL" clId="{1B8306CC-3EB3-4E79-8CF8-E5FDA85816BB}" dt="2022-11-24T08:35:27.037" v="1871" actId="1076"/>
          <ac:picMkLst>
            <pc:docMk/>
            <pc:sldMk cId="2954718911" sldId="295"/>
            <ac:picMk id="9" creationId="{296AAAF1-288A-7AF6-5E64-B49CA0BEB002}"/>
          </ac:picMkLst>
        </pc:picChg>
      </pc:sldChg>
      <pc:sldChg chg="modSp new mod">
        <pc:chgData name="Sara Muneeb" userId="29b624b1-a719-43f5-9b52-388cd4043c04" providerId="ADAL" clId="{1B8306CC-3EB3-4E79-8CF8-E5FDA85816BB}" dt="2022-11-24T08:49:03.248" v="1967" actId="313"/>
        <pc:sldMkLst>
          <pc:docMk/>
          <pc:sldMk cId="2279228112" sldId="296"/>
        </pc:sldMkLst>
        <pc:spChg chg="mod">
          <ac:chgData name="Sara Muneeb" userId="29b624b1-a719-43f5-9b52-388cd4043c04" providerId="ADAL" clId="{1B8306CC-3EB3-4E79-8CF8-E5FDA85816BB}" dt="2022-11-24T08:43:55.146" v="1897" actId="20577"/>
          <ac:spMkLst>
            <pc:docMk/>
            <pc:sldMk cId="2279228112" sldId="296"/>
            <ac:spMk id="2" creationId="{567F79EC-979D-6F94-3F84-2EFE683A47B5}"/>
          </ac:spMkLst>
        </pc:spChg>
        <pc:spChg chg="mod">
          <ac:chgData name="Sara Muneeb" userId="29b624b1-a719-43f5-9b52-388cd4043c04" providerId="ADAL" clId="{1B8306CC-3EB3-4E79-8CF8-E5FDA85816BB}" dt="2022-11-24T08:49:03.248" v="1967" actId="313"/>
          <ac:spMkLst>
            <pc:docMk/>
            <pc:sldMk cId="2279228112" sldId="296"/>
            <ac:spMk id="3" creationId="{914AE1A0-784A-0E42-A404-2EAFF373518E}"/>
          </ac:spMkLst>
        </pc:spChg>
      </pc:sldChg>
      <pc:sldChg chg="modSp new mod">
        <pc:chgData name="Sara Muneeb" userId="29b624b1-a719-43f5-9b52-388cd4043c04" providerId="ADAL" clId="{1B8306CC-3EB3-4E79-8CF8-E5FDA85816BB}" dt="2022-11-24T08:54:03.187" v="2063" actId="20577"/>
        <pc:sldMkLst>
          <pc:docMk/>
          <pc:sldMk cId="3713014717" sldId="297"/>
        </pc:sldMkLst>
        <pc:spChg chg="mod">
          <ac:chgData name="Sara Muneeb" userId="29b624b1-a719-43f5-9b52-388cd4043c04" providerId="ADAL" clId="{1B8306CC-3EB3-4E79-8CF8-E5FDA85816BB}" dt="2022-11-24T08:54:03.187" v="2063" actId="20577"/>
          <ac:spMkLst>
            <pc:docMk/>
            <pc:sldMk cId="3713014717" sldId="297"/>
            <ac:spMk id="2" creationId="{CF41B6F6-149D-3B6B-A9D6-4112F8721D4A}"/>
          </ac:spMkLst>
        </pc:spChg>
        <pc:spChg chg="mod">
          <ac:chgData name="Sara Muneeb" userId="29b624b1-a719-43f5-9b52-388cd4043c04" providerId="ADAL" clId="{1B8306CC-3EB3-4E79-8CF8-E5FDA85816BB}" dt="2022-11-24T08:53:46.259" v="2048" actId="20577"/>
          <ac:spMkLst>
            <pc:docMk/>
            <pc:sldMk cId="3713014717" sldId="297"/>
            <ac:spMk id="3" creationId="{4506F793-12B5-D854-4197-B9E2DE91BE83}"/>
          </ac:spMkLst>
        </pc:spChg>
      </pc:sldChg>
      <pc:sldChg chg="addSp modSp new mod">
        <pc:chgData name="Sara Muneeb" userId="29b624b1-a719-43f5-9b52-388cd4043c04" providerId="ADAL" clId="{1B8306CC-3EB3-4E79-8CF8-E5FDA85816BB}" dt="2022-11-24T11:54:11.623" v="4697" actId="1035"/>
        <pc:sldMkLst>
          <pc:docMk/>
          <pc:sldMk cId="1079184309" sldId="298"/>
        </pc:sldMkLst>
        <pc:spChg chg="mod">
          <ac:chgData name="Sara Muneeb" userId="29b624b1-a719-43f5-9b52-388cd4043c04" providerId="ADAL" clId="{1B8306CC-3EB3-4E79-8CF8-E5FDA85816BB}" dt="2022-11-24T08:55:54.038" v="2078" actId="20577"/>
          <ac:spMkLst>
            <pc:docMk/>
            <pc:sldMk cId="1079184309" sldId="298"/>
            <ac:spMk id="2" creationId="{6F3D9098-A51A-3F59-0C0C-D3232A8DD1A6}"/>
          </ac:spMkLst>
        </pc:spChg>
        <pc:spChg chg="mod">
          <ac:chgData name="Sara Muneeb" userId="29b624b1-a719-43f5-9b52-388cd4043c04" providerId="ADAL" clId="{1B8306CC-3EB3-4E79-8CF8-E5FDA85816BB}" dt="2022-11-24T11:53:54.890" v="4691" actId="27636"/>
          <ac:spMkLst>
            <pc:docMk/>
            <pc:sldMk cId="1079184309" sldId="298"/>
            <ac:spMk id="3" creationId="{406A3422-C74B-8AD9-A388-61CBF49CA8A3}"/>
          </ac:spMkLst>
        </pc:spChg>
        <pc:picChg chg="add mod">
          <ac:chgData name="Sara Muneeb" userId="29b624b1-a719-43f5-9b52-388cd4043c04" providerId="ADAL" clId="{1B8306CC-3EB3-4E79-8CF8-E5FDA85816BB}" dt="2022-11-24T11:54:11.623" v="4697" actId="1035"/>
          <ac:picMkLst>
            <pc:docMk/>
            <pc:sldMk cId="1079184309" sldId="298"/>
            <ac:picMk id="21506" creationId="{DBFE2996-69B7-B12B-9744-A9C9F0A570C1}"/>
          </ac:picMkLst>
        </pc:picChg>
      </pc:sldChg>
      <pc:sldChg chg="addSp modSp new mod">
        <pc:chgData name="Sara Muneeb" userId="29b624b1-a719-43f5-9b52-388cd4043c04" providerId="ADAL" clId="{1B8306CC-3EB3-4E79-8CF8-E5FDA85816BB}" dt="2022-11-24T11:56:50.553" v="4710" actId="1076"/>
        <pc:sldMkLst>
          <pc:docMk/>
          <pc:sldMk cId="3554821673" sldId="299"/>
        </pc:sldMkLst>
        <pc:spChg chg="mod">
          <ac:chgData name="Sara Muneeb" userId="29b624b1-a719-43f5-9b52-388cd4043c04" providerId="ADAL" clId="{1B8306CC-3EB3-4E79-8CF8-E5FDA85816BB}" dt="2022-11-24T09:42:27.543" v="2330" actId="27636"/>
          <ac:spMkLst>
            <pc:docMk/>
            <pc:sldMk cId="3554821673" sldId="299"/>
            <ac:spMk id="2" creationId="{940E9095-42F1-EF09-EF95-10E4264582DF}"/>
          </ac:spMkLst>
        </pc:spChg>
        <pc:spChg chg="mod">
          <ac:chgData name="Sara Muneeb" userId="29b624b1-a719-43f5-9b52-388cd4043c04" providerId="ADAL" clId="{1B8306CC-3EB3-4E79-8CF8-E5FDA85816BB}" dt="2022-11-24T11:54:54.147" v="4705" actId="404"/>
          <ac:spMkLst>
            <pc:docMk/>
            <pc:sldMk cId="3554821673" sldId="299"/>
            <ac:spMk id="3" creationId="{075BE98F-06AF-986B-CE65-8CA2D8F443D6}"/>
          </ac:spMkLst>
        </pc:spChg>
        <pc:picChg chg="add mod">
          <ac:chgData name="Sara Muneeb" userId="29b624b1-a719-43f5-9b52-388cd4043c04" providerId="ADAL" clId="{1B8306CC-3EB3-4E79-8CF8-E5FDA85816BB}" dt="2022-11-24T11:56:50.553" v="4710" actId="1076"/>
          <ac:picMkLst>
            <pc:docMk/>
            <pc:sldMk cId="3554821673" sldId="299"/>
            <ac:picMk id="22530" creationId="{7CB7C35A-A324-0CD7-775C-68A553458B3B}"/>
          </ac:picMkLst>
        </pc:picChg>
      </pc:sldChg>
      <pc:sldChg chg="modSp new mod">
        <pc:chgData name="Sara Muneeb" userId="29b624b1-a719-43f5-9b52-388cd4043c04" providerId="ADAL" clId="{1B8306CC-3EB3-4E79-8CF8-E5FDA85816BB}" dt="2022-11-24T11:57:21.079" v="4714" actId="404"/>
        <pc:sldMkLst>
          <pc:docMk/>
          <pc:sldMk cId="3411595474" sldId="300"/>
        </pc:sldMkLst>
        <pc:spChg chg="mod">
          <ac:chgData name="Sara Muneeb" userId="29b624b1-a719-43f5-9b52-388cd4043c04" providerId="ADAL" clId="{1B8306CC-3EB3-4E79-8CF8-E5FDA85816BB}" dt="2022-11-24T09:47:54.902" v="2414" actId="27636"/>
          <ac:spMkLst>
            <pc:docMk/>
            <pc:sldMk cId="3411595474" sldId="300"/>
            <ac:spMk id="2" creationId="{80814ABE-4C5F-D456-4642-783E160F0F6B}"/>
          </ac:spMkLst>
        </pc:spChg>
        <pc:spChg chg="mod">
          <ac:chgData name="Sara Muneeb" userId="29b624b1-a719-43f5-9b52-388cd4043c04" providerId="ADAL" clId="{1B8306CC-3EB3-4E79-8CF8-E5FDA85816BB}" dt="2022-11-24T11:57:21.079" v="4714" actId="404"/>
          <ac:spMkLst>
            <pc:docMk/>
            <pc:sldMk cId="3411595474" sldId="300"/>
            <ac:spMk id="3" creationId="{62E8D667-FA40-8FA1-AE8C-46C79E54E8AC}"/>
          </ac:spMkLst>
        </pc:spChg>
      </pc:sldChg>
      <pc:sldChg chg="modSp new mod">
        <pc:chgData name="Sara Muneeb" userId="29b624b1-a719-43f5-9b52-388cd4043c04" providerId="ADAL" clId="{1B8306CC-3EB3-4E79-8CF8-E5FDA85816BB}" dt="2022-11-24T09:54:51.220" v="2489" actId="113"/>
        <pc:sldMkLst>
          <pc:docMk/>
          <pc:sldMk cId="7699154" sldId="301"/>
        </pc:sldMkLst>
        <pc:spChg chg="mod">
          <ac:chgData name="Sara Muneeb" userId="29b624b1-a719-43f5-9b52-388cd4043c04" providerId="ADAL" clId="{1B8306CC-3EB3-4E79-8CF8-E5FDA85816BB}" dt="2022-11-24T09:53:32.056" v="2465" actId="20577"/>
          <ac:spMkLst>
            <pc:docMk/>
            <pc:sldMk cId="7699154" sldId="301"/>
            <ac:spMk id="2" creationId="{A8AFD7B7-09AB-8F4B-10F8-65E529F5DC63}"/>
          </ac:spMkLst>
        </pc:spChg>
        <pc:spChg chg="mod">
          <ac:chgData name="Sara Muneeb" userId="29b624b1-a719-43f5-9b52-388cd4043c04" providerId="ADAL" clId="{1B8306CC-3EB3-4E79-8CF8-E5FDA85816BB}" dt="2022-11-24T09:54:51.220" v="2489" actId="113"/>
          <ac:spMkLst>
            <pc:docMk/>
            <pc:sldMk cId="7699154" sldId="301"/>
            <ac:spMk id="3" creationId="{FF37BB46-61C3-0C33-B21F-A99FB16761A9}"/>
          </ac:spMkLst>
        </pc:spChg>
      </pc:sldChg>
      <pc:sldChg chg="addSp modSp new mod">
        <pc:chgData name="Sara Muneeb" userId="29b624b1-a719-43f5-9b52-388cd4043c04" providerId="ADAL" clId="{1B8306CC-3EB3-4E79-8CF8-E5FDA85816BB}" dt="2022-11-24T11:59:26.097" v="4725" actId="1038"/>
        <pc:sldMkLst>
          <pc:docMk/>
          <pc:sldMk cId="4157430830" sldId="302"/>
        </pc:sldMkLst>
        <pc:spChg chg="mod">
          <ac:chgData name="Sara Muneeb" userId="29b624b1-a719-43f5-9b52-388cd4043c04" providerId="ADAL" clId="{1B8306CC-3EB3-4E79-8CF8-E5FDA85816BB}" dt="2022-11-24T09:55:28.190" v="2515" actId="20577"/>
          <ac:spMkLst>
            <pc:docMk/>
            <pc:sldMk cId="4157430830" sldId="302"/>
            <ac:spMk id="2" creationId="{C6AC2039-29A4-2757-AC0F-7546CC9051F7}"/>
          </ac:spMkLst>
        </pc:spChg>
        <pc:spChg chg="mod">
          <ac:chgData name="Sara Muneeb" userId="29b624b1-a719-43f5-9b52-388cd4043c04" providerId="ADAL" clId="{1B8306CC-3EB3-4E79-8CF8-E5FDA85816BB}" dt="2022-11-24T11:59:18.759" v="4721" actId="404"/>
          <ac:spMkLst>
            <pc:docMk/>
            <pc:sldMk cId="4157430830" sldId="302"/>
            <ac:spMk id="3" creationId="{BEA08236-1F99-9EC5-F475-C073BE48C886}"/>
          </ac:spMkLst>
        </pc:spChg>
        <pc:picChg chg="add mod">
          <ac:chgData name="Sara Muneeb" userId="29b624b1-a719-43f5-9b52-388cd4043c04" providerId="ADAL" clId="{1B8306CC-3EB3-4E79-8CF8-E5FDA85816BB}" dt="2022-11-24T11:59:26.097" v="4725" actId="1038"/>
          <ac:picMkLst>
            <pc:docMk/>
            <pc:sldMk cId="4157430830" sldId="302"/>
            <ac:picMk id="23554" creationId="{9A5D8A4C-28F4-E2D7-2FF9-F03C9906D21D}"/>
          </ac:picMkLst>
        </pc:picChg>
      </pc:sldChg>
      <pc:sldChg chg="modSp new mod">
        <pc:chgData name="Sara Muneeb" userId="29b624b1-a719-43f5-9b52-388cd4043c04" providerId="ADAL" clId="{1B8306CC-3EB3-4E79-8CF8-E5FDA85816BB}" dt="2022-11-24T11:57:48.669" v="4717" actId="27636"/>
        <pc:sldMkLst>
          <pc:docMk/>
          <pc:sldMk cId="3213821226" sldId="303"/>
        </pc:sldMkLst>
        <pc:spChg chg="mod">
          <ac:chgData name="Sara Muneeb" userId="29b624b1-a719-43f5-9b52-388cd4043c04" providerId="ADAL" clId="{1B8306CC-3EB3-4E79-8CF8-E5FDA85816BB}" dt="2022-11-24T10:13:45.314" v="2606" actId="20577"/>
          <ac:spMkLst>
            <pc:docMk/>
            <pc:sldMk cId="3213821226" sldId="303"/>
            <ac:spMk id="2" creationId="{E72C69F9-E230-68A9-DFDF-19F4D50BE409}"/>
          </ac:spMkLst>
        </pc:spChg>
        <pc:spChg chg="mod">
          <ac:chgData name="Sara Muneeb" userId="29b624b1-a719-43f5-9b52-388cd4043c04" providerId="ADAL" clId="{1B8306CC-3EB3-4E79-8CF8-E5FDA85816BB}" dt="2022-11-24T11:57:48.669" v="4717" actId="27636"/>
          <ac:spMkLst>
            <pc:docMk/>
            <pc:sldMk cId="3213821226" sldId="303"/>
            <ac:spMk id="3" creationId="{21C0CB35-F569-4C1A-9714-0934B6B016BD}"/>
          </ac:spMkLst>
        </pc:spChg>
      </pc:sldChg>
      <pc:sldChg chg="addSp delSp modSp new mod">
        <pc:chgData name="Sara Muneeb" userId="29b624b1-a719-43f5-9b52-388cd4043c04" providerId="ADAL" clId="{1B8306CC-3EB3-4E79-8CF8-E5FDA85816BB}" dt="2022-11-24T11:59:34.428" v="4727"/>
        <pc:sldMkLst>
          <pc:docMk/>
          <pc:sldMk cId="205969955" sldId="304"/>
        </pc:sldMkLst>
        <pc:spChg chg="mod">
          <ac:chgData name="Sara Muneeb" userId="29b624b1-a719-43f5-9b52-388cd4043c04" providerId="ADAL" clId="{1B8306CC-3EB3-4E79-8CF8-E5FDA85816BB}" dt="2022-11-24T10:23:21.172" v="2905" actId="20577"/>
          <ac:spMkLst>
            <pc:docMk/>
            <pc:sldMk cId="205969955" sldId="304"/>
            <ac:spMk id="2" creationId="{59EDAADF-DB3C-B3E9-F9AC-A29CDF480C61}"/>
          </ac:spMkLst>
        </pc:spChg>
        <pc:spChg chg="mod">
          <ac:chgData name="Sara Muneeb" userId="29b624b1-a719-43f5-9b52-388cd4043c04" providerId="ADAL" clId="{1B8306CC-3EB3-4E79-8CF8-E5FDA85816BB}" dt="2022-11-24T10:30:35.142" v="3165" actId="12"/>
          <ac:spMkLst>
            <pc:docMk/>
            <pc:sldMk cId="205969955" sldId="304"/>
            <ac:spMk id="3" creationId="{041A3197-57B2-A947-D811-762DEEEF086F}"/>
          </ac:spMkLst>
        </pc:spChg>
        <pc:picChg chg="add del">
          <ac:chgData name="Sara Muneeb" userId="29b624b1-a719-43f5-9b52-388cd4043c04" providerId="ADAL" clId="{1B8306CC-3EB3-4E79-8CF8-E5FDA85816BB}" dt="2022-11-24T11:59:34.428" v="4727"/>
          <ac:picMkLst>
            <pc:docMk/>
            <pc:sldMk cId="205969955" sldId="304"/>
            <ac:picMk id="24578" creationId="{975E1A08-541A-4228-3A2F-791B35956053}"/>
          </ac:picMkLst>
        </pc:picChg>
      </pc:sldChg>
      <pc:sldChg chg="new del">
        <pc:chgData name="Sara Muneeb" userId="29b624b1-a719-43f5-9b52-388cd4043c04" providerId="ADAL" clId="{1B8306CC-3EB3-4E79-8CF8-E5FDA85816BB}" dt="2022-11-24T10:27:34.731" v="2990" actId="680"/>
        <pc:sldMkLst>
          <pc:docMk/>
          <pc:sldMk cId="1649074358" sldId="305"/>
        </pc:sldMkLst>
      </pc:sldChg>
      <pc:sldChg chg="modSp new mod">
        <pc:chgData name="Sara Muneeb" userId="29b624b1-a719-43f5-9b52-388cd4043c04" providerId="ADAL" clId="{1B8306CC-3EB3-4E79-8CF8-E5FDA85816BB}" dt="2022-11-24T10:29:20.088" v="3152" actId="20577"/>
        <pc:sldMkLst>
          <pc:docMk/>
          <pc:sldMk cId="3459373187" sldId="305"/>
        </pc:sldMkLst>
        <pc:spChg chg="mod">
          <ac:chgData name="Sara Muneeb" userId="29b624b1-a719-43f5-9b52-388cd4043c04" providerId="ADAL" clId="{1B8306CC-3EB3-4E79-8CF8-E5FDA85816BB}" dt="2022-11-24T10:29:20.088" v="3152" actId="20577"/>
          <ac:spMkLst>
            <pc:docMk/>
            <pc:sldMk cId="3459373187" sldId="305"/>
            <ac:spMk id="2" creationId="{068DA0F8-3C29-6025-D483-DBE990837F51}"/>
          </ac:spMkLst>
        </pc:spChg>
        <pc:spChg chg="mod">
          <ac:chgData name="Sara Muneeb" userId="29b624b1-a719-43f5-9b52-388cd4043c04" providerId="ADAL" clId="{1B8306CC-3EB3-4E79-8CF8-E5FDA85816BB}" dt="2022-11-24T10:28:51.649" v="3082" actId="20577"/>
          <ac:spMkLst>
            <pc:docMk/>
            <pc:sldMk cId="3459373187" sldId="305"/>
            <ac:spMk id="3" creationId="{2E210046-3551-69E3-8C76-8F85698BD25E}"/>
          </ac:spMkLst>
        </pc:spChg>
      </pc:sldChg>
      <pc:sldChg chg="modSp new mod">
        <pc:chgData name="Sara Muneeb" userId="29b624b1-a719-43f5-9b52-388cd4043c04" providerId="ADAL" clId="{1B8306CC-3EB3-4E79-8CF8-E5FDA85816BB}" dt="2022-11-24T10:35:21.082" v="3453" actId="20577"/>
        <pc:sldMkLst>
          <pc:docMk/>
          <pc:sldMk cId="4049550503" sldId="306"/>
        </pc:sldMkLst>
        <pc:spChg chg="mod">
          <ac:chgData name="Sara Muneeb" userId="29b624b1-a719-43f5-9b52-388cd4043c04" providerId="ADAL" clId="{1B8306CC-3EB3-4E79-8CF8-E5FDA85816BB}" dt="2022-11-24T10:31:00.801" v="3238" actId="5793"/>
          <ac:spMkLst>
            <pc:docMk/>
            <pc:sldMk cId="4049550503" sldId="306"/>
            <ac:spMk id="2" creationId="{4B20DD38-0E13-D1FD-6048-A4706F94108D}"/>
          </ac:spMkLst>
        </pc:spChg>
        <pc:spChg chg="mod">
          <ac:chgData name="Sara Muneeb" userId="29b624b1-a719-43f5-9b52-388cd4043c04" providerId="ADAL" clId="{1B8306CC-3EB3-4E79-8CF8-E5FDA85816BB}" dt="2022-11-24T10:35:21.082" v="3453" actId="20577"/>
          <ac:spMkLst>
            <pc:docMk/>
            <pc:sldMk cId="4049550503" sldId="306"/>
            <ac:spMk id="3" creationId="{58D86EDB-7F35-2AED-D0E4-92D4F01F4FFD}"/>
          </ac:spMkLst>
        </pc:spChg>
      </pc:sldChg>
      <pc:sldChg chg="addSp modSp new mod">
        <pc:chgData name="Sara Muneeb" userId="29b624b1-a719-43f5-9b52-388cd4043c04" providerId="ADAL" clId="{1B8306CC-3EB3-4E79-8CF8-E5FDA85816BB}" dt="2022-11-24T12:03:51.813" v="4764" actId="1076"/>
        <pc:sldMkLst>
          <pc:docMk/>
          <pc:sldMk cId="3508365302" sldId="307"/>
        </pc:sldMkLst>
        <pc:spChg chg="mod">
          <ac:chgData name="Sara Muneeb" userId="29b624b1-a719-43f5-9b52-388cd4043c04" providerId="ADAL" clId="{1B8306CC-3EB3-4E79-8CF8-E5FDA85816BB}" dt="2022-11-24T12:01:59.605" v="4741" actId="1076"/>
          <ac:spMkLst>
            <pc:docMk/>
            <pc:sldMk cId="3508365302" sldId="307"/>
            <ac:spMk id="2" creationId="{7B5E9CC3-D0D9-9D5C-7409-D8BD4166D6DF}"/>
          </ac:spMkLst>
        </pc:spChg>
        <pc:spChg chg="mod">
          <ac:chgData name="Sara Muneeb" userId="29b624b1-a719-43f5-9b52-388cd4043c04" providerId="ADAL" clId="{1B8306CC-3EB3-4E79-8CF8-E5FDA85816BB}" dt="2022-11-24T12:03:46.807" v="4763" actId="27636"/>
          <ac:spMkLst>
            <pc:docMk/>
            <pc:sldMk cId="3508365302" sldId="307"/>
            <ac:spMk id="3" creationId="{FF247BA7-6989-810E-ADED-30950E657166}"/>
          </ac:spMkLst>
        </pc:spChg>
        <pc:picChg chg="add mod">
          <ac:chgData name="Sara Muneeb" userId="29b624b1-a719-43f5-9b52-388cd4043c04" providerId="ADAL" clId="{1B8306CC-3EB3-4E79-8CF8-E5FDA85816BB}" dt="2022-11-24T12:03:51.813" v="4764" actId="1076"/>
          <ac:picMkLst>
            <pc:docMk/>
            <pc:sldMk cId="3508365302" sldId="307"/>
            <ac:picMk id="27650" creationId="{6BC705AD-23A0-98B5-E979-90021F59DE16}"/>
          </ac:picMkLst>
        </pc:picChg>
      </pc:sldChg>
      <pc:sldChg chg="addSp delSp modSp new mod">
        <pc:chgData name="Sara Muneeb" userId="29b624b1-a719-43f5-9b52-388cd4043c04" providerId="ADAL" clId="{1B8306CC-3EB3-4E79-8CF8-E5FDA85816BB}" dt="2022-11-24T12:01:41.122" v="4735" actId="21"/>
        <pc:sldMkLst>
          <pc:docMk/>
          <pc:sldMk cId="4222737946" sldId="308"/>
        </pc:sldMkLst>
        <pc:spChg chg="mod">
          <ac:chgData name="Sara Muneeb" userId="29b624b1-a719-43f5-9b52-388cd4043c04" providerId="ADAL" clId="{1B8306CC-3EB3-4E79-8CF8-E5FDA85816BB}" dt="2022-11-24T10:35:54.183" v="3485" actId="20577"/>
          <ac:spMkLst>
            <pc:docMk/>
            <pc:sldMk cId="4222737946" sldId="308"/>
            <ac:spMk id="2" creationId="{CD039781-C82B-D524-1F58-C60AA86A1ABF}"/>
          </ac:spMkLst>
        </pc:spChg>
        <pc:spChg chg="mod">
          <ac:chgData name="Sara Muneeb" userId="29b624b1-a719-43f5-9b52-388cd4043c04" providerId="ADAL" clId="{1B8306CC-3EB3-4E79-8CF8-E5FDA85816BB}" dt="2022-11-24T10:38:59.471" v="3527" actId="20577"/>
          <ac:spMkLst>
            <pc:docMk/>
            <pc:sldMk cId="4222737946" sldId="308"/>
            <ac:spMk id="3" creationId="{B4A5A0A9-508B-F934-482A-25EE62AA377F}"/>
          </ac:spMkLst>
        </pc:spChg>
        <pc:picChg chg="add mod">
          <ac:chgData name="Sara Muneeb" userId="29b624b1-a719-43f5-9b52-388cd4043c04" providerId="ADAL" clId="{1B8306CC-3EB3-4E79-8CF8-E5FDA85816BB}" dt="2022-11-24T10:38:38.909" v="3515" actId="1036"/>
          <ac:picMkLst>
            <pc:docMk/>
            <pc:sldMk cId="4222737946" sldId="308"/>
            <ac:picMk id="5" creationId="{4AC397E4-D5F1-6C99-6613-9094D049B35E}"/>
          </ac:picMkLst>
        </pc:picChg>
        <pc:picChg chg="add del">
          <ac:chgData name="Sara Muneeb" userId="29b624b1-a719-43f5-9b52-388cd4043c04" providerId="ADAL" clId="{1B8306CC-3EB3-4E79-8CF8-E5FDA85816BB}" dt="2022-11-24T12:00:42.591" v="4729"/>
          <ac:picMkLst>
            <pc:docMk/>
            <pc:sldMk cId="4222737946" sldId="308"/>
            <ac:picMk id="25602" creationId="{A7C81F33-99AF-8524-8B22-94BBB0C032B2}"/>
          </ac:picMkLst>
        </pc:picChg>
        <pc:picChg chg="add del mod">
          <ac:chgData name="Sara Muneeb" userId="29b624b1-a719-43f5-9b52-388cd4043c04" providerId="ADAL" clId="{1B8306CC-3EB3-4E79-8CF8-E5FDA85816BB}" dt="2022-11-24T12:01:41.122" v="4735" actId="21"/>
          <ac:picMkLst>
            <pc:docMk/>
            <pc:sldMk cId="4222737946" sldId="308"/>
            <ac:picMk id="25604" creationId="{AB0923D3-5981-96E2-7D96-5744425E6E00}"/>
          </ac:picMkLst>
        </pc:picChg>
      </pc:sldChg>
      <pc:sldChg chg="addSp modSp new mod">
        <pc:chgData name="Sara Muneeb" userId="29b624b1-a719-43f5-9b52-388cd4043c04" providerId="ADAL" clId="{1B8306CC-3EB3-4E79-8CF8-E5FDA85816BB}" dt="2022-11-24T12:01:52.455" v="4739" actId="14100"/>
        <pc:sldMkLst>
          <pc:docMk/>
          <pc:sldMk cId="547706082" sldId="309"/>
        </pc:sldMkLst>
        <pc:spChg chg="mod">
          <ac:chgData name="Sara Muneeb" userId="29b624b1-a719-43f5-9b52-388cd4043c04" providerId="ADAL" clId="{1B8306CC-3EB3-4E79-8CF8-E5FDA85816BB}" dt="2022-11-24T10:44:31.377" v="3890" actId="20577"/>
          <ac:spMkLst>
            <pc:docMk/>
            <pc:sldMk cId="547706082" sldId="309"/>
            <ac:spMk id="2" creationId="{A74D2103-BA48-E854-BFCE-D16CCC773739}"/>
          </ac:spMkLst>
        </pc:spChg>
        <pc:spChg chg="mod">
          <ac:chgData name="Sara Muneeb" userId="29b624b1-a719-43f5-9b52-388cd4043c04" providerId="ADAL" clId="{1B8306CC-3EB3-4E79-8CF8-E5FDA85816BB}" dt="2022-11-24T10:45:36.328" v="3989" actId="20577"/>
          <ac:spMkLst>
            <pc:docMk/>
            <pc:sldMk cId="547706082" sldId="309"/>
            <ac:spMk id="3" creationId="{D936C0C1-4891-4916-AD25-90383B103B5F}"/>
          </ac:spMkLst>
        </pc:spChg>
        <pc:picChg chg="add mod">
          <ac:chgData name="Sara Muneeb" userId="29b624b1-a719-43f5-9b52-388cd4043c04" providerId="ADAL" clId="{1B8306CC-3EB3-4E79-8CF8-E5FDA85816BB}" dt="2022-11-24T12:01:52.455" v="4739" actId="14100"/>
          <ac:picMkLst>
            <pc:docMk/>
            <pc:sldMk cId="547706082" sldId="309"/>
            <ac:picMk id="4" creationId="{DDB0FB50-B2D3-F9E9-AB2B-405CDE446558}"/>
          </ac:picMkLst>
        </pc:picChg>
      </pc:sldChg>
      <pc:sldChg chg="modSp new mod">
        <pc:chgData name="Sara Muneeb" userId="29b624b1-a719-43f5-9b52-388cd4043c04" providerId="ADAL" clId="{1B8306CC-3EB3-4E79-8CF8-E5FDA85816BB}" dt="2022-11-24T10:50:05.086" v="4072" actId="20577"/>
        <pc:sldMkLst>
          <pc:docMk/>
          <pc:sldMk cId="321608399" sldId="310"/>
        </pc:sldMkLst>
        <pc:spChg chg="mod">
          <ac:chgData name="Sara Muneeb" userId="29b624b1-a719-43f5-9b52-388cd4043c04" providerId="ADAL" clId="{1B8306CC-3EB3-4E79-8CF8-E5FDA85816BB}" dt="2022-11-24T10:43:01.214" v="3835"/>
          <ac:spMkLst>
            <pc:docMk/>
            <pc:sldMk cId="321608399" sldId="310"/>
            <ac:spMk id="2" creationId="{A5E3C3BB-227D-BDBD-4B24-3A48D06F1CBB}"/>
          </ac:spMkLst>
        </pc:spChg>
        <pc:spChg chg="mod">
          <ac:chgData name="Sara Muneeb" userId="29b624b1-a719-43f5-9b52-388cd4043c04" providerId="ADAL" clId="{1B8306CC-3EB3-4E79-8CF8-E5FDA85816BB}" dt="2022-11-24T10:50:05.086" v="4072" actId="20577"/>
          <ac:spMkLst>
            <pc:docMk/>
            <pc:sldMk cId="321608399" sldId="310"/>
            <ac:spMk id="3" creationId="{4819D49A-F136-C5C7-B2D9-947C73702B52}"/>
          </ac:spMkLst>
        </pc:spChg>
      </pc:sldChg>
      <pc:sldChg chg="modSp new mod">
        <pc:chgData name="Sara Muneeb" userId="29b624b1-a719-43f5-9b52-388cd4043c04" providerId="ADAL" clId="{1B8306CC-3EB3-4E79-8CF8-E5FDA85816BB}" dt="2022-11-24T10:48:04.239" v="4013" actId="20577"/>
        <pc:sldMkLst>
          <pc:docMk/>
          <pc:sldMk cId="90341570" sldId="311"/>
        </pc:sldMkLst>
        <pc:spChg chg="mod">
          <ac:chgData name="Sara Muneeb" userId="29b624b1-a719-43f5-9b52-388cd4043c04" providerId="ADAL" clId="{1B8306CC-3EB3-4E79-8CF8-E5FDA85816BB}" dt="2022-11-24T10:44:18.400" v="3877" actId="20577"/>
          <ac:spMkLst>
            <pc:docMk/>
            <pc:sldMk cId="90341570" sldId="311"/>
            <ac:spMk id="2" creationId="{84444D5B-E391-3811-3D38-76E9CACDA23E}"/>
          </ac:spMkLst>
        </pc:spChg>
        <pc:spChg chg="mod">
          <ac:chgData name="Sara Muneeb" userId="29b624b1-a719-43f5-9b52-388cd4043c04" providerId="ADAL" clId="{1B8306CC-3EB3-4E79-8CF8-E5FDA85816BB}" dt="2022-11-24T10:48:04.239" v="4013" actId="20577"/>
          <ac:spMkLst>
            <pc:docMk/>
            <pc:sldMk cId="90341570" sldId="311"/>
            <ac:spMk id="3" creationId="{92033375-1F0E-6368-B3D8-E09CC1E1B24F}"/>
          </ac:spMkLst>
        </pc:spChg>
      </pc:sldChg>
      <pc:sldChg chg="modSp new mod">
        <pc:chgData name="Sara Muneeb" userId="29b624b1-a719-43f5-9b52-388cd4043c04" providerId="ADAL" clId="{1B8306CC-3EB3-4E79-8CF8-E5FDA85816BB}" dt="2022-11-24T10:54:56.003" v="4115" actId="15"/>
        <pc:sldMkLst>
          <pc:docMk/>
          <pc:sldMk cId="1394940076" sldId="312"/>
        </pc:sldMkLst>
        <pc:spChg chg="mod">
          <ac:chgData name="Sara Muneeb" userId="29b624b1-a719-43f5-9b52-388cd4043c04" providerId="ADAL" clId="{1B8306CC-3EB3-4E79-8CF8-E5FDA85816BB}" dt="2022-11-24T10:50:36.580" v="4075" actId="27636"/>
          <ac:spMkLst>
            <pc:docMk/>
            <pc:sldMk cId="1394940076" sldId="312"/>
            <ac:spMk id="2" creationId="{AA5059E0-C53A-D83C-A72C-C074F9479661}"/>
          </ac:spMkLst>
        </pc:spChg>
        <pc:spChg chg="mod">
          <ac:chgData name="Sara Muneeb" userId="29b624b1-a719-43f5-9b52-388cd4043c04" providerId="ADAL" clId="{1B8306CC-3EB3-4E79-8CF8-E5FDA85816BB}" dt="2022-11-24T10:54:56.003" v="4115" actId="15"/>
          <ac:spMkLst>
            <pc:docMk/>
            <pc:sldMk cId="1394940076" sldId="312"/>
            <ac:spMk id="3" creationId="{E6307010-5A7D-5458-56C2-3E4E2BFA5B79}"/>
          </ac:spMkLst>
        </pc:spChg>
      </pc:sldChg>
      <pc:sldChg chg="modSp new mod">
        <pc:chgData name="Sara Muneeb" userId="29b624b1-a719-43f5-9b52-388cd4043c04" providerId="ADAL" clId="{1B8306CC-3EB3-4E79-8CF8-E5FDA85816BB}" dt="2022-11-24T10:58:28.645" v="4319" actId="5793"/>
        <pc:sldMkLst>
          <pc:docMk/>
          <pc:sldMk cId="1759940775" sldId="313"/>
        </pc:sldMkLst>
        <pc:spChg chg="mod">
          <ac:chgData name="Sara Muneeb" userId="29b624b1-a719-43f5-9b52-388cd4043c04" providerId="ADAL" clId="{1B8306CC-3EB3-4E79-8CF8-E5FDA85816BB}" dt="2022-11-24T10:55:34.739" v="4160" actId="20577"/>
          <ac:spMkLst>
            <pc:docMk/>
            <pc:sldMk cId="1759940775" sldId="313"/>
            <ac:spMk id="2" creationId="{DA49BFFC-5ED9-458E-895F-2E8C83D8443F}"/>
          </ac:spMkLst>
        </pc:spChg>
        <pc:spChg chg="mod">
          <ac:chgData name="Sara Muneeb" userId="29b624b1-a719-43f5-9b52-388cd4043c04" providerId="ADAL" clId="{1B8306CC-3EB3-4E79-8CF8-E5FDA85816BB}" dt="2022-11-24T10:58:28.645" v="4319" actId="5793"/>
          <ac:spMkLst>
            <pc:docMk/>
            <pc:sldMk cId="1759940775" sldId="313"/>
            <ac:spMk id="3" creationId="{E3CF96C1-26D7-2E6C-77C4-C81826D8B6B1}"/>
          </ac:spMkLst>
        </pc:spChg>
      </pc:sldChg>
      <pc:sldChg chg="addSp delSp modSp new mod">
        <pc:chgData name="Sara Muneeb" userId="29b624b1-a719-43f5-9b52-388cd4043c04" providerId="ADAL" clId="{1B8306CC-3EB3-4E79-8CF8-E5FDA85816BB}" dt="2022-11-24T11:42:35.780" v="4672" actId="1038"/>
        <pc:sldMkLst>
          <pc:docMk/>
          <pc:sldMk cId="2269165914" sldId="314"/>
        </pc:sldMkLst>
        <pc:spChg chg="mod">
          <ac:chgData name="Sara Muneeb" userId="29b624b1-a719-43f5-9b52-388cd4043c04" providerId="ADAL" clId="{1B8306CC-3EB3-4E79-8CF8-E5FDA85816BB}" dt="2022-11-24T11:42:22.896" v="4665" actId="20577"/>
          <ac:spMkLst>
            <pc:docMk/>
            <pc:sldMk cId="2269165914" sldId="314"/>
            <ac:spMk id="2" creationId="{442D5E17-8E50-0FA5-1330-B9939D194DD1}"/>
          </ac:spMkLst>
        </pc:spChg>
        <pc:spChg chg="del">
          <ac:chgData name="Sara Muneeb" userId="29b624b1-a719-43f5-9b52-388cd4043c04" providerId="ADAL" clId="{1B8306CC-3EB3-4E79-8CF8-E5FDA85816BB}" dt="2022-11-24T11:42:24.889" v="4666"/>
          <ac:spMkLst>
            <pc:docMk/>
            <pc:sldMk cId="2269165914" sldId="314"/>
            <ac:spMk id="3" creationId="{5620B0A8-B123-8275-B2CF-8F74308E82F8}"/>
          </ac:spMkLst>
        </pc:spChg>
        <pc:picChg chg="add mod">
          <ac:chgData name="Sara Muneeb" userId="29b624b1-a719-43f5-9b52-388cd4043c04" providerId="ADAL" clId="{1B8306CC-3EB3-4E79-8CF8-E5FDA85816BB}" dt="2022-11-24T11:42:35.780" v="4672" actId="1038"/>
          <ac:picMkLst>
            <pc:docMk/>
            <pc:sldMk cId="2269165914" sldId="314"/>
            <ac:picMk id="18434" creationId="{919B1EF3-7DC6-7CC1-7E96-978841A4795D}"/>
          </ac:picMkLst>
        </pc:picChg>
      </pc:sldChg>
      <pc:sldChg chg="addSp delSp modSp new mod">
        <pc:chgData name="Sara Muneeb" userId="29b624b1-a719-43f5-9b52-388cd4043c04" providerId="ADAL" clId="{1B8306CC-3EB3-4E79-8CF8-E5FDA85816BB}" dt="2022-11-24T12:05:25.182" v="4772" actId="1036"/>
        <pc:sldMkLst>
          <pc:docMk/>
          <pc:sldMk cId="1574604444" sldId="315"/>
        </pc:sldMkLst>
        <pc:spChg chg="mod">
          <ac:chgData name="Sara Muneeb" userId="29b624b1-a719-43f5-9b52-388cd4043c04" providerId="ADAL" clId="{1B8306CC-3EB3-4E79-8CF8-E5FDA85816BB}" dt="2022-11-24T12:04:57.910" v="4769" actId="27636"/>
          <ac:spMkLst>
            <pc:docMk/>
            <pc:sldMk cId="1574604444" sldId="315"/>
            <ac:spMk id="2" creationId="{F109F66B-A911-9E23-BA92-F15E4B37EA4A}"/>
          </ac:spMkLst>
        </pc:spChg>
        <pc:spChg chg="del">
          <ac:chgData name="Sara Muneeb" userId="29b624b1-a719-43f5-9b52-388cd4043c04" providerId="ADAL" clId="{1B8306CC-3EB3-4E79-8CF8-E5FDA85816BB}" dt="2022-11-24T12:05:23.393" v="4770" actId="22"/>
          <ac:spMkLst>
            <pc:docMk/>
            <pc:sldMk cId="1574604444" sldId="315"/>
            <ac:spMk id="3" creationId="{A16CFD3F-00AF-8E25-DC4C-68747FBF8C88}"/>
          </ac:spMkLst>
        </pc:spChg>
        <pc:picChg chg="add mod ord">
          <ac:chgData name="Sara Muneeb" userId="29b624b1-a719-43f5-9b52-388cd4043c04" providerId="ADAL" clId="{1B8306CC-3EB3-4E79-8CF8-E5FDA85816BB}" dt="2022-11-24T12:05:25.182" v="4772" actId="1036"/>
          <ac:picMkLst>
            <pc:docMk/>
            <pc:sldMk cId="1574604444" sldId="315"/>
            <ac:picMk id="5" creationId="{D177AB57-7D50-2C82-F263-1D522F4DECD5}"/>
          </ac:picMkLst>
        </pc:picChg>
      </pc:sldChg>
      <pc:sldChg chg="addSp delSp modSp new mod">
        <pc:chgData name="Sara Muneeb" userId="29b624b1-a719-43f5-9b52-388cd4043c04" providerId="ADAL" clId="{1B8306CC-3EB3-4E79-8CF8-E5FDA85816BB}" dt="2022-11-24T12:08:04.972" v="4806" actId="34135"/>
        <pc:sldMkLst>
          <pc:docMk/>
          <pc:sldMk cId="3785957644" sldId="316"/>
        </pc:sldMkLst>
        <pc:spChg chg="mod">
          <ac:chgData name="Sara Muneeb" userId="29b624b1-a719-43f5-9b52-388cd4043c04" providerId="ADAL" clId="{1B8306CC-3EB3-4E79-8CF8-E5FDA85816BB}" dt="2022-11-24T12:05:37.557" v="4775" actId="27636"/>
          <ac:spMkLst>
            <pc:docMk/>
            <pc:sldMk cId="3785957644" sldId="316"/>
            <ac:spMk id="2" creationId="{052A27D5-E33A-462A-0BA4-74F0A7A24B1B}"/>
          </ac:spMkLst>
        </pc:spChg>
        <pc:spChg chg="del">
          <ac:chgData name="Sara Muneeb" userId="29b624b1-a719-43f5-9b52-388cd4043c04" providerId="ADAL" clId="{1B8306CC-3EB3-4E79-8CF8-E5FDA85816BB}" dt="2022-11-24T12:06:00.076" v="4776" actId="22"/>
          <ac:spMkLst>
            <pc:docMk/>
            <pc:sldMk cId="3785957644" sldId="316"/>
            <ac:spMk id="3" creationId="{EB3235C8-2FA9-448C-B61B-BB50FC6223EB}"/>
          </ac:spMkLst>
        </pc:spChg>
        <pc:picChg chg="add mod ord">
          <ac:chgData name="Sara Muneeb" userId="29b624b1-a719-43f5-9b52-388cd4043c04" providerId="ADAL" clId="{1B8306CC-3EB3-4E79-8CF8-E5FDA85816BB}" dt="2022-11-24T12:08:04.972" v="4806" actId="34135"/>
          <ac:picMkLst>
            <pc:docMk/>
            <pc:sldMk cId="3785957644" sldId="316"/>
            <ac:picMk id="5" creationId="{1110FC61-8DD6-0F49-4CB9-945CE4A2DFAF}"/>
          </ac:picMkLst>
        </pc:picChg>
        <pc:picChg chg="add mod">
          <ac:chgData name="Sara Muneeb" userId="29b624b1-a719-43f5-9b52-388cd4043c04" providerId="ADAL" clId="{1B8306CC-3EB3-4E79-8CF8-E5FDA85816BB}" dt="2022-11-24T12:08:04.972" v="4806" actId="34135"/>
          <ac:picMkLst>
            <pc:docMk/>
            <pc:sldMk cId="3785957644" sldId="316"/>
            <ac:picMk id="7" creationId="{B085A071-B1F3-953E-381F-8E5AD0A2BBE4}"/>
          </ac:picMkLst>
        </pc:picChg>
      </pc:sldChg>
      <pc:sldChg chg="modSp new mod">
        <pc:chgData name="Sara Muneeb" userId="29b624b1-a719-43f5-9b52-388cd4043c04" providerId="ADAL" clId="{1B8306CC-3EB3-4E79-8CF8-E5FDA85816BB}" dt="2022-11-24T12:09:34.123" v="4955" actId="20577"/>
        <pc:sldMkLst>
          <pc:docMk/>
          <pc:sldMk cId="996644715" sldId="317"/>
        </pc:sldMkLst>
        <pc:spChg chg="mod">
          <ac:chgData name="Sara Muneeb" userId="29b624b1-a719-43f5-9b52-388cd4043c04" providerId="ADAL" clId="{1B8306CC-3EB3-4E79-8CF8-E5FDA85816BB}" dt="2022-11-24T12:08:16.268" v="4821" actId="20577"/>
          <ac:spMkLst>
            <pc:docMk/>
            <pc:sldMk cId="996644715" sldId="317"/>
            <ac:spMk id="2" creationId="{08AC42FC-8C04-F37F-C7BC-03F1BE5DA469}"/>
          </ac:spMkLst>
        </pc:spChg>
        <pc:spChg chg="mod">
          <ac:chgData name="Sara Muneeb" userId="29b624b1-a719-43f5-9b52-388cd4043c04" providerId="ADAL" clId="{1B8306CC-3EB3-4E79-8CF8-E5FDA85816BB}" dt="2022-11-24T12:09:34.123" v="4955" actId="20577"/>
          <ac:spMkLst>
            <pc:docMk/>
            <pc:sldMk cId="996644715" sldId="317"/>
            <ac:spMk id="3" creationId="{F137049F-DAA9-6861-CEE8-69D727967D40}"/>
          </ac:spMkLst>
        </pc:spChg>
      </pc:sldChg>
      <pc:sldChg chg="addSp delSp modSp new mod">
        <pc:chgData name="Sara Muneeb" userId="29b624b1-a719-43f5-9b52-388cd4043c04" providerId="ADAL" clId="{1B8306CC-3EB3-4E79-8CF8-E5FDA85816BB}" dt="2022-11-24T12:10:15.121" v="4967" actId="1035"/>
        <pc:sldMkLst>
          <pc:docMk/>
          <pc:sldMk cId="1545905496" sldId="318"/>
        </pc:sldMkLst>
        <pc:spChg chg="del">
          <ac:chgData name="Sara Muneeb" userId="29b624b1-a719-43f5-9b52-388cd4043c04" providerId="ADAL" clId="{1B8306CC-3EB3-4E79-8CF8-E5FDA85816BB}" dt="2022-11-24T12:09:56.631" v="4957" actId="931"/>
          <ac:spMkLst>
            <pc:docMk/>
            <pc:sldMk cId="1545905496" sldId="318"/>
            <ac:spMk id="3" creationId="{0BD423DC-BB9C-9EDE-91F7-E2E22364DB6F}"/>
          </ac:spMkLst>
        </pc:spChg>
        <pc:picChg chg="add mod">
          <ac:chgData name="Sara Muneeb" userId="29b624b1-a719-43f5-9b52-388cd4043c04" providerId="ADAL" clId="{1B8306CC-3EB3-4E79-8CF8-E5FDA85816BB}" dt="2022-11-24T12:10:15.121" v="4967" actId="1035"/>
          <ac:picMkLst>
            <pc:docMk/>
            <pc:sldMk cId="1545905496" sldId="318"/>
            <ac:picMk id="5" creationId="{E6773E35-995E-629B-1DA2-CB8DAD89C3F7}"/>
          </ac:picMkLst>
        </pc:picChg>
      </pc:sldChg>
    </pc:docChg>
  </pc:docChgLst>
  <pc:docChgLst>
    <pc:chgData name="Sara Muneeb" userId="29b624b1-a719-43f5-9b52-388cd4043c04" providerId="ADAL" clId="{626D58DD-CAD1-41FD-B346-5DA3667E10E3}"/>
    <pc:docChg chg="undo custSel addSld delSld modSld">
      <pc:chgData name="Sara Muneeb" userId="29b624b1-a719-43f5-9b52-388cd4043c04" providerId="ADAL" clId="{626D58DD-CAD1-41FD-B346-5DA3667E10E3}" dt="2022-12-07T12:11:28.684" v="3033" actId="47"/>
      <pc:docMkLst>
        <pc:docMk/>
      </pc:docMkLst>
      <pc:sldChg chg="modSp mod">
        <pc:chgData name="Sara Muneeb" userId="29b624b1-a719-43f5-9b52-388cd4043c04" providerId="ADAL" clId="{626D58DD-CAD1-41FD-B346-5DA3667E10E3}" dt="2022-12-06T04:54:01.538" v="8" actId="20577"/>
        <pc:sldMkLst>
          <pc:docMk/>
          <pc:sldMk cId="2984185032" sldId="256"/>
        </pc:sldMkLst>
        <pc:spChg chg="mod">
          <ac:chgData name="Sara Muneeb" userId="29b624b1-a719-43f5-9b52-388cd4043c04" providerId="ADAL" clId="{626D58DD-CAD1-41FD-B346-5DA3667E10E3}" dt="2022-12-06T04:54:01.538" v="8" actId="20577"/>
          <ac:spMkLst>
            <pc:docMk/>
            <pc:sldMk cId="2984185032" sldId="256"/>
            <ac:spMk id="2" creationId="{00000000-0000-0000-0000-000000000000}"/>
          </ac:spMkLst>
        </pc:spChg>
      </pc:sldChg>
      <pc:sldChg chg="addSp delSp modSp new mod">
        <pc:chgData name="Sara Muneeb" userId="29b624b1-a719-43f5-9b52-388cd4043c04" providerId="ADAL" clId="{626D58DD-CAD1-41FD-B346-5DA3667E10E3}" dt="2022-12-07T09:25:18.194" v="711" actId="167"/>
        <pc:sldMkLst>
          <pc:docMk/>
          <pc:sldMk cId="1746396122" sldId="257"/>
        </pc:sldMkLst>
        <pc:spChg chg="mod">
          <ac:chgData name="Sara Muneeb" userId="29b624b1-a719-43f5-9b52-388cd4043c04" providerId="ADAL" clId="{626D58DD-CAD1-41FD-B346-5DA3667E10E3}" dt="2022-12-06T04:54:14.566" v="21" actId="20577"/>
          <ac:spMkLst>
            <pc:docMk/>
            <pc:sldMk cId="1746396122" sldId="257"/>
            <ac:spMk id="2" creationId="{2D6D919B-68BD-4476-86FD-F0566FCA1E72}"/>
          </ac:spMkLst>
        </pc:spChg>
        <pc:spChg chg="mod">
          <ac:chgData name="Sara Muneeb" userId="29b624b1-a719-43f5-9b52-388cd4043c04" providerId="ADAL" clId="{626D58DD-CAD1-41FD-B346-5DA3667E10E3}" dt="2022-12-07T09:25:05.410" v="708" actId="404"/>
          <ac:spMkLst>
            <pc:docMk/>
            <pc:sldMk cId="1746396122" sldId="257"/>
            <ac:spMk id="3" creationId="{90AF1FA9-BC96-9025-809A-CB7FBD0773E0}"/>
          </ac:spMkLst>
        </pc:spChg>
        <pc:picChg chg="add del mod">
          <ac:chgData name="Sara Muneeb" userId="29b624b1-a719-43f5-9b52-388cd4043c04" providerId="ADAL" clId="{626D58DD-CAD1-41FD-B346-5DA3667E10E3}" dt="2022-12-07T09:24:33.307" v="699" actId="478"/>
          <ac:picMkLst>
            <pc:docMk/>
            <pc:sldMk cId="1746396122" sldId="257"/>
            <ac:picMk id="3074" creationId="{81585607-DC9C-A10B-C0C0-FA37C76C10B6}"/>
          </ac:picMkLst>
        </pc:picChg>
        <pc:picChg chg="add mod">
          <ac:chgData name="Sara Muneeb" userId="29b624b1-a719-43f5-9b52-388cd4043c04" providerId="ADAL" clId="{626D58DD-CAD1-41FD-B346-5DA3667E10E3}" dt="2022-12-07T09:25:18.194" v="711" actId="167"/>
          <ac:picMkLst>
            <pc:docMk/>
            <pc:sldMk cId="1746396122" sldId="257"/>
            <ac:picMk id="3076" creationId="{F43BF084-CDA6-DF22-5CA0-76703CDC2900}"/>
          </ac:picMkLst>
        </pc:picChg>
      </pc:sldChg>
      <pc:sldChg chg="del">
        <pc:chgData name="Sara Muneeb" userId="29b624b1-a719-43f5-9b52-388cd4043c04" providerId="ADAL" clId="{626D58DD-CAD1-41FD-B346-5DA3667E10E3}" dt="2022-12-06T04:53:54.509" v="0" actId="47"/>
        <pc:sldMkLst>
          <pc:docMk/>
          <pc:sldMk cId="4052696622" sldId="257"/>
        </pc:sldMkLst>
      </pc:sldChg>
      <pc:sldChg chg="del">
        <pc:chgData name="Sara Muneeb" userId="29b624b1-a719-43f5-9b52-388cd4043c04" providerId="ADAL" clId="{626D58DD-CAD1-41FD-B346-5DA3667E10E3}" dt="2022-12-06T04:53:54.509" v="0" actId="47"/>
        <pc:sldMkLst>
          <pc:docMk/>
          <pc:sldMk cId="1361134221" sldId="258"/>
        </pc:sldMkLst>
      </pc:sldChg>
      <pc:sldChg chg="addSp modSp new mod">
        <pc:chgData name="Sara Muneeb" userId="29b624b1-a719-43f5-9b52-388cd4043c04" providerId="ADAL" clId="{626D58DD-CAD1-41FD-B346-5DA3667E10E3}" dt="2022-12-07T09:26:50.867" v="739" actId="1076"/>
        <pc:sldMkLst>
          <pc:docMk/>
          <pc:sldMk cId="3860371570" sldId="258"/>
        </pc:sldMkLst>
        <pc:spChg chg="mod">
          <ac:chgData name="Sara Muneeb" userId="29b624b1-a719-43f5-9b52-388cd4043c04" providerId="ADAL" clId="{626D58DD-CAD1-41FD-B346-5DA3667E10E3}" dt="2022-12-07T06:32:34.700" v="100" actId="20577"/>
          <ac:spMkLst>
            <pc:docMk/>
            <pc:sldMk cId="3860371570" sldId="258"/>
            <ac:spMk id="2" creationId="{C3560AE7-E8D9-D0FC-3E1F-23C3C7057DB6}"/>
          </ac:spMkLst>
        </pc:spChg>
        <pc:spChg chg="mod">
          <ac:chgData name="Sara Muneeb" userId="29b624b1-a719-43f5-9b52-388cd4043c04" providerId="ADAL" clId="{626D58DD-CAD1-41FD-B346-5DA3667E10E3}" dt="2022-12-07T09:26:42.060" v="736" actId="21"/>
          <ac:spMkLst>
            <pc:docMk/>
            <pc:sldMk cId="3860371570" sldId="258"/>
            <ac:spMk id="3" creationId="{C43F6602-D41C-1E60-8D60-EA0206CAFCDB}"/>
          </ac:spMkLst>
        </pc:spChg>
        <pc:picChg chg="add mod">
          <ac:chgData name="Sara Muneeb" userId="29b624b1-a719-43f5-9b52-388cd4043c04" providerId="ADAL" clId="{626D58DD-CAD1-41FD-B346-5DA3667E10E3}" dt="2022-12-07T09:26:50.867" v="739" actId="1076"/>
          <ac:picMkLst>
            <pc:docMk/>
            <pc:sldMk cId="3860371570" sldId="258"/>
            <ac:picMk id="4098" creationId="{DD73AAF0-86FF-9B2D-14CB-33E8EBE2ED85}"/>
          </ac:picMkLst>
        </pc:picChg>
      </pc:sldChg>
      <pc:sldChg chg="addSp modSp new mod">
        <pc:chgData name="Sara Muneeb" userId="29b624b1-a719-43f5-9b52-388cd4043c04" providerId="ADAL" clId="{626D58DD-CAD1-41FD-B346-5DA3667E10E3}" dt="2022-12-07T09:11:33.123" v="438" actId="1076"/>
        <pc:sldMkLst>
          <pc:docMk/>
          <pc:sldMk cId="2060412909" sldId="259"/>
        </pc:sldMkLst>
        <pc:spChg chg="mod">
          <ac:chgData name="Sara Muneeb" userId="29b624b1-a719-43f5-9b52-388cd4043c04" providerId="ADAL" clId="{626D58DD-CAD1-41FD-B346-5DA3667E10E3}" dt="2022-12-07T09:06:41.045" v="359" actId="27636"/>
          <ac:spMkLst>
            <pc:docMk/>
            <pc:sldMk cId="2060412909" sldId="259"/>
            <ac:spMk id="2" creationId="{BC618433-BF47-7878-9478-00B34BE787A0}"/>
          </ac:spMkLst>
        </pc:spChg>
        <pc:spChg chg="mod">
          <ac:chgData name="Sara Muneeb" userId="29b624b1-a719-43f5-9b52-388cd4043c04" providerId="ADAL" clId="{626D58DD-CAD1-41FD-B346-5DA3667E10E3}" dt="2022-12-07T09:11:17.056" v="435" actId="404"/>
          <ac:spMkLst>
            <pc:docMk/>
            <pc:sldMk cId="2060412909" sldId="259"/>
            <ac:spMk id="3" creationId="{48507441-FF76-03B6-2E1A-3AEF5105983A}"/>
          </ac:spMkLst>
        </pc:spChg>
        <pc:picChg chg="add mod">
          <ac:chgData name="Sara Muneeb" userId="29b624b1-a719-43f5-9b52-388cd4043c04" providerId="ADAL" clId="{626D58DD-CAD1-41FD-B346-5DA3667E10E3}" dt="2022-12-07T09:11:33.123" v="438" actId="1076"/>
          <ac:picMkLst>
            <pc:docMk/>
            <pc:sldMk cId="2060412909" sldId="259"/>
            <ac:picMk id="1026" creationId="{457EFE12-53E1-317F-BA94-7398E4966D0B}"/>
          </ac:picMkLst>
        </pc:picChg>
      </pc:sldChg>
      <pc:sldChg chg="del">
        <pc:chgData name="Sara Muneeb" userId="29b624b1-a719-43f5-9b52-388cd4043c04" providerId="ADAL" clId="{626D58DD-CAD1-41FD-B346-5DA3667E10E3}" dt="2022-12-06T04:53:54.509" v="0" actId="47"/>
        <pc:sldMkLst>
          <pc:docMk/>
          <pc:sldMk cId="4265269636" sldId="259"/>
        </pc:sldMkLst>
      </pc:sldChg>
      <pc:sldChg chg="del">
        <pc:chgData name="Sara Muneeb" userId="29b624b1-a719-43f5-9b52-388cd4043c04" providerId="ADAL" clId="{626D58DD-CAD1-41FD-B346-5DA3667E10E3}" dt="2022-12-06T04:53:54.509" v="0" actId="47"/>
        <pc:sldMkLst>
          <pc:docMk/>
          <pc:sldMk cId="3053092613" sldId="260"/>
        </pc:sldMkLst>
      </pc:sldChg>
      <pc:sldChg chg="modSp new mod">
        <pc:chgData name="Sara Muneeb" userId="29b624b1-a719-43f5-9b52-388cd4043c04" providerId="ADAL" clId="{626D58DD-CAD1-41FD-B346-5DA3667E10E3}" dt="2022-12-07T09:25:58.324" v="724" actId="20577"/>
        <pc:sldMkLst>
          <pc:docMk/>
          <pc:sldMk cId="3321054555" sldId="260"/>
        </pc:sldMkLst>
        <pc:spChg chg="mod">
          <ac:chgData name="Sara Muneeb" userId="29b624b1-a719-43f5-9b52-388cd4043c04" providerId="ADAL" clId="{626D58DD-CAD1-41FD-B346-5DA3667E10E3}" dt="2022-12-07T09:25:58.324" v="724" actId="20577"/>
          <ac:spMkLst>
            <pc:docMk/>
            <pc:sldMk cId="3321054555" sldId="260"/>
            <ac:spMk id="2" creationId="{C866CABA-CA83-CBBA-2F53-AC06F966E641}"/>
          </ac:spMkLst>
        </pc:spChg>
        <pc:spChg chg="mod">
          <ac:chgData name="Sara Muneeb" userId="29b624b1-a719-43f5-9b52-388cd4043c04" providerId="ADAL" clId="{626D58DD-CAD1-41FD-B346-5DA3667E10E3}" dt="2022-12-07T09:02:14.454" v="355" actId="20577"/>
          <ac:spMkLst>
            <pc:docMk/>
            <pc:sldMk cId="3321054555" sldId="260"/>
            <ac:spMk id="3" creationId="{0C9C6AC8-E212-7E96-4848-B255D7EB7AE3}"/>
          </ac:spMkLst>
        </pc:spChg>
      </pc:sldChg>
      <pc:sldChg chg="del">
        <pc:chgData name="Sara Muneeb" userId="29b624b1-a719-43f5-9b52-388cd4043c04" providerId="ADAL" clId="{626D58DD-CAD1-41FD-B346-5DA3667E10E3}" dt="2022-12-06T04:53:54.509" v="0" actId="47"/>
        <pc:sldMkLst>
          <pc:docMk/>
          <pc:sldMk cId="148806529" sldId="261"/>
        </pc:sldMkLst>
      </pc:sldChg>
      <pc:sldChg chg="addSp modSp new mod">
        <pc:chgData name="Sara Muneeb" userId="29b624b1-a719-43f5-9b52-388cd4043c04" providerId="ADAL" clId="{626D58DD-CAD1-41FD-B346-5DA3667E10E3}" dt="2022-12-07T09:21:47.993" v="691" actId="114"/>
        <pc:sldMkLst>
          <pc:docMk/>
          <pc:sldMk cId="1632207964" sldId="261"/>
        </pc:sldMkLst>
        <pc:spChg chg="mod">
          <ac:chgData name="Sara Muneeb" userId="29b624b1-a719-43f5-9b52-388cd4043c04" providerId="ADAL" clId="{626D58DD-CAD1-41FD-B346-5DA3667E10E3}" dt="2022-12-07T09:11:45.065" v="439"/>
          <ac:spMkLst>
            <pc:docMk/>
            <pc:sldMk cId="1632207964" sldId="261"/>
            <ac:spMk id="2" creationId="{07932193-8A40-2A47-8ED9-D44350C2BC32}"/>
          </ac:spMkLst>
        </pc:spChg>
        <pc:spChg chg="mod">
          <ac:chgData name="Sara Muneeb" userId="29b624b1-a719-43f5-9b52-388cd4043c04" providerId="ADAL" clId="{626D58DD-CAD1-41FD-B346-5DA3667E10E3}" dt="2022-12-07T09:21:47.993" v="691" actId="114"/>
          <ac:spMkLst>
            <pc:docMk/>
            <pc:sldMk cId="1632207964" sldId="261"/>
            <ac:spMk id="3" creationId="{40826A6F-3E45-8940-48F0-0A569DA89FE4}"/>
          </ac:spMkLst>
        </pc:spChg>
        <pc:picChg chg="add mod">
          <ac:chgData name="Sara Muneeb" userId="29b624b1-a719-43f5-9b52-388cd4043c04" providerId="ADAL" clId="{626D58DD-CAD1-41FD-B346-5DA3667E10E3}" dt="2022-12-07T09:20:55.081" v="664" actId="14100"/>
          <ac:picMkLst>
            <pc:docMk/>
            <pc:sldMk cId="1632207964" sldId="261"/>
            <ac:picMk id="2050" creationId="{C406DF67-BC20-6968-257C-889FD9A71601}"/>
          </ac:picMkLst>
        </pc:picChg>
      </pc:sldChg>
      <pc:sldChg chg="del">
        <pc:chgData name="Sara Muneeb" userId="29b624b1-a719-43f5-9b52-388cd4043c04" providerId="ADAL" clId="{626D58DD-CAD1-41FD-B346-5DA3667E10E3}" dt="2022-12-06T04:53:54.509" v="0" actId="47"/>
        <pc:sldMkLst>
          <pc:docMk/>
          <pc:sldMk cId="2076603548" sldId="262"/>
        </pc:sldMkLst>
      </pc:sldChg>
      <pc:sldChg chg="modSp new mod">
        <pc:chgData name="Sara Muneeb" userId="29b624b1-a719-43f5-9b52-388cd4043c04" providerId="ADAL" clId="{626D58DD-CAD1-41FD-B346-5DA3667E10E3}" dt="2022-12-07T10:05:52.351" v="1413" actId="20577"/>
        <pc:sldMkLst>
          <pc:docMk/>
          <pc:sldMk cId="3110555305" sldId="262"/>
        </pc:sldMkLst>
        <pc:spChg chg="mod">
          <ac:chgData name="Sara Muneeb" userId="29b624b1-a719-43f5-9b52-388cd4043c04" providerId="ADAL" clId="{626D58DD-CAD1-41FD-B346-5DA3667E10E3}" dt="2022-12-07T09:17:11.555" v="644"/>
          <ac:spMkLst>
            <pc:docMk/>
            <pc:sldMk cId="3110555305" sldId="262"/>
            <ac:spMk id="2" creationId="{73057CAC-EC86-4C16-8229-91360890C803}"/>
          </ac:spMkLst>
        </pc:spChg>
        <pc:spChg chg="mod">
          <ac:chgData name="Sara Muneeb" userId="29b624b1-a719-43f5-9b52-388cd4043c04" providerId="ADAL" clId="{626D58DD-CAD1-41FD-B346-5DA3667E10E3}" dt="2022-12-07T10:05:52.351" v="1413" actId="20577"/>
          <ac:spMkLst>
            <pc:docMk/>
            <pc:sldMk cId="3110555305" sldId="262"/>
            <ac:spMk id="3" creationId="{42E557E4-7D36-DEC3-6240-1B15850D4CA8}"/>
          </ac:spMkLst>
        </pc:spChg>
      </pc:sldChg>
      <pc:sldChg chg="del">
        <pc:chgData name="Sara Muneeb" userId="29b624b1-a719-43f5-9b52-388cd4043c04" providerId="ADAL" clId="{626D58DD-CAD1-41FD-B346-5DA3667E10E3}" dt="2022-12-06T04:53:54.509" v="0" actId="47"/>
        <pc:sldMkLst>
          <pc:docMk/>
          <pc:sldMk cId="1694070568" sldId="263"/>
        </pc:sldMkLst>
      </pc:sldChg>
      <pc:sldChg chg="modSp new mod">
        <pc:chgData name="Sara Muneeb" userId="29b624b1-a719-43f5-9b52-388cd4043c04" providerId="ADAL" clId="{626D58DD-CAD1-41FD-B346-5DA3667E10E3}" dt="2022-12-07T10:05:15.901" v="1402" actId="20577"/>
        <pc:sldMkLst>
          <pc:docMk/>
          <pc:sldMk cId="2084209913" sldId="263"/>
        </pc:sldMkLst>
        <pc:spChg chg="mod">
          <ac:chgData name="Sara Muneeb" userId="29b624b1-a719-43f5-9b52-388cd4043c04" providerId="ADAL" clId="{626D58DD-CAD1-41FD-B346-5DA3667E10E3}" dt="2022-12-07T10:05:15.901" v="1402" actId="20577"/>
          <ac:spMkLst>
            <pc:docMk/>
            <pc:sldMk cId="2084209913" sldId="263"/>
            <ac:spMk id="2" creationId="{6CD0638C-23D9-4086-4665-113A5CBDEB05}"/>
          </ac:spMkLst>
        </pc:spChg>
        <pc:spChg chg="mod">
          <ac:chgData name="Sara Muneeb" userId="29b624b1-a719-43f5-9b52-388cd4043c04" providerId="ADAL" clId="{626D58DD-CAD1-41FD-B346-5DA3667E10E3}" dt="2022-12-07T10:05:03.371" v="1383" actId="27636"/>
          <ac:spMkLst>
            <pc:docMk/>
            <pc:sldMk cId="2084209913" sldId="263"/>
            <ac:spMk id="3" creationId="{71FFDB5D-541C-F5EE-B426-EC9D8161D9A8}"/>
          </ac:spMkLst>
        </pc:spChg>
      </pc:sldChg>
      <pc:sldChg chg="del">
        <pc:chgData name="Sara Muneeb" userId="29b624b1-a719-43f5-9b52-388cd4043c04" providerId="ADAL" clId="{626D58DD-CAD1-41FD-B346-5DA3667E10E3}" dt="2022-12-06T04:53:54.509" v="0" actId="47"/>
        <pc:sldMkLst>
          <pc:docMk/>
          <pc:sldMk cId="588564377" sldId="264"/>
        </pc:sldMkLst>
      </pc:sldChg>
      <pc:sldChg chg="addSp delSp modSp new mod">
        <pc:chgData name="Sara Muneeb" userId="29b624b1-a719-43f5-9b52-388cd4043c04" providerId="ADAL" clId="{626D58DD-CAD1-41FD-B346-5DA3667E10E3}" dt="2022-12-07T10:11:04.068" v="1541" actId="6549"/>
        <pc:sldMkLst>
          <pc:docMk/>
          <pc:sldMk cId="2319099585" sldId="264"/>
        </pc:sldMkLst>
        <pc:spChg chg="mod">
          <ac:chgData name="Sara Muneeb" userId="29b624b1-a719-43f5-9b52-388cd4043c04" providerId="ADAL" clId="{626D58DD-CAD1-41FD-B346-5DA3667E10E3}" dt="2022-12-07T10:09:34.452" v="1512" actId="20577"/>
          <ac:spMkLst>
            <pc:docMk/>
            <pc:sldMk cId="2319099585" sldId="264"/>
            <ac:spMk id="2" creationId="{398C4538-1C9C-E389-735E-0C422E9385F0}"/>
          </ac:spMkLst>
        </pc:spChg>
        <pc:spChg chg="mod">
          <ac:chgData name="Sara Muneeb" userId="29b624b1-a719-43f5-9b52-388cd4043c04" providerId="ADAL" clId="{626D58DD-CAD1-41FD-B346-5DA3667E10E3}" dt="2022-12-07T10:11:04.068" v="1541" actId="6549"/>
          <ac:spMkLst>
            <pc:docMk/>
            <pc:sldMk cId="2319099585" sldId="264"/>
            <ac:spMk id="3" creationId="{32ACA20A-46DC-7ABA-B504-E54CA02BFBC7}"/>
          </ac:spMkLst>
        </pc:spChg>
        <pc:spChg chg="add del">
          <ac:chgData name="Sara Muneeb" userId="29b624b1-a719-43f5-9b52-388cd4043c04" providerId="ADAL" clId="{626D58DD-CAD1-41FD-B346-5DA3667E10E3}" dt="2022-12-07T10:10:48.725" v="1536" actId="22"/>
          <ac:spMkLst>
            <pc:docMk/>
            <pc:sldMk cId="2319099585" sldId="264"/>
            <ac:spMk id="5" creationId="{475B7698-41BE-F809-2873-763845FB49EE}"/>
          </ac:spMkLst>
        </pc:spChg>
      </pc:sldChg>
      <pc:sldChg chg="addSp modSp new mod">
        <pc:chgData name="Sara Muneeb" userId="29b624b1-a719-43f5-9b52-388cd4043c04" providerId="ADAL" clId="{626D58DD-CAD1-41FD-B346-5DA3667E10E3}" dt="2022-12-07T10:12:12.605" v="1555"/>
        <pc:sldMkLst>
          <pc:docMk/>
          <pc:sldMk cId="187458491" sldId="265"/>
        </pc:sldMkLst>
        <pc:spChg chg="mod">
          <ac:chgData name="Sara Muneeb" userId="29b624b1-a719-43f5-9b52-388cd4043c04" providerId="ADAL" clId="{626D58DD-CAD1-41FD-B346-5DA3667E10E3}" dt="2022-12-07T10:12:12.605" v="1555"/>
          <ac:spMkLst>
            <pc:docMk/>
            <pc:sldMk cId="187458491" sldId="265"/>
            <ac:spMk id="2" creationId="{F5D53E8D-6509-04E5-492D-80A9996256E6}"/>
          </ac:spMkLst>
        </pc:spChg>
        <pc:spChg chg="mod">
          <ac:chgData name="Sara Muneeb" userId="29b624b1-a719-43f5-9b52-388cd4043c04" providerId="ADAL" clId="{626D58DD-CAD1-41FD-B346-5DA3667E10E3}" dt="2022-12-07T10:11:23.985" v="1546" actId="20577"/>
          <ac:spMkLst>
            <pc:docMk/>
            <pc:sldMk cId="187458491" sldId="265"/>
            <ac:spMk id="3" creationId="{4ACCCBCC-0D95-4399-BCA0-1CE274345BD8}"/>
          </ac:spMkLst>
        </pc:spChg>
        <pc:picChg chg="add mod">
          <ac:chgData name="Sara Muneeb" userId="29b624b1-a719-43f5-9b52-388cd4043c04" providerId="ADAL" clId="{626D58DD-CAD1-41FD-B346-5DA3667E10E3}" dt="2022-12-07T10:11:55.365" v="1554" actId="1076"/>
          <ac:picMkLst>
            <pc:docMk/>
            <pc:sldMk cId="187458491" sldId="265"/>
            <ac:picMk id="5122" creationId="{B9E26AB3-BEC0-8BB5-E242-D5ED2129E429}"/>
          </ac:picMkLst>
        </pc:picChg>
      </pc:sldChg>
      <pc:sldChg chg="del">
        <pc:chgData name="Sara Muneeb" userId="29b624b1-a719-43f5-9b52-388cd4043c04" providerId="ADAL" clId="{626D58DD-CAD1-41FD-B346-5DA3667E10E3}" dt="2022-12-06T04:53:54.509" v="0" actId="47"/>
        <pc:sldMkLst>
          <pc:docMk/>
          <pc:sldMk cId="920584413" sldId="265"/>
        </pc:sldMkLst>
      </pc:sldChg>
      <pc:sldChg chg="del">
        <pc:chgData name="Sara Muneeb" userId="29b624b1-a719-43f5-9b52-388cd4043c04" providerId="ADAL" clId="{626D58DD-CAD1-41FD-B346-5DA3667E10E3}" dt="2022-12-06T04:53:54.509" v="0" actId="47"/>
        <pc:sldMkLst>
          <pc:docMk/>
          <pc:sldMk cId="480505665" sldId="266"/>
        </pc:sldMkLst>
      </pc:sldChg>
      <pc:sldChg chg="addSp delSp modSp new mod">
        <pc:chgData name="Sara Muneeb" userId="29b624b1-a719-43f5-9b52-388cd4043c04" providerId="ADAL" clId="{626D58DD-CAD1-41FD-B346-5DA3667E10E3}" dt="2022-12-07T10:20:56.959" v="1797" actId="1076"/>
        <pc:sldMkLst>
          <pc:docMk/>
          <pc:sldMk cId="3212761477" sldId="266"/>
        </pc:sldMkLst>
        <pc:spChg chg="mod">
          <ac:chgData name="Sara Muneeb" userId="29b624b1-a719-43f5-9b52-388cd4043c04" providerId="ADAL" clId="{626D58DD-CAD1-41FD-B346-5DA3667E10E3}" dt="2022-12-07T10:12:33.850" v="1614" actId="20577"/>
          <ac:spMkLst>
            <pc:docMk/>
            <pc:sldMk cId="3212761477" sldId="266"/>
            <ac:spMk id="2" creationId="{043EC072-1643-AC0E-72CB-13AEE01DC25D}"/>
          </ac:spMkLst>
        </pc:spChg>
        <pc:spChg chg="mod">
          <ac:chgData name="Sara Muneeb" userId="29b624b1-a719-43f5-9b52-388cd4043c04" providerId="ADAL" clId="{626D58DD-CAD1-41FD-B346-5DA3667E10E3}" dt="2022-12-07T10:20:41.050" v="1793" actId="404"/>
          <ac:spMkLst>
            <pc:docMk/>
            <pc:sldMk cId="3212761477" sldId="266"/>
            <ac:spMk id="3" creationId="{1CC60E78-FC79-76B4-2AC9-D6914EB5F1F3}"/>
          </ac:spMkLst>
        </pc:spChg>
        <pc:picChg chg="add mod">
          <ac:chgData name="Sara Muneeb" userId="29b624b1-a719-43f5-9b52-388cd4043c04" providerId="ADAL" clId="{626D58DD-CAD1-41FD-B346-5DA3667E10E3}" dt="2022-12-07T10:20:56.959" v="1797" actId="1076"/>
          <ac:picMkLst>
            <pc:docMk/>
            <pc:sldMk cId="3212761477" sldId="266"/>
            <ac:picMk id="4" creationId="{374319CC-3C69-DA46-1E07-0B1E6267BF09}"/>
          </ac:picMkLst>
        </pc:picChg>
        <pc:picChg chg="add del">
          <ac:chgData name="Sara Muneeb" userId="29b624b1-a719-43f5-9b52-388cd4043c04" providerId="ADAL" clId="{626D58DD-CAD1-41FD-B346-5DA3667E10E3}" dt="2022-12-07T10:15:58.829" v="1694" actId="21"/>
          <ac:picMkLst>
            <pc:docMk/>
            <pc:sldMk cId="3212761477" sldId="266"/>
            <ac:picMk id="6146" creationId="{6671E64E-4A81-7930-D032-3E17D6418A46}"/>
          </ac:picMkLst>
        </pc:picChg>
      </pc:sldChg>
      <pc:sldChg chg="del">
        <pc:chgData name="Sara Muneeb" userId="29b624b1-a719-43f5-9b52-388cd4043c04" providerId="ADAL" clId="{626D58DD-CAD1-41FD-B346-5DA3667E10E3}" dt="2022-12-06T04:53:54.509" v="0" actId="47"/>
        <pc:sldMkLst>
          <pc:docMk/>
          <pc:sldMk cId="814825275" sldId="267"/>
        </pc:sldMkLst>
      </pc:sldChg>
      <pc:sldChg chg="addSp delSp modSp new mod">
        <pc:chgData name="Sara Muneeb" userId="29b624b1-a719-43f5-9b52-388cd4043c04" providerId="ADAL" clId="{626D58DD-CAD1-41FD-B346-5DA3667E10E3}" dt="2022-12-07T10:20:30.241" v="1791" actId="21"/>
        <pc:sldMkLst>
          <pc:docMk/>
          <pc:sldMk cId="2035522379" sldId="267"/>
        </pc:sldMkLst>
        <pc:spChg chg="mod">
          <ac:chgData name="Sara Muneeb" userId="29b624b1-a719-43f5-9b52-388cd4043c04" providerId="ADAL" clId="{626D58DD-CAD1-41FD-B346-5DA3667E10E3}" dt="2022-12-07T10:16:28.407" v="1723" actId="313"/>
          <ac:spMkLst>
            <pc:docMk/>
            <pc:sldMk cId="2035522379" sldId="267"/>
            <ac:spMk id="2" creationId="{3522A1BD-D0BE-1CD1-2C4A-35CEA632689D}"/>
          </ac:spMkLst>
        </pc:spChg>
        <pc:spChg chg="mod">
          <ac:chgData name="Sara Muneeb" userId="29b624b1-a719-43f5-9b52-388cd4043c04" providerId="ADAL" clId="{626D58DD-CAD1-41FD-B346-5DA3667E10E3}" dt="2022-12-07T10:20:16.796" v="1789" actId="14100"/>
          <ac:spMkLst>
            <pc:docMk/>
            <pc:sldMk cId="2035522379" sldId="267"/>
            <ac:spMk id="3" creationId="{71D702BD-0A98-DDB7-AD13-D744318D25BF}"/>
          </ac:spMkLst>
        </pc:spChg>
        <pc:picChg chg="add del mod">
          <ac:chgData name="Sara Muneeb" userId="29b624b1-a719-43f5-9b52-388cd4043c04" providerId="ADAL" clId="{626D58DD-CAD1-41FD-B346-5DA3667E10E3}" dt="2022-12-07T10:20:30.241" v="1791" actId="21"/>
          <ac:picMkLst>
            <pc:docMk/>
            <pc:sldMk cId="2035522379" sldId="267"/>
            <ac:picMk id="4" creationId="{D5DDE515-995D-4CC6-BB28-CCDA4EF37ABB}"/>
          </ac:picMkLst>
        </pc:picChg>
      </pc:sldChg>
      <pc:sldChg chg="del">
        <pc:chgData name="Sara Muneeb" userId="29b624b1-a719-43f5-9b52-388cd4043c04" providerId="ADAL" clId="{626D58DD-CAD1-41FD-B346-5DA3667E10E3}" dt="2022-12-06T04:53:54.509" v="0" actId="47"/>
        <pc:sldMkLst>
          <pc:docMk/>
          <pc:sldMk cId="793564404" sldId="268"/>
        </pc:sldMkLst>
      </pc:sldChg>
      <pc:sldChg chg="addSp delSp modSp new mod">
        <pc:chgData name="Sara Muneeb" userId="29b624b1-a719-43f5-9b52-388cd4043c04" providerId="ADAL" clId="{626D58DD-CAD1-41FD-B346-5DA3667E10E3}" dt="2022-12-07T10:27:43.431" v="2058" actId="1035"/>
        <pc:sldMkLst>
          <pc:docMk/>
          <pc:sldMk cId="1886305423" sldId="268"/>
        </pc:sldMkLst>
        <pc:spChg chg="mod">
          <ac:chgData name="Sara Muneeb" userId="29b624b1-a719-43f5-9b52-388cd4043c04" providerId="ADAL" clId="{626D58DD-CAD1-41FD-B346-5DA3667E10E3}" dt="2022-12-07T10:23:32.976" v="1858" actId="20577"/>
          <ac:spMkLst>
            <pc:docMk/>
            <pc:sldMk cId="1886305423" sldId="268"/>
            <ac:spMk id="2" creationId="{38E369E2-0429-0590-C171-E886D4563B73}"/>
          </ac:spMkLst>
        </pc:spChg>
        <pc:spChg chg="add del mod">
          <ac:chgData name="Sara Muneeb" userId="29b624b1-a719-43f5-9b52-388cd4043c04" providerId="ADAL" clId="{626D58DD-CAD1-41FD-B346-5DA3667E10E3}" dt="2022-12-07T10:27:22.268" v="2051" actId="404"/>
          <ac:spMkLst>
            <pc:docMk/>
            <pc:sldMk cId="1886305423" sldId="268"/>
            <ac:spMk id="3" creationId="{AE937DE8-9520-D6C3-F714-E36B4A70036B}"/>
          </ac:spMkLst>
        </pc:spChg>
        <pc:picChg chg="add del mod">
          <ac:chgData name="Sara Muneeb" userId="29b624b1-a719-43f5-9b52-388cd4043c04" providerId="ADAL" clId="{626D58DD-CAD1-41FD-B346-5DA3667E10E3}" dt="2022-12-07T10:21:42.585" v="1817"/>
          <ac:picMkLst>
            <pc:docMk/>
            <pc:sldMk cId="1886305423" sldId="268"/>
            <ac:picMk id="4" creationId="{C676EFFD-4F8B-B8CA-78FA-9C41FD0D9CC9}"/>
          </ac:picMkLst>
        </pc:picChg>
        <pc:picChg chg="add mod">
          <ac:chgData name="Sara Muneeb" userId="29b624b1-a719-43f5-9b52-388cd4043c04" providerId="ADAL" clId="{626D58DD-CAD1-41FD-B346-5DA3667E10E3}" dt="2022-12-07T10:27:43.431" v="2058" actId="1035"/>
          <ac:picMkLst>
            <pc:docMk/>
            <pc:sldMk cId="1886305423" sldId="268"/>
            <ac:picMk id="7170" creationId="{DE3C83B4-BAEB-2080-03AF-F13EAEE701AF}"/>
          </ac:picMkLst>
        </pc:picChg>
      </pc:sldChg>
      <pc:sldChg chg="addSp modSp new mod">
        <pc:chgData name="Sara Muneeb" userId="29b624b1-a719-43f5-9b52-388cd4043c04" providerId="ADAL" clId="{626D58DD-CAD1-41FD-B346-5DA3667E10E3}" dt="2022-12-07T10:34:55.759" v="2101" actId="1076"/>
        <pc:sldMkLst>
          <pc:docMk/>
          <pc:sldMk cId="681321597" sldId="269"/>
        </pc:sldMkLst>
        <pc:spChg chg="mod">
          <ac:chgData name="Sara Muneeb" userId="29b624b1-a719-43f5-9b52-388cd4043c04" providerId="ADAL" clId="{626D58DD-CAD1-41FD-B346-5DA3667E10E3}" dt="2022-12-07T10:24:32.020" v="1877" actId="20577"/>
          <ac:spMkLst>
            <pc:docMk/>
            <pc:sldMk cId="681321597" sldId="269"/>
            <ac:spMk id="2" creationId="{E23F001D-8E2C-64E3-774C-6BF96C0C9721}"/>
          </ac:spMkLst>
        </pc:spChg>
        <pc:spChg chg="mod">
          <ac:chgData name="Sara Muneeb" userId="29b624b1-a719-43f5-9b52-388cd4043c04" providerId="ADAL" clId="{626D58DD-CAD1-41FD-B346-5DA3667E10E3}" dt="2022-12-07T10:25:43.697" v="2025" actId="20577"/>
          <ac:spMkLst>
            <pc:docMk/>
            <pc:sldMk cId="681321597" sldId="269"/>
            <ac:spMk id="3" creationId="{724E1C29-E5A8-2F59-582F-F43811835532}"/>
          </ac:spMkLst>
        </pc:spChg>
        <pc:picChg chg="add mod">
          <ac:chgData name="Sara Muneeb" userId="29b624b1-a719-43f5-9b52-388cd4043c04" providerId="ADAL" clId="{626D58DD-CAD1-41FD-B346-5DA3667E10E3}" dt="2022-12-07T10:34:55.759" v="2101" actId="1076"/>
          <ac:picMkLst>
            <pc:docMk/>
            <pc:sldMk cId="681321597" sldId="269"/>
            <ac:picMk id="9218" creationId="{28B8CA0C-A687-A6A3-550A-C4E0F3D31E30}"/>
          </ac:picMkLst>
        </pc:picChg>
      </pc:sldChg>
      <pc:sldChg chg="del">
        <pc:chgData name="Sara Muneeb" userId="29b624b1-a719-43f5-9b52-388cd4043c04" providerId="ADAL" clId="{626D58DD-CAD1-41FD-B346-5DA3667E10E3}" dt="2022-12-06T04:53:54.509" v="0" actId="47"/>
        <pc:sldMkLst>
          <pc:docMk/>
          <pc:sldMk cId="3179164803" sldId="269"/>
        </pc:sldMkLst>
      </pc:sldChg>
      <pc:sldChg chg="del">
        <pc:chgData name="Sara Muneeb" userId="29b624b1-a719-43f5-9b52-388cd4043c04" providerId="ADAL" clId="{626D58DD-CAD1-41FD-B346-5DA3667E10E3}" dt="2022-12-06T04:53:54.509" v="0" actId="47"/>
        <pc:sldMkLst>
          <pc:docMk/>
          <pc:sldMk cId="1469265427" sldId="270"/>
        </pc:sldMkLst>
      </pc:sldChg>
      <pc:sldChg chg="modSp new mod">
        <pc:chgData name="Sara Muneeb" userId="29b624b1-a719-43f5-9b52-388cd4043c04" providerId="ADAL" clId="{626D58DD-CAD1-41FD-B346-5DA3667E10E3}" dt="2022-12-07T10:28:49.501" v="2098" actId="20577"/>
        <pc:sldMkLst>
          <pc:docMk/>
          <pc:sldMk cId="3433099799" sldId="270"/>
        </pc:sldMkLst>
        <pc:spChg chg="mod">
          <ac:chgData name="Sara Muneeb" userId="29b624b1-a719-43f5-9b52-388cd4043c04" providerId="ADAL" clId="{626D58DD-CAD1-41FD-B346-5DA3667E10E3}" dt="2022-12-07T10:28:00.754" v="2077" actId="20577"/>
          <ac:spMkLst>
            <pc:docMk/>
            <pc:sldMk cId="3433099799" sldId="270"/>
            <ac:spMk id="2" creationId="{92A436D5-20A5-9147-CDFC-B639FC75F995}"/>
          </ac:spMkLst>
        </pc:spChg>
        <pc:spChg chg="mod">
          <ac:chgData name="Sara Muneeb" userId="29b624b1-a719-43f5-9b52-388cd4043c04" providerId="ADAL" clId="{626D58DD-CAD1-41FD-B346-5DA3667E10E3}" dt="2022-12-07T10:28:49.501" v="2098" actId="20577"/>
          <ac:spMkLst>
            <pc:docMk/>
            <pc:sldMk cId="3433099799" sldId="270"/>
            <ac:spMk id="3" creationId="{B125224E-38BE-6F62-85A4-313B09BB7C70}"/>
          </ac:spMkLst>
        </pc:spChg>
      </pc:sldChg>
      <pc:sldChg chg="modSp new mod">
        <pc:chgData name="Sara Muneeb" userId="29b624b1-a719-43f5-9b52-388cd4043c04" providerId="ADAL" clId="{626D58DD-CAD1-41FD-B346-5DA3667E10E3}" dt="2022-12-07T10:37:11.229" v="2170" actId="5793"/>
        <pc:sldMkLst>
          <pc:docMk/>
          <pc:sldMk cId="1942714225" sldId="271"/>
        </pc:sldMkLst>
        <pc:spChg chg="mod">
          <ac:chgData name="Sara Muneeb" userId="29b624b1-a719-43f5-9b52-388cd4043c04" providerId="ADAL" clId="{626D58DD-CAD1-41FD-B346-5DA3667E10E3}" dt="2022-12-07T10:35:21.600" v="2125" actId="20577"/>
          <ac:spMkLst>
            <pc:docMk/>
            <pc:sldMk cId="1942714225" sldId="271"/>
            <ac:spMk id="2" creationId="{B2C41B9F-EE25-994A-3B7A-F1A137857284}"/>
          </ac:spMkLst>
        </pc:spChg>
        <pc:spChg chg="mod">
          <ac:chgData name="Sara Muneeb" userId="29b624b1-a719-43f5-9b52-388cd4043c04" providerId="ADAL" clId="{626D58DD-CAD1-41FD-B346-5DA3667E10E3}" dt="2022-12-07T10:37:11.229" v="2170" actId="5793"/>
          <ac:spMkLst>
            <pc:docMk/>
            <pc:sldMk cId="1942714225" sldId="271"/>
            <ac:spMk id="3" creationId="{E138EFF9-149F-80FA-DEC2-0389CB41B2DD}"/>
          </ac:spMkLst>
        </pc:spChg>
      </pc:sldChg>
      <pc:sldChg chg="del">
        <pc:chgData name="Sara Muneeb" userId="29b624b1-a719-43f5-9b52-388cd4043c04" providerId="ADAL" clId="{626D58DD-CAD1-41FD-B346-5DA3667E10E3}" dt="2022-12-06T04:53:54.509" v="0" actId="47"/>
        <pc:sldMkLst>
          <pc:docMk/>
          <pc:sldMk cId="3856423633" sldId="271"/>
        </pc:sldMkLst>
      </pc:sldChg>
      <pc:sldChg chg="addSp modSp new mod">
        <pc:chgData name="Sara Muneeb" userId="29b624b1-a719-43f5-9b52-388cd4043c04" providerId="ADAL" clId="{626D58DD-CAD1-41FD-B346-5DA3667E10E3}" dt="2022-12-07T10:44:32.068" v="2214" actId="1076"/>
        <pc:sldMkLst>
          <pc:docMk/>
          <pc:sldMk cId="350534148" sldId="272"/>
        </pc:sldMkLst>
        <pc:spChg chg="mod">
          <ac:chgData name="Sara Muneeb" userId="29b624b1-a719-43f5-9b52-388cd4043c04" providerId="ADAL" clId="{626D58DD-CAD1-41FD-B346-5DA3667E10E3}" dt="2022-12-07T10:37:40.122" v="2172"/>
          <ac:spMkLst>
            <pc:docMk/>
            <pc:sldMk cId="350534148" sldId="272"/>
            <ac:spMk id="2" creationId="{594C1C8B-21FF-C565-7EC8-26CBC61C4615}"/>
          </ac:spMkLst>
        </pc:spChg>
        <pc:spChg chg="mod">
          <ac:chgData name="Sara Muneeb" userId="29b624b1-a719-43f5-9b52-388cd4043c04" providerId="ADAL" clId="{626D58DD-CAD1-41FD-B346-5DA3667E10E3}" dt="2022-12-07T10:44:25.560" v="2212" actId="14100"/>
          <ac:spMkLst>
            <pc:docMk/>
            <pc:sldMk cId="350534148" sldId="272"/>
            <ac:spMk id="3" creationId="{093D55B3-57C7-3ED9-E771-1B77B21B51A9}"/>
          </ac:spMkLst>
        </pc:spChg>
        <pc:picChg chg="add mod">
          <ac:chgData name="Sara Muneeb" userId="29b624b1-a719-43f5-9b52-388cd4043c04" providerId="ADAL" clId="{626D58DD-CAD1-41FD-B346-5DA3667E10E3}" dt="2022-12-07T10:44:32.068" v="2214" actId="1076"/>
          <ac:picMkLst>
            <pc:docMk/>
            <pc:sldMk cId="350534148" sldId="272"/>
            <ac:picMk id="10242" creationId="{E31FE2AD-AE81-59BF-6E81-7233CDCD6864}"/>
          </ac:picMkLst>
        </pc:picChg>
      </pc:sldChg>
      <pc:sldChg chg="del">
        <pc:chgData name="Sara Muneeb" userId="29b624b1-a719-43f5-9b52-388cd4043c04" providerId="ADAL" clId="{626D58DD-CAD1-41FD-B346-5DA3667E10E3}" dt="2022-12-06T04:53:54.509" v="0" actId="47"/>
        <pc:sldMkLst>
          <pc:docMk/>
          <pc:sldMk cId="1763966239" sldId="272"/>
        </pc:sldMkLst>
      </pc:sldChg>
      <pc:sldChg chg="del">
        <pc:chgData name="Sara Muneeb" userId="29b624b1-a719-43f5-9b52-388cd4043c04" providerId="ADAL" clId="{626D58DD-CAD1-41FD-B346-5DA3667E10E3}" dt="2022-12-06T04:53:54.509" v="0" actId="47"/>
        <pc:sldMkLst>
          <pc:docMk/>
          <pc:sldMk cId="1205803140" sldId="273"/>
        </pc:sldMkLst>
      </pc:sldChg>
      <pc:sldChg chg="modSp new mod">
        <pc:chgData name="Sara Muneeb" userId="29b624b1-a719-43f5-9b52-388cd4043c04" providerId="ADAL" clId="{626D58DD-CAD1-41FD-B346-5DA3667E10E3}" dt="2022-12-07T10:47:27.060" v="2352" actId="12"/>
        <pc:sldMkLst>
          <pc:docMk/>
          <pc:sldMk cId="3180318981" sldId="273"/>
        </pc:sldMkLst>
        <pc:spChg chg="mod">
          <ac:chgData name="Sara Muneeb" userId="29b624b1-a719-43f5-9b52-388cd4043c04" providerId="ADAL" clId="{626D58DD-CAD1-41FD-B346-5DA3667E10E3}" dt="2022-12-07T10:44:57.196" v="2238" actId="20577"/>
          <ac:spMkLst>
            <pc:docMk/>
            <pc:sldMk cId="3180318981" sldId="273"/>
            <ac:spMk id="2" creationId="{00BB99EA-BB26-06C1-6C43-3E88C4BE7BD8}"/>
          </ac:spMkLst>
        </pc:spChg>
        <pc:spChg chg="mod">
          <ac:chgData name="Sara Muneeb" userId="29b624b1-a719-43f5-9b52-388cd4043c04" providerId="ADAL" clId="{626D58DD-CAD1-41FD-B346-5DA3667E10E3}" dt="2022-12-07T10:47:27.060" v="2352" actId="12"/>
          <ac:spMkLst>
            <pc:docMk/>
            <pc:sldMk cId="3180318981" sldId="273"/>
            <ac:spMk id="3" creationId="{E8AF45F0-6100-F118-0891-67AEAD09C48C}"/>
          </ac:spMkLst>
        </pc:spChg>
      </pc:sldChg>
      <pc:sldChg chg="del">
        <pc:chgData name="Sara Muneeb" userId="29b624b1-a719-43f5-9b52-388cd4043c04" providerId="ADAL" clId="{626D58DD-CAD1-41FD-B346-5DA3667E10E3}" dt="2022-12-06T04:53:54.509" v="0" actId="47"/>
        <pc:sldMkLst>
          <pc:docMk/>
          <pc:sldMk cId="1972697422" sldId="274"/>
        </pc:sldMkLst>
      </pc:sldChg>
      <pc:sldChg chg="addSp modSp new mod">
        <pc:chgData name="Sara Muneeb" userId="29b624b1-a719-43f5-9b52-388cd4043c04" providerId="ADAL" clId="{626D58DD-CAD1-41FD-B346-5DA3667E10E3}" dt="2022-12-07T10:52:04.402" v="2452" actId="21"/>
        <pc:sldMkLst>
          <pc:docMk/>
          <pc:sldMk cId="2830285302" sldId="274"/>
        </pc:sldMkLst>
        <pc:spChg chg="mod">
          <ac:chgData name="Sara Muneeb" userId="29b624b1-a719-43f5-9b52-388cd4043c04" providerId="ADAL" clId="{626D58DD-CAD1-41FD-B346-5DA3667E10E3}" dt="2022-12-07T10:48:22.923" v="2390" actId="20577"/>
          <ac:spMkLst>
            <pc:docMk/>
            <pc:sldMk cId="2830285302" sldId="274"/>
            <ac:spMk id="2" creationId="{6F26B5E4-83DF-889C-0910-7641FB1B17CD}"/>
          </ac:spMkLst>
        </pc:spChg>
        <pc:spChg chg="mod">
          <ac:chgData name="Sara Muneeb" userId="29b624b1-a719-43f5-9b52-388cd4043c04" providerId="ADAL" clId="{626D58DD-CAD1-41FD-B346-5DA3667E10E3}" dt="2022-12-07T10:52:04.402" v="2452" actId="21"/>
          <ac:spMkLst>
            <pc:docMk/>
            <pc:sldMk cId="2830285302" sldId="274"/>
            <ac:spMk id="3" creationId="{30944AC3-27C7-1AC4-0EA7-FD0B800CE0EC}"/>
          </ac:spMkLst>
        </pc:spChg>
        <pc:picChg chg="add mod">
          <ac:chgData name="Sara Muneeb" userId="29b624b1-a719-43f5-9b52-388cd4043c04" providerId="ADAL" clId="{626D58DD-CAD1-41FD-B346-5DA3667E10E3}" dt="2022-12-07T10:50:43.742" v="2415" actId="1076"/>
          <ac:picMkLst>
            <pc:docMk/>
            <pc:sldMk cId="2830285302" sldId="274"/>
            <ac:picMk id="11266" creationId="{0D12754F-6189-753C-57C5-5094F0935278}"/>
          </ac:picMkLst>
        </pc:picChg>
      </pc:sldChg>
      <pc:sldChg chg="del">
        <pc:chgData name="Sara Muneeb" userId="29b624b1-a719-43f5-9b52-388cd4043c04" providerId="ADAL" clId="{626D58DD-CAD1-41FD-B346-5DA3667E10E3}" dt="2022-12-06T04:53:54.509" v="0" actId="47"/>
        <pc:sldMkLst>
          <pc:docMk/>
          <pc:sldMk cId="709167848" sldId="275"/>
        </pc:sldMkLst>
      </pc:sldChg>
      <pc:sldChg chg="addSp modSp new mod">
        <pc:chgData name="Sara Muneeb" userId="29b624b1-a719-43f5-9b52-388cd4043c04" providerId="ADAL" clId="{626D58DD-CAD1-41FD-B346-5DA3667E10E3}" dt="2022-12-07T10:54:52.986" v="2469" actId="1076"/>
        <pc:sldMkLst>
          <pc:docMk/>
          <pc:sldMk cId="2632730708" sldId="275"/>
        </pc:sldMkLst>
        <pc:spChg chg="mod">
          <ac:chgData name="Sara Muneeb" userId="29b624b1-a719-43f5-9b52-388cd4043c04" providerId="ADAL" clId="{626D58DD-CAD1-41FD-B346-5DA3667E10E3}" dt="2022-12-07T10:52:21.075" v="2457" actId="27636"/>
          <ac:spMkLst>
            <pc:docMk/>
            <pc:sldMk cId="2632730708" sldId="275"/>
            <ac:spMk id="2" creationId="{D30442B5-8B70-3B8A-E2C0-EF371DB060B1}"/>
          </ac:spMkLst>
        </pc:spChg>
        <pc:spChg chg="mod">
          <ac:chgData name="Sara Muneeb" userId="29b624b1-a719-43f5-9b52-388cd4043c04" providerId="ADAL" clId="{626D58DD-CAD1-41FD-B346-5DA3667E10E3}" dt="2022-12-07T10:52:12.757" v="2455" actId="5793"/>
          <ac:spMkLst>
            <pc:docMk/>
            <pc:sldMk cId="2632730708" sldId="275"/>
            <ac:spMk id="3" creationId="{4C0603BD-BAA9-209C-451D-668F2775E2E9}"/>
          </ac:spMkLst>
        </pc:spChg>
        <pc:spChg chg="add mod">
          <ac:chgData name="Sara Muneeb" userId="29b624b1-a719-43f5-9b52-388cd4043c04" providerId="ADAL" clId="{626D58DD-CAD1-41FD-B346-5DA3667E10E3}" dt="2022-12-07T10:54:42.330" v="2467" actId="1076"/>
          <ac:spMkLst>
            <pc:docMk/>
            <pc:sldMk cId="2632730708" sldId="275"/>
            <ac:spMk id="7" creationId="{B0C75D31-69BA-C3EE-774A-9724CA1B6EFD}"/>
          </ac:spMkLst>
        </pc:spChg>
        <pc:picChg chg="add mod">
          <ac:chgData name="Sara Muneeb" userId="29b624b1-a719-43f5-9b52-388cd4043c04" providerId="ADAL" clId="{626D58DD-CAD1-41FD-B346-5DA3667E10E3}" dt="2022-12-07T10:54:52.986" v="2469" actId="1076"/>
          <ac:picMkLst>
            <pc:docMk/>
            <pc:sldMk cId="2632730708" sldId="275"/>
            <ac:picMk id="5" creationId="{662BAEAA-BFAE-44B2-9DA9-3508F329C304}"/>
          </ac:picMkLst>
        </pc:picChg>
      </pc:sldChg>
      <pc:sldChg chg="modSp new mod">
        <pc:chgData name="Sara Muneeb" userId="29b624b1-a719-43f5-9b52-388cd4043c04" providerId="ADAL" clId="{626D58DD-CAD1-41FD-B346-5DA3667E10E3}" dt="2022-12-07T11:48:11.533" v="2584" actId="20577"/>
        <pc:sldMkLst>
          <pc:docMk/>
          <pc:sldMk cId="126390465" sldId="276"/>
        </pc:sldMkLst>
        <pc:spChg chg="mod">
          <ac:chgData name="Sara Muneeb" userId="29b624b1-a719-43f5-9b52-388cd4043c04" providerId="ADAL" clId="{626D58DD-CAD1-41FD-B346-5DA3667E10E3}" dt="2022-12-07T10:55:12.078" v="2500" actId="20577"/>
          <ac:spMkLst>
            <pc:docMk/>
            <pc:sldMk cId="126390465" sldId="276"/>
            <ac:spMk id="2" creationId="{12B8C8F8-3975-407B-4B7D-6856DF434713}"/>
          </ac:spMkLst>
        </pc:spChg>
        <pc:spChg chg="mod">
          <ac:chgData name="Sara Muneeb" userId="29b624b1-a719-43f5-9b52-388cd4043c04" providerId="ADAL" clId="{626D58DD-CAD1-41FD-B346-5DA3667E10E3}" dt="2022-12-07T11:48:11.533" v="2584" actId="20577"/>
          <ac:spMkLst>
            <pc:docMk/>
            <pc:sldMk cId="126390465" sldId="276"/>
            <ac:spMk id="3" creationId="{5E9D6049-6878-2302-A606-56F08EC9FDF0}"/>
          </ac:spMkLst>
        </pc:spChg>
      </pc:sldChg>
      <pc:sldChg chg="del">
        <pc:chgData name="Sara Muneeb" userId="29b624b1-a719-43f5-9b52-388cd4043c04" providerId="ADAL" clId="{626D58DD-CAD1-41FD-B346-5DA3667E10E3}" dt="2022-12-06T04:53:54.509" v="0" actId="47"/>
        <pc:sldMkLst>
          <pc:docMk/>
          <pc:sldMk cId="3316731035" sldId="276"/>
        </pc:sldMkLst>
      </pc:sldChg>
      <pc:sldChg chg="del">
        <pc:chgData name="Sara Muneeb" userId="29b624b1-a719-43f5-9b52-388cd4043c04" providerId="ADAL" clId="{626D58DD-CAD1-41FD-B346-5DA3667E10E3}" dt="2022-12-06T04:53:54.509" v="0" actId="47"/>
        <pc:sldMkLst>
          <pc:docMk/>
          <pc:sldMk cId="312312546" sldId="277"/>
        </pc:sldMkLst>
      </pc:sldChg>
      <pc:sldChg chg="addSp delSp modSp new mod">
        <pc:chgData name="Sara Muneeb" userId="29b624b1-a719-43f5-9b52-388cd4043c04" providerId="ADAL" clId="{626D58DD-CAD1-41FD-B346-5DA3667E10E3}" dt="2022-12-07T11:53:12.875" v="2635" actId="27636"/>
        <pc:sldMkLst>
          <pc:docMk/>
          <pc:sldMk cId="3305001275" sldId="277"/>
        </pc:sldMkLst>
        <pc:spChg chg="mod">
          <ac:chgData name="Sara Muneeb" userId="29b624b1-a719-43f5-9b52-388cd4043c04" providerId="ADAL" clId="{626D58DD-CAD1-41FD-B346-5DA3667E10E3}" dt="2022-12-07T11:53:12.875" v="2635" actId="27636"/>
          <ac:spMkLst>
            <pc:docMk/>
            <pc:sldMk cId="3305001275" sldId="277"/>
            <ac:spMk id="2" creationId="{F00B6418-142A-E7E2-5972-92E812A2CA2F}"/>
          </ac:spMkLst>
        </pc:spChg>
        <pc:spChg chg="del mod">
          <ac:chgData name="Sara Muneeb" userId="29b624b1-a719-43f5-9b52-388cd4043c04" providerId="ADAL" clId="{626D58DD-CAD1-41FD-B346-5DA3667E10E3}" dt="2022-12-07T11:50:07.365" v="2591" actId="22"/>
          <ac:spMkLst>
            <pc:docMk/>
            <pc:sldMk cId="3305001275" sldId="277"/>
            <ac:spMk id="3" creationId="{306BF179-AC94-09E4-4E6B-ACC073B7C5EC}"/>
          </ac:spMkLst>
        </pc:spChg>
        <pc:spChg chg="add mod">
          <ac:chgData name="Sara Muneeb" userId="29b624b1-a719-43f5-9b52-388cd4043c04" providerId="ADAL" clId="{626D58DD-CAD1-41FD-B346-5DA3667E10E3}" dt="2022-12-07T11:50:39.342" v="2599" actId="1076"/>
          <ac:spMkLst>
            <pc:docMk/>
            <pc:sldMk cId="3305001275" sldId="277"/>
            <ac:spMk id="7" creationId="{42D2344A-D30A-06CA-28DA-A069C5DCE4CF}"/>
          </ac:spMkLst>
        </pc:spChg>
        <pc:picChg chg="add mod ord">
          <ac:chgData name="Sara Muneeb" userId="29b624b1-a719-43f5-9b52-388cd4043c04" providerId="ADAL" clId="{626D58DD-CAD1-41FD-B346-5DA3667E10E3}" dt="2022-12-07T11:50:50.346" v="2603" actId="1038"/>
          <ac:picMkLst>
            <pc:docMk/>
            <pc:sldMk cId="3305001275" sldId="277"/>
            <ac:picMk id="5" creationId="{EA8611DE-9745-FF0A-5B3C-99B248894E19}"/>
          </ac:picMkLst>
        </pc:picChg>
      </pc:sldChg>
      <pc:sldChg chg="modSp new mod">
        <pc:chgData name="Sara Muneeb" userId="29b624b1-a719-43f5-9b52-388cd4043c04" providerId="ADAL" clId="{626D58DD-CAD1-41FD-B346-5DA3667E10E3}" dt="2022-12-07T11:53:15.243" v="2636"/>
        <pc:sldMkLst>
          <pc:docMk/>
          <pc:sldMk cId="100861930" sldId="278"/>
        </pc:sldMkLst>
        <pc:spChg chg="mod">
          <ac:chgData name="Sara Muneeb" userId="29b624b1-a719-43f5-9b52-388cd4043c04" providerId="ADAL" clId="{626D58DD-CAD1-41FD-B346-5DA3667E10E3}" dt="2022-12-07T11:53:15.243" v="2636"/>
          <ac:spMkLst>
            <pc:docMk/>
            <pc:sldMk cId="100861930" sldId="278"/>
            <ac:spMk id="2" creationId="{6BA44EBE-49E8-9AFD-2E31-F91057F5A032}"/>
          </ac:spMkLst>
        </pc:spChg>
        <pc:spChg chg="mod">
          <ac:chgData name="Sara Muneeb" userId="29b624b1-a719-43f5-9b52-388cd4043c04" providerId="ADAL" clId="{626D58DD-CAD1-41FD-B346-5DA3667E10E3}" dt="2022-12-07T11:52:59.838" v="2633" actId="27636"/>
          <ac:spMkLst>
            <pc:docMk/>
            <pc:sldMk cId="100861930" sldId="278"/>
            <ac:spMk id="3" creationId="{2F886C40-1135-7054-B007-FAF9C344D34B}"/>
          </ac:spMkLst>
        </pc:spChg>
      </pc:sldChg>
      <pc:sldChg chg="del">
        <pc:chgData name="Sara Muneeb" userId="29b624b1-a719-43f5-9b52-388cd4043c04" providerId="ADAL" clId="{626D58DD-CAD1-41FD-B346-5DA3667E10E3}" dt="2022-12-06T04:53:54.509" v="0" actId="47"/>
        <pc:sldMkLst>
          <pc:docMk/>
          <pc:sldMk cId="255357008" sldId="278"/>
        </pc:sldMkLst>
      </pc:sldChg>
      <pc:sldChg chg="del">
        <pc:chgData name="Sara Muneeb" userId="29b624b1-a719-43f5-9b52-388cd4043c04" providerId="ADAL" clId="{626D58DD-CAD1-41FD-B346-5DA3667E10E3}" dt="2022-12-06T04:53:54.509" v="0" actId="47"/>
        <pc:sldMkLst>
          <pc:docMk/>
          <pc:sldMk cId="1358696121" sldId="279"/>
        </pc:sldMkLst>
      </pc:sldChg>
      <pc:sldChg chg="addSp delSp modSp new mod">
        <pc:chgData name="Sara Muneeb" userId="29b624b1-a719-43f5-9b52-388cd4043c04" providerId="ADAL" clId="{626D58DD-CAD1-41FD-B346-5DA3667E10E3}" dt="2022-12-07T11:55:41.176" v="2655" actId="20577"/>
        <pc:sldMkLst>
          <pc:docMk/>
          <pc:sldMk cId="4108301402" sldId="279"/>
        </pc:sldMkLst>
        <pc:spChg chg="mod">
          <ac:chgData name="Sara Muneeb" userId="29b624b1-a719-43f5-9b52-388cd4043c04" providerId="ADAL" clId="{626D58DD-CAD1-41FD-B346-5DA3667E10E3}" dt="2022-12-07T11:54:01.269" v="2644" actId="20577"/>
          <ac:spMkLst>
            <pc:docMk/>
            <pc:sldMk cId="4108301402" sldId="279"/>
            <ac:spMk id="2" creationId="{C74A25FF-57C0-43ED-F2B1-2947F9DA0154}"/>
          </ac:spMkLst>
        </pc:spChg>
        <pc:spChg chg="del">
          <ac:chgData name="Sara Muneeb" userId="29b624b1-a719-43f5-9b52-388cd4043c04" providerId="ADAL" clId="{626D58DD-CAD1-41FD-B346-5DA3667E10E3}" dt="2022-12-07T11:54:14.675" v="2645" actId="22"/>
          <ac:spMkLst>
            <pc:docMk/>
            <pc:sldMk cId="4108301402" sldId="279"/>
            <ac:spMk id="3" creationId="{9FA2CF6F-F78E-19A4-1682-2327281A5A34}"/>
          </ac:spMkLst>
        </pc:spChg>
        <pc:spChg chg="add mod">
          <ac:chgData name="Sara Muneeb" userId="29b624b1-a719-43f5-9b52-388cd4043c04" providerId="ADAL" clId="{626D58DD-CAD1-41FD-B346-5DA3667E10E3}" dt="2022-12-07T11:55:41.176" v="2655" actId="20577"/>
          <ac:spMkLst>
            <pc:docMk/>
            <pc:sldMk cId="4108301402" sldId="279"/>
            <ac:spMk id="7" creationId="{95486155-B905-7D9D-49E0-5AE4DF2F0AF7}"/>
          </ac:spMkLst>
        </pc:spChg>
        <pc:picChg chg="add mod ord">
          <ac:chgData name="Sara Muneeb" userId="29b624b1-a719-43f5-9b52-388cd4043c04" providerId="ADAL" clId="{626D58DD-CAD1-41FD-B346-5DA3667E10E3}" dt="2022-12-07T11:55:21.655" v="2649" actId="1076"/>
          <ac:picMkLst>
            <pc:docMk/>
            <pc:sldMk cId="4108301402" sldId="279"/>
            <ac:picMk id="5" creationId="{129EECEB-5C6F-3B14-44BA-1051111003F8}"/>
          </ac:picMkLst>
        </pc:picChg>
      </pc:sldChg>
      <pc:sldChg chg="modSp new mod">
        <pc:chgData name="Sara Muneeb" userId="29b624b1-a719-43f5-9b52-388cd4043c04" providerId="ADAL" clId="{626D58DD-CAD1-41FD-B346-5DA3667E10E3}" dt="2022-12-07T11:57:40.903" v="2742" actId="20577"/>
        <pc:sldMkLst>
          <pc:docMk/>
          <pc:sldMk cId="816205269" sldId="280"/>
        </pc:sldMkLst>
        <pc:spChg chg="mod">
          <ac:chgData name="Sara Muneeb" userId="29b624b1-a719-43f5-9b52-388cd4043c04" providerId="ADAL" clId="{626D58DD-CAD1-41FD-B346-5DA3667E10E3}" dt="2022-12-07T11:56:19.905" v="2709" actId="20577"/>
          <ac:spMkLst>
            <pc:docMk/>
            <pc:sldMk cId="816205269" sldId="280"/>
            <ac:spMk id="2" creationId="{F664B2FA-AB5E-282C-BCA5-7B04E85F411A}"/>
          </ac:spMkLst>
        </pc:spChg>
        <pc:spChg chg="mod">
          <ac:chgData name="Sara Muneeb" userId="29b624b1-a719-43f5-9b52-388cd4043c04" providerId="ADAL" clId="{626D58DD-CAD1-41FD-B346-5DA3667E10E3}" dt="2022-12-07T11:57:40.903" v="2742" actId="20577"/>
          <ac:spMkLst>
            <pc:docMk/>
            <pc:sldMk cId="816205269" sldId="280"/>
            <ac:spMk id="3" creationId="{40860024-6F5A-FD76-3AC8-0451FEB6A07E}"/>
          </ac:spMkLst>
        </pc:spChg>
      </pc:sldChg>
      <pc:sldChg chg="del">
        <pc:chgData name="Sara Muneeb" userId="29b624b1-a719-43f5-9b52-388cd4043c04" providerId="ADAL" clId="{626D58DD-CAD1-41FD-B346-5DA3667E10E3}" dt="2022-12-06T04:53:54.509" v="0" actId="47"/>
        <pc:sldMkLst>
          <pc:docMk/>
          <pc:sldMk cId="2517784485" sldId="280"/>
        </pc:sldMkLst>
      </pc:sldChg>
      <pc:sldChg chg="addSp delSp modSp new mod">
        <pc:chgData name="Sara Muneeb" userId="29b624b1-a719-43f5-9b52-388cd4043c04" providerId="ADAL" clId="{626D58DD-CAD1-41FD-B346-5DA3667E10E3}" dt="2022-12-07T11:59:52.642" v="2758" actId="20577"/>
        <pc:sldMkLst>
          <pc:docMk/>
          <pc:sldMk cId="1257308498" sldId="281"/>
        </pc:sldMkLst>
        <pc:spChg chg="mod">
          <ac:chgData name="Sara Muneeb" userId="29b624b1-a719-43f5-9b52-388cd4043c04" providerId="ADAL" clId="{626D58DD-CAD1-41FD-B346-5DA3667E10E3}" dt="2022-12-07T11:58:05.314" v="2750" actId="20577"/>
          <ac:spMkLst>
            <pc:docMk/>
            <pc:sldMk cId="1257308498" sldId="281"/>
            <ac:spMk id="2" creationId="{16DE3DD0-2D89-1001-37F8-4E080579E736}"/>
          </ac:spMkLst>
        </pc:spChg>
        <pc:spChg chg="del">
          <ac:chgData name="Sara Muneeb" userId="29b624b1-a719-43f5-9b52-388cd4043c04" providerId="ADAL" clId="{626D58DD-CAD1-41FD-B346-5DA3667E10E3}" dt="2022-12-07T11:59:06.065" v="2751" actId="22"/>
          <ac:spMkLst>
            <pc:docMk/>
            <pc:sldMk cId="1257308498" sldId="281"/>
            <ac:spMk id="3" creationId="{9F0736B5-2575-F3F0-949F-CA341B45FA4D}"/>
          </ac:spMkLst>
        </pc:spChg>
        <pc:spChg chg="add mod">
          <ac:chgData name="Sara Muneeb" userId="29b624b1-a719-43f5-9b52-388cd4043c04" providerId="ADAL" clId="{626D58DD-CAD1-41FD-B346-5DA3667E10E3}" dt="2022-12-07T11:59:52.642" v="2758" actId="20577"/>
          <ac:spMkLst>
            <pc:docMk/>
            <pc:sldMk cId="1257308498" sldId="281"/>
            <ac:spMk id="7" creationId="{88D6A766-50F4-E24E-4423-DF0510C9FF7C}"/>
          </ac:spMkLst>
        </pc:spChg>
        <pc:picChg chg="add mod ord">
          <ac:chgData name="Sara Muneeb" userId="29b624b1-a719-43f5-9b52-388cd4043c04" providerId="ADAL" clId="{626D58DD-CAD1-41FD-B346-5DA3667E10E3}" dt="2022-12-07T11:59:10.099" v="2753" actId="1076"/>
          <ac:picMkLst>
            <pc:docMk/>
            <pc:sldMk cId="1257308498" sldId="281"/>
            <ac:picMk id="5" creationId="{0782B215-DFB4-BCFB-8A47-288E1AF9F50A}"/>
          </ac:picMkLst>
        </pc:picChg>
      </pc:sldChg>
      <pc:sldChg chg="del">
        <pc:chgData name="Sara Muneeb" userId="29b624b1-a719-43f5-9b52-388cd4043c04" providerId="ADAL" clId="{626D58DD-CAD1-41FD-B346-5DA3667E10E3}" dt="2022-12-06T04:53:54.509" v="0" actId="47"/>
        <pc:sldMkLst>
          <pc:docMk/>
          <pc:sldMk cId="2369126632" sldId="281"/>
        </pc:sldMkLst>
      </pc:sldChg>
      <pc:sldChg chg="modSp new mod">
        <pc:chgData name="Sara Muneeb" userId="29b624b1-a719-43f5-9b52-388cd4043c04" providerId="ADAL" clId="{626D58DD-CAD1-41FD-B346-5DA3667E10E3}" dt="2022-12-07T12:07:49.592" v="2836" actId="20577"/>
        <pc:sldMkLst>
          <pc:docMk/>
          <pc:sldMk cId="2256898020" sldId="282"/>
        </pc:sldMkLst>
        <pc:spChg chg="mod">
          <ac:chgData name="Sara Muneeb" userId="29b624b1-a719-43f5-9b52-388cd4043c04" providerId="ADAL" clId="{626D58DD-CAD1-41FD-B346-5DA3667E10E3}" dt="2022-12-07T12:00:56.703" v="2797" actId="20577"/>
          <ac:spMkLst>
            <pc:docMk/>
            <pc:sldMk cId="2256898020" sldId="282"/>
            <ac:spMk id="2" creationId="{407C55AA-CA70-2686-94C3-AE2574A6533B}"/>
          </ac:spMkLst>
        </pc:spChg>
        <pc:spChg chg="mod">
          <ac:chgData name="Sara Muneeb" userId="29b624b1-a719-43f5-9b52-388cd4043c04" providerId="ADAL" clId="{626D58DD-CAD1-41FD-B346-5DA3667E10E3}" dt="2022-12-07T12:07:49.592" v="2836" actId="20577"/>
          <ac:spMkLst>
            <pc:docMk/>
            <pc:sldMk cId="2256898020" sldId="282"/>
            <ac:spMk id="3" creationId="{09277A98-CB9C-1AF1-588E-39E7D125EDD5}"/>
          </ac:spMkLst>
        </pc:spChg>
      </pc:sldChg>
      <pc:sldChg chg="del">
        <pc:chgData name="Sara Muneeb" userId="29b624b1-a719-43f5-9b52-388cd4043c04" providerId="ADAL" clId="{626D58DD-CAD1-41FD-B346-5DA3667E10E3}" dt="2022-12-06T04:53:54.509" v="0" actId="47"/>
        <pc:sldMkLst>
          <pc:docMk/>
          <pc:sldMk cId="2392264234" sldId="282"/>
        </pc:sldMkLst>
      </pc:sldChg>
      <pc:sldChg chg="del">
        <pc:chgData name="Sara Muneeb" userId="29b624b1-a719-43f5-9b52-388cd4043c04" providerId="ADAL" clId="{626D58DD-CAD1-41FD-B346-5DA3667E10E3}" dt="2022-12-06T04:53:54.509" v="0" actId="47"/>
        <pc:sldMkLst>
          <pc:docMk/>
          <pc:sldMk cId="2561454925" sldId="283"/>
        </pc:sldMkLst>
      </pc:sldChg>
      <pc:sldChg chg="new del">
        <pc:chgData name="Sara Muneeb" userId="29b624b1-a719-43f5-9b52-388cd4043c04" providerId="ADAL" clId="{626D58DD-CAD1-41FD-B346-5DA3667E10E3}" dt="2022-12-07T12:11:28.684" v="3033" actId="47"/>
        <pc:sldMkLst>
          <pc:docMk/>
          <pc:sldMk cId="2750732346" sldId="283"/>
        </pc:sldMkLst>
      </pc:sldChg>
      <pc:sldChg chg="modSp new mod">
        <pc:chgData name="Sara Muneeb" userId="29b624b1-a719-43f5-9b52-388cd4043c04" providerId="ADAL" clId="{626D58DD-CAD1-41FD-B346-5DA3667E10E3}" dt="2022-12-07T12:10:13.873" v="2901" actId="20577"/>
        <pc:sldMkLst>
          <pc:docMk/>
          <pc:sldMk cId="1243337029" sldId="284"/>
        </pc:sldMkLst>
        <pc:spChg chg="mod">
          <ac:chgData name="Sara Muneeb" userId="29b624b1-a719-43f5-9b52-388cd4043c04" providerId="ADAL" clId="{626D58DD-CAD1-41FD-B346-5DA3667E10E3}" dt="2022-12-07T12:08:14.609" v="2864" actId="20577"/>
          <ac:spMkLst>
            <pc:docMk/>
            <pc:sldMk cId="1243337029" sldId="284"/>
            <ac:spMk id="2" creationId="{6C4100EB-4683-CA04-9CEC-28FB1F9408C6}"/>
          </ac:spMkLst>
        </pc:spChg>
        <pc:spChg chg="mod">
          <ac:chgData name="Sara Muneeb" userId="29b624b1-a719-43f5-9b52-388cd4043c04" providerId="ADAL" clId="{626D58DD-CAD1-41FD-B346-5DA3667E10E3}" dt="2022-12-07T12:10:13.873" v="2901" actId="20577"/>
          <ac:spMkLst>
            <pc:docMk/>
            <pc:sldMk cId="1243337029" sldId="284"/>
            <ac:spMk id="3" creationId="{39AA94B1-10E0-4CFA-2C9A-230D17BAC9EA}"/>
          </ac:spMkLst>
        </pc:spChg>
      </pc:sldChg>
      <pc:sldChg chg="del">
        <pc:chgData name="Sara Muneeb" userId="29b624b1-a719-43f5-9b52-388cd4043c04" providerId="ADAL" clId="{626D58DD-CAD1-41FD-B346-5DA3667E10E3}" dt="2022-12-06T04:53:54.509" v="0" actId="47"/>
        <pc:sldMkLst>
          <pc:docMk/>
          <pc:sldMk cId="3142686621" sldId="284"/>
        </pc:sldMkLst>
      </pc:sldChg>
      <pc:sldChg chg="modSp new mod">
        <pc:chgData name="Sara Muneeb" userId="29b624b1-a719-43f5-9b52-388cd4043c04" providerId="ADAL" clId="{626D58DD-CAD1-41FD-B346-5DA3667E10E3}" dt="2022-12-07T12:11:25.417" v="3032" actId="20577"/>
        <pc:sldMkLst>
          <pc:docMk/>
          <pc:sldMk cId="133598058" sldId="285"/>
        </pc:sldMkLst>
        <pc:spChg chg="mod">
          <ac:chgData name="Sara Muneeb" userId="29b624b1-a719-43f5-9b52-388cd4043c04" providerId="ADAL" clId="{626D58DD-CAD1-41FD-B346-5DA3667E10E3}" dt="2022-12-07T12:10:25.053" v="2913" actId="20577"/>
          <ac:spMkLst>
            <pc:docMk/>
            <pc:sldMk cId="133598058" sldId="285"/>
            <ac:spMk id="2" creationId="{8AA3B581-F4A0-191D-FC19-639C77F4DBBD}"/>
          </ac:spMkLst>
        </pc:spChg>
        <pc:spChg chg="mod">
          <ac:chgData name="Sara Muneeb" userId="29b624b1-a719-43f5-9b52-388cd4043c04" providerId="ADAL" clId="{626D58DD-CAD1-41FD-B346-5DA3667E10E3}" dt="2022-12-07T12:11:25.417" v="3032" actId="20577"/>
          <ac:spMkLst>
            <pc:docMk/>
            <pc:sldMk cId="133598058" sldId="285"/>
            <ac:spMk id="3" creationId="{EDBE6827-7FFA-4EF5-9BBA-BCC59AEE8504}"/>
          </ac:spMkLst>
        </pc:spChg>
      </pc:sldChg>
      <pc:sldChg chg="del">
        <pc:chgData name="Sara Muneeb" userId="29b624b1-a719-43f5-9b52-388cd4043c04" providerId="ADAL" clId="{626D58DD-CAD1-41FD-B346-5DA3667E10E3}" dt="2022-12-06T04:53:54.509" v="0" actId="47"/>
        <pc:sldMkLst>
          <pc:docMk/>
          <pc:sldMk cId="1885256380" sldId="285"/>
        </pc:sldMkLst>
      </pc:sldChg>
      <pc:sldChg chg="del">
        <pc:chgData name="Sara Muneeb" userId="29b624b1-a719-43f5-9b52-388cd4043c04" providerId="ADAL" clId="{626D58DD-CAD1-41FD-B346-5DA3667E10E3}" dt="2022-12-06T04:53:54.509" v="0" actId="47"/>
        <pc:sldMkLst>
          <pc:docMk/>
          <pc:sldMk cId="3176274497" sldId="286"/>
        </pc:sldMkLst>
      </pc:sldChg>
      <pc:sldChg chg="del">
        <pc:chgData name="Sara Muneeb" userId="29b624b1-a719-43f5-9b52-388cd4043c04" providerId="ADAL" clId="{626D58DD-CAD1-41FD-B346-5DA3667E10E3}" dt="2022-12-06T04:53:54.509" v="0" actId="47"/>
        <pc:sldMkLst>
          <pc:docMk/>
          <pc:sldMk cId="957256394" sldId="287"/>
        </pc:sldMkLst>
      </pc:sldChg>
      <pc:sldChg chg="del">
        <pc:chgData name="Sara Muneeb" userId="29b624b1-a719-43f5-9b52-388cd4043c04" providerId="ADAL" clId="{626D58DD-CAD1-41FD-B346-5DA3667E10E3}" dt="2022-12-06T04:53:54.509" v="0" actId="47"/>
        <pc:sldMkLst>
          <pc:docMk/>
          <pc:sldMk cId="927710118" sldId="288"/>
        </pc:sldMkLst>
      </pc:sldChg>
      <pc:sldChg chg="del">
        <pc:chgData name="Sara Muneeb" userId="29b624b1-a719-43f5-9b52-388cd4043c04" providerId="ADAL" clId="{626D58DD-CAD1-41FD-B346-5DA3667E10E3}" dt="2022-12-06T04:53:54.509" v="0" actId="47"/>
        <pc:sldMkLst>
          <pc:docMk/>
          <pc:sldMk cId="3407071435" sldId="289"/>
        </pc:sldMkLst>
      </pc:sldChg>
      <pc:sldChg chg="del">
        <pc:chgData name="Sara Muneeb" userId="29b624b1-a719-43f5-9b52-388cd4043c04" providerId="ADAL" clId="{626D58DD-CAD1-41FD-B346-5DA3667E10E3}" dt="2022-12-06T04:53:54.509" v="0" actId="47"/>
        <pc:sldMkLst>
          <pc:docMk/>
          <pc:sldMk cId="2531843012" sldId="290"/>
        </pc:sldMkLst>
      </pc:sldChg>
      <pc:sldChg chg="del">
        <pc:chgData name="Sara Muneeb" userId="29b624b1-a719-43f5-9b52-388cd4043c04" providerId="ADAL" clId="{626D58DD-CAD1-41FD-B346-5DA3667E10E3}" dt="2022-12-06T04:53:54.509" v="0" actId="47"/>
        <pc:sldMkLst>
          <pc:docMk/>
          <pc:sldMk cId="86561532" sldId="291"/>
        </pc:sldMkLst>
      </pc:sldChg>
      <pc:sldChg chg="del">
        <pc:chgData name="Sara Muneeb" userId="29b624b1-a719-43f5-9b52-388cd4043c04" providerId="ADAL" clId="{626D58DD-CAD1-41FD-B346-5DA3667E10E3}" dt="2022-12-06T04:53:54.509" v="0" actId="47"/>
        <pc:sldMkLst>
          <pc:docMk/>
          <pc:sldMk cId="1372548100" sldId="292"/>
        </pc:sldMkLst>
      </pc:sldChg>
      <pc:sldChg chg="del">
        <pc:chgData name="Sara Muneeb" userId="29b624b1-a719-43f5-9b52-388cd4043c04" providerId="ADAL" clId="{626D58DD-CAD1-41FD-B346-5DA3667E10E3}" dt="2022-12-06T04:53:54.509" v="0" actId="47"/>
        <pc:sldMkLst>
          <pc:docMk/>
          <pc:sldMk cId="2632021391" sldId="293"/>
        </pc:sldMkLst>
      </pc:sldChg>
      <pc:sldChg chg="del">
        <pc:chgData name="Sara Muneeb" userId="29b624b1-a719-43f5-9b52-388cd4043c04" providerId="ADAL" clId="{626D58DD-CAD1-41FD-B346-5DA3667E10E3}" dt="2022-12-06T04:53:54.509" v="0" actId="47"/>
        <pc:sldMkLst>
          <pc:docMk/>
          <pc:sldMk cId="1105634336" sldId="294"/>
        </pc:sldMkLst>
      </pc:sldChg>
      <pc:sldChg chg="del">
        <pc:chgData name="Sara Muneeb" userId="29b624b1-a719-43f5-9b52-388cd4043c04" providerId="ADAL" clId="{626D58DD-CAD1-41FD-B346-5DA3667E10E3}" dt="2022-12-06T04:53:54.509" v="0" actId="47"/>
        <pc:sldMkLst>
          <pc:docMk/>
          <pc:sldMk cId="2600266142" sldId="295"/>
        </pc:sldMkLst>
      </pc:sldChg>
      <pc:sldChg chg="del">
        <pc:chgData name="Sara Muneeb" userId="29b624b1-a719-43f5-9b52-388cd4043c04" providerId="ADAL" clId="{626D58DD-CAD1-41FD-B346-5DA3667E10E3}" dt="2022-12-06T04:53:54.509" v="0" actId="47"/>
        <pc:sldMkLst>
          <pc:docMk/>
          <pc:sldMk cId="2388722162" sldId="296"/>
        </pc:sldMkLst>
      </pc:sldChg>
      <pc:sldChg chg="del">
        <pc:chgData name="Sara Muneeb" userId="29b624b1-a719-43f5-9b52-388cd4043c04" providerId="ADAL" clId="{626D58DD-CAD1-41FD-B346-5DA3667E10E3}" dt="2022-12-06T04:53:54.509" v="0" actId="47"/>
        <pc:sldMkLst>
          <pc:docMk/>
          <pc:sldMk cId="1642543448" sldId="297"/>
        </pc:sldMkLst>
      </pc:sldChg>
      <pc:sldChg chg="del">
        <pc:chgData name="Sara Muneeb" userId="29b624b1-a719-43f5-9b52-388cd4043c04" providerId="ADAL" clId="{626D58DD-CAD1-41FD-B346-5DA3667E10E3}" dt="2022-12-06T04:53:54.509" v="0" actId="47"/>
        <pc:sldMkLst>
          <pc:docMk/>
          <pc:sldMk cId="130536532" sldId="299"/>
        </pc:sldMkLst>
      </pc:sldChg>
      <pc:sldChg chg="del">
        <pc:chgData name="Sara Muneeb" userId="29b624b1-a719-43f5-9b52-388cd4043c04" providerId="ADAL" clId="{626D58DD-CAD1-41FD-B346-5DA3667E10E3}" dt="2022-12-06T04:53:54.509" v="0" actId="47"/>
        <pc:sldMkLst>
          <pc:docMk/>
          <pc:sldMk cId="1878413688" sldId="300"/>
        </pc:sldMkLst>
      </pc:sldChg>
      <pc:sldChg chg="del">
        <pc:chgData name="Sara Muneeb" userId="29b624b1-a719-43f5-9b52-388cd4043c04" providerId="ADAL" clId="{626D58DD-CAD1-41FD-B346-5DA3667E10E3}" dt="2022-12-06T04:53:54.509" v="0" actId="47"/>
        <pc:sldMkLst>
          <pc:docMk/>
          <pc:sldMk cId="4037296267" sldId="301"/>
        </pc:sldMkLst>
      </pc:sldChg>
      <pc:sldChg chg="del">
        <pc:chgData name="Sara Muneeb" userId="29b624b1-a719-43f5-9b52-388cd4043c04" providerId="ADAL" clId="{626D58DD-CAD1-41FD-B346-5DA3667E10E3}" dt="2022-12-06T04:53:54.509" v="0" actId="47"/>
        <pc:sldMkLst>
          <pc:docMk/>
          <pc:sldMk cId="3956370830" sldId="302"/>
        </pc:sldMkLst>
      </pc:sldChg>
      <pc:sldChg chg="del">
        <pc:chgData name="Sara Muneeb" userId="29b624b1-a719-43f5-9b52-388cd4043c04" providerId="ADAL" clId="{626D58DD-CAD1-41FD-B346-5DA3667E10E3}" dt="2022-12-06T04:53:54.509" v="0" actId="47"/>
        <pc:sldMkLst>
          <pc:docMk/>
          <pc:sldMk cId="1055036240" sldId="303"/>
        </pc:sldMkLst>
      </pc:sldChg>
      <pc:sldChg chg="del">
        <pc:chgData name="Sara Muneeb" userId="29b624b1-a719-43f5-9b52-388cd4043c04" providerId="ADAL" clId="{626D58DD-CAD1-41FD-B346-5DA3667E10E3}" dt="2022-12-06T04:53:54.509" v="0" actId="47"/>
        <pc:sldMkLst>
          <pc:docMk/>
          <pc:sldMk cId="314095271" sldId="304"/>
        </pc:sldMkLst>
      </pc:sldChg>
      <pc:sldChg chg="del">
        <pc:chgData name="Sara Muneeb" userId="29b624b1-a719-43f5-9b52-388cd4043c04" providerId="ADAL" clId="{626D58DD-CAD1-41FD-B346-5DA3667E10E3}" dt="2022-12-06T04:53:54.509" v="0" actId="47"/>
        <pc:sldMkLst>
          <pc:docMk/>
          <pc:sldMk cId="167953533" sldId="305"/>
        </pc:sldMkLst>
      </pc:sldChg>
      <pc:sldChg chg="del">
        <pc:chgData name="Sara Muneeb" userId="29b624b1-a719-43f5-9b52-388cd4043c04" providerId="ADAL" clId="{626D58DD-CAD1-41FD-B346-5DA3667E10E3}" dt="2022-12-06T04:53:54.509" v="0" actId="47"/>
        <pc:sldMkLst>
          <pc:docMk/>
          <pc:sldMk cId="3299730876" sldId="306"/>
        </pc:sldMkLst>
      </pc:sldChg>
      <pc:sldChg chg="del">
        <pc:chgData name="Sara Muneeb" userId="29b624b1-a719-43f5-9b52-388cd4043c04" providerId="ADAL" clId="{626D58DD-CAD1-41FD-B346-5DA3667E10E3}" dt="2022-12-06T04:53:54.509" v="0" actId="47"/>
        <pc:sldMkLst>
          <pc:docMk/>
          <pc:sldMk cId="3803768667" sldId="307"/>
        </pc:sldMkLst>
      </pc:sldChg>
      <pc:sldChg chg="del">
        <pc:chgData name="Sara Muneeb" userId="29b624b1-a719-43f5-9b52-388cd4043c04" providerId="ADAL" clId="{626D58DD-CAD1-41FD-B346-5DA3667E10E3}" dt="2022-12-06T04:53:54.509" v="0" actId="47"/>
        <pc:sldMkLst>
          <pc:docMk/>
          <pc:sldMk cId="4234742429" sldId="308"/>
        </pc:sldMkLst>
      </pc:sldChg>
      <pc:sldChg chg="del">
        <pc:chgData name="Sara Muneeb" userId="29b624b1-a719-43f5-9b52-388cd4043c04" providerId="ADAL" clId="{626D58DD-CAD1-41FD-B346-5DA3667E10E3}" dt="2022-12-06T04:53:54.509" v="0" actId="47"/>
        <pc:sldMkLst>
          <pc:docMk/>
          <pc:sldMk cId="2621193280" sldId="309"/>
        </pc:sldMkLst>
      </pc:sldChg>
      <pc:sldChg chg="del">
        <pc:chgData name="Sara Muneeb" userId="29b624b1-a719-43f5-9b52-388cd4043c04" providerId="ADAL" clId="{626D58DD-CAD1-41FD-B346-5DA3667E10E3}" dt="2022-12-06T04:53:54.509" v="0" actId="47"/>
        <pc:sldMkLst>
          <pc:docMk/>
          <pc:sldMk cId="1338992350" sldId="310"/>
        </pc:sldMkLst>
      </pc:sldChg>
      <pc:sldChg chg="del">
        <pc:chgData name="Sara Muneeb" userId="29b624b1-a719-43f5-9b52-388cd4043c04" providerId="ADAL" clId="{626D58DD-CAD1-41FD-B346-5DA3667E10E3}" dt="2022-12-06T04:53:54.509" v="0" actId="47"/>
        <pc:sldMkLst>
          <pc:docMk/>
          <pc:sldMk cId="90414829" sldId="311"/>
        </pc:sldMkLst>
      </pc:sldChg>
      <pc:sldChg chg="del">
        <pc:chgData name="Sara Muneeb" userId="29b624b1-a719-43f5-9b52-388cd4043c04" providerId="ADAL" clId="{626D58DD-CAD1-41FD-B346-5DA3667E10E3}" dt="2022-12-06T04:53:54.509" v="0" actId="47"/>
        <pc:sldMkLst>
          <pc:docMk/>
          <pc:sldMk cId="2877534449" sldId="312"/>
        </pc:sldMkLst>
      </pc:sldChg>
      <pc:sldChg chg="del">
        <pc:chgData name="Sara Muneeb" userId="29b624b1-a719-43f5-9b52-388cd4043c04" providerId="ADAL" clId="{626D58DD-CAD1-41FD-B346-5DA3667E10E3}" dt="2022-12-06T04:53:54.509" v="0" actId="47"/>
        <pc:sldMkLst>
          <pc:docMk/>
          <pc:sldMk cId="3347304787" sldId="314"/>
        </pc:sldMkLst>
      </pc:sldChg>
      <pc:sldChg chg="del">
        <pc:chgData name="Sara Muneeb" userId="29b624b1-a719-43f5-9b52-388cd4043c04" providerId="ADAL" clId="{626D58DD-CAD1-41FD-B346-5DA3667E10E3}" dt="2022-12-06T04:53:54.509" v="0" actId="47"/>
        <pc:sldMkLst>
          <pc:docMk/>
          <pc:sldMk cId="1401089230" sldId="315"/>
        </pc:sldMkLst>
      </pc:sldChg>
      <pc:sldChg chg="del">
        <pc:chgData name="Sara Muneeb" userId="29b624b1-a719-43f5-9b52-388cd4043c04" providerId="ADAL" clId="{626D58DD-CAD1-41FD-B346-5DA3667E10E3}" dt="2022-12-06T04:53:54.509" v="0" actId="47"/>
        <pc:sldMkLst>
          <pc:docMk/>
          <pc:sldMk cId="2929702152" sldId="316"/>
        </pc:sldMkLst>
      </pc:sldChg>
      <pc:sldChg chg="del">
        <pc:chgData name="Sara Muneeb" userId="29b624b1-a719-43f5-9b52-388cd4043c04" providerId="ADAL" clId="{626D58DD-CAD1-41FD-B346-5DA3667E10E3}" dt="2022-12-06T04:53:54.509" v="0" actId="47"/>
        <pc:sldMkLst>
          <pc:docMk/>
          <pc:sldMk cId="207355886" sldId="317"/>
        </pc:sldMkLst>
      </pc:sldChg>
      <pc:sldChg chg="del">
        <pc:chgData name="Sara Muneeb" userId="29b624b1-a719-43f5-9b52-388cd4043c04" providerId="ADAL" clId="{626D58DD-CAD1-41FD-B346-5DA3667E10E3}" dt="2022-12-06T04:53:54.509" v="0" actId="47"/>
        <pc:sldMkLst>
          <pc:docMk/>
          <pc:sldMk cId="3253479535" sldId="318"/>
        </pc:sldMkLst>
      </pc:sldChg>
      <pc:sldChg chg="del">
        <pc:chgData name="Sara Muneeb" userId="29b624b1-a719-43f5-9b52-388cd4043c04" providerId="ADAL" clId="{626D58DD-CAD1-41FD-B346-5DA3667E10E3}" dt="2022-12-06T04:53:54.509" v="0" actId="47"/>
        <pc:sldMkLst>
          <pc:docMk/>
          <pc:sldMk cId="3258948435" sldId="319"/>
        </pc:sldMkLst>
      </pc:sldChg>
    </pc:docChg>
  </pc:docChgLst>
  <pc:docChgLst>
    <pc:chgData name="Sara Muneeb" userId="29b624b1-a719-43f5-9b52-388cd4043c04" providerId="ADAL" clId="{CDDEB43C-0F7B-410A-BDB2-FB8142E25293}"/>
    <pc:docChg chg="undo custSel addSld delSld modSld">
      <pc:chgData name="Sara Muneeb" userId="29b624b1-a719-43f5-9b52-388cd4043c04" providerId="ADAL" clId="{CDDEB43C-0F7B-410A-BDB2-FB8142E25293}" dt="2022-11-22T09:50:31.514" v="898" actId="20577"/>
      <pc:docMkLst>
        <pc:docMk/>
      </pc:docMkLst>
      <pc:sldChg chg="addSp modSp mod">
        <pc:chgData name="Sara Muneeb" userId="29b624b1-a719-43f5-9b52-388cd4043c04" providerId="ADAL" clId="{CDDEB43C-0F7B-410A-BDB2-FB8142E25293}" dt="2022-11-22T07:33:47.001" v="34" actId="1076"/>
        <pc:sldMkLst>
          <pc:docMk/>
          <pc:sldMk cId="2231384248" sldId="257"/>
        </pc:sldMkLst>
        <pc:spChg chg="mod">
          <ac:chgData name="Sara Muneeb" userId="29b624b1-a719-43f5-9b52-388cd4043c04" providerId="ADAL" clId="{CDDEB43C-0F7B-410A-BDB2-FB8142E25293}" dt="2022-11-22T06:41:52.422" v="3" actId="20577"/>
          <ac:spMkLst>
            <pc:docMk/>
            <pc:sldMk cId="2231384248" sldId="257"/>
            <ac:spMk id="2" creationId="{1EBE986A-D100-442D-4A1C-CB20AD73613A}"/>
          </ac:spMkLst>
        </pc:spChg>
        <pc:spChg chg="mod">
          <ac:chgData name="Sara Muneeb" userId="29b624b1-a719-43f5-9b52-388cd4043c04" providerId="ADAL" clId="{CDDEB43C-0F7B-410A-BDB2-FB8142E25293}" dt="2022-11-22T07:33:43.411" v="33" actId="404"/>
          <ac:spMkLst>
            <pc:docMk/>
            <pc:sldMk cId="2231384248" sldId="257"/>
            <ac:spMk id="3" creationId="{0D527093-DB2E-92D7-CFB6-072AB18061DF}"/>
          </ac:spMkLst>
        </pc:spChg>
        <pc:picChg chg="add mod">
          <ac:chgData name="Sara Muneeb" userId="29b624b1-a719-43f5-9b52-388cd4043c04" providerId="ADAL" clId="{CDDEB43C-0F7B-410A-BDB2-FB8142E25293}" dt="2022-11-22T07:33:47.001" v="34" actId="1076"/>
          <ac:picMkLst>
            <pc:docMk/>
            <pc:sldMk cId="2231384248" sldId="257"/>
            <ac:picMk id="5" creationId="{E64CD78C-8994-95C3-0FFF-5012AF9760DE}"/>
          </ac:picMkLst>
        </pc:picChg>
      </pc:sldChg>
      <pc:sldChg chg="modSp new del mod">
        <pc:chgData name="Sara Muneeb" userId="29b624b1-a719-43f5-9b52-388cd4043c04" providerId="ADAL" clId="{CDDEB43C-0F7B-410A-BDB2-FB8142E25293}" dt="2022-11-22T09:11:48.714" v="507" actId="47"/>
        <pc:sldMkLst>
          <pc:docMk/>
          <pc:sldMk cId="2364051293" sldId="258"/>
        </pc:sldMkLst>
        <pc:spChg chg="mod">
          <ac:chgData name="Sara Muneeb" userId="29b624b1-a719-43f5-9b52-388cd4043c04" providerId="ADAL" clId="{CDDEB43C-0F7B-410A-BDB2-FB8142E25293}" dt="2022-11-22T07:52:15.332" v="51" actId="20577"/>
          <ac:spMkLst>
            <pc:docMk/>
            <pc:sldMk cId="2364051293" sldId="258"/>
            <ac:spMk id="2" creationId="{2C63B591-E350-B42B-F503-29B606A6BA96}"/>
          </ac:spMkLst>
        </pc:spChg>
      </pc:sldChg>
      <pc:sldChg chg="addSp modSp new mod">
        <pc:chgData name="Sara Muneeb" userId="29b624b1-a719-43f5-9b52-388cd4043c04" providerId="ADAL" clId="{CDDEB43C-0F7B-410A-BDB2-FB8142E25293}" dt="2022-11-22T09:11:57.343" v="526" actId="20577"/>
        <pc:sldMkLst>
          <pc:docMk/>
          <pc:sldMk cId="2741597001" sldId="259"/>
        </pc:sldMkLst>
        <pc:spChg chg="mod">
          <ac:chgData name="Sara Muneeb" userId="29b624b1-a719-43f5-9b52-388cd4043c04" providerId="ADAL" clId="{CDDEB43C-0F7B-410A-BDB2-FB8142E25293}" dt="2022-11-22T09:11:57.343" v="526" actId="20577"/>
          <ac:spMkLst>
            <pc:docMk/>
            <pc:sldMk cId="2741597001" sldId="259"/>
            <ac:spMk id="2" creationId="{EE0AD4C2-1E1E-4CD5-ECF4-3B7F7B102E96}"/>
          </ac:spMkLst>
        </pc:spChg>
        <pc:spChg chg="mod">
          <ac:chgData name="Sara Muneeb" userId="29b624b1-a719-43f5-9b52-388cd4043c04" providerId="ADAL" clId="{CDDEB43C-0F7B-410A-BDB2-FB8142E25293}" dt="2022-11-22T08:06:06.157" v="145" actId="404"/>
          <ac:spMkLst>
            <pc:docMk/>
            <pc:sldMk cId="2741597001" sldId="259"/>
            <ac:spMk id="3" creationId="{A08C1FF2-D348-CD27-256F-F74A50F56034}"/>
          </ac:spMkLst>
        </pc:spChg>
        <pc:picChg chg="add mod">
          <ac:chgData name="Sara Muneeb" userId="29b624b1-a719-43f5-9b52-388cd4043c04" providerId="ADAL" clId="{CDDEB43C-0F7B-410A-BDB2-FB8142E25293}" dt="2022-11-22T08:01:29.732" v="100" actId="14100"/>
          <ac:picMkLst>
            <pc:docMk/>
            <pc:sldMk cId="2741597001" sldId="259"/>
            <ac:picMk id="5" creationId="{C42DA7BC-DF99-43A6-774B-87B0C2AB8582}"/>
          </ac:picMkLst>
        </pc:picChg>
      </pc:sldChg>
      <pc:sldChg chg="addSp modSp new mod">
        <pc:chgData name="Sara Muneeb" userId="29b624b1-a719-43f5-9b52-388cd4043c04" providerId="ADAL" clId="{CDDEB43C-0F7B-410A-BDB2-FB8142E25293}" dt="2022-11-22T09:12:05.855" v="528" actId="27636"/>
        <pc:sldMkLst>
          <pc:docMk/>
          <pc:sldMk cId="2600276571" sldId="260"/>
        </pc:sldMkLst>
        <pc:spChg chg="mod">
          <ac:chgData name="Sara Muneeb" userId="29b624b1-a719-43f5-9b52-388cd4043c04" providerId="ADAL" clId="{CDDEB43C-0F7B-410A-BDB2-FB8142E25293}" dt="2022-11-22T09:12:05.855" v="528" actId="27636"/>
          <ac:spMkLst>
            <pc:docMk/>
            <pc:sldMk cId="2600276571" sldId="260"/>
            <ac:spMk id="2" creationId="{7722649D-D3D5-B047-22AD-7B1E6841105B}"/>
          </ac:spMkLst>
        </pc:spChg>
        <pc:spChg chg="mod">
          <ac:chgData name="Sara Muneeb" userId="29b624b1-a719-43f5-9b52-388cd4043c04" providerId="ADAL" clId="{CDDEB43C-0F7B-410A-BDB2-FB8142E25293}" dt="2022-11-22T08:02:46.856" v="141" actId="20577"/>
          <ac:spMkLst>
            <pc:docMk/>
            <pc:sldMk cId="2600276571" sldId="260"/>
            <ac:spMk id="3" creationId="{BF60C14C-F46A-5733-F8BE-B1A2185B09D0}"/>
          </ac:spMkLst>
        </pc:spChg>
        <pc:picChg chg="add mod">
          <ac:chgData name="Sara Muneeb" userId="29b624b1-a719-43f5-9b52-388cd4043c04" providerId="ADAL" clId="{CDDEB43C-0F7B-410A-BDB2-FB8142E25293}" dt="2022-11-22T08:09:02.086" v="162" actId="1076"/>
          <ac:picMkLst>
            <pc:docMk/>
            <pc:sldMk cId="2600276571" sldId="260"/>
            <ac:picMk id="5" creationId="{A26953B9-2356-D0D8-C576-EC7BE0D93516}"/>
          </ac:picMkLst>
        </pc:picChg>
      </pc:sldChg>
      <pc:sldChg chg="modSp new mod">
        <pc:chgData name="Sara Muneeb" userId="29b624b1-a719-43f5-9b52-388cd4043c04" providerId="ADAL" clId="{CDDEB43C-0F7B-410A-BDB2-FB8142E25293}" dt="2022-11-22T08:15:48.471" v="245" actId="27636"/>
        <pc:sldMkLst>
          <pc:docMk/>
          <pc:sldMk cId="3302378807" sldId="261"/>
        </pc:sldMkLst>
        <pc:spChg chg="mod">
          <ac:chgData name="Sara Muneeb" userId="29b624b1-a719-43f5-9b52-388cd4043c04" providerId="ADAL" clId="{CDDEB43C-0F7B-410A-BDB2-FB8142E25293}" dt="2022-11-22T08:06:49.443" v="157" actId="20577"/>
          <ac:spMkLst>
            <pc:docMk/>
            <pc:sldMk cId="3302378807" sldId="261"/>
            <ac:spMk id="2" creationId="{E4FABAD8-C2B4-B41C-9083-C1730EBCCA8B}"/>
          </ac:spMkLst>
        </pc:spChg>
        <pc:spChg chg="mod">
          <ac:chgData name="Sara Muneeb" userId="29b624b1-a719-43f5-9b52-388cd4043c04" providerId="ADAL" clId="{CDDEB43C-0F7B-410A-BDB2-FB8142E25293}" dt="2022-11-22T08:15:48.471" v="245" actId="27636"/>
          <ac:spMkLst>
            <pc:docMk/>
            <pc:sldMk cId="3302378807" sldId="261"/>
            <ac:spMk id="3" creationId="{6D014B81-15AB-581F-75AA-21487DFCE582}"/>
          </ac:spMkLst>
        </pc:spChg>
      </pc:sldChg>
      <pc:sldChg chg="modSp new mod">
        <pc:chgData name="Sara Muneeb" userId="29b624b1-a719-43f5-9b52-388cd4043c04" providerId="ADAL" clId="{CDDEB43C-0F7B-410A-BDB2-FB8142E25293}" dt="2022-11-22T09:12:12.566" v="530" actId="27636"/>
        <pc:sldMkLst>
          <pc:docMk/>
          <pc:sldMk cId="3153897923" sldId="262"/>
        </pc:sldMkLst>
        <pc:spChg chg="mod">
          <ac:chgData name="Sara Muneeb" userId="29b624b1-a719-43f5-9b52-388cd4043c04" providerId="ADAL" clId="{CDDEB43C-0F7B-410A-BDB2-FB8142E25293}" dt="2022-11-22T09:12:12.566" v="530" actId="27636"/>
          <ac:spMkLst>
            <pc:docMk/>
            <pc:sldMk cId="3153897923" sldId="262"/>
            <ac:spMk id="2" creationId="{4BFEBBCF-4B06-6CAC-AB5F-5F9A13E191EB}"/>
          </ac:spMkLst>
        </pc:spChg>
        <pc:spChg chg="mod">
          <ac:chgData name="Sara Muneeb" userId="29b624b1-a719-43f5-9b52-388cd4043c04" providerId="ADAL" clId="{CDDEB43C-0F7B-410A-BDB2-FB8142E25293}" dt="2022-11-22T08:29:03.944" v="429" actId="20577"/>
          <ac:spMkLst>
            <pc:docMk/>
            <pc:sldMk cId="3153897923" sldId="262"/>
            <ac:spMk id="3" creationId="{6C273538-F9B0-E739-D886-FD7B3376EC72}"/>
          </ac:spMkLst>
        </pc:spChg>
      </pc:sldChg>
      <pc:sldChg chg="addSp delSp modSp new mod">
        <pc:chgData name="Sara Muneeb" userId="29b624b1-a719-43f5-9b52-388cd4043c04" providerId="ADAL" clId="{CDDEB43C-0F7B-410A-BDB2-FB8142E25293}" dt="2022-11-22T08:25:56.814" v="395" actId="22"/>
        <pc:sldMkLst>
          <pc:docMk/>
          <pc:sldMk cId="549192520" sldId="263"/>
        </pc:sldMkLst>
        <pc:spChg chg="mod">
          <ac:chgData name="Sara Muneeb" userId="29b624b1-a719-43f5-9b52-388cd4043c04" providerId="ADAL" clId="{CDDEB43C-0F7B-410A-BDB2-FB8142E25293}" dt="2022-11-22T08:25:54.499" v="394" actId="20577"/>
          <ac:spMkLst>
            <pc:docMk/>
            <pc:sldMk cId="549192520" sldId="263"/>
            <ac:spMk id="2" creationId="{5525351D-6F94-C679-B50B-6C8496B7E760}"/>
          </ac:spMkLst>
        </pc:spChg>
        <pc:spChg chg="del">
          <ac:chgData name="Sara Muneeb" userId="29b624b1-a719-43f5-9b52-388cd4043c04" providerId="ADAL" clId="{CDDEB43C-0F7B-410A-BDB2-FB8142E25293}" dt="2022-11-22T08:25:56.814" v="395" actId="22"/>
          <ac:spMkLst>
            <pc:docMk/>
            <pc:sldMk cId="549192520" sldId="263"/>
            <ac:spMk id="3" creationId="{39FCA862-1E83-E029-1F0E-77D3E026BD1F}"/>
          </ac:spMkLst>
        </pc:spChg>
        <pc:picChg chg="add mod ord">
          <ac:chgData name="Sara Muneeb" userId="29b624b1-a719-43f5-9b52-388cd4043c04" providerId="ADAL" clId="{CDDEB43C-0F7B-410A-BDB2-FB8142E25293}" dt="2022-11-22T08:25:56.814" v="395" actId="22"/>
          <ac:picMkLst>
            <pc:docMk/>
            <pc:sldMk cId="549192520" sldId="263"/>
            <ac:picMk id="5" creationId="{358FE2E8-7923-D088-217F-C4BE58D414B7}"/>
          </ac:picMkLst>
        </pc:picChg>
      </pc:sldChg>
      <pc:sldChg chg="modSp new mod">
        <pc:chgData name="Sara Muneeb" userId="29b624b1-a719-43f5-9b52-388cd4043c04" providerId="ADAL" clId="{CDDEB43C-0F7B-410A-BDB2-FB8142E25293}" dt="2022-11-22T09:12:18.651" v="531"/>
        <pc:sldMkLst>
          <pc:docMk/>
          <pc:sldMk cId="65336695" sldId="264"/>
        </pc:sldMkLst>
        <pc:spChg chg="mod">
          <ac:chgData name="Sara Muneeb" userId="29b624b1-a719-43f5-9b52-388cd4043c04" providerId="ADAL" clId="{CDDEB43C-0F7B-410A-BDB2-FB8142E25293}" dt="2022-11-22T09:12:18.651" v="531"/>
          <ac:spMkLst>
            <pc:docMk/>
            <pc:sldMk cId="65336695" sldId="264"/>
            <ac:spMk id="2" creationId="{B1A5D552-E2FE-BDA2-13A9-FADF22746C3D}"/>
          </ac:spMkLst>
        </pc:spChg>
        <pc:spChg chg="mod">
          <ac:chgData name="Sara Muneeb" userId="29b624b1-a719-43f5-9b52-388cd4043c04" providerId="ADAL" clId="{CDDEB43C-0F7B-410A-BDB2-FB8142E25293}" dt="2022-11-22T08:34:06.111" v="462" actId="20577"/>
          <ac:spMkLst>
            <pc:docMk/>
            <pc:sldMk cId="65336695" sldId="264"/>
            <ac:spMk id="3" creationId="{B03F32E2-44EF-53DB-1EEB-0423DFEA7E47}"/>
          </ac:spMkLst>
        </pc:spChg>
      </pc:sldChg>
      <pc:sldChg chg="addSp modSp new mod">
        <pc:chgData name="Sara Muneeb" userId="29b624b1-a719-43f5-9b52-388cd4043c04" providerId="ADAL" clId="{CDDEB43C-0F7B-410A-BDB2-FB8142E25293}" dt="2022-11-22T09:12:22.643" v="532"/>
        <pc:sldMkLst>
          <pc:docMk/>
          <pc:sldMk cId="696826166" sldId="265"/>
        </pc:sldMkLst>
        <pc:spChg chg="mod">
          <ac:chgData name="Sara Muneeb" userId="29b624b1-a719-43f5-9b52-388cd4043c04" providerId="ADAL" clId="{CDDEB43C-0F7B-410A-BDB2-FB8142E25293}" dt="2022-11-22T09:12:22.643" v="532"/>
          <ac:spMkLst>
            <pc:docMk/>
            <pc:sldMk cId="696826166" sldId="265"/>
            <ac:spMk id="2" creationId="{7A94B2E5-862A-BF12-E3F9-6B5E8F8A26F7}"/>
          </ac:spMkLst>
        </pc:spChg>
        <pc:spChg chg="mod">
          <ac:chgData name="Sara Muneeb" userId="29b624b1-a719-43f5-9b52-388cd4043c04" providerId="ADAL" clId="{CDDEB43C-0F7B-410A-BDB2-FB8142E25293}" dt="2022-11-22T08:48:10.145" v="498" actId="27636"/>
          <ac:spMkLst>
            <pc:docMk/>
            <pc:sldMk cId="696826166" sldId="265"/>
            <ac:spMk id="3" creationId="{C0B7407D-E9DD-C8C8-DB55-B6A12D6166B4}"/>
          </ac:spMkLst>
        </pc:spChg>
        <pc:picChg chg="add mod">
          <ac:chgData name="Sara Muneeb" userId="29b624b1-a719-43f5-9b52-388cd4043c04" providerId="ADAL" clId="{CDDEB43C-0F7B-410A-BDB2-FB8142E25293}" dt="2022-11-22T09:11:14.585" v="506" actId="1076"/>
          <ac:picMkLst>
            <pc:docMk/>
            <pc:sldMk cId="696826166" sldId="265"/>
            <ac:picMk id="5" creationId="{6C3ABB41-77CC-47BE-EE26-F61EC313FC91}"/>
          </ac:picMkLst>
        </pc:picChg>
      </pc:sldChg>
      <pc:sldChg chg="modSp new mod">
        <pc:chgData name="Sara Muneeb" userId="29b624b1-a719-43f5-9b52-388cd4043c04" providerId="ADAL" clId="{CDDEB43C-0F7B-410A-BDB2-FB8142E25293}" dt="2022-11-22T09:13:46.526" v="594" actId="123"/>
        <pc:sldMkLst>
          <pc:docMk/>
          <pc:sldMk cId="922512695" sldId="266"/>
        </pc:sldMkLst>
        <pc:spChg chg="mod">
          <ac:chgData name="Sara Muneeb" userId="29b624b1-a719-43f5-9b52-388cd4043c04" providerId="ADAL" clId="{CDDEB43C-0F7B-410A-BDB2-FB8142E25293}" dt="2022-11-22T09:13:18.893" v="578" actId="20577"/>
          <ac:spMkLst>
            <pc:docMk/>
            <pc:sldMk cId="922512695" sldId="266"/>
            <ac:spMk id="2" creationId="{C7369BA3-C875-804C-218F-249A37A4DBD1}"/>
          </ac:spMkLst>
        </pc:spChg>
        <pc:spChg chg="mod">
          <ac:chgData name="Sara Muneeb" userId="29b624b1-a719-43f5-9b52-388cd4043c04" providerId="ADAL" clId="{CDDEB43C-0F7B-410A-BDB2-FB8142E25293}" dt="2022-11-22T09:13:46.526" v="594" actId="123"/>
          <ac:spMkLst>
            <pc:docMk/>
            <pc:sldMk cId="922512695" sldId="266"/>
            <ac:spMk id="3" creationId="{245686DD-A490-A9B3-63F8-FCEBD64DEBE0}"/>
          </ac:spMkLst>
        </pc:spChg>
      </pc:sldChg>
      <pc:sldChg chg="modSp new mod">
        <pc:chgData name="Sara Muneeb" userId="29b624b1-a719-43f5-9b52-388cd4043c04" providerId="ADAL" clId="{CDDEB43C-0F7B-410A-BDB2-FB8142E25293}" dt="2022-11-22T09:15:20.835" v="620" actId="20577"/>
        <pc:sldMkLst>
          <pc:docMk/>
          <pc:sldMk cId="2171506608" sldId="267"/>
        </pc:sldMkLst>
        <pc:spChg chg="mod">
          <ac:chgData name="Sara Muneeb" userId="29b624b1-a719-43f5-9b52-388cd4043c04" providerId="ADAL" clId="{CDDEB43C-0F7B-410A-BDB2-FB8142E25293}" dt="2022-11-22T09:14:35.322" v="611" actId="20577"/>
          <ac:spMkLst>
            <pc:docMk/>
            <pc:sldMk cId="2171506608" sldId="267"/>
            <ac:spMk id="2" creationId="{CC5422A3-00DB-6AA3-B341-5DD956A5619A}"/>
          </ac:spMkLst>
        </pc:spChg>
        <pc:spChg chg="mod">
          <ac:chgData name="Sara Muneeb" userId="29b624b1-a719-43f5-9b52-388cd4043c04" providerId="ADAL" clId="{CDDEB43C-0F7B-410A-BDB2-FB8142E25293}" dt="2022-11-22T09:15:20.835" v="620" actId="20577"/>
          <ac:spMkLst>
            <pc:docMk/>
            <pc:sldMk cId="2171506608" sldId="267"/>
            <ac:spMk id="3" creationId="{21B7C262-5EF2-3EBD-2423-53C33D753C21}"/>
          </ac:spMkLst>
        </pc:spChg>
      </pc:sldChg>
      <pc:sldChg chg="modSp new mod">
        <pc:chgData name="Sara Muneeb" userId="29b624b1-a719-43f5-9b52-388cd4043c04" providerId="ADAL" clId="{CDDEB43C-0F7B-410A-BDB2-FB8142E25293}" dt="2022-11-22T09:43:54.848" v="668" actId="27636"/>
        <pc:sldMkLst>
          <pc:docMk/>
          <pc:sldMk cId="3311259099" sldId="268"/>
        </pc:sldMkLst>
        <pc:spChg chg="mod">
          <ac:chgData name="Sara Muneeb" userId="29b624b1-a719-43f5-9b52-388cd4043c04" providerId="ADAL" clId="{CDDEB43C-0F7B-410A-BDB2-FB8142E25293}" dt="2022-11-22T09:41:30.882" v="640" actId="20577"/>
          <ac:spMkLst>
            <pc:docMk/>
            <pc:sldMk cId="3311259099" sldId="268"/>
            <ac:spMk id="2" creationId="{F7533A8E-B8A5-36AB-4AF6-6E27C3C8D572}"/>
          </ac:spMkLst>
        </pc:spChg>
        <pc:spChg chg="mod">
          <ac:chgData name="Sara Muneeb" userId="29b624b1-a719-43f5-9b52-388cd4043c04" providerId="ADAL" clId="{CDDEB43C-0F7B-410A-BDB2-FB8142E25293}" dt="2022-11-22T09:43:54.848" v="668" actId="27636"/>
          <ac:spMkLst>
            <pc:docMk/>
            <pc:sldMk cId="3311259099" sldId="268"/>
            <ac:spMk id="3" creationId="{2DF93EF8-2A26-6A8F-6F1C-2CDC47E877A7}"/>
          </ac:spMkLst>
        </pc:spChg>
      </pc:sldChg>
      <pc:sldChg chg="modSp new mod">
        <pc:chgData name="Sara Muneeb" userId="29b624b1-a719-43f5-9b52-388cd4043c04" providerId="ADAL" clId="{CDDEB43C-0F7B-410A-BDB2-FB8142E25293}" dt="2022-11-22T09:45:20.301" v="730" actId="27636"/>
        <pc:sldMkLst>
          <pc:docMk/>
          <pc:sldMk cId="1027124531" sldId="269"/>
        </pc:sldMkLst>
        <pc:spChg chg="mod">
          <ac:chgData name="Sara Muneeb" userId="29b624b1-a719-43f5-9b52-388cd4043c04" providerId="ADAL" clId="{CDDEB43C-0F7B-410A-BDB2-FB8142E25293}" dt="2022-11-22T09:44:25.108" v="685" actId="20577"/>
          <ac:spMkLst>
            <pc:docMk/>
            <pc:sldMk cId="1027124531" sldId="269"/>
            <ac:spMk id="2" creationId="{5D99BA29-02F2-5C23-A80A-191898D9341C}"/>
          </ac:spMkLst>
        </pc:spChg>
        <pc:spChg chg="mod">
          <ac:chgData name="Sara Muneeb" userId="29b624b1-a719-43f5-9b52-388cd4043c04" providerId="ADAL" clId="{CDDEB43C-0F7B-410A-BDB2-FB8142E25293}" dt="2022-11-22T09:45:20.301" v="730" actId="27636"/>
          <ac:spMkLst>
            <pc:docMk/>
            <pc:sldMk cId="1027124531" sldId="269"/>
            <ac:spMk id="3" creationId="{D550945F-C60C-DA56-8C30-42AFA16B391C}"/>
          </ac:spMkLst>
        </pc:spChg>
      </pc:sldChg>
      <pc:sldChg chg="modSp new mod">
        <pc:chgData name="Sara Muneeb" userId="29b624b1-a719-43f5-9b52-388cd4043c04" providerId="ADAL" clId="{CDDEB43C-0F7B-410A-BDB2-FB8142E25293}" dt="2022-11-22T09:46:33.561" v="775" actId="20577"/>
        <pc:sldMkLst>
          <pc:docMk/>
          <pc:sldMk cId="4065404976" sldId="270"/>
        </pc:sldMkLst>
        <pc:spChg chg="mod">
          <ac:chgData name="Sara Muneeb" userId="29b624b1-a719-43f5-9b52-388cd4043c04" providerId="ADAL" clId="{CDDEB43C-0F7B-410A-BDB2-FB8142E25293}" dt="2022-11-22T09:45:38.618" v="754" actId="20577"/>
          <ac:spMkLst>
            <pc:docMk/>
            <pc:sldMk cId="4065404976" sldId="270"/>
            <ac:spMk id="2" creationId="{AAE982F8-13CA-5F6F-7853-1CEF8725307F}"/>
          </ac:spMkLst>
        </pc:spChg>
        <pc:spChg chg="mod">
          <ac:chgData name="Sara Muneeb" userId="29b624b1-a719-43f5-9b52-388cd4043c04" providerId="ADAL" clId="{CDDEB43C-0F7B-410A-BDB2-FB8142E25293}" dt="2022-11-22T09:46:33.561" v="775" actId="20577"/>
          <ac:spMkLst>
            <pc:docMk/>
            <pc:sldMk cId="4065404976" sldId="270"/>
            <ac:spMk id="3" creationId="{3668B7B5-904A-5D82-A648-17214417B13B}"/>
          </ac:spMkLst>
        </pc:spChg>
      </pc:sldChg>
      <pc:sldChg chg="modSp new mod">
        <pc:chgData name="Sara Muneeb" userId="29b624b1-a719-43f5-9b52-388cd4043c04" providerId="ADAL" clId="{CDDEB43C-0F7B-410A-BDB2-FB8142E25293}" dt="2022-11-22T09:47:55.155" v="815" actId="20577"/>
        <pc:sldMkLst>
          <pc:docMk/>
          <pc:sldMk cId="4199156068" sldId="271"/>
        </pc:sldMkLst>
        <pc:spChg chg="mod">
          <ac:chgData name="Sara Muneeb" userId="29b624b1-a719-43f5-9b52-388cd4043c04" providerId="ADAL" clId="{CDDEB43C-0F7B-410A-BDB2-FB8142E25293}" dt="2022-11-22T09:46:42.772" v="781" actId="20577"/>
          <ac:spMkLst>
            <pc:docMk/>
            <pc:sldMk cId="4199156068" sldId="271"/>
            <ac:spMk id="2" creationId="{670AC527-79F4-B567-214F-280E0ED3FC00}"/>
          </ac:spMkLst>
        </pc:spChg>
        <pc:spChg chg="mod">
          <ac:chgData name="Sara Muneeb" userId="29b624b1-a719-43f5-9b52-388cd4043c04" providerId="ADAL" clId="{CDDEB43C-0F7B-410A-BDB2-FB8142E25293}" dt="2022-11-22T09:47:55.155" v="815" actId="20577"/>
          <ac:spMkLst>
            <pc:docMk/>
            <pc:sldMk cId="4199156068" sldId="271"/>
            <ac:spMk id="3" creationId="{4CE737F1-D202-F669-8999-746001FD8E24}"/>
          </ac:spMkLst>
        </pc:spChg>
      </pc:sldChg>
      <pc:sldChg chg="modSp new mod">
        <pc:chgData name="Sara Muneeb" userId="29b624b1-a719-43f5-9b52-388cd4043c04" providerId="ADAL" clId="{CDDEB43C-0F7B-410A-BDB2-FB8142E25293}" dt="2022-11-22T09:50:09.276" v="874" actId="123"/>
        <pc:sldMkLst>
          <pc:docMk/>
          <pc:sldMk cId="2475071258" sldId="272"/>
        </pc:sldMkLst>
        <pc:spChg chg="mod">
          <ac:chgData name="Sara Muneeb" userId="29b624b1-a719-43f5-9b52-388cd4043c04" providerId="ADAL" clId="{CDDEB43C-0F7B-410A-BDB2-FB8142E25293}" dt="2022-11-22T09:48:16.816" v="827" actId="20577"/>
          <ac:spMkLst>
            <pc:docMk/>
            <pc:sldMk cId="2475071258" sldId="272"/>
            <ac:spMk id="2" creationId="{1DDE51B9-7ED2-48DF-06AB-20AFD2C98FD2}"/>
          </ac:spMkLst>
        </pc:spChg>
        <pc:spChg chg="mod">
          <ac:chgData name="Sara Muneeb" userId="29b624b1-a719-43f5-9b52-388cd4043c04" providerId="ADAL" clId="{CDDEB43C-0F7B-410A-BDB2-FB8142E25293}" dt="2022-11-22T09:50:09.276" v="874" actId="123"/>
          <ac:spMkLst>
            <pc:docMk/>
            <pc:sldMk cId="2475071258" sldId="272"/>
            <ac:spMk id="3" creationId="{42707BE9-130D-1462-7BBD-65E4A2D07EC8}"/>
          </ac:spMkLst>
        </pc:spChg>
      </pc:sldChg>
      <pc:sldChg chg="modSp new mod">
        <pc:chgData name="Sara Muneeb" userId="29b624b1-a719-43f5-9b52-388cd4043c04" providerId="ADAL" clId="{CDDEB43C-0F7B-410A-BDB2-FB8142E25293}" dt="2022-11-22T09:50:31.514" v="898" actId="20577"/>
        <pc:sldMkLst>
          <pc:docMk/>
          <pc:sldMk cId="1256280144" sldId="273"/>
        </pc:sldMkLst>
        <pc:spChg chg="mod">
          <ac:chgData name="Sara Muneeb" userId="29b624b1-a719-43f5-9b52-388cd4043c04" providerId="ADAL" clId="{CDDEB43C-0F7B-410A-BDB2-FB8142E25293}" dt="2022-11-22T09:50:31.514" v="898" actId="20577"/>
          <ac:spMkLst>
            <pc:docMk/>
            <pc:sldMk cId="1256280144" sldId="273"/>
            <ac:spMk id="2" creationId="{6EAF2AFE-EC6A-CFA0-2DAF-1AA1329E9823}"/>
          </ac:spMkLst>
        </pc:spChg>
      </pc:sldChg>
    </pc:docChg>
  </pc:docChgLst>
  <pc:docChgLst>
    <pc:chgData name="Sara Muneeb" userId="29b624b1-a719-43f5-9b52-388cd4043c04" providerId="ADAL" clId="{ABF93FB7-137C-49F8-97E0-D514822543EA}"/>
    <pc:docChg chg="undo custSel addSld modSld sldOrd">
      <pc:chgData name="Sara Muneeb" userId="29b624b1-a719-43f5-9b52-388cd4043c04" providerId="ADAL" clId="{ABF93FB7-137C-49F8-97E0-D514822543EA}" dt="2022-12-14T03:30:38.516" v="988" actId="27636"/>
      <pc:docMkLst>
        <pc:docMk/>
      </pc:docMkLst>
      <pc:sldChg chg="modSp mod">
        <pc:chgData name="Sara Muneeb" userId="29b624b1-a719-43f5-9b52-388cd4043c04" providerId="ADAL" clId="{ABF93FB7-137C-49F8-97E0-D514822543EA}" dt="2022-12-14T01:30:50.238" v="81" actId="123"/>
        <pc:sldMkLst>
          <pc:docMk/>
          <pc:sldMk cId="2712128638" sldId="257"/>
        </pc:sldMkLst>
        <pc:spChg chg="mod">
          <ac:chgData name="Sara Muneeb" userId="29b624b1-a719-43f5-9b52-388cd4043c04" providerId="ADAL" clId="{ABF93FB7-137C-49F8-97E0-D514822543EA}" dt="2022-12-14T01:27:47.895" v="13" actId="20577"/>
          <ac:spMkLst>
            <pc:docMk/>
            <pc:sldMk cId="2712128638" sldId="257"/>
            <ac:spMk id="2" creationId="{8541ABBC-9192-B545-5A31-7B48E602CE68}"/>
          </ac:spMkLst>
        </pc:spChg>
        <pc:spChg chg="mod">
          <ac:chgData name="Sara Muneeb" userId="29b624b1-a719-43f5-9b52-388cd4043c04" providerId="ADAL" clId="{ABF93FB7-137C-49F8-97E0-D514822543EA}" dt="2022-12-14T01:30:50.238" v="81" actId="123"/>
          <ac:spMkLst>
            <pc:docMk/>
            <pc:sldMk cId="2712128638" sldId="257"/>
            <ac:spMk id="3" creationId="{9779DFF3-5030-9648-E8C5-493FF02B5C87}"/>
          </ac:spMkLst>
        </pc:spChg>
      </pc:sldChg>
      <pc:sldChg chg="addSp modSp new mod">
        <pc:chgData name="Sara Muneeb" userId="29b624b1-a719-43f5-9b52-388cd4043c04" providerId="ADAL" clId="{ABF93FB7-137C-49F8-97E0-D514822543EA}" dt="2022-12-14T01:43:11.449" v="222" actId="20577"/>
        <pc:sldMkLst>
          <pc:docMk/>
          <pc:sldMk cId="3269686779" sldId="258"/>
        </pc:sldMkLst>
        <pc:spChg chg="mod">
          <ac:chgData name="Sara Muneeb" userId="29b624b1-a719-43f5-9b52-388cd4043c04" providerId="ADAL" clId="{ABF93FB7-137C-49F8-97E0-D514822543EA}" dt="2022-12-14T01:43:11.449" v="222" actId="20577"/>
          <ac:spMkLst>
            <pc:docMk/>
            <pc:sldMk cId="3269686779" sldId="258"/>
            <ac:spMk id="2" creationId="{CDE645CA-7EF1-9DBD-1814-960FDFC89F0B}"/>
          </ac:spMkLst>
        </pc:spChg>
        <pc:spChg chg="mod">
          <ac:chgData name="Sara Muneeb" userId="29b624b1-a719-43f5-9b52-388cd4043c04" providerId="ADAL" clId="{ABF93FB7-137C-49F8-97E0-D514822543EA}" dt="2022-12-14T01:38:22.258" v="166" actId="20577"/>
          <ac:spMkLst>
            <pc:docMk/>
            <pc:sldMk cId="3269686779" sldId="258"/>
            <ac:spMk id="3" creationId="{A1F88D56-AF21-E634-5414-4DB24F25727D}"/>
          </ac:spMkLst>
        </pc:spChg>
        <pc:picChg chg="add mod">
          <ac:chgData name="Sara Muneeb" userId="29b624b1-a719-43f5-9b52-388cd4043c04" providerId="ADAL" clId="{ABF93FB7-137C-49F8-97E0-D514822543EA}" dt="2022-12-14T01:39:41.020" v="174" actId="1076"/>
          <ac:picMkLst>
            <pc:docMk/>
            <pc:sldMk cId="3269686779" sldId="258"/>
            <ac:picMk id="4" creationId="{9C9F08E0-813C-1A9E-B195-9AA0F260D70F}"/>
          </ac:picMkLst>
        </pc:picChg>
      </pc:sldChg>
      <pc:sldChg chg="addSp delSp modSp new mod">
        <pc:chgData name="Sara Muneeb" userId="29b624b1-a719-43f5-9b52-388cd4043c04" providerId="ADAL" clId="{ABF93FB7-137C-49F8-97E0-D514822543EA}" dt="2022-12-14T03:05:22.078" v="506"/>
        <pc:sldMkLst>
          <pc:docMk/>
          <pc:sldMk cId="1138474640" sldId="259"/>
        </pc:sldMkLst>
        <pc:spChg chg="mod">
          <ac:chgData name="Sara Muneeb" userId="29b624b1-a719-43f5-9b52-388cd4043c04" providerId="ADAL" clId="{ABF93FB7-137C-49F8-97E0-D514822543EA}" dt="2022-12-14T03:05:22.078" v="506"/>
          <ac:spMkLst>
            <pc:docMk/>
            <pc:sldMk cId="1138474640" sldId="259"/>
            <ac:spMk id="2" creationId="{9E08A38B-1C44-098E-4B26-1DEFD766CFDD}"/>
          </ac:spMkLst>
        </pc:spChg>
        <pc:spChg chg="del">
          <ac:chgData name="Sara Muneeb" userId="29b624b1-a719-43f5-9b52-388cd4043c04" providerId="ADAL" clId="{ABF93FB7-137C-49F8-97E0-D514822543EA}" dt="2022-12-14T01:39:15.830" v="168" actId="931"/>
          <ac:spMkLst>
            <pc:docMk/>
            <pc:sldMk cId="1138474640" sldId="259"/>
            <ac:spMk id="3" creationId="{31A1183D-795B-18AC-D173-8780867EC75E}"/>
          </ac:spMkLst>
        </pc:spChg>
        <pc:spChg chg="add del mod">
          <ac:chgData name="Sara Muneeb" userId="29b624b1-a719-43f5-9b52-388cd4043c04" providerId="ADAL" clId="{ABF93FB7-137C-49F8-97E0-D514822543EA}" dt="2022-12-14T03:05:10.029" v="504" actId="22"/>
          <ac:spMkLst>
            <pc:docMk/>
            <pc:sldMk cId="1138474640" sldId="259"/>
            <ac:spMk id="7" creationId="{93DFF49F-BDB0-A570-21E5-FE13D8963AC9}"/>
          </ac:spMkLst>
        </pc:spChg>
        <pc:picChg chg="add del mod modCrop">
          <ac:chgData name="Sara Muneeb" userId="29b624b1-a719-43f5-9b52-388cd4043c04" providerId="ADAL" clId="{ABF93FB7-137C-49F8-97E0-D514822543EA}" dt="2022-12-14T01:39:35.659" v="172" actId="21"/>
          <ac:picMkLst>
            <pc:docMk/>
            <pc:sldMk cId="1138474640" sldId="259"/>
            <ac:picMk id="5" creationId="{25D30E37-100B-1161-5A66-BFF509C1EE8F}"/>
          </ac:picMkLst>
        </pc:picChg>
        <pc:picChg chg="add mod ord">
          <ac:chgData name="Sara Muneeb" userId="29b624b1-a719-43f5-9b52-388cd4043c04" providerId="ADAL" clId="{ABF93FB7-137C-49F8-97E0-D514822543EA}" dt="2022-12-14T03:05:11.881" v="505" actId="1076"/>
          <ac:picMkLst>
            <pc:docMk/>
            <pc:sldMk cId="1138474640" sldId="259"/>
            <ac:picMk id="9" creationId="{CA3E0FFA-6165-EA01-D7E3-CE590215655B}"/>
          </ac:picMkLst>
        </pc:picChg>
      </pc:sldChg>
      <pc:sldChg chg="modSp new mod">
        <pc:chgData name="Sara Muneeb" userId="29b624b1-a719-43f5-9b52-388cd4043c04" providerId="ADAL" clId="{ABF93FB7-137C-49F8-97E0-D514822543EA}" dt="2022-12-14T01:44:21.545" v="258" actId="20577"/>
        <pc:sldMkLst>
          <pc:docMk/>
          <pc:sldMk cId="1656695851" sldId="260"/>
        </pc:sldMkLst>
        <pc:spChg chg="mod">
          <ac:chgData name="Sara Muneeb" userId="29b624b1-a719-43f5-9b52-388cd4043c04" providerId="ADAL" clId="{ABF93FB7-137C-49F8-97E0-D514822543EA}" dt="2022-12-14T01:44:21.545" v="258" actId="20577"/>
          <ac:spMkLst>
            <pc:docMk/>
            <pc:sldMk cId="1656695851" sldId="260"/>
            <ac:spMk id="2" creationId="{F13012CD-CC57-B4E7-47BB-9AB6A05042FB}"/>
          </ac:spMkLst>
        </pc:spChg>
        <pc:spChg chg="mod">
          <ac:chgData name="Sara Muneeb" userId="29b624b1-a719-43f5-9b52-388cd4043c04" providerId="ADAL" clId="{ABF93FB7-137C-49F8-97E0-D514822543EA}" dt="2022-12-14T01:43:01.870" v="219" actId="5793"/>
          <ac:spMkLst>
            <pc:docMk/>
            <pc:sldMk cId="1656695851" sldId="260"/>
            <ac:spMk id="3" creationId="{D3F7F043-808B-30F9-3B8F-203C649372B2}"/>
          </ac:spMkLst>
        </pc:spChg>
      </pc:sldChg>
      <pc:sldChg chg="modSp new mod">
        <pc:chgData name="Sara Muneeb" userId="29b624b1-a719-43f5-9b52-388cd4043c04" providerId="ADAL" clId="{ABF93FB7-137C-49F8-97E0-D514822543EA}" dt="2022-12-14T01:58:05.426" v="360" actId="20577"/>
        <pc:sldMkLst>
          <pc:docMk/>
          <pc:sldMk cId="3233058487" sldId="261"/>
        </pc:sldMkLst>
        <pc:spChg chg="mod">
          <ac:chgData name="Sara Muneeb" userId="29b624b1-a719-43f5-9b52-388cd4043c04" providerId="ADAL" clId="{ABF93FB7-137C-49F8-97E0-D514822543EA}" dt="2022-12-14T01:52:18.283" v="264"/>
          <ac:spMkLst>
            <pc:docMk/>
            <pc:sldMk cId="3233058487" sldId="261"/>
            <ac:spMk id="2" creationId="{62D2C385-46F9-7ACE-1676-F2F10815514C}"/>
          </ac:spMkLst>
        </pc:spChg>
        <pc:spChg chg="mod">
          <ac:chgData name="Sara Muneeb" userId="29b624b1-a719-43f5-9b52-388cd4043c04" providerId="ADAL" clId="{ABF93FB7-137C-49F8-97E0-D514822543EA}" dt="2022-12-14T01:58:05.426" v="360" actId="20577"/>
          <ac:spMkLst>
            <pc:docMk/>
            <pc:sldMk cId="3233058487" sldId="261"/>
            <ac:spMk id="3" creationId="{AC9D7842-F99B-523D-7999-D076DC1A1095}"/>
          </ac:spMkLst>
        </pc:spChg>
      </pc:sldChg>
      <pc:sldChg chg="addSp modSp new mod">
        <pc:chgData name="Sara Muneeb" userId="29b624b1-a719-43f5-9b52-388cd4043c04" providerId="ADAL" clId="{ABF93FB7-137C-49F8-97E0-D514822543EA}" dt="2022-12-14T02:02:26.529" v="453" actId="1076"/>
        <pc:sldMkLst>
          <pc:docMk/>
          <pc:sldMk cId="2521153610" sldId="262"/>
        </pc:sldMkLst>
        <pc:spChg chg="mod">
          <ac:chgData name="Sara Muneeb" userId="29b624b1-a719-43f5-9b52-388cd4043c04" providerId="ADAL" clId="{ABF93FB7-137C-49F8-97E0-D514822543EA}" dt="2022-12-14T01:59:49.205" v="386" actId="20577"/>
          <ac:spMkLst>
            <pc:docMk/>
            <pc:sldMk cId="2521153610" sldId="262"/>
            <ac:spMk id="2" creationId="{0D14B1D0-2860-A003-D7DE-98EE238363C1}"/>
          </ac:spMkLst>
        </pc:spChg>
        <pc:spChg chg="mod">
          <ac:chgData name="Sara Muneeb" userId="29b624b1-a719-43f5-9b52-388cd4043c04" providerId="ADAL" clId="{ABF93FB7-137C-49F8-97E0-D514822543EA}" dt="2022-12-14T02:00:56.683" v="447" actId="20577"/>
          <ac:spMkLst>
            <pc:docMk/>
            <pc:sldMk cId="2521153610" sldId="262"/>
            <ac:spMk id="3" creationId="{5EF81695-0741-ECD3-A0E1-6BBBBF5824B4}"/>
          </ac:spMkLst>
        </pc:spChg>
        <pc:picChg chg="add mod">
          <ac:chgData name="Sara Muneeb" userId="29b624b1-a719-43f5-9b52-388cd4043c04" providerId="ADAL" clId="{ABF93FB7-137C-49F8-97E0-D514822543EA}" dt="2022-12-14T02:02:26.529" v="453" actId="1076"/>
          <ac:picMkLst>
            <pc:docMk/>
            <pc:sldMk cId="2521153610" sldId="262"/>
            <ac:picMk id="5" creationId="{C74BE118-10AF-981B-1118-E6FAD0C71C1B}"/>
          </ac:picMkLst>
        </pc:picChg>
      </pc:sldChg>
      <pc:sldChg chg="addSp modSp new mod">
        <pc:chgData name="Sara Muneeb" userId="29b624b1-a719-43f5-9b52-388cd4043c04" providerId="ADAL" clId="{ABF93FB7-137C-49F8-97E0-D514822543EA}" dt="2022-12-14T03:04:05.597" v="503" actId="1035"/>
        <pc:sldMkLst>
          <pc:docMk/>
          <pc:sldMk cId="727680694" sldId="263"/>
        </pc:sldMkLst>
        <pc:spChg chg="mod">
          <ac:chgData name="Sara Muneeb" userId="29b624b1-a719-43f5-9b52-388cd4043c04" providerId="ADAL" clId="{ABF93FB7-137C-49F8-97E0-D514822543EA}" dt="2022-12-14T02:04:11.436" v="478" actId="20577"/>
          <ac:spMkLst>
            <pc:docMk/>
            <pc:sldMk cId="727680694" sldId="263"/>
            <ac:spMk id="2" creationId="{2FAF1312-E249-F427-A986-CB0910D3E5D7}"/>
          </ac:spMkLst>
        </pc:spChg>
        <pc:spChg chg="mod">
          <ac:chgData name="Sara Muneeb" userId="29b624b1-a719-43f5-9b52-388cd4043c04" providerId="ADAL" clId="{ABF93FB7-137C-49F8-97E0-D514822543EA}" dt="2022-12-14T03:04:01.588" v="498" actId="6549"/>
          <ac:spMkLst>
            <pc:docMk/>
            <pc:sldMk cId="727680694" sldId="263"/>
            <ac:spMk id="3" creationId="{E2D3C003-59F6-3B86-80C0-F68C0BAEB960}"/>
          </ac:spMkLst>
        </pc:spChg>
        <pc:picChg chg="add mod">
          <ac:chgData name="Sara Muneeb" userId="29b624b1-a719-43f5-9b52-388cd4043c04" providerId="ADAL" clId="{ABF93FB7-137C-49F8-97E0-D514822543EA}" dt="2022-12-14T03:04:05.597" v="503" actId="1035"/>
          <ac:picMkLst>
            <pc:docMk/>
            <pc:sldMk cId="727680694" sldId="263"/>
            <ac:picMk id="5" creationId="{25A45349-8581-3B54-9208-8B85C099F555}"/>
          </ac:picMkLst>
        </pc:picChg>
      </pc:sldChg>
      <pc:sldChg chg="modSp new mod">
        <pc:chgData name="Sara Muneeb" userId="29b624b1-a719-43f5-9b52-388cd4043c04" providerId="ADAL" clId="{ABF93FB7-137C-49F8-97E0-D514822543EA}" dt="2022-12-14T03:06:46.532" v="567" actId="20577"/>
        <pc:sldMkLst>
          <pc:docMk/>
          <pc:sldMk cId="786008801" sldId="264"/>
        </pc:sldMkLst>
        <pc:spChg chg="mod">
          <ac:chgData name="Sara Muneeb" userId="29b624b1-a719-43f5-9b52-388cd4043c04" providerId="ADAL" clId="{ABF93FB7-137C-49F8-97E0-D514822543EA}" dt="2022-12-14T03:06:46.532" v="567" actId="20577"/>
          <ac:spMkLst>
            <pc:docMk/>
            <pc:sldMk cId="786008801" sldId="264"/>
            <ac:spMk id="2" creationId="{84550877-2B69-D3BB-A6DC-2E251C2D55E2}"/>
          </ac:spMkLst>
        </pc:spChg>
        <pc:spChg chg="mod">
          <ac:chgData name="Sara Muneeb" userId="29b624b1-a719-43f5-9b52-388cd4043c04" providerId="ADAL" clId="{ABF93FB7-137C-49F8-97E0-D514822543EA}" dt="2022-12-14T03:06:36.263" v="552" actId="20577"/>
          <ac:spMkLst>
            <pc:docMk/>
            <pc:sldMk cId="786008801" sldId="264"/>
            <ac:spMk id="3" creationId="{58A5AEF6-C457-AFA3-9B77-28534E5C0A56}"/>
          </ac:spMkLst>
        </pc:spChg>
      </pc:sldChg>
      <pc:sldChg chg="modSp new mod">
        <pc:chgData name="Sara Muneeb" userId="29b624b1-a719-43f5-9b52-388cd4043c04" providerId="ADAL" clId="{ABF93FB7-137C-49F8-97E0-D514822543EA}" dt="2022-12-14T03:06:51.173" v="570" actId="20577"/>
        <pc:sldMkLst>
          <pc:docMk/>
          <pc:sldMk cId="1786857512" sldId="265"/>
        </pc:sldMkLst>
        <pc:spChg chg="mod">
          <ac:chgData name="Sara Muneeb" userId="29b624b1-a719-43f5-9b52-388cd4043c04" providerId="ADAL" clId="{ABF93FB7-137C-49F8-97E0-D514822543EA}" dt="2022-12-14T03:06:41.991" v="558" actId="20577"/>
          <ac:spMkLst>
            <pc:docMk/>
            <pc:sldMk cId="1786857512" sldId="265"/>
            <ac:spMk id="2" creationId="{925BD242-3C86-7E0E-015F-84BC035B5FF9}"/>
          </ac:spMkLst>
        </pc:spChg>
        <pc:spChg chg="mod">
          <ac:chgData name="Sara Muneeb" userId="29b624b1-a719-43f5-9b52-388cd4043c04" providerId="ADAL" clId="{ABF93FB7-137C-49F8-97E0-D514822543EA}" dt="2022-12-14T03:06:51.173" v="570" actId="20577"/>
          <ac:spMkLst>
            <pc:docMk/>
            <pc:sldMk cId="1786857512" sldId="265"/>
            <ac:spMk id="3" creationId="{14FF1E9F-6929-EAAB-5D5D-577E207274B2}"/>
          </ac:spMkLst>
        </pc:spChg>
      </pc:sldChg>
      <pc:sldChg chg="addSp delSp modSp new mod ord">
        <pc:chgData name="Sara Muneeb" userId="29b624b1-a719-43f5-9b52-388cd4043c04" providerId="ADAL" clId="{ABF93FB7-137C-49F8-97E0-D514822543EA}" dt="2022-12-14T03:07:48.046" v="587"/>
        <pc:sldMkLst>
          <pc:docMk/>
          <pc:sldMk cId="4139956580" sldId="266"/>
        </pc:sldMkLst>
        <pc:spChg chg="mod">
          <ac:chgData name="Sara Muneeb" userId="29b624b1-a719-43f5-9b52-388cd4043c04" providerId="ADAL" clId="{ABF93FB7-137C-49F8-97E0-D514822543EA}" dt="2022-12-14T03:07:03.133" v="584" actId="20577"/>
          <ac:spMkLst>
            <pc:docMk/>
            <pc:sldMk cId="4139956580" sldId="266"/>
            <ac:spMk id="2" creationId="{61715E50-592E-D5BE-956D-CC8850D80B72}"/>
          </ac:spMkLst>
        </pc:spChg>
        <pc:spChg chg="del">
          <ac:chgData name="Sara Muneeb" userId="29b624b1-a719-43f5-9b52-388cd4043c04" providerId="ADAL" clId="{ABF93FB7-137C-49F8-97E0-D514822543EA}" dt="2022-12-14T03:07:43.398" v="585" actId="22"/>
          <ac:spMkLst>
            <pc:docMk/>
            <pc:sldMk cId="4139956580" sldId="266"/>
            <ac:spMk id="3" creationId="{B73480E0-4080-31E0-7122-CEC214C00EE4}"/>
          </ac:spMkLst>
        </pc:spChg>
        <pc:picChg chg="add mod ord">
          <ac:chgData name="Sara Muneeb" userId="29b624b1-a719-43f5-9b52-388cd4043c04" providerId="ADAL" clId="{ABF93FB7-137C-49F8-97E0-D514822543EA}" dt="2022-12-14T03:07:43.398" v="585" actId="22"/>
          <ac:picMkLst>
            <pc:docMk/>
            <pc:sldMk cId="4139956580" sldId="266"/>
            <ac:picMk id="5" creationId="{F43C5208-63ED-6334-8753-77DB3409D9DC}"/>
          </ac:picMkLst>
        </pc:picChg>
      </pc:sldChg>
      <pc:sldChg chg="addSp delSp modSp new mod">
        <pc:chgData name="Sara Muneeb" userId="29b624b1-a719-43f5-9b52-388cd4043c04" providerId="ADAL" clId="{ABF93FB7-137C-49F8-97E0-D514822543EA}" dt="2022-12-14T03:08:23.104" v="597" actId="14100"/>
        <pc:sldMkLst>
          <pc:docMk/>
          <pc:sldMk cId="655993881" sldId="267"/>
        </pc:sldMkLst>
        <pc:spChg chg="mod">
          <ac:chgData name="Sara Muneeb" userId="29b624b1-a719-43f5-9b52-388cd4043c04" providerId="ADAL" clId="{ABF93FB7-137C-49F8-97E0-D514822543EA}" dt="2022-12-14T03:07:52.620" v="595" actId="20577"/>
          <ac:spMkLst>
            <pc:docMk/>
            <pc:sldMk cId="655993881" sldId="267"/>
            <ac:spMk id="2" creationId="{90050890-53D2-3F8F-3DDB-AB6AB3A371B4}"/>
          </ac:spMkLst>
        </pc:spChg>
        <pc:spChg chg="del">
          <ac:chgData name="Sara Muneeb" userId="29b624b1-a719-43f5-9b52-388cd4043c04" providerId="ADAL" clId="{ABF93FB7-137C-49F8-97E0-D514822543EA}" dt="2022-12-14T03:08:17.425" v="596" actId="22"/>
          <ac:spMkLst>
            <pc:docMk/>
            <pc:sldMk cId="655993881" sldId="267"/>
            <ac:spMk id="3" creationId="{3806335B-7811-388B-7C80-AFD47640E00E}"/>
          </ac:spMkLst>
        </pc:spChg>
        <pc:picChg chg="add mod ord">
          <ac:chgData name="Sara Muneeb" userId="29b624b1-a719-43f5-9b52-388cd4043c04" providerId="ADAL" clId="{ABF93FB7-137C-49F8-97E0-D514822543EA}" dt="2022-12-14T03:08:23.104" v="597" actId="14100"/>
          <ac:picMkLst>
            <pc:docMk/>
            <pc:sldMk cId="655993881" sldId="267"/>
            <ac:picMk id="5" creationId="{BB79D15B-08BB-5567-9E4F-C0B8ED85210A}"/>
          </ac:picMkLst>
        </pc:picChg>
      </pc:sldChg>
      <pc:sldChg chg="modSp new mod">
        <pc:chgData name="Sara Muneeb" userId="29b624b1-a719-43f5-9b52-388cd4043c04" providerId="ADAL" clId="{ABF93FB7-137C-49F8-97E0-D514822543EA}" dt="2022-12-14T03:11:12.390" v="659" actId="5793"/>
        <pc:sldMkLst>
          <pc:docMk/>
          <pc:sldMk cId="187108510" sldId="268"/>
        </pc:sldMkLst>
        <pc:spChg chg="mod">
          <ac:chgData name="Sara Muneeb" userId="29b624b1-a719-43f5-9b52-388cd4043c04" providerId="ADAL" clId="{ABF93FB7-137C-49F8-97E0-D514822543EA}" dt="2022-12-14T03:08:36.428" v="625" actId="20577"/>
          <ac:spMkLst>
            <pc:docMk/>
            <pc:sldMk cId="187108510" sldId="268"/>
            <ac:spMk id="2" creationId="{5128B08A-2501-747C-1DAA-E86E2DE3C14F}"/>
          </ac:spMkLst>
        </pc:spChg>
        <pc:spChg chg="mod">
          <ac:chgData name="Sara Muneeb" userId="29b624b1-a719-43f5-9b52-388cd4043c04" providerId="ADAL" clId="{ABF93FB7-137C-49F8-97E0-D514822543EA}" dt="2022-12-14T03:11:12.390" v="659" actId="5793"/>
          <ac:spMkLst>
            <pc:docMk/>
            <pc:sldMk cId="187108510" sldId="268"/>
            <ac:spMk id="3" creationId="{3F6A5FD6-A26D-EE66-0DE2-68F1146A3101}"/>
          </ac:spMkLst>
        </pc:spChg>
      </pc:sldChg>
      <pc:sldChg chg="addSp delSp modSp new mod">
        <pc:chgData name="Sara Muneeb" userId="29b624b1-a719-43f5-9b52-388cd4043c04" providerId="ADAL" clId="{ABF93FB7-137C-49F8-97E0-D514822543EA}" dt="2022-12-14T03:13:50.743" v="707" actId="20577"/>
        <pc:sldMkLst>
          <pc:docMk/>
          <pc:sldMk cId="2685620422" sldId="269"/>
        </pc:sldMkLst>
        <pc:spChg chg="mod">
          <ac:chgData name="Sara Muneeb" userId="29b624b1-a719-43f5-9b52-388cd4043c04" providerId="ADAL" clId="{ABF93FB7-137C-49F8-97E0-D514822543EA}" dt="2022-12-14T03:13:50.743" v="707" actId="20577"/>
          <ac:spMkLst>
            <pc:docMk/>
            <pc:sldMk cId="2685620422" sldId="269"/>
            <ac:spMk id="2" creationId="{C57FF45E-CEF0-DD16-6BD3-EF0D3998B935}"/>
          </ac:spMkLst>
        </pc:spChg>
        <pc:spChg chg="del">
          <ac:chgData name="Sara Muneeb" userId="29b624b1-a719-43f5-9b52-388cd4043c04" providerId="ADAL" clId="{ABF93FB7-137C-49F8-97E0-D514822543EA}" dt="2022-12-14T03:12:12.435" v="683" actId="22"/>
          <ac:spMkLst>
            <pc:docMk/>
            <pc:sldMk cId="2685620422" sldId="269"/>
            <ac:spMk id="3" creationId="{AECE8F2F-0111-B60F-F75F-52A224F343FA}"/>
          </ac:spMkLst>
        </pc:spChg>
        <pc:picChg chg="add mod ord">
          <ac:chgData name="Sara Muneeb" userId="29b624b1-a719-43f5-9b52-388cd4043c04" providerId="ADAL" clId="{ABF93FB7-137C-49F8-97E0-D514822543EA}" dt="2022-12-14T03:12:12.435" v="683" actId="22"/>
          <ac:picMkLst>
            <pc:docMk/>
            <pc:sldMk cId="2685620422" sldId="269"/>
            <ac:picMk id="5" creationId="{D1676086-7CBA-A67C-2D9D-420FE9BAB0FC}"/>
          </ac:picMkLst>
        </pc:picChg>
      </pc:sldChg>
      <pc:sldChg chg="addSp delSp modSp new mod">
        <pc:chgData name="Sara Muneeb" userId="29b624b1-a719-43f5-9b52-388cd4043c04" providerId="ADAL" clId="{ABF93FB7-137C-49F8-97E0-D514822543EA}" dt="2022-12-14T03:13:57.942" v="708"/>
        <pc:sldMkLst>
          <pc:docMk/>
          <pc:sldMk cId="1592908027" sldId="270"/>
        </pc:sldMkLst>
        <pc:spChg chg="mod">
          <ac:chgData name="Sara Muneeb" userId="29b624b1-a719-43f5-9b52-388cd4043c04" providerId="ADAL" clId="{ABF93FB7-137C-49F8-97E0-D514822543EA}" dt="2022-12-14T03:13:57.942" v="708"/>
          <ac:spMkLst>
            <pc:docMk/>
            <pc:sldMk cId="1592908027" sldId="270"/>
            <ac:spMk id="2" creationId="{A72F7259-6B06-7399-EB6F-A2D7704A5D21}"/>
          </ac:spMkLst>
        </pc:spChg>
        <pc:spChg chg="del">
          <ac:chgData name="Sara Muneeb" userId="29b624b1-a719-43f5-9b52-388cd4043c04" providerId="ADAL" clId="{ABF93FB7-137C-49F8-97E0-D514822543EA}" dt="2022-12-14T03:13:17.006" v="685" actId="22"/>
          <ac:spMkLst>
            <pc:docMk/>
            <pc:sldMk cId="1592908027" sldId="270"/>
            <ac:spMk id="3" creationId="{319ADED9-BCA9-1F10-F1EE-77FB3B9ECBD5}"/>
          </ac:spMkLst>
        </pc:spChg>
        <pc:picChg chg="add mod ord">
          <ac:chgData name="Sara Muneeb" userId="29b624b1-a719-43f5-9b52-388cd4043c04" providerId="ADAL" clId="{ABF93FB7-137C-49F8-97E0-D514822543EA}" dt="2022-12-14T03:13:26.260" v="689" actId="1036"/>
          <ac:picMkLst>
            <pc:docMk/>
            <pc:sldMk cId="1592908027" sldId="270"/>
            <ac:picMk id="5" creationId="{25678828-1011-2CA4-6390-4D64461B1AEA}"/>
          </ac:picMkLst>
        </pc:picChg>
      </pc:sldChg>
      <pc:sldChg chg="addSp delSp modSp new mod">
        <pc:chgData name="Sara Muneeb" userId="29b624b1-a719-43f5-9b52-388cd4043c04" providerId="ADAL" clId="{ABF93FB7-137C-49F8-97E0-D514822543EA}" dt="2022-12-14T03:14:29.954" v="732" actId="1037"/>
        <pc:sldMkLst>
          <pc:docMk/>
          <pc:sldMk cId="3111914320" sldId="271"/>
        </pc:sldMkLst>
        <pc:spChg chg="mod">
          <ac:chgData name="Sara Muneeb" userId="29b624b1-a719-43f5-9b52-388cd4043c04" providerId="ADAL" clId="{ABF93FB7-137C-49F8-97E0-D514822543EA}" dt="2022-12-14T03:14:06.280" v="728" actId="20577"/>
          <ac:spMkLst>
            <pc:docMk/>
            <pc:sldMk cId="3111914320" sldId="271"/>
            <ac:spMk id="2" creationId="{941AAD24-BC76-9D9A-36D8-9146A9163355}"/>
          </ac:spMkLst>
        </pc:spChg>
        <pc:spChg chg="del">
          <ac:chgData name="Sara Muneeb" userId="29b624b1-a719-43f5-9b52-388cd4043c04" providerId="ADAL" clId="{ABF93FB7-137C-49F8-97E0-D514822543EA}" dt="2022-12-14T03:14:22.436" v="729" actId="22"/>
          <ac:spMkLst>
            <pc:docMk/>
            <pc:sldMk cId="3111914320" sldId="271"/>
            <ac:spMk id="3" creationId="{781A99E8-CFB2-B9CC-FBDA-9A71126C3E1A}"/>
          </ac:spMkLst>
        </pc:spChg>
        <pc:picChg chg="add mod ord">
          <ac:chgData name="Sara Muneeb" userId="29b624b1-a719-43f5-9b52-388cd4043c04" providerId="ADAL" clId="{ABF93FB7-137C-49F8-97E0-D514822543EA}" dt="2022-12-14T03:14:29.954" v="732" actId="1037"/>
          <ac:picMkLst>
            <pc:docMk/>
            <pc:sldMk cId="3111914320" sldId="271"/>
            <ac:picMk id="5" creationId="{D286508F-71FB-EA93-228F-C4C64FFC4F66}"/>
          </ac:picMkLst>
        </pc:picChg>
      </pc:sldChg>
      <pc:sldChg chg="modSp new mod">
        <pc:chgData name="Sara Muneeb" userId="29b624b1-a719-43f5-9b52-388cd4043c04" providerId="ADAL" clId="{ABF93FB7-137C-49F8-97E0-D514822543EA}" dt="2022-12-14T03:27:27.538" v="862" actId="113"/>
        <pc:sldMkLst>
          <pc:docMk/>
          <pc:sldMk cId="4241662000" sldId="272"/>
        </pc:sldMkLst>
        <pc:spChg chg="mod">
          <ac:chgData name="Sara Muneeb" userId="29b624b1-a719-43f5-9b52-388cd4043c04" providerId="ADAL" clId="{ABF93FB7-137C-49F8-97E0-D514822543EA}" dt="2022-12-14T03:22:38.841" v="755" actId="20577"/>
          <ac:spMkLst>
            <pc:docMk/>
            <pc:sldMk cId="4241662000" sldId="272"/>
            <ac:spMk id="2" creationId="{B5DF074D-EEF7-557A-C881-B51D393B2F79}"/>
          </ac:spMkLst>
        </pc:spChg>
        <pc:spChg chg="mod">
          <ac:chgData name="Sara Muneeb" userId="29b624b1-a719-43f5-9b52-388cd4043c04" providerId="ADAL" clId="{ABF93FB7-137C-49F8-97E0-D514822543EA}" dt="2022-12-14T03:27:27.538" v="862" actId="113"/>
          <ac:spMkLst>
            <pc:docMk/>
            <pc:sldMk cId="4241662000" sldId="272"/>
            <ac:spMk id="3" creationId="{BD98ADE7-112C-72A1-C759-8346123A24E1}"/>
          </ac:spMkLst>
        </pc:spChg>
      </pc:sldChg>
      <pc:sldChg chg="modSp new mod">
        <pc:chgData name="Sara Muneeb" userId="29b624b1-a719-43f5-9b52-388cd4043c04" providerId="ADAL" clId="{ABF93FB7-137C-49F8-97E0-D514822543EA}" dt="2022-12-14T03:29:13.926" v="952" actId="20577"/>
        <pc:sldMkLst>
          <pc:docMk/>
          <pc:sldMk cId="1104730889" sldId="273"/>
        </pc:sldMkLst>
        <pc:spChg chg="mod">
          <ac:chgData name="Sara Muneeb" userId="29b624b1-a719-43f5-9b52-388cd4043c04" providerId="ADAL" clId="{ABF93FB7-137C-49F8-97E0-D514822543EA}" dt="2022-12-14T03:27:56.016" v="892" actId="20577"/>
          <ac:spMkLst>
            <pc:docMk/>
            <pc:sldMk cId="1104730889" sldId="273"/>
            <ac:spMk id="2" creationId="{10E8DCBB-9B30-5BBB-2065-A0D1111EE575}"/>
          </ac:spMkLst>
        </pc:spChg>
        <pc:spChg chg="mod">
          <ac:chgData name="Sara Muneeb" userId="29b624b1-a719-43f5-9b52-388cd4043c04" providerId="ADAL" clId="{ABF93FB7-137C-49F8-97E0-D514822543EA}" dt="2022-12-14T03:29:13.926" v="952" actId="20577"/>
          <ac:spMkLst>
            <pc:docMk/>
            <pc:sldMk cId="1104730889" sldId="273"/>
            <ac:spMk id="3" creationId="{22B4C66E-C1B2-6331-CAA3-7886005C34AC}"/>
          </ac:spMkLst>
        </pc:spChg>
      </pc:sldChg>
      <pc:sldChg chg="modSp new mod">
        <pc:chgData name="Sara Muneeb" userId="29b624b1-a719-43f5-9b52-388cd4043c04" providerId="ADAL" clId="{ABF93FB7-137C-49F8-97E0-D514822543EA}" dt="2022-12-14T03:30:08.243" v="982" actId="20577"/>
        <pc:sldMkLst>
          <pc:docMk/>
          <pc:sldMk cId="1145746347" sldId="274"/>
        </pc:sldMkLst>
        <pc:spChg chg="mod">
          <ac:chgData name="Sara Muneeb" userId="29b624b1-a719-43f5-9b52-388cd4043c04" providerId="ADAL" clId="{ABF93FB7-137C-49F8-97E0-D514822543EA}" dt="2022-12-14T03:30:08.243" v="982" actId="20577"/>
          <ac:spMkLst>
            <pc:docMk/>
            <pc:sldMk cId="1145746347" sldId="274"/>
            <ac:spMk id="2" creationId="{4F5B5CDE-35E1-4450-6CC9-6EE1E21278C9}"/>
          </ac:spMkLst>
        </pc:spChg>
        <pc:spChg chg="mod">
          <ac:chgData name="Sara Muneeb" userId="29b624b1-a719-43f5-9b52-388cd4043c04" providerId="ADAL" clId="{ABF93FB7-137C-49F8-97E0-D514822543EA}" dt="2022-12-14T03:29:47.274" v="958" actId="123"/>
          <ac:spMkLst>
            <pc:docMk/>
            <pc:sldMk cId="1145746347" sldId="274"/>
            <ac:spMk id="3" creationId="{8E8E7025-CE1E-C3D5-A221-07360CE2A1CC}"/>
          </ac:spMkLst>
        </pc:spChg>
      </pc:sldChg>
      <pc:sldChg chg="modSp new mod">
        <pc:chgData name="Sara Muneeb" userId="29b624b1-a719-43f5-9b52-388cd4043c04" providerId="ADAL" clId="{ABF93FB7-137C-49F8-97E0-D514822543EA}" dt="2022-12-14T03:30:38.516" v="988" actId="27636"/>
        <pc:sldMkLst>
          <pc:docMk/>
          <pc:sldMk cId="410102142" sldId="275"/>
        </pc:sldMkLst>
        <pc:spChg chg="mod">
          <ac:chgData name="Sara Muneeb" userId="29b624b1-a719-43f5-9b52-388cd4043c04" providerId="ADAL" clId="{ABF93FB7-137C-49F8-97E0-D514822543EA}" dt="2022-12-14T03:30:13.840" v="983" actId="20577"/>
          <ac:spMkLst>
            <pc:docMk/>
            <pc:sldMk cId="410102142" sldId="275"/>
            <ac:spMk id="2" creationId="{D663213D-2A67-588A-1CD5-20DCDBADA03C}"/>
          </ac:spMkLst>
        </pc:spChg>
        <pc:spChg chg="mod">
          <ac:chgData name="Sara Muneeb" userId="29b624b1-a719-43f5-9b52-388cd4043c04" providerId="ADAL" clId="{ABF93FB7-137C-49F8-97E0-D514822543EA}" dt="2022-12-14T03:30:38.516" v="988" actId="27636"/>
          <ac:spMkLst>
            <pc:docMk/>
            <pc:sldMk cId="410102142" sldId="275"/>
            <ac:spMk id="3" creationId="{AAE288EE-81CE-621A-F0BC-7A5816CC4BF9}"/>
          </ac:spMkLst>
        </pc:spChg>
      </pc:sldChg>
      <pc:sldChg chg="modSp new mod">
        <pc:chgData name="Sara Muneeb" userId="29b624b1-a719-43f5-9b52-388cd4043c04" providerId="ADAL" clId="{ABF93FB7-137C-49F8-97E0-D514822543EA}" dt="2022-12-14T03:27:10.378" v="860" actId="20577"/>
        <pc:sldMkLst>
          <pc:docMk/>
          <pc:sldMk cId="3090277031" sldId="276"/>
        </pc:sldMkLst>
        <pc:spChg chg="mod">
          <ac:chgData name="Sara Muneeb" userId="29b624b1-a719-43f5-9b52-388cd4043c04" providerId="ADAL" clId="{ABF93FB7-137C-49F8-97E0-D514822543EA}" dt="2022-12-14T03:27:10.378" v="860" actId="20577"/>
          <ac:spMkLst>
            <pc:docMk/>
            <pc:sldMk cId="3090277031" sldId="276"/>
            <ac:spMk id="2" creationId="{4EBB3F66-1F35-6667-C5EC-837D336E1185}"/>
          </ac:spMkLst>
        </pc:spChg>
      </pc:sldChg>
    </pc:docChg>
  </pc:docChgLst>
  <pc:docChgLst>
    <pc:chgData name="Sara Muneeb" userId="29b624b1-a719-43f5-9b52-388cd4043c04" providerId="ADAL" clId="{17E51FC5-263C-467D-89F5-E0CA68E6CA8A}"/>
    <pc:docChg chg="undo custSel addSld delSld modSld sldOrd">
      <pc:chgData name="Sara Muneeb" userId="29b624b1-a719-43f5-9b52-388cd4043c04" providerId="ADAL" clId="{17E51FC5-263C-467D-89F5-E0CA68E6CA8A}" dt="2022-12-23T10:22:11.636" v="1946" actId="1037"/>
      <pc:docMkLst>
        <pc:docMk/>
      </pc:docMkLst>
      <pc:sldChg chg="modSp mod">
        <pc:chgData name="Sara Muneeb" userId="29b624b1-a719-43f5-9b52-388cd4043c04" providerId="ADAL" clId="{17E51FC5-263C-467D-89F5-E0CA68E6CA8A}" dt="2022-12-23T10:15:20.905" v="1914" actId="20577"/>
        <pc:sldMkLst>
          <pc:docMk/>
          <pc:sldMk cId="2984185032" sldId="256"/>
        </pc:sldMkLst>
        <pc:spChg chg="mod">
          <ac:chgData name="Sara Muneeb" userId="29b624b1-a719-43f5-9b52-388cd4043c04" providerId="ADAL" clId="{17E51FC5-263C-467D-89F5-E0CA68E6CA8A}" dt="2022-12-23T10:15:20.905" v="1914" actId="20577"/>
          <ac:spMkLst>
            <pc:docMk/>
            <pc:sldMk cId="2984185032" sldId="256"/>
            <ac:spMk id="2" creationId="{00000000-0000-0000-0000-000000000000}"/>
          </ac:spMkLst>
        </pc:spChg>
      </pc:sldChg>
      <pc:sldChg chg="addSp delSp modSp new mod">
        <pc:chgData name="Sara Muneeb" userId="29b624b1-a719-43f5-9b52-388cd4043c04" providerId="ADAL" clId="{17E51FC5-263C-467D-89F5-E0CA68E6CA8A}" dt="2022-12-23T08:41:01.092" v="77" actId="1076"/>
        <pc:sldMkLst>
          <pc:docMk/>
          <pc:sldMk cId="3872513682" sldId="257"/>
        </pc:sldMkLst>
        <pc:spChg chg="mod">
          <ac:chgData name="Sara Muneeb" userId="29b624b1-a719-43f5-9b52-388cd4043c04" providerId="ADAL" clId="{17E51FC5-263C-467D-89F5-E0CA68E6CA8A}" dt="2022-12-23T08:37:46.881" v="36" actId="20577"/>
          <ac:spMkLst>
            <pc:docMk/>
            <pc:sldMk cId="3872513682" sldId="257"/>
            <ac:spMk id="2" creationId="{D5C7B65D-9FCE-DC9D-CE28-AEA84315A936}"/>
          </ac:spMkLst>
        </pc:spChg>
        <pc:spChg chg="mod">
          <ac:chgData name="Sara Muneeb" userId="29b624b1-a719-43f5-9b52-388cd4043c04" providerId="ADAL" clId="{17E51FC5-263C-467D-89F5-E0CA68E6CA8A}" dt="2022-12-23T08:38:34.824" v="55" actId="5793"/>
          <ac:spMkLst>
            <pc:docMk/>
            <pc:sldMk cId="3872513682" sldId="257"/>
            <ac:spMk id="3" creationId="{4C16472F-9360-02A1-D912-9C4BE4F8E144}"/>
          </ac:spMkLst>
        </pc:spChg>
        <pc:picChg chg="add del mod">
          <ac:chgData name="Sara Muneeb" userId="29b624b1-a719-43f5-9b52-388cd4043c04" providerId="ADAL" clId="{17E51FC5-263C-467D-89F5-E0CA68E6CA8A}" dt="2022-12-23T08:40:49.609" v="74" actId="478"/>
          <ac:picMkLst>
            <pc:docMk/>
            <pc:sldMk cId="3872513682" sldId="257"/>
            <ac:picMk id="1026" creationId="{DFDBAB5B-FFAB-7002-256F-DD1AEE3D9A5A}"/>
          </ac:picMkLst>
        </pc:picChg>
        <pc:picChg chg="add mod">
          <ac:chgData name="Sara Muneeb" userId="29b624b1-a719-43f5-9b52-388cd4043c04" providerId="ADAL" clId="{17E51FC5-263C-467D-89F5-E0CA68E6CA8A}" dt="2022-12-23T08:41:01.092" v="77" actId="1076"/>
          <ac:picMkLst>
            <pc:docMk/>
            <pc:sldMk cId="3872513682" sldId="257"/>
            <ac:picMk id="1028" creationId="{4519A09E-48A8-3849-75F0-B75EBC7FC610}"/>
          </ac:picMkLst>
        </pc:picChg>
      </pc:sldChg>
      <pc:sldChg chg="del">
        <pc:chgData name="Sara Muneeb" userId="29b624b1-a719-43f5-9b52-388cd4043c04" providerId="ADAL" clId="{17E51FC5-263C-467D-89F5-E0CA68E6CA8A}" dt="2022-12-23T08:32:09.295" v="0" actId="47"/>
        <pc:sldMkLst>
          <pc:docMk/>
          <pc:sldMk cId="4117837525" sldId="257"/>
        </pc:sldMkLst>
      </pc:sldChg>
      <pc:sldChg chg="del">
        <pc:chgData name="Sara Muneeb" userId="29b624b1-a719-43f5-9b52-388cd4043c04" providerId="ADAL" clId="{17E51FC5-263C-467D-89F5-E0CA68E6CA8A}" dt="2022-12-23T08:32:09.295" v="0" actId="47"/>
        <pc:sldMkLst>
          <pc:docMk/>
          <pc:sldMk cId="2546161201" sldId="258"/>
        </pc:sldMkLst>
      </pc:sldChg>
      <pc:sldChg chg="addSp delSp modSp new mod">
        <pc:chgData name="Sara Muneeb" userId="29b624b1-a719-43f5-9b52-388cd4043c04" providerId="ADAL" clId="{17E51FC5-263C-467D-89F5-E0CA68E6CA8A}" dt="2022-12-23T08:42:21.294" v="85" actId="1036"/>
        <pc:sldMkLst>
          <pc:docMk/>
          <pc:sldMk cId="3912559793" sldId="258"/>
        </pc:sldMkLst>
        <pc:spChg chg="mod">
          <ac:chgData name="Sara Muneeb" userId="29b624b1-a719-43f5-9b52-388cd4043c04" providerId="ADAL" clId="{17E51FC5-263C-467D-89F5-E0CA68E6CA8A}" dt="2022-12-23T08:37:53.289" v="47" actId="20577"/>
          <ac:spMkLst>
            <pc:docMk/>
            <pc:sldMk cId="3912559793" sldId="258"/>
            <ac:spMk id="2" creationId="{D7B8037F-1BDA-56E6-1144-DCCF4A1F4340}"/>
          </ac:spMkLst>
        </pc:spChg>
        <pc:spChg chg="mod">
          <ac:chgData name="Sara Muneeb" userId="29b624b1-a719-43f5-9b52-388cd4043c04" providerId="ADAL" clId="{17E51FC5-263C-467D-89F5-E0CA68E6CA8A}" dt="2022-12-23T08:40:10.067" v="73" actId="404"/>
          <ac:spMkLst>
            <pc:docMk/>
            <pc:sldMk cId="3912559793" sldId="258"/>
            <ac:spMk id="3" creationId="{750AAD7A-2805-13FE-ABB2-971831A485E3}"/>
          </ac:spMkLst>
        </pc:spChg>
        <pc:picChg chg="add del">
          <ac:chgData name="Sara Muneeb" userId="29b624b1-a719-43f5-9b52-388cd4043c04" providerId="ADAL" clId="{17E51FC5-263C-467D-89F5-E0CA68E6CA8A}" dt="2022-12-23T08:41:40.808" v="79"/>
          <ac:picMkLst>
            <pc:docMk/>
            <pc:sldMk cId="3912559793" sldId="258"/>
            <ac:picMk id="2050" creationId="{66ECFFAB-E0C5-C289-DD90-DA16984DA539}"/>
          </ac:picMkLst>
        </pc:picChg>
        <pc:picChg chg="add mod">
          <ac:chgData name="Sara Muneeb" userId="29b624b1-a719-43f5-9b52-388cd4043c04" providerId="ADAL" clId="{17E51FC5-263C-467D-89F5-E0CA68E6CA8A}" dt="2022-12-23T08:42:21.294" v="85" actId="1036"/>
          <ac:picMkLst>
            <pc:docMk/>
            <pc:sldMk cId="3912559793" sldId="258"/>
            <ac:picMk id="2052" creationId="{6D45FDFE-D912-ABD4-21A6-7EE39C00730F}"/>
          </ac:picMkLst>
        </pc:picChg>
      </pc:sldChg>
      <pc:sldChg chg="addSp modSp new mod">
        <pc:chgData name="Sara Muneeb" userId="29b624b1-a719-43f5-9b52-388cd4043c04" providerId="ADAL" clId="{17E51FC5-263C-467D-89F5-E0CA68E6CA8A}" dt="2022-12-23T08:48:02.150" v="210" actId="1076"/>
        <pc:sldMkLst>
          <pc:docMk/>
          <pc:sldMk cId="449334044" sldId="259"/>
        </pc:sldMkLst>
        <pc:spChg chg="mod">
          <ac:chgData name="Sara Muneeb" userId="29b624b1-a719-43f5-9b52-388cd4043c04" providerId="ADAL" clId="{17E51FC5-263C-467D-89F5-E0CA68E6CA8A}" dt="2022-12-23T08:42:57.402" v="108" actId="27636"/>
          <ac:spMkLst>
            <pc:docMk/>
            <pc:sldMk cId="449334044" sldId="259"/>
            <ac:spMk id="2" creationId="{94F3AB2C-D095-378B-EB8B-09CBD79C82CC}"/>
          </ac:spMkLst>
        </pc:spChg>
        <pc:spChg chg="mod">
          <ac:chgData name="Sara Muneeb" userId="29b624b1-a719-43f5-9b52-388cd4043c04" providerId="ADAL" clId="{17E51FC5-263C-467D-89F5-E0CA68E6CA8A}" dt="2022-12-23T08:47:40.542" v="207" actId="20577"/>
          <ac:spMkLst>
            <pc:docMk/>
            <pc:sldMk cId="449334044" sldId="259"/>
            <ac:spMk id="3" creationId="{AC7CDD37-6B77-FD30-A0BE-D1DFE4BDB8F2}"/>
          </ac:spMkLst>
        </pc:spChg>
        <pc:picChg chg="add mod">
          <ac:chgData name="Sara Muneeb" userId="29b624b1-a719-43f5-9b52-388cd4043c04" providerId="ADAL" clId="{17E51FC5-263C-467D-89F5-E0CA68E6CA8A}" dt="2022-12-23T08:48:02.150" v="210" actId="1076"/>
          <ac:picMkLst>
            <pc:docMk/>
            <pc:sldMk cId="449334044" sldId="259"/>
            <ac:picMk id="5" creationId="{69166949-7F4B-118F-91D1-F31C73618448}"/>
          </ac:picMkLst>
        </pc:picChg>
      </pc:sldChg>
      <pc:sldChg chg="del">
        <pc:chgData name="Sara Muneeb" userId="29b624b1-a719-43f5-9b52-388cd4043c04" providerId="ADAL" clId="{17E51FC5-263C-467D-89F5-E0CA68E6CA8A}" dt="2022-12-23T08:32:09.295" v="0" actId="47"/>
        <pc:sldMkLst>
          <pc:docMk/>
          <pc:sldMk cId="1534187846" sldId="259"/>
        </pc:sldMkLst>
      </pc:sldChg>
      <pc:sldChg chg="del">
        <pc:chgData name="Sara Muneeb" userId="29b624b1-a719-43f5-9b52-388cd4043c04" providerId="ADAL" clId="{17E51FC5-263C-467D-89F5-E0CA68E6CA8A}" dt="2022-12-23T08:32:09.295" v="0" actId="47"/>
        <pc:sldMkLst>
          <pc:docMk/>
          <pc:sldMk cId="1346130405" sldId="260"/>
        </pc:sldMkLst>
      </pc:sldChg>
      <pc:sldChg chg="modSp new mod">
        <pc:chgData name="Sara Muneeb" userId="29b624b1-a719-43f5-9b52-388cd4043c04" providerId="ADAL" clId="{17E51FC5-263C-467D-89F5-E0CA68E6CA8A}" dt="2022-12-23T08:56:17.716" v="250" actId="27636"/>
        <pc:sldMkLst>
          <pc:docMk/>
          <pc:sldMk cId="3263010827" sldId="260"/>
        </pc:sldMkLst>
        <pc:spChg chg="mod">
          <ac:chgData name="Sara Muneeb" userId="29b624b1-a719-43f5-9b52-388cd4043c04" providerId="ADAL" clId="{17E51FC5-263C-467D-89F5-E0CA68E6CA8A}" dt="2022-12-23T08:48:28.313" v="239" actId="20577"/>
          <ac:spMkLst>
            <pc:docMk/>
            <pc:sldMk cId="3263010827" sldId="260"/>
            <ac:spMk id="2" creationId="{0DA6D060-6996-B19C-7FB5-97120C7C15F6}"/>
          </ac:spMkLst>
        </pc:spChg>
        <pc:spChg chg="mod">
          <ac:chgData name="Sara Muneeb" userId="29b624b1-a719-43f5-9b52-388cd4043c04" providerId="ADAL" clId="{17E51FC5-263C-467D-89F5-E0CA68E6CA8A}" dt="2022-12-23T08:56:17.716" v="250" actId="27636"/>
          <ac:spMkLst>
            <pc:docMk/>
            <pc:sldMk cId="3263010827" sldId="260"/>
            <ac:spMk id="3" creationId="{DDE956EA-5D21-E044-5F30-CC4905EE61B7}"/>
          </ac:spMkLst>
        </pc:spChg>
      </pc:sldChg>
      <pc:sldChg chg="modSp new mod">
        <pc:chgData name="Sara Muneeb" userId="29b624b1-a719-43f5-9b52-388cd4043c04" providerId="ADAL" clId="{17E51FC5-263C-467D-89F5-E0CA68E6CA8A}" dt="2022-12-23T09:00:04.651" v="306" actId="27636"/>
        <pc:sldMkLst>
          <pc:docMk/>
          <pc:sldMk cId="574041938" sldId="261"/>
        </pc:sldMkLst>
        <pc:spChg chg="mod">
          <ac:chgData name="Sara Muneeb" userId="29b624b1-a719-43f5-9b52-388cd4043c04" providerId="ADAL" clId="{17E51FC5-263C-467D-89F5-E0CA68E6CA8A}" dt="2022-12-23T08:56:42.685" v="273" actId="20577"/>
          <ac:spMkLst>
            <pc:docMk/>
            <pc:sldMk cId="574041938" sldId="261"/>
            <ac:spMk id="2" creationId="{7024C3CA-C0C0-B038-76DF-D1A175D25539}"/>
          </ac:spMkLst>
        </pc:spChg>
        <pc:spChg chg="mod">
          <ac:chgData name="Sara Muneeb" userId="29b624b1-a719-43f5-9b52-388cd4043c04" providerId="ADAL" clId="{17E51FC5-263C-467D-89F5-E0CA68E6CA8A}" dt="2022-12-23T09:00:04.651" v="306" actId="27636"/>
          <ac:spMkLst>
            <pc:docMk/>
            <pc:sldMk cId="574041938" sldId="261"/>
            <ac:spMk id="3" creationId="{2716E7FC-9CA8-F0BA-599E-9346AF971C56}"/>
          </ac:spMkLst>
        </pc:spChg>
      </pc:sldChg>
      <pc:sldChg chg="del">
        <pc:chgData name="Sara Muneeb" userId="29b624b1-a719-43f5-9b52-388cd4043c04" providerId="ADAL" clId="{17E51FC5-263C-467D-89F5-E0CA68E6CA8A}" dt="2022-12-23T08:32:09.295" v="0" actId="47"/>
        <pc:sldMkLst>
          <pc:docMk/>
          <pc:sldMk cId="2596020674" sldId="261"/>
        </pc:sldMkLst>
      </pc:sldChg>
      <pc:sldChg chg="modSp new mod">
        <pc:chgData name="Sara Muneeb" userId="29b624b1-a719-43f5-9b52-388cd4043c04" providerId="ADAL" clId="{17E51FC5-263C-467D-89F5-E0CA68E6CA8A}" dt="2022-12-23T09:08:10.581" v="492" actId="20577"/>
        <pc:sldMkLst>
          <pc:docMk/>
          <pc:sldMk cId="2561146051" sldId="262"/>
        </pc:sldMkLst>
        <pc:spChg chg="mod">
          <ac:chgData name="Sara Muneeb" userId="29b624b1-a719-43f5-9b52-388cd4043c04" providerId="ADAL" clId="{17E51FC5-263C-467D-89F5-E0CA68E6CA8A}" dt="2022-12-23T09:03:52.338" v="330" actId="20577"/>
          <ac:spMkLst>
            <pc:docMk/>
            <pc:sldMk cId="2561146051" sldId="262"/>
            <ac:spMk id="2" creationId="{8908EAB5-D628-A1E8-77DA-F5A72E22D86B}"/>
          </ac:spMkLst>
        </pc:spChg>
        <pc:spChg chg="mod">
          <ac:chgData name="Sara Muneeb" userId="29b624b1-a719-43f5-9b52-388cd4043c04" providerId="ADAL" clId="{17E51FC5-263C-467D-89F5-E0CA68E6CA8A}" dt="2022-12-23T09:08:10.581" v="492" actId="20577"/>
          <ac:spMkLst>
            <pc:docMk/>
            <pc:sldMk cId="2561146051" sldId="262"/>
            <ac:spMk id="3" creationId="{4E28CF92-6790-2649-157A-DEA672A37CB4}"/>
          </ac:spMkLst>
        </pc:spChg>
      </pc:sldChg>
      <pc:sldChg chg="del">
        <pc:chgData name="Sara Muneeb" userId="29b624b1-a719-43f5-9b52-388cd4043c04" providerId="ADAL" clId="{17E51FC5-263C-467D-89F5-E0CA68E6CA8A}" dt="2022-12-23T08:32:09.295" v="0" actId="47"/>
        <pc:sldMkLst>
          <pc:docMk/>
          <pc:sldMk cId="3265831773" sldId="262"/>
        </pc:sldMkLst>
      </pc:sldChg>
      <pc:sldChg chg="del">
        <pc:chgData name="Sara Muneeb" userId="29b624b1-a719-43f5-9b52-388cd4043c04" providerId="ADAL" clId="{17E51FC5-263C-467D-89F5-E0CA68E6CA8A}" dt="2022-12-23T08:32:09.295" v="0" actId="47"/>
        <pc:sldMkLst>
          <pc:docMk/>
          <pc:sldMk cId="1990245756" sldId="263"/>
        </pc:sldMkLst>
      </pc:sldChg>
      <pc:sldChg chg="modSp new mod">
        <pc:chgData name="Sara Muneeb" userId="29b624b1-a719-43f5-9b52-388cd4043c04" providerId="ADAL" clId="{17E51FC5-263C-467D-89F5-E0CA68E6CA8A}" dt="2022-12-23T09:07:03.935" v="438" actId="20577"/>
        <pc:sldMkLst>
          <pc:docMk/>
          <pc:sldMk cId="2829144824" sldId="263"/>
        </pc:sldMkLst>
        <pc:spChg chg="mod">
          <ac:chgData name="Sara Muneeb" userId="29b624b1-a719-43f5-9b52-388cd4043c04" providerId="ADAL" clId="{17E51FC5-263C-467D-89F5-E0CA68E6CA8A}" dt="2022-12-23T09:07:03.935" v="438" actId="20577"/>
          <ac:spMkLst>
            <pc:docMk/>
            <pc:sldMk cId="2829144824" sldId="263"/>
            <ac:spMk id="2" creationId="{00A823C2-CCE8-F8C7-2FB9-BF40527E970E}"/>
          </ac:spMkLst>
        </pc:spChg>
        <pc:spChg chg="mod">
          <ac:chgData name="Sara Muneeb" userId="29b624b1-a719-43f5-9b52-388cd4043c04" providerId="ADAL" clId="{17E51FC5-263C-467D-89F5-E0CA68E6CA8A}" dt="2022-12-23T09:06:59.958" v="437" actId="20577"/>
          <ac:spMkLst>
            <pc:docMk/>
            <pc:sldMk cId="2829144824" sldId="263"/>
            <ac:spMk id="3" creationId="{78B39425-D041-CE1F-ED71-603BE7C3879A}"/>
          </ac:spMkLst>
        </pc:spChg>
      </pc:sldChg>
      <pc:sldChg chg="del">
        <pc:chgData name="Sara Muneeb" userId="29b624b1-a719-43f5-9b52-388cd4043c04" providerId="ADAL" clId="{17E51FC5-263C-467D-89F5-E0CA68E6CA8A}" dt="2022-12-23T08:32:09.295" v="0" actId="47"/>
        <pc:sldMkLst>
          <pc:docMk/>
          <pc:sldMk cId="2461780615" sldId="264"/>
        </pc:sldMkLst>
      </pc:sldChg>
      <pc:sldChg chg="modSp new mod">
        <pc:chgData name="Sara Muneeb" userId="29b624b1-a719-43f5-9b52-388cd4043c04" providerId="ADAL" clId="{17E51FC5-263C-467D-89F5-E0CA68E6CA8A}" dt="2022-12-23T09:07:51.663" v="482" actId="20577"/>
        <pc:sldMkLst>
          <pc:docMk/>
          <pc:sldMk cId="3828198647" sldId="264"/>
        </pc:sldMkLst>
        <pc:spChg chg="mod">
          <ac:chgData name="Sara Muneeb" userId="29b624b1-a719-43f5-9b52-388cd4043c04" providerId="ADAL" clId="{17E51FC5-263C-467D-89F5-E0CA68E6CA8A}" dt="2022-12-23T09:07:13.744" v="471" actId="20577"/>
          <ac:spMkLst>
            <pc:docMk/>
            <pc:sldMk cId="3828198647" sldId="264"/>
            <ac:spMk id="2" creationId="{A6F225A0-FD90-3D49-BF2F-D66E40749A11}"/>
          </ac:spMkLst>
        </pc:spChg>
        <pc:spChg chg="mod">
          <ac:chgData name="Sara Muneeb" userId="29b624b1-a719-43f5-9b52-388cd4043c04" providerId="ADAL" clId="{17E51FC5-263C-467D-89F5-E0CA68E6CA8A}" dt="2022-12-23T09:07:51.663" v="482" actId="20577"/>
          <ac:spMkLst>
            <pc:docMk/>
            <pc:sldMk cId="3828198647" sldId="264"/>
            <ac:spMk id="3" creationId="{F4299871-51B1-0DDE-28BF-DE13161F9B24}"/>
          </ac:spMkLst>
        </pc:spChg>
      </pc:sldChg>
      <pc:sldChg chg="modSp new mod">
        <pc:chgData name="Sara Muneeb" userId="29b624b1-a719-43f5-9b52-388cd4043c04" providerId="ADAL" clId="{17E51FC5-263C-467D-89F5-E0CA68E6CA8A}" dt="2022-12-23T09:30:51.057" v="753" actId="12"/>
        <pc:sldMkLst>
          <pc:docMk/>
          <pc:sldMk cId="223673058" sldId="265"/>
        </pc:sldMkLst>
        <pc:spChg chg="mod">
          <ac:chgData name="Sara Muneeb" userId="29b624b1-a719-43f5-9b52-388cd4043c04" providerId="ADAL" clId="{17E51FC5-263C-467D-89F5-E0CA68E6CA8A}" dt="2022-12-23T09:29:25.464" v="709" actId="20577"/>
          <ac:spMkLst>
            <pc:docMk/>
            <pc:sldMk cId="223673058" sldId="265"/>
            <ac:spMk id="2" creationId="{EE6EB5F1-1CB2-8D1C-4163-374EE197CE58}"/>
          </ac:spMkLst>
        </pc:spChg>
        <pc:spChg chg="mod">
          <ac:chgData name="Sara Muneeb" userId="29b624b1-a719-43f5-9b52-388cd4043c04" providerId="ADAL" clId="{17E51FC5-263C-467D-89F5-E0CA68E6CA8A}" dt="2022-12-23T09:30:51.057" v="753" actId="12"/>
          <ac:spMkLst>
            <pc:docMk/>
            <pc:sldMk cId="223673058" sldId="265"/>
            <ac:spMk id="3" creationId="{98105ADA-EE76-4636-9327-A012274E0787}"/>
          </ac:spMkLst>
        </pc:spChg>
      </pc:sldChg>
      <pc:sldChg chg="del">
        <pc:chgData name="Sara Muneeb" userId="29b624b1-a719-43f5-9b52-388cd4043c04" providerId="ADAL" clId="{17E51FC5-263C-467D-89F5-E0CA68E6CA8A}" dt="2022-12-23T08:32:09.295" v="0" actId="47"/>
        <pc:sldMkLst>
          <pc:docMk/>
          <pc:sldMk cId="3647362776" sldId="265"/>
        </pc:sldMkLst>
      </pc:sldChg>
      <pc:sldChg chg="addSp delSp modSp add mod">
        <pc:chgData name="Sara Muneeb" userId="29b624b1-a719-43f5-9b52-388cd4043c04" providerId="ADAL" clId="{17E51FC5-263C-467D-89F5-E0CA68E6CA8A}" dt="2022-12-23T10:09:52.442" v="1734" actId="1037"/>
        <pc:sldMkLst>
          <pc:docMk/>
          <pc:sldMk cId="1311706883" sldId="266"/>
        </pc:sldMkLst>
        <pc:spChg chg="add del mod">
          <ac:chgData name="Sara Muneeb" userId="29b624b1-a719-43f5-9b52-388cd4043c04" providerId="ADAL" clId="{17E51FC5-263C-467D-89F5-E0CA68E6CA8A}" dt="2022-12-23T09:26:13.009" v="606" actId="478"/>
          <ac:spMkLst>
            <pc:docMk/>
            <pc:sldMk cId="1311706883" sldId="266"/>
            <ac:spMk id="12" creationId="{7B17F1EE-A07C-DCF8-926A-18F3D894B26B}"/>
          </ac:spMkLst>
        </pc:spChg>
        <pc:graphicFrameChg chg="add del mod">
          <ac:chgData name="Sara Muneeb" userId="29b624b1-a719-43f5-9b52-388cd4043c04" providerId="ADAL" clId="{17E51FC5-263C-467D-89F5-E0CA68E6CA8A}" dt="2022-12-23T09:26:12.611" v="605"/>
          <ac:graphicFrameMkLst>
            <pc:docMk/>
            <pc:sldMk cId="1311706883" sldId="266"/>
            <ac:graphicFrameMk id="13" creationId="{AD642D97-F531-2E7D-5F5A-944750092CA1}"/>
          </ac:graphicFrameMkLst>
        </pc:graphicFrameChg>
        <pc:graphicFrameChg chg="add del mod ord modGraphic">
          <ac:chgData name="Sara Muneeb" userId="29b624b1-a719-43f5-9b52-388cd4043c04" providerId="ADAL" clId="{17E51FC5-263C-467D-89F5-E0CA68E6CA8A}" dt="2022-12-23T09:26:11.330" v="602" actId="3680"/>
          <ac:graphicFrameMkLst>
            <pc:docMk/>
            <pc:sldMk cId="1311706883" sldId="266"/>
            <ac:graphicFrameMk id="14" creationId="{DB18788F-0B55-A263-4E12-DE908C873A26}"/>
          </ac:graphicFrameMkLst>
        </pc:graphicFrameChg>
        <pc:picChg chg="add del mod">
          <ac:chgData name="Sara Muneeb" userId="29b624b1-a719-43f5-9b52-388cd4043c04" providerId="ADAL" clId="{17E51FC5-263C-467D-89F5-E0CA68E6CA8A}" dt="2022-12-23T10:09:51.332" v="1733" actId="1037"/>
          <ac:picMkLst>
            <pc:docMk/>
            <pc:sldMk cId="1311706883" sldId="266"/>
            <ac:picMk id="3" creationId="{C5DAF344-FC07-E487-8D22-3F0F3059E509}"/>
          </ac:picMkLst>
        </pc:picChg>
        <pc:picChg chg="add del mod">
          <ac:chgData name="Sara Muneeb" userId="29b624b1-a719-43f5-9b52-388cd4043c04" providerId="ADAL" clId="{17E51FC5-263C-467D-89F5-E0CA68E6CA8A}" dt="2022-12-23T10:09:52.442" v="1734" actId="1037"/>
          <ac:picMkLst>
            <pc:docMk/>
            <pc:sldMk cId="1311706883" sldId="266"/>
            <ac:picMk id="4" creationId="{43AABED6-7468-6D45-A425-CC2B80D865A1}"/>
          </ac:picMkLst>
        </pc:picChg>
        <pc:picChg chg="add del mod">
          <ac:chgData name="Sara Muneeb" userId="29b624b1-a719-43f5-9b52-388cd4043c04" providerId="ADAL" clId="{17E51FC5-263C-467D-89F5-E0CA68E6CA8A}" dt="2022-12-23T09:27:34.910" v="610" actId="478"/>
          <ac:picMkLst>
            <pc:docMk/>
            <pc:sldMk cId="1311706883" sldId="266"/>
            <ac:picMk id="15" creationId="{2A667058-AB0F-76F1-282D-7415DD09D4B5}"/>
          </ac:picMkLst>
        </pc:picChg>
        <pc:picChg chg="add del mod">
          <ac:chgData name="Sara Muneeb" userId="29b624b1-a719-43f5-9b52-388cd4043c04" providerId="ADAL" clId="{17E51FC5-263C-467D-89F5-E0CA68E6CA8A}" dt="2022-12-23T09:27:47.476" v="648" actId="1038"/>
          <ac:picMkLst>
            <pc:docMk/>
            <pc:sldMk cId="1311706883" sldId="266"/>
            <ac:picMk id="3074" creationId="{00000000-0000-0000-0000-000000000000}"/>
          </ac:picMkLst>
        </pc:picChg>
        <pc:picChg chg="add del mod">
          <ac:chgData name="Sara Muneeb" userId="29b624b1-a719-43f5-9b52-388cd4043c04" providerId="ADAL" clId="{17E51FC5-263C-467D-89F5-E0CA68E6CA8A}" dt="2022-12-23T09:27:47.476" v="648" actId="1038"/>
          <ac:picMkLst>
            <pc:docMk/>
            <pc:sldMk cId="1311706883" sldId="266"/>
            <ac:picMk id="3075" creationId="{00000000-0000-0000-0000-000000000000}"/>
          </ac:picMkLst>
        </pc:picChg>
        <pc:cxnChg chg="add del mod">
          <ac:chgData name="Sara Muneeb" userId="29b624b1-a719-43f5-9b52-388cd4043c04" providerId="ADAL" clId="{17E51FC5-263C-467D-89F5-E0CA68E6CA8A}" dt="2022-12-23T09:20:42.639" v="582" actId="11529"/>
          <ac:cxnSpMkLst>
            <pc:docMk/>
            <pc:sldMk cId="1311706883" sldId="266"/>
            <ac:cxnSpMk id="6" creationId="{A3F613E0-FBC7-2549-DDC1-FD1AEAFCEA0D}"/>
          </ac:cxnSpMkLst>
        </pc:cxnChg>
        <pc:cxnChg chg="add del mod">
          <ac:chgData name="Sara Muneeb" userId="29b624b1-a719-43f5-9b52-388cd4043c04" providerId="ADAL" clId="{17E51FC5-263C-467D-89F5-E0CA68E6CA8A}" dt="2022-12-23T09:20:42.147" v="581"/>
          <ac:cxnSpMkLst>
            <pc:docMk/>
            <pc:sldMk cId="1311706883" sldId="266"/>
            <ac:cxnSpMk id="7" creationId="{D0C489F5-72DB-5C57-F971-A21A2D598B80}"/>
          </ac:cxnSpMkLst>
        </pc:cxnChg>
        <pc:cxnChg chg="add del mod">
          <ac:chgData name="Sara Muneeb" userId="29b624b1-a719-43f5-9b52-388cd4043c04" providerId="ADAL" clId="{17E51FC5-263C-467D-89F5-E0CA68E6CA8A}" dt="2022-12-23T09:20:41.632" v="579"/>
          <ac:cxnSpMkLst>
            <pc:docMk/>
            <pc:sldMk cId="1311706883" sldId="266"/>
            <ac:cxnSpMk id="8" creationId="{9027E08F-A3F3-C8C7-F9ED-D9B33C736192}"/>
          </ac:cxnSpMkLst>
        </pc:cxnChg>
      </pc:sldChg>
      <pc:sldChg chg="del">
        <pc:chgData name="Sara Muneeb" userId="29b624b1-a719-43f5-9b52-388cd4043c04" providerId="ADAL" clId="{17E51FC5-263C-467D-89F5-E0CA68E6CA8A}" dt="2022-12-23T08:32:09.295" v="0" actId="47"/>
        <pc:sldMkLst>
          <pc:docMk/>
          <pc:sldMk cId="3675741726" sldId="266"/>
        </pc:sldMkLst>
      </pc:sldChg>
      <pc:sldChg chg="modSp new mod">
        <pc:chgData name="Sara Muneeb" userId="29b624b1-a719-43f5-9b52-388cd4043c04" providerId="ADAL" clId="{17E51FC5-263C-467D-89F5-E0CA68E6CA8A}" dt="2022-12-23T09:30:46.001" v="752" actId="27636"/>
        <pc:sldMkLst>
          <pc:docMk/>
          <pc:sldMk cId="958988072" sldId="267"/>
        </pc:sldMkLst>
        <pc:spChg chg="mod">
          <ac:chgData name="Sara Muneeb" userId="29b624b1-a719-43f5-9b52-388cd4043c04" providerId="ADAL" clId="{17E51FC5-263C-467D-89F5-E0CA68E6CA8A}" dt="2022-12-23T09:30:28.226" v="742" actId="5793"/>
          <ac:spMkLst>
            <pc:docMk/>
            <pc:sldMk cId="958988072" sldId="267"/>
            <ac:spMk id="2" creationId="{2B0ECDFA-B1D7-C8CC-F032-466732BCFFB8}"/>
          </ac:spMkLst>
        </pc:spChg>
        <pc:spChg chg="mod">
          <ac:chgData name="Sara Muneeb" userId="29b624b1-a719-43f5-9b52-388cd4043c04" providerId="ADAL" clId="{17E51FC5-263C-467D-89F5-E0CA68E6CA8A}" dt="2022-12-23T09:30:46.001" v="752" actId="27636"/>
          <ac:spMkLst>
            <pc:docMk/>
            <pc:sldMk cId="958988072" sldId="267"/>
            <ac:spMk id="3" creationId="{97860562-8668-B1CF-7F43-A0C5E0D14AD5}"/>
          </ac:spMkLst>
        </pc:spChg>
      </pc:sldChg>
      <pc:sldChg chg="addSp delSp modSp add del mod">
        <pc:chgData name="Sara Muneeb" userId="29b624b1-a719-43f5-9b52-388cd4043c04" providerId="ADAL" clId="{17E51FC5-263C-467D-89F5-E0CA68E6CA8A}" dt="2022-12-23T09:28:48.571" v="680" actId="47"/>
        <pc:sldMkLst>
          <pc:docMk/>
          <pc:sldMk cId="1876786710" sldId="267"/>
        </pc:sldMkLst>
        <pc:spChg chg="mod">
          <ac:chgData name="Sara Muneeb" userId="29b624b1-a719-43f5-9b52-388cd4043c04" providerId="ADAL" clId="{17E51FC5-263C-467D-89F5-E0CA68E6CA8A}" dt="2022-12-23T09:28:45.354" v="678" actId="21"/>
          <ac:spMkLst>
            <pc:docMk/>
            <pc:sldMk cId="1876786710" sldId="267"/>
            <ac:spMk id="2" creationId="{00000000-0000-0000-0000-000000000000}"/>
          </ac:spMkLst>
        </pc:spChg>
        <pc:spChg chg="add del mod">
          <ac:chgData name="Sara Muneeb" userId="29b624b1-a719-43f5-9b52-388cd4043c04" providerId="ADAL" clId="{17E51FC5-263C-467D-89F5-E0CA68E6CA8A}" dt="2022-12-23T09:17:15.678" v="524" actId="478"/>
          <ac:spMkLst>
            <pc:docMk/>
            <pc:sldMk cId="1876786710" sldId="267"/>
            <ac:spMk id="3" creationId="{FA9C018E-A884-9C89-BBC5-CF8AE4EF9AF4}"/>
          </ac:spMkLst>
        </pc:spChg>
        <pc:picChg chg="del mod">
          <ac:chgData name="Sara Muneeb" userId="29b624b1-a719-43f5-9b52-388cd4043c04" providerId="ADAL" clId="{17E51FC5-263C-467D-89F5-E0CA68E6CA8A}" dt="2022-12-23T09:16:38.644" v="521" actId="21"/>
          <ac:picMkLst>
            <pc:docMk/>
            <pc:sldMk cId="1876786710" sldId="267"/>
            <ac:picMk id="4100" creationId="{00000000-0000-0000-0000-000000000000}"/>
          </ac:picMkLst>
        </pc:picChg>
        <pc:picChg chg="del mod">
          <ac:chgData name="Sara Muneeb" userId="29b624b1-a719-43f5-9b52-388cd4043c04" providerId="ADAL" clId="{17E51FC5-263C-467D-89F5-E0CA68E6CA8A}" dt="2022-12-23T09:17:19.568" v="526" actId="21"/>
          <ac:picMkLst>
            <pc:docMk/>
            <pc:sldMk cId="1876786710" sldId="267"/>
            <ac:picMk id="4101" creationId="{00000000-0000-0000-0000-000000000000}"/>
          </ac:picMkLst>
        </pc:picChg>
      </pc:sldChg>
      <pc:sldChg chg="del">
        <pc:chgData name="Sara Muneeb" userId="29b624b1-a719-43f5-9b52-388cd4043c04" providerId="ADAL" clId="{17E51FC5-263C-467D-89F5-E0CA68E6CA8A}" dt="2022-12-23T08:32:09.295" v="0" actId="47"/>
        <pc:sldMkLst>
          <pc:docMk/>
          <pc:sldMk cId="3641625327" sldId="267"/>
        </pc:sldMkLst>
      </pc:sldChg>
      <pc:sldChg chg="del">
        <pc:chgData name="Sara Muneeb" userId="29b624b1-a719-43f5-9b52-388cd4043c04" providerId="ADAL" clId="{17E51FC5-263C-467D-89F5-E0CA68E6CA8A}" dt="2022-12-23T08:32:09.295" v="0" actId="47"/>
        <pc:sldMkLst>
          <pc:docMk/>
          <pc:sldMk cId="2083047972" sldId="268"/>
        </pc:sldMkLst>
      </pc:sldChg>
      <pc:sldChg chg="modSp new mod">
        <pc:chgData name="Sara Muneeb" userId="29b624b1-a719-43f5-9b52-388cd4043c04" providerId="ADAL" clId="{17E51FC5-263C-467D-89F5-E0CA68E6CA8A}" dt="2022-12-23T09:31:48.251" v="798" actId="20577"/>
        <pc:sldMkLst>
          <pc:docMk/>
          <pc:sldMk cId="2570797110" sldId="268"/>
        </pc:sldMkLst>
        <pc:spChg chg="mod">
          <ac:chgData name="Sara Muneeb" userId="29b624b1-a719-43f5-9b52-388cd4043c04" providerId="ADAL" clId="{17E51FC5-263C-467D-89F5-E0CA68E6CA8A}" dt="2022-12-23T09:31:48.251" v="798" actId="20577"/>
          <ac:spMkLst>
            <pc:docMk/>
            <pc:sldMk cId="2570797110" sldId="268"/>
            <ac:spMk id="2" creationId="{47F76C7E-46D2-8A54-0447-6CA9408CF972}"/>
          </ac:spMkLst>
        </pc:spChg>
        <pc:spChg chg="mod">
          <ac:chgData name="Sara Muneeb" userId="29b624b1-a719-43f5-9b52-388cd4043c04" providerId="ADAL" clId="{17E51FC5-263C-467D-89F5-E0CA68E6CA8A}" dt="2022-12-23T09:31:43.133" v="781" actId="20577"/>
          <ac:spMkLst>
            <pc:docMk/>
            <pc:sldMk cId="2570797110" sldId="268"/>
            <ac:spMk id="3" creationId="{6B473B17-A4AC-6835-6C22-95754493A507}"/>
          </ac:spMkLst>
        </pc:spChg>
      </pc:sldChg>
      <pc:sldChg chg="del">
        <pc:chgData name="Sara Muneeb" userId="29b624b1-a719-43f5-9b52-388cd4043c04" providerId="ADAL" clId="{17E51FC5-263C-467D-89F5-E0CA68E6CA8A}" dt="2022-12-23T08:32:09.295" v="0" actId="47"/>
        <pc:sldMkLst>
          <pc:docMk/>
          <pc:sldMk cId="1980505882" sldId="269"/>
        </pc:sldMkLst>
      </pc:sldChg>
      <pc:sldChg chg="new del">
        <pc:chgData name="Sara Muneeb" userId="29b624b1-a719-43f5-9b52-388cd4043c04" providerId="ADAL" clId="{17E51FC5-263C-467D-89F5-E0CA68E6CA8A}" dt="2022-12-23T09:33:16.366" v="800" actId="680"/>
        <pc:sldMkLst>
          <pc:docMk/>
          <pc:sldMk cId="2382037512" sldId="269"/>
        </pc:sldMkLst>
      </pc:sldChg>
      <pc:sldChg chg="modSp new mod ord">
        <pc:chgData name="Sara Muneeb" userId="29b624b1-a719-43f5-9b52-388cd4043c04" providerId="ADAL" clId="{17E51FC5-263C-467D-89F5-E0CA68E6CA8A}" dt="2022-12-23T09:38:33.192" v="1030" actId="14"/>
        <pc:sldMkLst>
          <pc:docMk/>
          <pc:sldMk cId="2520262136" sldId="269"/>
        </pc:sldMkLst>
        <pc:spChg chg="mod">
          <ac:chgData name="Sara Muneeb" userId="29b624b1-a719-43f5-9b52-388cd4043c04" providerId="ADAL" clId="{17E51FC5-263C-467D-89F5-E0CA68E6CA8A}" dt="2022-12-23T09:33:24.670" v="818" actId="20577"/>
          <ac:spMkLst>
            <pc:docMk/>
            <pc:sldMk cId="2520262136" sldId="269"/>
            <ac:spMk id="2" creationId="{A51E0B22-3ADE-1C3F-0421-78AB94538105}"/>
          </ac:spMkLst>
        </pc:spChg>
        <pc:spChg chg="mod">
          <ac:chgData name="Sara Muneeb" userId="29b624b1-a719-43f5-9b52-388cd4043c04" providerId="ADAL" clId="{17E51FC5-263C-467D-89F5-E0CA68E6CA8A}" dt="2022-12-23T09:38:33.192" v="1030" actId="14"/>
          <ac:spMkLst>
            <pc:docMk/>
            <pc:sldMk cId="2520262136" sldId="269"/>
            <ac:spMk id="3" creationId="{13ADA212-C3F4-FD77-A5A7-5C6AD9E7A8B9}"/>
          </ac:spMkLst>
        </pc:spChg>
      </pc:sldChg>
      <pc:sldChg chg="modSp new mod">
        <pc:chgData name="Sara Muneeb" userId="29b624b1-a719-43f5-9b52-388cd4043c04" providerId="ADAL" clId="{17E51FC5-263C-467D-89F5-E0CA68E6CA8A}" dt="2022-12-23T09:40:47.881" v="1055" actId="20577"/>
        <pc:sldMkLst>
          <pc:docMk/>
          <pc:sldMk cId="1030473748" sldId="270"/>
        </pc:sldMkLst>
        <pc:spChg chg="mod">
          <ac:chgData name="Sara Muneeb" userId="29b624b1-a719-43f5-9b52-388cd4043c04" providerId="ADAL" clId="{17E51FC5-263C-467D-89F5-E0CA68E6CA8A}" dt="2022-12-23T09:39:18.532" v="1042" actId="20577"/>
          <ac:spMkLst>
            <pc:docMk/>
            <pc:sldMk cId="1030473748" sldId="270"/>
            <ac:spMk id="2" creationId="{2D4AC85F-250E-54BB-5A45-E0AB7C7FB5FF}"/>
          </ac:spMkLst>
        </pc:spChg>
        <pc:spChg chg="mod">
          <ac:chgData name="Sara Muneeb" userId="29b624b1-a719-43f5-9b52-388cd4043c04" providerId="ADAL" clId="{17E51FC5-263C-467D-89F5-E0CA68E6CA8A}" dt="2022-12-23T09:40:47.881" v="1055" actId="20577"/>
          <ac:spMkLst>
            <pc:docMk/>
            <pc:sldMk cId="1030473748" sldId="270"/>
            <ac:spMk id="3" creationId="{6E5C63B4-2090-6EF9-44A7-816DC1E1BAEA}"/>
          </ac:spMkLst>
        </pc:spChg>
      </pc:sldChg>
      <pc:sldChg chg="del">
        <pc:chgData name="Sara Muneeb" userId="29b624b1-a719-43f5-9b52-388cd4043c04" providerId="ADAL" clId="{17E51FC5-263C-467D-89F5-E0CA68E6CA8A}" dt="2022-12-23T08:32:09.295" v="0" actId="47"/>
        <pc:sldMkLst>
          <pc:docMk/>
          <pc:sldMk cId="3116690834" sldId="270"/>
        </pc:sldMkLst>
      </pc:sldChg>
      <pc:sldChg chg="modSp new mod">
        <pc:chgData name="Sara Muneeb" userId="29b624b1-a719-43f5-9b52-388cd4043c04" providerId="ADAL" clId="{17E51FC5-263C-467D-89F5-E0CA68E6CA8A}" dt="2022-12-23T09:42:44.059" v="1118" actId="20577"/>
        <pc:sldMkLst>
          <pc:docMk/>
          <pc:sldMk cId="4043093711" sldId="271"/>
        </pc:sldMkLst>
        <pc:spChg chg="mod">
          <ac:chgData name="Sara Muneeb" userId="29b624b1-a719-43f5-9b52-388cd4043c04" providerId="ADAL" clId="{17E51FC5-263C-467D-89F5-E0CA68E6CA8A}" dt="2022-12-23T09:41:24.404" v="1070" actId="20577"/>
          <ac:spMkLst>
            <pc:docMk/>
            <pc:sldMk cId="4043093711" sldId="271"/>
            <ac:spMk id="2" creationId="{4A8A825E-0CD5-B8C9-C260-9FE7DD08802E}"/>
          </ac:spMkLst>
        </pc:spChg>
        <pc:spChg chg="mod">
          <ac:chgData name="Sara Muneeb" userId="29b624b1-a719-43f5-9b52-388cd4043c04" providerId="ADAL" clId="{17E51FC5-263C-467D-89F5-E0CA68E6CA8A}" dt="2022-12-23T09:42:44.059" v="1118" actId="20577"/>
          <ac:spMkLst>
            <pc:docMk/>
            <pc:sldMk cId="4043093711" sldId="271"/>
            <ac:spMk id="3" creationId="{0AAF5FA8-4004-A65C-5DB5-A4C418236F4E}"/>
          </ac:spMkLst>
        </pc:spChg>
      </pc:sldChg>
      <pc:sldChg chg="del">
        <pc:chgData name="Sara Muneeb" userId="29b624b1-a719-43f5-9b52-388cd4043c04" providerId="ADAL" clId="{17E51FC5-263C-467D-89F5-E0CA68E6CA8A}" dt="2022-12-23T08:32:09.295" v="0" actId="47"/>
        <pc:sldMkLst>
          <pc:docMk/>
          <pc:sldMk cId="4065582504" sldId="271"/>
        </pc:sldMkLst>
      </pc:sldChg>
      <pc:sldChg chg="modSp new mod">
        <pc:chgData name="Sara Muneeb" userId="29b624b1-a719-43f5-9b52-388cd4043c04" providerId="ADAL" clId="{17E51FC5-263C-467D-89F5-E0CA68E6CA8A}" dt="2022-12-23T09:48:45.522" v="1223" actId="20577"/>
        <pc:sldMkLst>
          <pc:docMk/>
          <pc:sldMk cId="1019714335" sldId="272"/>
        </pc:sldMkLst>
        <pc:spChg chg="mod">
          <ac:chgData name="Sara Muneeb" userId="29b624b1-a719-43f5-9b52-388cd4043c04" providerId="ADAL" clId="{17E51FC5-263C-467D-89F5-E0CA68E6CA8A}" dt="2022-12-23T09:44:32.417" v="1141" actId="20577"/>
          <ac:spMkLst>
            <pc:docMk/>
            <pc:sldMk cId="1019714335" sldId="272"/>
            <ac:spMk id="2" creationId="{5D5BB621-0AE0-DEF0-7E14-08B0125AC39F}"/>
          </ac:spMkLst>
        </pc:spChg>
        <pc:spChg chg="mod">
          <ac:chgData name="Sara Muneeb" userId="29b624b1-a719-43f5-9b52-388cd4043c04" providerId="ADAL" clId="{17E51FC5-263C-467D-89F5-E0CA68E6CA8A}" dt="2022-12-23T09:48:45.522" v="1223" actId="20577"/>
          <ac:spMkLst>
            <pc:docMk/>
            <pc:sldMk cId="1019714335" sldId="272"/>
            <ac:spMk id="3" creationId="{E613C497-E16C-4F83-D203-C9851316C5CF}"/>
          </ac:spMkLst>
        </pc:spChg>
      </pc:sldChg>
      <pc:sldChg chg="del">
        <pc:chgData name="Sara Muneeb" userId="29b624b1-a719-43f5-9b52-388cd4043c04" providerId="ADAL" clId="{17E51FC5-263C-467D-89F5-E0CA68E6CA8A}" dt="2022-12-23T08:32:09.295" v="0" actId="47"/>
        <pc:sldMkLst>
          <pc:docMk/>
          <pc:sldMk cId="1750990324" sldId="272"/>
        </pc:sldMkLst>
      </pc:sldChg>
      <pc:sldChg chg="modSp new mod">
        <pc:chgData name="Sara Muneeb" userId="29b624b1-a719-43f5-9b52-388cd4043c04" providerId="ADAL" clId="{17E51FC5-263C-467D-89F5-E0CA68E6CA8A}" dt="2022-12-23T09:47:42.515" v="1202" actId="20577"/>
        <pc:sldMkLst>
          <pc:docMk/>
          <pc:sldMk cId="1909736192" sldId="273"/>
        </pc:sldMkLst>
        <pc:spChg chg="mod">
          <ac:chgData name="Sara Muneeb" userId="29b624b1-a719-43f5-9b52-388cd4043c04" providerId="ADAL" clId="{17E51FC5-263C-467D-89F5-E0CA68E6CA8A}" dt="2022-12-23T09:45:37.834" v="1171" actId="313"/>
          <ac:spMkLst>
            <pc:docMk/>
            <pc:sldMk cId="1909736192" sldId="273"/>
            <ac:spMk id="2" creationId="{89BD7A26-3EE0-CB23-AF69-48495AC8F8BB}"/>
          </ac:spMkLst>
        </pc:spChg>
        <pc:spChg chg="mod">
          <ac:chgData name="Sara Muneeb" userId="29b624b1-a719-43f5-9b52-388cd4043c04" providerId="ADAL" clId="{17E51FC5-263C-467D-89F5-E0CA68E6CA8A}" dt="2022-12-23T09:47:42.515" v="1202" actId="20577"/>
          <ac:spMkLst>
            <pc:docMk/>
            <pc:sldMk cId="1909736192" sldId="273"/>
            <ac:spMk id="3" creationId="{55DAEC0D-0DF8-F41F-808C-225E4A7A567C}"/>
          </ac:spMkLst>
        </pc:spChg>
      </pc:sldChg>
      <pc:sldChg chg="del">
        <pc:chgData name="Sara Muneeb" userId="29b624b1-a719-43f5-9b52-388cd4043c04" providerId="ADAL" clId="{17E51FC5-263C-467D-89F5-E0CA68E6CA8A}" dt="2022-12-23T08:32:09.295" v="0" actId="47"/>
        <pc:sldMkLst>
          <pc:docMk/>
          <pc:sldMk cId="4093893643" sldId="273"/>
        </pc:sldMkLst>
      </pc:sldChg>
      <pc:sldChg chg="addSp modSp new mod">
        <pc:chgData name="Sara Muneeb" userId="29b624b1-a719-43f5-9b52-388cd4043c04" providerId="ADAL" clId="{17E51FC5-263C-467D-89F5-E0CA68E6CA8A}" dt="2022-12-23T10:20:55.086" v="1927" actId="14100"/>
        <pc:sldMkLst>
          <pc:docMk/>
          <pc:sldMk cId="1794818362" sldId="274"/>
        </pc:sldMkLst>
        <pc:spChg chg="mod">
          <ac:chgData name="Sara Muneeb" userId="29b624b1-a719-43f5-9b52-388cd4043c04" providerId="ADAL" clId="{17E51FC5-263C-467D-89F5-E0CA68E6CA8A}" dt="2022-12-23T09:45:48.077" v="1184" actId="20577"/>
          <ac:spMkLst>
            <pc:docMk/>
            <pc:sldMk cId="1794818362" sldId="274"/>
            <ac:spMk id="2" creationId="{4E50BEE1-FF70-96AE-F926-FF8B4EF572A7}"/>
          </ac:spMkLst>
        </pc:spChg>
        <pc:spChg chg="mod">
          <ac:chgData name="Sara Muneeb" userId="29b624b1-a719-43f5-9b52-388cd4043c04" providerId="ADAL" clId="{17E51FC5-263C-467D-89F5-E0CA68E6CA8A}" dt="2022-12-23T09:46:04.175" v="1191" actId="20577"/>
          <ac:spMkLst>
            <pc:docMk/>
            <pc:sldMk cId="1794818362" sldId="274"/>
            <ac:spMk id="3" creationId="{D3A5613C-220F-2F6A-4DDC-B1C53D9EDC67}"/>
          </ac:spMkLst>
        </pc:spChg>
        <pc:picChg chg="add mod">
          <ac:chgData name="Sara Muneeb" userId="29b624b1-a719-43f5-9b52-388cd4043c04" providerId="ADAL" clId="{17E51FC5-263C-467D-89F5-E0CA68E6CA8A}" dt="2022-12-23T10:20:55.086" v="1927" actId="14100"/>
          <ac:picMkLst>
            <pc:docMk/>
            <pc:sldMk cId="1794818362" sldId="274"/>
            <ac:picMk id="5" creationId="{75C8218A-8E12-4BBD-2A9B-A62EEC69B310}"/>
          </ac:picMkLst>
        </pc:picChg>
      </pc:sldChg>
      <pc:sldChg chg="del">
        <pc:chgData name="Sara Muneeb" userId="29b624b1-a719-43f5-9b52-388cd4043c04" providerId="ADAL" clId="{17E51FC5-263C-467D-89F5-E0CA68E6CA8A}" dt="2022-12-23T08:32:09.295" v="0" actId="47"/>
        <pc:sldMkLst>
          <pc:docMk/>
          <pc:sldMk cId="2952381559" sldId="274"/>
        </pc:sldMkLst>
      </pc:sldChg>
      <pc:sldChg chg="del">
        <pc:chgData name="Sara Muneeb" userId="29b624b1-a719-43f5-9b52-388cd4043c04" providerId="ADAL" clId="{17E51FC5-263C-467D-89F5-E0CA68E6CA8A}" dt="2022-12-23T08:32:09.295" v="0" actId="47"/>
        <pc:sldMkLst>
          <pc:docMk/>
          <pc:sldMk cId="191396906" sldId="275"/>
        </pc:sldMkLst>
      </pc:sldChg>
      <pc:sldChg chg="modSp new mod">
        <pc:chgData name="Sara Muneeb" userId="29b624b1-a719-43f5-9b52-388cd4043c04" providerId="ADAL" clId="{17E51FC5-263C-467D-89F5-E0CA68E6CA8A}" dt="2022-12-23T09:50:11.280" v="1287" actId="207"/>
        <pc:sldMkLst>
          <pc:docMk/>
          <pc:sldMk cId="2703633291" sldId="275"/>
        </pc:sldMkLst>
        <pc:spChg chg="mod">
          <ac:chgData name="Sara Muneeb" userId="29b624b1-a719-43f5-9b52-388cd4043c04" providerId="ADAL" clId="{17E51FC5-263C-467D-89F5-E0CA68E6CA8A}" dt="2022-12-23T09:49:25.039" v="1272" actId="27636"/>
          <ac:spMkLst>
            <pc:docMk/>
            <pc:sldMk cId="2703633291" sldId="275"/>
            <ac:spMk id="2" creationId="{A88FF309-E7C4-3991-CA8F-EA571F8AA3B0}"/>
          </ac:spMkLst>
        </pc:spChg>
        <pc:spChg chg="mod">
          <ac:chgData name="Sara Muneeb" userId="29b624b1-a719-43f5-9b52-388cd4043c04" providerId="ADAL" clId="{17E51FC5-263C-467D-89F5-E0CA68E6CA8A}" dt="2022-12-23T09:50:11.280" v="1287" actId="207"/>
          <ac:spMkLst>
            <pc:docMk/>
            <pc:sldMk cId="2703633291" sldId="275"/>
            <ac:spMk id="3" creationId="{4CA61736-636E-0342-6A40-99A88A20D2B5}"/>
          </ac:spMkLst>
        </pc:spChg>
      </pc:sldChg>
      <pc:sldChg chg="modSp new mod">
        <pc:chgData name="Sara Muneeb" userId="29b624b1-a719-43f5-9b52-388cd4043c04" providerId="ADAL" clId="{17E51FC5-263C-467D-89F5-E0CA68E6CA8A}" dt="2022-12-23T09:54:26.221" v="1360" actId="27636"/>
        <pc:sldMkLst>
          <pc:docMk/>
          <pc:sldMk cId="497707744" sldId="276"/>
        </pc:sldMkLst>
        <pc:spChg chg="mod">
          <ac:chgData name="Sara Muneeb" userId="29b624b1-a719-43f5-9b52-388cd4043c04" providerId="ADAL" clId="{17E51FC5-263C-467D-89F5-E0CA68E6CA8A}" dt="2022-12-23T09:53:13.349" v="1331" actId="20577"/>
          <ac:spMkLst>
            <pc:docMk/>
            <pc:sldMk cId="497707744" sldId="276"/>
            <ac:spMk id="2" creationId="{40911B43-1F85-7826-2FC5-21A8D4DB7DDF}"/>
          </ac:spMkLst>
        </pc:spChg>
        <pc:spChg chg="mod">
          <ac:chgData name="Sara Muneeb" userId="29b624b1-a719-43f5-9b52-388cd4043c04" providerId="ADAL" clId="{17E51FC5-263C-467D-89F5-E0CA68E6CA8A}" dt="2022-12-23T09:54:26.221" v="1360" actId="27636"/>
          <ac:spMkLst>
            <pc:docMk/>
            <pc:sldMk cId="497707744" sldId="276"/>
            <ac:spMk id="3" creationId="{E8D27CA1-0A57-E82D-5A41-282F3124A256}"/>
          </ac:spMkLst>
        </pc:spChg>
      </pc:sldChg>
      <pc:sldChg chg="del">
        <pc:chgData name="Sara Muneeb" userId="29b624b1-a719-43f5-9b52-388cd4043c04" providerId="ADAL" clId="{17E51FC5-263C-467D-89F5-E0CA68E6CA8A}" dt="2022-12-23T08:32:09.295" v="0" actId="47"/>
        <pc:sldMkLst>
          <pc:docMk/>
          <pc:sldMk cId="1239007380" sldId="276"/>
        </pc:sldMkLst>
      </pc:sldChg>
      <pc:sldChg chg="addSp delSp modSp new mod">
        <pc:chgData name="Sara Muneeb" userId="29b624b1-a719-43f5-9b52-388cd4043c04" providerId="ADAL" clId="{17E51FC5-263C-467D-89F5-E0CA68E6CA8A}" dt="2022-12-23T09:58:49.177" v="1471" actId="27636"/>
        <pc:sldMkLst>
          <pc:docMk/>
          <pc:sldMk cId="2965756389" sldId="277"/>
        </pc:sldMkLst>
        <pc:spChg chg="mod">
          <ac:chgData name="Sara Muneeb" userId="29b624b1-a719-43f5-9b52-388cd4043c04" providerId="ADAL" clId="{17E51FC5-263C-467D-89F5-E0CA68E6CA8A}" dt="2022-12-23T09:57:03.874" v="1392" actId="20577"/>
          <ac:spMkLst>
            <pc:docMk/>
            <pc:sldMk cId="2965756389" sldId="277"/>
            <ac:spMk id="2" creationId="{3224E850-9C8A-7BCF-7E88-95ED48FEEFD9}"/>
          </ac:spMkLst>
        </pc:spChg>
        <pc:spChg chg="mod">
          <ac:chgData name="Sara Muneeb" userId="29b624b1-a719-43f5-9b52-388cd4043c04" providerId="ADAL" clId="{17E51FC5-263C-467D-89F5-E0CA68E6CA8A}" dt="2022-12-23T09:58:49.177" v="1471" actId="27636"/>
          <ac:spMkLst>
            <pc:docMk/>
            <pc:sldMk cId="2965756389" sldId="277"/>
            <ac:spMk id="3" creationId="{681C02B2-BB3F-550D-B82E-671957A1C5B8}"/>
          </ac:spMkLst>
        </pc:spChg>
        <pc:spChg chg="add del">
          <ac:chgData name="Sara Muneeb" userId="29b624b1-a719-43f5-9b52-388cd4043c04" providerId="ADAL" clId="{17E51FC5-263C-467D-89F5-E0CA68E6CA8A}" dt="2022-12-23T09:55:27.396" v="1365" actId="22"/>
          <ac:spMkLst>
            <pc:docMk/>
            <pc:sldMk cId="2965756389" sldId="277"/>
            <ac:spMk id="5" creationId="{8CBA6764-CB6A-53AF-2EC7-3BEABF0E805E}"/>
          </ac:spMkLst>
        </pc:spChg>
      </pc:sldChg>
      <pc:sldChg chg="del">
        <pc:chgData name="Sara Muneeb" userId="29b624b1-a719-43f5-9b52-388cd4043c04" providerId="ADAL" clId="{17E51FC5-263C-467D-89F5-E0CA68E6CA8A}" dt="2022-12-23T08:32:09.295" v="0" actId="47"/>
        <pc:sldMkLst>
          <pc:docMk/>
          <pc:sldMk cId="4238784123" sldId="277"/>
        </pc:sldMkLst>
      </pc:sldChg>
      <pc:sldChg chg="addSp modSp new mod">
        <pc:chgData name="Sara Muneeb" userId="29b624b1-a719-43f5-9b52-388cd4043c04" providerId="ADAL" clId="{17E51FC5-263C-467D-89F5-E0CA68E6CA8A}" dt="2022-12-23T10:00:50.641" v="1504" actId="1076"/>
        <pc:sldMkLst>
          <pc:docMk/>
          <pc:sldMk cId="1525516791" sldId="278"/>
        </pc:sldMkLst>
        <pc:spChg chg="mod">
          <ac:chgData name="Sara Muneeb" userId="29b624b1-a719-43f5-9b52-388cd4043c04" providerId="ADAL" clId="{17E51FC5-263C-467D-89F5-E0CA68E6CA8A}" dt="2022-12-23T09:57:06.745" v="1394"/>
          <ac:spMkLst>
            <pc:docMk/>
            <pc:sldMk cId="1525516791" sldId="278"/>
            <ac:spMk id="2" creationId="{AA77DFD2-6C40-423E-47B8-F6753EE5EFDF}"/>
          </ac:spMkLst>
        </pc:spChg>
        <pc:spChg chg="mod">
          <ac:chgData name="Sara Muneeb" userId="29b624b1-a719-43f5-9b52-388cd4043c04" providerId="ADAL" clId="{17E51FC5-263C-467D-89F5-E0CA68E6CA8A}" dt="2022-12-23T09:59:23.319" v="1501" actId="404"/>
          <ac:spMkLst>
            <pc:docMk/>
            <pc:sldMk cId="1525516791" sldId="278"/>
            <ac:spMk id="3" creationId="{E0601945-690F-159D-9155-0D379BA15BE5}"/>
          </ac:spMkLst>
        </pc:spChg>
        <pc:picChg chg="add mod">
          <ac:chgData name="Sara Muneeb" userId="29b624b1-a719-43f5-9b52-388cd4043c04" providerId="ADAL" clId="{17E51FC5-263C-467D-89F5-E0CA68E6CA8A}" dt="2022-12-23T10:00:50.641" v="1504" actId="1076"/>
          <ac:picMkLst>
            <pc:docMk/>
            <pc:sldMk cId="1525516791" sldId="278"/>
            <ac:picMk id="5" creationId="{23E13044-DDC9-BB46-C195-944E4734E6A8}"/>
          </ac:picMkLst>
        </pc:picChg>
      </pc:sldChg>
      <pc:sldChg chg="del">
        <pc:chgData name="Sara Muneeb" userId="29b624b1-a719-43f5-9b52-388cd4043c04" providerId="ADAL" clId="{17E51FC5-263C-467D-89F5-E0CA68E6CA8A}" dt="2022-12-23T08:32:09.295" v="0" actId="47"/>
        <pc:sldMkLst>
          <pc:docMk/>
          <pc:sldMk cId="2125336047" sldId="278"/>
        </pc:sldMkLst>
      </pc:sldChg>
      <pc:sldChg chg="del">
        <pc:chgData name="Sara Muneeb" userId="29b624b1-a719-43f5-9b52-388cd4043c04" providerId="ADAL" clId="{17E51FC5-263C-467D-89F5-E0CA68E6CA8A}" dt="2022-12-23T08:32:09.295" v="0" actId="47"/>
        <pc:sldMkLst>
          <pc:docMk/>
          <pc:sldMk cId="424997479" sldId="279"/>
        </pc:sldMkLst>
      </pc:sldChg>
      <pc:sldChg chg="new del">
        <pc:chgData name="Sara Muneeb" userId="29b624b1-a719-43f5-9b52-388cd4043c04" providerId="ADAL" clId="{17E51FC5-263C-467D-89F5-E0CA68E6CA8A}" dt="2022-12-23T09:58:53.980" v="1473" actId="47"/>
        <pc:sldMkLst>
          <pc:docMk/>
          <pc:sldMk cId="2889814658" sldId="279"/>
        </pc:sldMkLst>
      </pc:sldChg>
      <pc:sldChg chg="modSp new mod">
        <pc:chgData name="Sara Muneeb" userId="29b624b1-a719-43f5-9b52-388cd4043c04" providerId="ADAL" clId="{17E51FC5-263C-467D-89F5-E0CA68E6CA8A}" dt="2022-12-23T10:09:24.908" v="1732" actId="207"/>
        <pc:sldMkLst>
          <pc:docMk/>
          <pc:sldMk cId="3363254883" sldId="279"/>
        </pc:sldMkLst>
        <pc:spChg chg="mod">
          <ac:chgData name="Sara Muneeb" userId="29b624b1-a719-43f5-9b52-388cd4043c04" providerId="ADAL" clId="{17E51FC5-263C-467D-89F5-E0CA68E6CA8A}" dt="2022-12-23T10:05:12.723" v="1606" actId="20577"/>
          <ac:spMkLst>
            <pc:docMk/>
            <pc:sldMk cId="3363254883" sldId="279"/>
            <ac:spMk id="2" creationId="{6ECD2303-6D3A-A02D-3337-508898A93311}"/>
          </ac:spMkLst>
        </pc:spChg>
        <pc:spChg chg="mod">
          <ac:chgData name="Sara Muneeb" userId="29b624b1-a719-43f5-9b52-388cd4043c04" providerId="ADAL" clId="{17E51FC5-263C-467D-89F5-E0CA68E6CA8A}" dt="2022-12-23T10:09:24.908" v="1732" actId="207"/>
          <ac:spMkLst>
            <pc:docMk/>
            <pc:sldMk cId="3363254883" sldId="279"/>
            <ac:spMk id="3" creationId="{E95AEB6A-E2D6-BE95-DE6E-3BE881917CFB}"/>
          </ac:spMkLst>
        </pc:spChg>
      </pc:sldChg>
      <pc:sldChg chg="addSp delSp modSp new mod">
        <pc:chgData name="Sara Muneeb" userId="29b624b1-a719-43f5-9b52-388cd4043c04" providerId="ADAL" clId="{17E51FC5-263C-467D-89F5-E0CA68E6CA8A}" dt="2022-12-23T10:22:11.636" v="1946" actId="1037"/>
        <pc:sldMkLst>
          <pc:docMk/>
          <pc:sldMk cId="223111386" sldId="280"/>
        </pc:sldMkLst>
        <pc:spChg chg="mod">
          <ac:chgData name="Sara Muneeb" userId="29b624b1-a719-43f5-9b52-388cd4043c04" providerId="ADAL" clId="{17E51FC5-263C-467D-89F5-E0CA68E6CA8A}" dt="2022-12-23T10:11:39.885" v="1754" actId="20577"/>
          <ac:spMkLst>
            <pc:docMk/>
            <pc:sldMk cId="223111386" sldId="280"/>
            <ac:spMk id="2" creationId="{6DD72616-A916-6ABE-8E0B-16654C9A7F96}"/>
          </ac:spMkLst>
        </pc:spChg>
        <pc:spChg chg="mod">
          <ac:chgData name="Sara Muneeb" userId="29b624b1-a719-43f5-9b52-388cd4043c04" providerId="ADAL" clId="{17E51FC5-263C-467D-89F5-E0CA68E6CA8A}" dt="2022-12-23T10:12:53.755" v="1878" actId="20577"/>
          <ac:spMkLst>
            <pc:docMk/>
            <pc:sldMk cId="223111386" sldId="280"/>
            <ac:spMk id="3" creationId="{912BBBD2-BD98-1170-9163-36A30765607D}"/>
          </ac:spMkLst>
        </pc:spChg>
        <pc:picChg chg="add mod">
          <ac:chgData name="Sara Muneeb" userId="29b624b1-a719-43f5-9b52-388cd4043c04" providerId="ADAL" clId="{17E51FC5-263C-467D-89F5-E0CA68E6CA8A}" dt="2022-12-23T10:22:09.069" v="1945" actId="1038"/>
          <ac:picMkLst>
            <pc:docMk/>
            <pc:sldMk cId="223111386" sldId="280"/>
            <ac:picMk id="5" creationId="{7B68AC88-AAC2-F604-550D-D6487DB9CE8E}"/>
          </ac:picMkLst>
        </pc:picChg>
        <pc:picChg chg="add del mod">
          <ac:chgData name="Sara Muneeb" userId="29b624b1-a719-43f5-9b52-388cd4043c04" providerId="ADAL" clId="{17E51FC5-263C-467D-89F5-E0CA68E6CA8A}" dt="2022-12-23T10:21:30.483" v="1933" actId="478"/>
          <ac:picMkLst>
            <pc:docMk/>
            <pc:sldMk cId="223111386" sldId="280"/>
            <ac:picMk id="7" creationId="{804652AA-C98F-1F56-C69A-4A490F4512D2}"/>
          </ac:picMkLst>
        </pc:picChg>
        <pc:picChg chg="add mod">
          <ac:chgData name="Sara Muneeb" userId="29b624b1-a719-43f5-9b52-388cd4043c04" providerId="ADAL" clId="{17E51FC5-263C-467D-89F5-E0CA68E6CA8A}" dt="2022-12-23T10:22:11.636" v="1946" actId="1037"/>
          <ac:picMkLst>
            <pc:docMk/>
            <pc:sldMk cId="223111386" sldId="280"/>
            <ac:picMk id="9" creationId="{2C4F203E-2981-F1B4-70F0-D3D8770D3C45}"/>
          </ac:picMkLst>
        </pc:picChg>
      </pc:sldChg>
    </pc:docChg>
  </pc:docChgLst>
  <pc:docChgLst>
    <pc:chgData name="Sara Muneeb" userId="29b624b1-a719-43f5-9b52-388cd4043c04" providerId="ADAL" clId="{3F7FB391-E689-4438-9E08-5EC6E3D820C0}"/>
    <pc:docChg chg="undo redo custSel addSld delSld modSld">
      <pc:chgData name="Sara Muneeb" userId="29b624b1-a719-43f5-9b52-388cd4043c04" providerId="ADAL" clId="{3F7FB391-E689-4438-9E08-5EC6E3D820C0}" dt="2022-10-10T06:34:37.994" v="926" actId="20577"/>
      <pc:docMkLst>
        <pc:docMk/>
      </pc:docMkLst>
      <pc:sldChg chg="modSp mod">
        <pc:chgData name="Sara Muneeb" userId="29b624b1-a719-43f5-9b52-388cd4043c04" providerId="ADAL" clId="{3F7FB391-E689-4438-9E08-5EC6E3D820C0}" dt="2022-10-05T09:49:13.557" v="17" actId="20577"/>
        <pc:sldMkLst>
          <pc:docMk/>
          <pc:sldMk cId="2984185032" sldId="256"/>
        </pc:sldMkLst>
        <pc:spChg chg="mod">
          <ac:chgData name="Sara Muneeb" userId="29b624b1-a719-43f5-9b52-388cd4043c04" providerId="ADAL" clId="{3F7FB391-E689-4438-9E08-5EC6E3D820C0}" dt="2022-10-05T09:49:13.557" v="17" actId="20577"/>
          <ac:spMkLst>
            <pc:docMk/>
            <pc:sldMk cId="2984185032" sldId="256"/>
            <ac:spMk id="2" creationId="{00000000-0000-0000-0000-000000000000}"/>
          </ac:spMkLst>
        </pc:spChg>
      </pc:sldChg>
      <pc:sldChg chg="addSp modSp new mod">
        <pc:chgData name="Sara Muneeb" userId="29b624b1-a719-43f5-9b52-388cd4043c04" providerId="ADAL" clId="{3F7FB391-E689-4438-9E08-5EC6E3D820C0}" dt="2022-10-06T03:48:23.084" v="181" actId="1076"/>
        <pc:sldMkLst>
          <pc:docMk/>
          <pc:sldMk cId="3551309204" sldId="257"/>
        </pc:sldMkLst>
        <pc:spChg chg="mod">
          <ac:chgData name="Sara Muneeb" userId="29b624b1-a719-43f5-9b52-388cd4043c04" providerId="ADAL" clId="{3F7FB391-E689-4438-9E08-5EC6E3D820C0}" dt="2022-10-05T09:56:44.852" v="32" actId="20577"/>
          <ac:spMkLst>
            <pc:docMk/>
            <pc:sldMk cId="3551309204" sldId="257"/>
            <ac:spMk id="2" creationId="{8B6E7983-B3F9-F39F-CB3C-088E7400C18D}"/>
          </ac:spMkLst>
        </pc:spChg>
        <pc:spChg chg="mod">
          <ac:chgData name="Sara Muneeb" userId="29b624b1-a719-43f5-9b52-388cd4043c04" providerId="ADAL" clId="{3F7FB391-E689-4438-9E08-5EC6E3D820C0}" dt="2022-10-06T03:47:31.792" v="177" actId="404"/>
          <ac:spMkLst>
            <pc:docMk/>
            <pc:sldMk cId="3551309204" sldId="257"/>
            <ac:spMk id="3" creationId="{A19B700E-6D40-1EE4-AE4F-B0623D89335D}"/>
          </ac:spMkLst>
        </pc:spChg>
        <pc:picChg chg="add mod">
          <ac:chgData name="Sara Muneeb" userId="29b624b1-a719-43f5-9b52-388cd4043c04" providerId="ADAL" clId="{3F7FB391-E689-4438-9E08-5EC6E3D820C0}" dt="2022-10-06T03:48:23.084" v="181" actId="1076"/>
          <ac:picMkLst>
            <pc:docMk/>
            <pc:sldMk cId="3551309204" sldId="257"/>
            <ac:picMk id="1026" creationId="{0669B95C-8EA7-B4C2-52BC-9C1E1ECD842D}"/>
          </ac:picMkLst>
        </pc:picChg>
      </pc:sldChg>
      <pc:sldChg chg="del">
        <pc:chgData name="Sara Muneeb" userId="29b624b1-a719-43f5-9b52-388cd4043c04" providerId="ADAL" clId="{3F7FB391-E689-4438-9E08-5EC6E3D820C0}" dt="2022-10-05T09:56:34.003" v="18" actId="47"/>
        <pc:sldMkLst>
          <pc:docMk/>
          <pc:sldMk cId="4179302358" sldId="257"/>
        </pc:sldMkLst>
      </pc:sldChg>
      <pc:sldChg chg="del">
        <pc:chgData name="Sara Muneeb" userId="29b624b1-a719-43f5-9b52-388cd4043c04" providerId="ADAL" clId="{3F7FB391-E689-4438-9E08-5EC6E3D820C0}" dt="2022-10-05T09:56:34.003" v="18" actId="47"/>
        <pc:sldMkLst>
          <pc:docMk/>
          <pc:sldMk cId="896610511" sldId="258"/>
        </pc:sldMkLst>
      </pc:sldChg>
      <pc:sldChg chg="addSp modSp new mod">
        <pc:chgData name="Sara Muneeb" userId="29b624b1-a719-43f5-9b52-388cd4043c04" providerId="ADAL" clId="{3F7FB391-E689-4438-9E08-5EC6E3D820C0}" dt="2022-10-06T06:18:14.247" v="287" actId="1076"/>
        <pc:sldMkLst>
          <pc:docMk/>
          <pc:sldMk cId="2024920055" sldId="258"/>
        </pc:sldMkLst>
        <pc:spChg chg="mod">
          <ac:chgData name="Sara Muneeb" userId="29b624b1-a719-43f5-9b52-388cd4043c04" providerId="ADAL" clId="{3F7FB391-E689-4438-9E08-5EC6E3D820C0}" dt="2022-10-06T04:00:46.203" v="194" actId="20577"/>
          <ac:spMkLst>
            <pc:docMk/>
            <pc:sldMk cId="2024920055" sldId="258"/>
            <ac:spMk id="2" creationId="{31C45E19-68AF-FB66-8D92-38BA7D18642B}"/>
          </ac:spMkLst>
        </pc:spChg>
        <pc:spChg chg="mod">
          <ac:chgData name="Sara Muneeb" userId="29b624b1-a719-43f5-9b52-388cd4043c04" providerId="ADAL" clId="{3F7FB391-E689-4438-9E08-5EC6E3D820C0}" dt="2022-10-06T04:09:20.693" v="284" actId="20577"/>
          <ac:spMkLst>
            <pc:docMk/>
            <pc:sldMk cId="2024920055" sldId="258"/>
            <ac:spMk id="3" creationId="{609E5FCB-8113-F780-289C-17FC58F13008}"/>
          </ac:spMkLst>
        </pc:spChg>
        <pc:picChg chg="add mod">
          <ac:chgData name="Sara Muneeb" userId="29b624b1-a719-43f5-9b52-388cd4043c04" providerId="ADAL" clId="{3F7FB391-E689-4438-9E08-5EC6E3D820C0}" dt="2022-10-06T06:18:14.247" v="287" actId="1076"/>
          <ac:picMkLst>
            <pc:docMk/>
            <pc:sldMk cId="2024920055" sldId="258"/>
            <ac:picMk id="2050" creationId="{B570AF24-EDFE-457A-E6EE-0A80EE7EFAFE}"/>
          </ac:picMkLst>
        </pc:picChg>
      </pc:sldChg>
      <pc:sldChg chg="del">
        <pc:chgData name="Sara Muneeb" userId="29b624b1-a719-43f5-9b52-388cd4043c04" providerId="ADAL" clId="{3F7FB391-E689-4438-9E08-5EC6E3D820C0}" dt="2022-10-05T09:56:34.003" v="18" actId="47"/>
        <pc:sldMkLst>
          <pc:docMk/>
          <pc:sldMk cId="3149991155" sldId="259"/>
        </pc:sldMkLst>
      </pc:sldChg>
      <pc:sldChg chg="addSp delSp modSp new mod">
        <pc:chgData name="Sara Muneeb" userId="29b624b1-a719-43f5-9b52-388cd4043c04" providerId="ADAL" clId="{3F7FB391-E689-4438-9E08-5EC6E3D820C0}" dt="2022-10-06T07:13:23.912" v="365" actId="14100"/>
        <pc:sldMkLst>
          <pc:docMk/>
          <pc:sldMk cId="3918807433" sldId="259"/>
        </pc:sldMkLst>
        <pc:spChg chg="mod">
          <ac:chgData name="Sara Muneeb" userId="29b624b1-a719-43f5-9b52-388cd4043c04" providerId="ADAL" clId="{3F7FB391-E689-4438-9E08-5EC6E3D820C0}" dt="2022-10-06T07:08:13.379" v="298" actId="20577"/>
          <ac:spMkLst>
            <pc:docMk/>
            <pc:sldMk cId="3918807433" sldId="259"/>
            <ac:spMk id="2" creationId="{264102E1-B99B-5021-A623-ADEC1B23D6BA}"/>
          </ac:spMkLst>
        </pc:spChg>
        <pc:spChg chg="add del mod">
          <ac:chgData name="Sara Muneeb" userId="29b624b1-a719-43f5-9b52-388cd4043c04" providerId="ADAL" clId="{3F7FB391-E689-4438-9E08-5EC6E3D820C0}" dt="2022-10-06T07:10:08.053" v="363" actId="20577"/>
          <ac:spMkLst>
            <pc:docMk/>
            <pc:sldMk cId="3918807433" sldId="259"/>
            <ac:spMk id="3" creationId="{2DFCFD70-0E78-D3C5-9D14-05657D8BB8A2}"/>
          </ac:spMkLst>
        </pc:spChg>
        <pc:spChg chg="add del mod">
          <ac:chgData name="Sara Muneeb" userId="29b624b1-a719-43f5-9b52-388cd4043c04" providerId="ADAL" clId="{3F7FB391-E689-4438-9E08-5EC6E3D820C0}" dt="2022-10-06T07:08:44.873" v="348"/>
          <ac:spMkLst>
            <pc:docMk/>
            <pc:sldMk cId="3918807433" sldId="259"/>
            <ac:spMk id="4" creationId="{0B00268D-2C1F-D00E-B23E-B7CEC8F472F2}"/>
          </ac:spMkLst>
        </pc:spChg>
        <pc:spChg chg="add del mod">
          <ac:chgData name="Sara Muneeb" userId="29b624b1-a719-43f5-9b52-388cd4043c04" providerId="ADAL" clId="{3F7FB391-E689-4438-9E08-5EC6E3D820C0}" dt="2022-10-06T07:08:39.142" v="345" actId="21"/>
          <ac:spMkLst>
            <pc:docMk/>
            <pc:sldMk cId="3918807433" sldId="259"/>
            <ac:spMk id="5" creationId="{00ACD40F-147E-0C1F-F689-25C1632407A0}"/>
          </ac:spMkLst>
        </pc:spChg>
        <pc:picChg chg="add mod">
          <ac:chgData name="Sara Muneeb" userId="29b624b1-a719-43f5-9b52-388cd4043c04" providerId="ADAL" clId="{3F7FB391-E689-4438-9E08-5EC6E3D820C0}" dt="2022-10-06T07:13:23.912" v="365" actId="14100"/>
          <ac:picMkLst>
            <pc:docMk/>
            <pc:sldMk cId="3918807433" sldId="259"/>
            <ac:picMk id="3076" creationId="{B11C7E45-FB31-097B-BF92-9F9ECA6436F0}"/>
          </ac:picMkLst>
        </pc:picChg>
      </pc:sldChg>
      <pc:sldChg chg="del">
        <pc:chgData name="Sara Muneeb" userId="29b624b1-a719-43f5-9b52-388cd4043c04" providerId="ADAL" clId="{3F7FB391-E689-4438-9E08-5EC6E3D820C0}" dt="2022-10-05T09:56:34.003" v="18" actId="47"/>
        <pc:sldMkLst>
          <pc:docMk/>
          <pc:sldMk cId="198138684" sldId="260"/>
        </pc:sldMkLst>
      </pc:sldChg>
      <pc:sldChg chg="modSp new mod">
        <pc:chgData name="Sara Muneeb" userId="29b624b1-a719-43f5-9b52-388cd4043c04" providerId="ADAL" clId="{3F7FB391-E689-4438-9E08-5EC6E3D820C0}" dt="2022-10-06T08:29:42.002" v="440" actId="113"/>
        <pc:sldMkLst>
          <pc:docMk/>
          <pc:sldMk cId="4186466395" sldId="260"/>
        </pc:sldMkLst>
        <pc:spChg chg="mod">
          <ac:chgData name="Sara Muneeb" userId="29b624b1-a719-43f5-9b52-388cd4043c04" providerId="ADAL" clId="{3F7FB391-E689-4438-9E08-5EC6E3D820C0}" dt="2022-10-06T07:15:43.743" v="398" actId="20577"/>
          <ac:spMkLst>
            <pc:docMk/>
            <pc:sldMk cId="4186466395" sldId="260"/>
            <ac:spMk id="2" creationId="{8E88E8BD-1CA7-3ADB-E270-7A65BE18077D}"/>
          </ac:spMkLst>
        </pc:spChg>
        <pc:spChg chg="mod">
          <ac:chgData name="Sara Muneeb" userId="29b624b1-a719-43f5-9b52-388cd4043c04" providerId="ADAL" clId="{3F7FB391-E689-4438-9E08-5EC6E3D820C0}" dt="2022-10-06T08:29:42.002" v="440" actId="113"/>
          <ac:spMkLst>
            <pc:docMk/>
            <pc:sldMk cId="4186466395" sldId="260"/>
            <ac:spMk id="3" creationId="{EE3469E8-E6C7-170C-592B-6D8710B05402}"/>
          </ac:spMkLst>
        </pc:spChg>
      </pc:sldChg>
      <pc:sldChg chg="del">
        <pc:chgData name="Sara Muneeb" userId="29b624b1-a719-43f5-9b52-388cd4043c04" providerId="ADAL" clId="{3F7FB391-E689-4438-9E08-5EC6E3D820C0}" dt="2022-10-05T09:56:34.003" v="18" actId="47"/>
        <pc:sldMkLst>
          <pc:docMk/>
          <pc:sldMk cId="2876332182" sldId="261"/>
        </pc:sldMkLst>
      </pc:sldChg>
      <pc:sldChg chg="addSp modSp new mod">
        <pc:chgData name="Sara Muneeb" userId="29b624b1-a719-43f5-9b52-388cd4043c04" providerId="ADAL" clId="{3F7FB391-E689-4438-9E08-5EC6E3D820C0}" dt="2022-10-06T08:34:40.806" v="583" actId="14100"/>
        <pc:sldMkLst>
          <pc:docMk/>
          <pc:sldMk cId="3337870780" sldId="261"/>
        </pc:sldMkLst>
        <pc:spChg chg="mod">
          <ac:chgData name="Sara Muneeb" userId="29b624b1-a719-43f5-9b52-388cd4043c04" providerId="ADAL" clId="{3F7FB391-E689-4438-9E08-5EC6E3D820C0}" dt="2022-10-06T08:30:22.112" v="465" actId="20577"/>
          <ac:spMkLst>
            <pc:docMk/>
            <pc:sldMk cId="3337870780" sldId="261"/>
            <ac:spMk id="2" creationId="{77C93915-CC0A-78EC-1E95-6E3300CDCB55}"/>
          </ac:spMkLst>
        </pc:spChg>
        <pc:spChg chg="mod">
          <ac:chgData name="Sara Muneeb" userId="29b624b1-a719-43f5-9b52-388cd4043c04" providerId="ADAL" clId="{3F7FB391-E689-4438-9E08-5EC6E3D820C0}" dt="2022-10-06T08:34:30.964" v="580" actId="14100"/>
          <ac:spMkLst>
            <pc:docMk/>
            <pc:sldMk cId="3337870780" sldId="261"/>
            <ac:spMk id="3" creationId="{8F931A51-73BE-4AF1-56D3-0F0496D18BCE}"/>
          </ac:spMkLst>
        </pc:spChg>
        <pc:picChg chg="add mod">
          <ac:chgData name="Sara Muneeb" userId="29b624b1-a719-43f5-9b52-388cd4043c04" providerId="ADAL" clId="{3F7FB391-E689-4438-9E08-5EC6E3D820C0}" dt="2022-10-06T08:34:40.806" v="583" actId="14100"/>
          <ac:picMkLst>
            <pc:docMk/>
            <pc:sldMk cId="3337870780" sldId="261"/>
            <ac:picMk id="4098" creationId="{05797A4A-E187-8C82-FABE-1088EEECD08F}"/>
          </ac:picMkLst>
        </pc:picChg>
      </pc:sldChg>
      <pc:sldChg chg="del">
        <pc:chgData name="Sara Muneeb" userId="29b624b1-a719-43f5-9b52-388cd4043c04" providerId="ADAL" clId="{3F7FB391-E689-4438-9E08-5EC6E3D820C0}" dt="2022-10-05T09:56:34.003" v="18" actId="47"/>
        <pc:sldMkLst>
          <pc:docMk/>
          <pc:sldMk cId="601268" sldId="262"/>
        </pc:sldMkLst>
      </pc:sldChg>
      <pc:sldChg chg="addSp delSp modSp new mod">
        <pc:chgData name="Sara Muneeb" userId="29b624b1-a719-43f5-9b52-388cd4043c04" providerId="ADAL" clId="{3F7FB391-E689-4438-9E08-5EC6E3D820C0}" dt="2022-10-06T08:42:26.485" v="649" actId="14100"/>
        <pc:sldMkLst>
          <pc:docMk/>
          <pc:sldMk cId="1654318215" sldId="262"/>
        </pc:sldMkLst>
        <pc:spChg chg="mod">
          <ac:chgData name="Sara Muneeb" userId="29b624b1-a719-43f5-9b52-388cd4043c04" providerId="ADAL" clId="{3F7FB391-E689-4438-9E08-5EC6E3D820C0}" dt="2022-10-06T08:37:27.397" v="609" actId="20577"/>
          <ac:spMkLst>
            <pc:docMk/>
            <pc:sldMk cId="1654318215" sldId="262"/>
            <ac:spMk id="2" creationId="{0AFBDD36-3CFD-05D8-4E2B-32CD8D39C844}"/>
          </ac:spMkLst>
        </pc:spChg>
        <pc:spChg chg="del">
          <ac:chgData name="Sara Muneeb" userId="29b624b1-a719-43f5-9b52-388cd4043c04" providerId="ADAL" clId="{3F7FB391-E689-4438-9E08-5EC6E3D820C0}" dt="2022-10-06T08:41:03.710" v="610" actId="22"/>
          <ac:spMkLst>
            <pc:docMk/>
            <pc:sldMk cId="1654318215" sldId="262"/>
            <ac:spMk id="3" creationId="{B32BA12A-2F1E-2F5C-C7D0-F68B78713812}"/>
          </ac:spMkLst>
        </pc:spChg>
        <pc:spChg chg="add mod">
          <ac:chgData name="Sara Muneeb" userId="29b624b1-a719-43f5-9b52-388cd4043c04" providerId="ADAL" clId="{3F7FB391-E689-4438-9E08-5EC6E3D820C0}" dt="2022-10-06T08:42:11.637" v="633" actId="1076"/>
          <ac:spMkLst>
            <pc:docMk/>
            <pc:sldMk cId="1654318215" sldId="262"/>
            <ac:spMk id="8" creationId="{05524CB5-3D13-759E-DA78-B32FCA477A71}"/>
          </ac:spMkLst>
        </pc:spChg>
        <pc:spChg chg="add mod">
          <ac:chgData name="Sara Muneeb" userId="29b624b1-a719-43f5-9b52-388cd4043c04" providerId="ADAL" clId="{3F7FB391-E689-4438-9E08-5EC6E3D820C0}" dt="2022-10-06T08:42:26.485" v="649" actId="14100"/>
          <ac:spMkLst>
            <pc:docMk/>
            <pc:sldMk cId="1654318215" sldId="262"/>
            <ac:spMk id="9" creationId="{57652B81-9115-0557-F496-47D63B7563DF}"/>
          </ac:spMkLst>
        </pc:spChg>
        <pc:picChg chg="add mod ord">
          <ac:chgData name="Sara Muneeb" userId="29b624b1-a719-43f5-9b52-388cd4043c04" providerId="ADAL" clId="{3F7FB391-E689-4438-9E08-5EC6E3D820C0}" dt="2022-10-06T08:41:52.324" v="618" actId="1076"/>
          <ac:picMkLst>
            <pc:docMk/>
            <pc:sldMk cId="1654318215" sldId="262"/>
            <ac:picMk id="5" creationId="{9BFF0D8F-9952-4340-5E8A-CD5F0AC0D03A}"/>
          </ac:picMkLst>
        </pc:picChg>
        <pc:picChg chg="add mod">
          <ac:chgData name="Sara Muneeb" userId="29b624b1-a719-43f5-9b52-388cd4043c04" providerId="ADAL" clId="{3F7FB391-E689-4438-9E08-5EC6E3D820C0}" dt="2022-10-06T08:41:46.393" v="616" actId="14100"/>
          <ac:picMkLst>
            <pc:docMk/>
            <pc:sldMk cId="1654318215" sldId="262"/>
            <ac:picMk id="7" creationId="{AAEB9402-A727-C483-9BD7-4CE0E1987CFF}"/>
          </ac:picMkLst>
        </pc:picChg>
      </pc:sldChg>
      <pc:sldChg chg="del">
        <pc:chgData name="Sara Muneeb" userId="29b624b1-a719-43f5-9b52-388cd4043c04" providerId="ADAL" clId="{3F7FB391-E689-4438-9E08-5EC6E3D820C0}" dt="2022-10-05T09:56:34.003" v="18" actId="47"/>
        <pc:sldMkLst>
          <pc:docMk/>
          <pc:sldMk cId="2598016477" sldId="263"/>
        </pc:sldMkLst>
      </pc:sldChg>
      <pc:sldChg chg="addSp delSp modSp new mod">
        <pc:chgData name="Sara Muneeb" userId="29b624b1-a719-43f5-9b52-388cd4043c04" providerId="ADAL" clId="{3F7FB391-E689-4438-9E08-5EC6E3D820C0}" dt="2022-10-06T08:47:35.798" v="716" actId="1076"/>
        <pc:sldMkLst>
          <pc:docMk/>
          <pc:sldMk cId="4294319554" sldId="263"/>
        </pc:sldMkLst>
        <pc:spChg chg="mod">
          <ac:chgData name="Sara Muneeb" userId="29b624b1-a719-43f5-9b52-388cd4043c04" providerId="ADAL" clId="{3F7FB391-E689-4438-9E08-5EC6E3D820C0}" dt="2022-10-06T08:46:51.186" v="657" actId="20577"/>
          <ac:spMkLst>
            <pc:docMk/>
            <pc:sldMk cId="4294319554" sldId="263"/>
            <ac:spMk id="2" creationId="{469FB018-CF21-CC93-779B-104E271521D0}"/>
          </ac:spMkLst>
        </pc:spChg>
        <pc:spChg chg="del mod">
          <ac:chgData name="Sara Muneeb" userId="29b624b1-a719-43f5-9b52-388cd4043c04" providerId="ADAL" clId="{3F7FB391-E689-4438-9E08-5EC6E3D820C0}" dt="2022-10-06T08:46:53.073" v="659" actId="22"/>
          <ac:spMkLst>
            <pc:docMk/>
            <pc:sldMk cId="4294319554" sldId="263"/>
            <ac:spMk id="3" creationId="{400FC049-CE97-4E48-C2B2-08F2CCEF5CF0}"/>
          </ac:spMkLst>
        </pc:spChg>
        <pc:spChg chg="add mod">
          <ac:chgData name="Sara Muneeb" userId="29b624b1-a719-43f5-9b52-388cd4043c04" providerId="ADAL" clId="{3F7FB391-E689-4438-9E08-5EC6E3D820C0}" dt="2022-10-06T08:47:35.798" v="716" actId="1076"/>
          <ac:spMkLst>
            <pc:docMk/>
            <pc:sldMk cId="4294319554" sldId="263"/>
            <ac:spMk id="6" creationId="{DF8DA616-CF7C-4736-87BD-4387F0454C7F}"/>
          </ac:spMkLst>
        </pc:spChg>
        <pc:picChg chg="add mod ord">
          <ac:chgData name="Sara Muneeb" userId="29b624b1-a719-43f5-9b52-388cd4043c04" providerId="ADAL" clId="{3F7FB391-E689-4438-9E08-5EC6E3D820C0}" dt="2022-10-06T08:46:53.073" v="659" actId="22"/>
          <ac:picMkLst>
            <pc:docMk/>
            <pc:sldMk cId="4294319554" sldId="263"/>
            <ac:picMk id="5" creationId="{157A1106-BB2F-1E78-12F5-0B15370D88DD}"/>
          </ac:picMkLst>
        </pc:picChg>
      </pc:sldChg>
      <pc:sldChg chg="del">
        <pc:chgData name="Sara Muneeb" userId="29b624b1-a719-43f5-9b52-388cd4043c04" providerId="ADAL" clId="{3F7FB391-E689-4438-9E08-5EC6E3D820C0}" dt="2022-10-05T09:56:34.003" v="18" actId="47"/>
        <pc:sldMkLst>
          <pc:docMk/>
          <pc:sldMk cId="2320396932" sldId="264"/>
        </pc:sldMkLst>
      </pc:sldChg>
      <pc:sldChg chg="addSp delSp modSp new mod">
        <pc:chgData name="Sara Muneeb" userId="29b624b1-a719-43f5-9b52-388cd4043c04" providerId="ADAL" clId="{3F7FB391-E689-4438-9E08-5EC6E3D820C0}" dt="2022-10-06T08:48:44.627" v="803" actId="20577"/>
        <pc:sldMkLst>
          <pc:docMk/>
          <pc:sldMk cId="3609823631" sldId="264"/>
        </pc:sldMkLst>
        <pc:spChg chg="mod">
          <ac:chgData name="Sara Muneeb" userId="29b624b1-a719-43f5-9b52-388cd4043c04" providerId="ADAL" clId="{3F7FB391-E689-4438-9E08-5EC6E3D820C0}" dt="2022-10-06T08:48:44.627" v="803" actId="20577"/>
          <ac:spMkLst>
            <pc:docMk/>
            <pc:sldMk cId="3609823631" sldId="264"/>
            <ac:spMk id="2" creationId="{3D2BA08B-F34D-C586-7BF3-984DEA5671A0}"/>
          </ac:spMkLst>
        </pc:spChg>
        <pc:spChg chg="del">
          <ac:chgData name="Sara Muneeb" userId="29b624b1-a719-43f5-9b52-388cd4043c04" providerId="ADAL" clId="{3F7FB391-E689-4438-9E08-5EC6E3D820C0}" dt="2022-10-06T08:47:56.775" v="725" actId="22"/>
          <ac:spMkLst>
            <pc:docMk/>
            <pc:sldMk cId="3609823631" sldId="264"/>
            <ac:spMk id="3" creationId="{F45FF0E7-5FA8-61DA-D6EC-ECDA2C825906}"/>
          </ac:spMkLst>
        </pc:spChg>
        <pc:spChg chg="add mod">
          <ac:chgData name="Sara Muneeb" userId="29b624b1-a719-43f5-9b52-388cd4043c04" providerId="ADAL" clId="{3F7FB391-E689-4438-9E08-5EC6E3D820C0}" dt="2022-10-06T08:48:35.838" v="784" actId="1076"/>
          <ac:spMkLst>
            <pc:docMk/>
            <pc:sldMk cId="3609823631" sldId="264"/>
            <ac:spMk id="6" creationId="{2D1C418D-5312-EE06-7625-9FAA2E879447}"/>
          </ac:spMkLst>
        </pc:spChg>
        <pc:picChg chg="add mod ord">
          <ac:chgData name="Sara Muneeb" userId="29b624b1-a719-43f5-9b52-388cd4043c04" providerId="ADAL" clId="{3F7FB391-E689-4438-9E08-5EC6E3D820C0}" dt="2022-10-06T08:47:56.775" v="725" actId="22"/>
          <ac:picMkLst>
            <pc:docMk/>
            <pc:sldMk cId="3609823631" sldId="264"/>
            <ac:picMk id="5" creationId="{BA195658-4101-E5E2-D2BC-C14D1A7ACA7F}"/>
          </ac:picMkLst>
        </pc:picChg>
      </pc:sldChg>
      <pc:sldChg chg="del">
        <pc:chgData name="Sara Muneeb" userId="29b624b1-a719-43f5-9b52-388cd4043c04" providerId="ADAL" clId="{3F7FB391-E689-4438-9E08-5EC6E3D820C0}" dt="2022-10-05T09:56:34.003" v="18" actId="47"/>
        <pc:sldMkLst>
          <pc:docMk/>
          <pc:sldMk cId="766487697" sldId="265"/>
        </pc:sldMkLst>
      </pc:sldChg>
      <pc:sldChg chg="addSp delSp modSp new mod">
        <pc:chgData name="Sara Muneeb" userId="29b624b1-a719-43f5-9b52-388cd4043c04" providerId="ADAL" clId="{3F7FB391-E689-4438-9E08-5EC6E3D820C0}" dt="2022-10-06T08:57:37.841" v="857" actId="22"/>
        <pc:sldMkLst>
          <pc:docMk/>
          <pc:sldMk cId="3671922232" sldId="265"/>
        </pc:sldMkLst>
        <pc:spChg chg="mod">
          <ac:chgData name="Sara Muneeb" userId="29b624b1-a719-43f5-9b52-388cd4043c04" providerId="ADAL" clId="{3F7FB391-E689-4438-9E08-5EC6E3D820C0}" dt="2022-10-06T08:57:35.313" v="855" actId="20577"/>
          <ac:spMkLst>
            <pc:docMk/>
            <pc:sldMk cId="3671922232" sldId="265"/>
            <ac:spMk id="2" creationId="{B8E0596E-AD56-8BDC-461F-DD9D8C92FFEE}"/>
          </ac:spMkLst>
        </pc:spChg>
        <pc:spChg chg="del mod">
          <ac:chgData name="Sara Muneeb" userId="29b624b1-a719-43f5-9b52-388cd4043c04" providerId="ADAL" clId="{3F7FB391-E689-4438-9E08-5EC6E3D820C0}" dt="2022-10-06T08:57:37.841" v="857" actId="22"/>
          <ac:spMkLst>
            <pc:docMk/>
            <pc:sldMk cId="3671922232" sldId="265"/>
            <ac:spMk id="3" creationId="{D77B6166-2B1F-49E0-DC4B-0820897636ED}"/>
          </ac:spMkLst>
        </pc:spChg>
        <pc:picChg chg="add mod ord">
          <ac:chgData name="Sara Muneeb" userId="29b624b1-a719-43f5-9b52-388cd4043c04" providerId="ADAL" clId="{3F7FB391-E689-4438-9E08-5EC6E3D820C0}" dt="2022-10-06T08:57:37.841" v="857" actId="22"/>
          <ac:picMkLst>
            <pc:docMk/>
            <pc:sldMk cId="3671922232" sldId="265"/>
            <ac:picMk id="5" creationId="{859A201E-251B-ACC1-2B05-AA08127964CF}"/>
          </ac:picMkLst>
        </pc:picChg>
      </pc:sldChg>
      <pc:sldChg chg="del">
        <pc:chgData name="Sara Muneeb" userId="29b624b1-a719-43f5-9b52-388cd4043c04" providerId="ADAL" clId="{3F7FB391-E689-4438-9E08-5EC6E3D820C0}" dt="2022-10-05T09:56:34.003" v="18" actId="47"/>
        <pc:sldMkLst>
          <pc:docMk/>
          <pc:sldMk cId="1657546060" sldId="266"/>
        </pc:sldMkLst>
      </pc:sldChg>
      <pc:sldChg chg="del">
        <pc:chgData name="Sara Muneeb" userId="29b624b1-a719-43f5-9b52-388cd4043c04" providerId="ADAL" clId="{3F7FB391-E689-4438-9E08-5EC6E3D820C0}" dt="2022-10-05T09:56:34.003" v="18" actId="47"/>
        <pc:sldMkLst>
          <pc:docMk/>
          <pc:sldMk cId="3390644009" sldId="267"/>
        </pc:sldMkLst>
      </pc:sldChg>
      <pc:sldChg chg="modSp mod">
        <pc:chgData name="Sara Muneeb" userId="29b624b1-a719-43f5-9b52-388cd4043c04" providerId="ADAL" clId="{3F7FB391-E689-4438-9E08-5EC6E3D820C0}" dt="2022-10-10T06:34:37.994" v="926" actId="20577"/>
        <pc:sldMkLst>
          <pc:docMk/>
          <pc:sldMk cId="1251303979" sldId="268"/>
        </pc:sldMkLst>
        <pc:spChg chg="mod">
          <ac:chgData name="Sara Muneeb" userId="29b624b1-a719-43f5-9b52-388cd4043c04" providerId="ADAL" clId="{3F7FB391-E689-4438-9E08-5EC6E3D820C0}" dt="2022-10-10T06:34:37.994" v="926" actId="20577"/>
          <ac:spMkLst>
            <pc:docMk/>
            <pc:sldMk cId="1251303979" sldId="268"/>
            <ac:spMk id="3" creationId="{6D4F821F-443B-73AB-438B-0D79F768E520}"/>
          </ac:spMkLst>
        </pc:spChg>
      </pc:sldChg>
      <pc:sldChg chg="del">
        <pc:chgData name="Sara Muneeb" userId="29b624b1-a719-43f5-9b52-388cd4043c04" providerId="ADAL" clId="{3F7FB391-E689-4438-9E08-5EC6E3D820C0}" dt="2022-10-05T09:56:34.003" v="18" actId="47"/>
        <pc:sldMkLst>
          <pc:docMk/>
          <pc:sldMk cId="3167281788" sldId="268"/>
        </pc:sldMkLst>
      </pc:sldChg>
      <pc:sldChg chg="del">
        <pc:chgData name="Sara Muneeb" userId="29b624b1-a719-43f5-9b52-388cd4043c04" providerId="ADAL" clId="{3F7FB391-E689-4438-9E08-5EC6E3D820C0}" dt="2022-10-05T09:56:34.003" v="18" actId="47"/>
        <pc:sldMkLst>
          <pc:docMk/>
          <pc:sldMk cId="3448848701" sldId="269"/>
        </pc:sldMkLst>
      </pc:sldChg>
      <pc:sldChg chg="del">
        <pc:chgData name="Sara Muneeb" userId="29b624b1-a719-43f5-9b52-388cd4043c04" providerId="ADAL" clId="{3F7FB391-E689-4438-9E08-5EC6E3D820C0}" dt="2022-10-05T09:56:34.003" v="18" actId="47"/>
        <pc:sldMkLst>
          <pc:docMk/>
          <pc:sldMk cId="4245632414" sldId="270"/>
        </pc:sldMkLst>
      </pc:sldChg>
      <pc:sldChg chg="del">
        <pc:chgData name="Sara Muneeb" userId="29b624b1-a719-43f5-9b52-388cd4043c04" providerId="ADAL" clId="{3F7FB391-E689-4438-9E08-5EC6E3D820C0}" dt="2022-10-05T09:56:34.003" v="18" actId="47"/>
        <pc:sldMkLst>
          <pc:docMk/>
          <pc:sldMk cId="4006803244" sldId="271"/>
        </pc:sldMkLst>
      </pc:sldChg>
      <pc:sldChg chg="del">
        <pc:chgData name="Sara Muneeb" userId="29b624b1-a719-43f5-9b52-388cd4043c04" providerId="ADAL" clId="{3F7FB391-E689-4438-9E08-5EC6E3D820C0}" dt="2022-10-05T09:56:34.003" v="18" actId="47"/>
        <pc:sldMkLst>
          <pc:docMk/>
          <pc:sldMk cId="1424118343" sldId="272"/>
        </pc:sldMkLst>
      </pc:sldChg>
      <pc:sldChg chg="del">
        <pc:chgData name="Sara Muneeb" userId="29b624b1-a719-43f5-9b52-388cd4043c04" providerId="ADAL" clId="{3F7FB391-E689-4438-9E08-5EC6E3D820C0}" dt="2022-10-05T09:56:34.003" v="18" actId="47"/>
        <pc:sldMkLst>
          <pc:docMk/>
          <pc:sldMk cId="999133735" sldId="273"/>
        </pc:sldMkLst>
      </pc:sldChg>
      <pc:sldChg chg="del">
        <pc:chgData name="Sara Muneeb" userId="29b624b1-a719-43f5-9b52-388cd4043c04" providerId="ADAL" clId="{3F7FB391-E689-4438-9E08-5EC6E3D820C0}" dt="2022-10-05T09:56:34.003" v="18" actId="47"/>
        <pc:sldMkLst>
          <pc:docMk/>
          <pc:sldMk cId="2742577211" sldId="274"/>
        </pc:sldMkLst>
      </pc:sldChg>
      <pc:sldChg chg="del">
        <pc:chgData name="Sara Muneeb" userId="29b624b1-a719-43f5-9b52-388cd4043c04" providerId="ADAL" clId="{3F7FB391-E689-4438-9E08-5EC6E3D820C0}" dt="2022-10-05T09:56:34.003" v="18" actId="47"/>
        <pc:sldMkLst>
          <pc:docMk/>
          <pc:sldMk cId="3394791061" sldId="275"/>
        </pc:sldMkLst>
      </pc:sldChg>
      <pc:sldChg chg="del">
        <pc:chgData name="Sara Muneeb" userId="29b624b1-a719-43f5-9b52-388cd4043c04" providerId="ADAL" clId="{3F7FB391-E689-4438-9E08-5EC6E3D820C0}" dt="2022-10-05T09:56:34.003" v="18" actId="47"/>
        <pc:sldMkLst>
          <pc:docMk/>
          <pc:sldMk cId="2278341385" sldId="276"/>
        </pc:sldMkLst>
      </pc:sldChg>
      <pc:sldChg chg="del">
        <pc:chgData name="Sara Muneeb" userId="29b624b1-a719-43f5-9b52-388cd4043c04" providerId="ADAL" clId="{3F7FB391-E689-4438-9E08-5EC6E3D820C0}" dt="2022-10-05T09:56:34.003" v="18" actId="47"/>
        <pc:sldMkLst>
          <pc:docMk/>
          <pc:sldMk cId="1238051902" sldId="277"/>
        </pc:sldMkLst>
      </pc:sldChg>
      <pc:sldChg chg="del">
        <pc:chgData name="Sara Muneeb" userId="29b624b1-a719-43f5-9b52-388cd4043c04" providerId="ADAL" clId="{3F7FB391-E689-4438-9E08-5EC6E3D820C0}" dt="2022-10-05T09:56:34.003" v="18" actId="47"/>
        <pc:sldMkLst>
          <pc:docMk/>
          <pc:sldMk cId="1237888567" sldId="278"/>
        </pc:sldMkLst>
      </pc:sldChg>
      <pc:sldChg chg="del">
        <pc:chgData name="Sara Muneeb" userId="29b624b1-a719-43f5-9b52-388cd4043c04" providerId="ADAL" clId="{3F7FB391-E689-4438-9E08-5EC6E3D820C0}" dt="2022-10-05T09:56:34.003" v="18" actId="47"/>
        <pc:sldMkLst>
          <pc:docMk/>
          <pc:sldMk cId="3087496290" sldId="280"/>
        </pc:sldMkLst>
      </pc:sldChg>
      <pc:sldChg chg="del">
        <pc:chgData name="Sara Muneeb" userId="29b624b1-a719-43f5-9b52-388cd4043c04" providerId="ADAL" clId="{3F7FB391-E689-4438-9E08-5EC6E3D820C0}" dt="2022-10-05T09:56:34.003" v="18" actId="47"/>
        <pc:sldMkLst>
          <pc:docMk/>
          <pc:sldMk cId="682799263" sldId="281"/>
        </pc:sldMkLst>
      </pc:sldChg>
      <pc:sldChg chg="del">
        <pc:chgData name="Sara Muneeb" userId="29b624b1-a719-43f5-9b52-388cd4043c04" providerId="ADAL" clId="{3F7FB391-E689-4438-9E08-5EC6E3D820C0}" dt="2022-10-05T09:56:34.003" v="18" actId="47"/>
        <pc:sldMkLst>
          <pc:docMk/>
          <pc:sldMk cId="938039169" sldId="284"/>
        </pc:sldMkLst>
      </pc:sldChg>
      <pc:sldChg chg="del">
        <pc:chgData name="Sara Muneeb" userId="29b624b1-a719-43f5-9b52-388cd4043c04" providerId="ADAL" clId="{3F7FB391-E689-4438-9E08-5EC6E3D820C0}" dt="2022-10-05T09:56:34.003" v="18" actId="47"/>
        <pc:sldMkLst>
          <pc:docMk/>
          <pc:sldMk cId="2063745838" sldId="286"/>
        </pc:sldMkLst>
      </pc:sldChg>
      <pc:sldChg chg="del">
        <pc:chgData name="Sara Muneeb" userId="29b624b1-a719-43f5-9b52-388cd4043c04" providerId="ADAL" clId="{3F7FB391-E689-4438-9E08-5EC6E3D820C0}" dt="2022-10-05T09:56:34.003" v="18" actId="47"/>
        <pc:sldMkLst>
          <pc:docMk/>
          <pc:sldMk cId="1044308845" sldId="287"/>
        </pc:sldMkLst>
      </pc:sldChg>
      <pc:sldChg chg="del">
        <pc:chgData name="Sara Muneeb" userId="29b624b1-a719-43f5-9b52-388cd4043c04" providerId="ADAL" clId="{3F7FB391-E689-4438-9E08-5EC6E3D820C0}" dt="2022-10-05T09:56:34.003" v="18" actId="47"/>
        <pc:sldMkLst>
          <pc:docMk/>
          <pc:sldMk cId="1104968559" sldId="289"/>
        </pc:sldMkLst>
      </pc:sldChg>
      <pc:sldChg chg="del">
        <pc:chgData name="Sara Muneeb" userId="29b624b1-a719-43f5-9b52-388cd4043c04" providerId="ADAL" clId="{3F7FB391-E689-4438-9E08-5EC6E3D820C0}" dt="2022-10-05T09:56:34.003" v="18" actId="47"/>
        <pc:sldMkLst>
          <pc:docMk/>
          <pc:sldMk cId="52606917" sldId="292"/>
        </pc:sldMkLst>
      </pc:sldChg>
      <pc:sldChg chg="del">
        <pc:chgData name="Sara Muneeb" userId="29b624b1-a719-43f5-9b52-388cd4043c04" providerId="ADAL" clId="{3F7FB391-E689-4438-9E08-5EC6E3D820C0}" dt="2022-10-05T09:56:34.003" v="18" actId="47"/>
        <pc:sldMkLst>
          <pc:docMk/>
          <pc:sldMk cId="1356901708" sldId="293"/>
        </pc:sldMkLst>
      </pc:sldChg>
      <pc:sldChg chg="del">
        <pc:chgData name="Sara Muneeb" userId="29b624b1-a719-43f5-9b52-388cd4043c04" providerId="ADAL" clId="{3F7FB391-E689-4438-9E08-5EC6E3D820C0}" dt="2022-10-05T09:56:34.003" v="18" actId="47"/>
        <pc:sldMkLst>
          <pc:docMk/>
          <pc:sldMk cId="3263305752" sldId="294"/>
        </pc:sldMkLst>
      </pc:sldChg>
      <pc:sldChg chg="del">
        <pc:chgData name="Sara Muneeb" userId="29b624b1-a719-43f5-9b52-388cd4043c04" providerId="ADAL" clId="{3F7FB391-E689-4438-9E08-5EC6E3D820C0}" dt="2022-10-05T09:56:34.003" v="18" actId="47"/>
        <pc:sldMkLst>
          <pc:docMk/>
          <pc:sldMk cId="415582154" sldId="295"/>
        </pc:sldMkLst>
      </pc:sldChg>
      <pc:sldChg chg="del">
        <pc:chgData name="Sara Muneeb" userId="29b624b1-a719-43f5-9b52-388cd4043c04" providerId="ADAL" clId="{3F7FB391-E689-4438-9E08-5EC6E3D820C0}" dt="2022-10-05T09:56:34.003" v="18" actId="47"/>
        <pc:sldMkLst>
          <pc:docMk/>
          <pc:sldMk cId="4129240445" sldId="296"/>
        </pc:sldMkLst>
      </pc:sldChg>
      <pc:sldChg chg="del">
        <pc:chgData name="Sara Muneeb" userId="29b624b1-a719-43f5-9b52-388cd4043c04" providerId="ADAL" clId="{3F7FB391-E689-4438-9E08-5EC6E3D820C0}" dt="2022-10-05T09:56:34.003" v="18" actId="47"/>
        <pc:sldMkLst>
          <pc:docMk/>
          <pc:sldMk cId="538218730" sldId="297"/>
        </pc:sldMkLst>
      </pc:sldChg>
      <pc:sldChg chg="del">
        <pc:chgData name="Sara Muneeb" userId="29b624b1-a719-43f5-9b52-388cd4043c04" providerId="ADAL" clId="{3F7FB391-E689-4438-9E08-5EC6E3D820C0}" dt="2022-10-05T09:56:34.003" v="18" actId="47"/>
        <pc:sldMkLst>
          <pc:docMk/>
          <pc:sldMk cId="2682898875" sldId="298"/>
        </pc:sldMkLst>
      </pc:sldChg>
      <pc:sldChg chg="del">
        <pc:chgData name="Sara Muneeb" userId="29b624b1-a719-43f5-9b52-388cd4043c04" providerId="ADAL" clId="{3F7FB391-E689-4438-9E08-5EC6E3D820C0}" dt="2022-10-05T09:56:34.003" v="18" actId="47"/>
        <pc:sldMkLst>
          <pc:docMk/>
          <pc:sldMk cId="3403539787" sldId="301"/>
        </pc:sldMkLst>
      </pc:sldChg>
      <pc:sldChg chg="del">
        <pc:chgData name="Sara Muneeb" userId="29b624b1-a719-43f5-9b52-388cd4043c04" providerId="ADAL" clId="{3F7FB391-E689-4438-9E08-5EC6E3D820C0}" dt="2022-10-05T09:56:34.003" v="18" actId="47"/>
        <pc:sldMkLst>
          <pc:docMk/>
          <pc:sldMk cId="3637490053" sldId="302"/>
        </pc:sldMkLst>
      </pc:sldChg>
      <pc:sldChg chg="del">
        <pc:chgData name="Sara Muneeb" userId="29b624b1-a719-43f5-9b52-388cd4043c04" providerId="ADAL" clId="{3F7FB391-E689-4438-9E08-5EC6E3D820C0}" dt="2022-10-05T09:56:34.003" v="18" actId="47"/>
        <pc:sldMkLst>
          <pc:docMk/>
          <pc:sldMk cId="2876852152" sldId="303"/>
        </pc:sldMkLst>
      </pc:sldChg>
      <pc:sldChg chg="del">
        <pc:chgData name="Sara Muneeb" userId="29b624b1-a719-43f5-9b52-388cd4043c04" providerId="ADAL" clId="{3F7FB391-E689-4438-9E08-5EC6E3D820C0}" dt="2022-10-05T09:56:34.003" v="18" actId="47"/>
        <pc:sldMkLst>
          <pc:docMk/>
          <pc:sldMk cId="86923313" sldId="304"/>
        </pc:sldMkLst>
      </pc:sldChg>
      <pc:sldChg chg="del">
        <pc:chgData name="Sara Muneeb" userId="29b624b1-a719-43f5-9b52-388cd4043c04" providerId="ADAL" clId="{3F7FB391-E689-4438-9E08-5EC6E3D820C0}" dt="2022-10-05T09:56:34.003" v="18" actId="47"/>
        <pc:sldMkLst>
          <pc:docMk/>
          <pc:sldMk cId="4106586161" sldId="305"/>
        </pc:sldMkLst>
      </pc:sldChg>
      <pc:sldChg chg="del">
        <pc:chgData name="Sara Muneeb" userId="29b624b1-a719-43f5-9b52-388cd4043c04" providerId="ADAL" clId="{3F7FB391-E689-4438-9E08-5EC6E3D820C0}" dt="2022-10-05T09:56:34.003" v="18" actId="47"/>
        <pc:sldMkLst>
          <pc:docMk/>
          <pc:sldMk cId="4157403971" sldId="306"/>
        </pc:sldMkLst>
      </pc:sldChg>
      <pc:sldChg chg="del">
        <pc:chgData name="Sara Muneeb" userId="29b624b1-a719-43f5-9b52-388cd4043c04" providerId="ADAL" clId="{3F7FB391-E689-4438-9E08-5EC6E3D820C0}" dt="2022-10-05T09:56:34.003" v="18" actId="47"/>
        <pc:sldMkLst>
          <pc:docMk/>
          <pc:sldMk cId="3279694682" sldId="307"/>
        </pc:sldMkLst>
      </pc:sldChg>
      <pc:sldChg chg="del">
        <pc:chgData name="Sara Muneeb" userId="29b624b1-a719-43f5-9b52-388cd4043c04" providerId="ADAL" clId="{3F7FB391-E689-4438-9E08-5EC6E3D820C0}" dt="2022-10-05T09:56:34.003" v="18" actId="47"/>
        <pc:sldMkLst>
          <pc:docMk/>
          <pc:sldMk cId="3534911287" sldId="308"/>
        </pc:sldMkLst>
      </pc:sldChg>
      <pc:sldChg chg="del">
        <pc:chgData name="Sara Muneeb" userId="29b624b1-a719-43f5-9b52-388cd4043c04" providerId="ADAL" clId="{3F7FB391-E689-4438-9E08-5EC6E3D820C0}" dt="2022-10-05T09:56:34.003" v="18" actId="47"/>
        <pc:sldMkLst>
          <pc:docMk/>
          <pc:sldMk cId="342350972" sldId="309"/>
        </pc:sldMkLst>
      </pc:sldChg>
      <pc:sldChg chg="del">
        <pc:chgData name="Sara Muneeb" userId="29b624b1-a719-43f5-9b52-388cd4043c04" providerId="ADAL" clId="{3F7FB391-E689-4438-9E08-5EC6E3D820C0}" dt="2022-10-05T09:56:34.003" v="18" actId="47"/>
        <pc:sldMkLst>
          <pc:docMk/>
          <pc:sldMk cId="3045204456" sldId="310"/>
        </pc:sldMkLst>
      </pc:sldChg>
      <pc:sldChg chg="del">
        <pc:chgData name="Sara Muneeb" userId="29b624b1-a719-43f5-9b52-388cd4043c04" providerId="ADAL" clId="{3F7FB391-E689-4438-9E08-5EC6E3D820C0}" dt="2022-10-05T09:56:34.003" v="18" actId="47"/>
        <pc:sldMkLst>
          <pc:docMk/>
          <pc:sldMk cId="1345374263" sldId="311"/>
        </pc:sldMkLst>
      </pc:sldChg>
      <pc:sldChg chg="del">
        <pc:chgData name="Sara Muneeb" userId="29b624b1-a719-43f5-9b52-388cd4043c04" providerId="ADAL" clId="{3F7FB391-E689-4438-9E08-5EC6E3D820C0}" dt="2022-10-05T09:56:34.003" v="18" actId="47"/>
        <pc:sldMkLst>
          <pc:docMk/>
          <pc:sldMk cId="2694764269" sldId="312"/>
        </pc:sldMkLst>
      </pc:sldChg>
      <pc:sldChg chg="del">
        <pc:chgData name="Sara Muneeb" userId="29b624b1-a719-43f5-9b52-388cd4043c04" providerId="ADAL" clId="{3F7FB391-E689-4438-9E08-5EC6E3D820C0}" dt="2022-10-05T09:56:34.003" v="18" actId="47"/>
        <pc:sldMkLst>
          <pc:docMk/>
          <pc:sldMk cId="2773881193" sldId="314"/>
        </pc:sldMkLst>
      </pc:sldChg>
      <pc:sldChg chg="del">
        <pc:chgData name="Sara Muneeb" userId="29b624b1-a719-43f5-9b52-388cd4043c04" providerId="ADAL" clId="{3F7FB391-E689-4438-9E08-5EC6E3D820C0}" dt="2022-10-05T09:56:34.003" v="18" actId="47"/>
        <pc:sldMkLst>
          <pc:docMk/>
          <pc:sldMk cId="1482266729" sldId="315"/>
        </pc:sldMkLst>
      </pc:sldChg>
      <pc:sldChg chg="del">
        <pc:chgData name="Sara Muneeb" userId="29b624b1-a719-43f5-9b52-388cd4043c04" providerId="ADAL" clId="{3F7FB391-E689-4438-9E08-5EC6E3D820C0}" dt="2022-10-05T09:56:34.003" v="18" actId="47"/>
        <pc:sldMkLst>
          <pc:docMk/>
          <pc:sldMk cId="34162203" sldId="318"/>
        </pc:sldMkLst>
      </pc:sldChg>
      <pc:sldChg chg="del">
        <pc:chgData name="Sara Muneeb" userId="29b624b1-a719-43f5-9b52-388cd4043c04" providerId="ADAL" clId="{3F7FB391-E689-4438-9E08-5EC6E3D820C0}" dt="2022-10-05T09:56:34.003" v="18" actId="47"/>
        <pc:sldMkLst>
          <pc:docMk/>
          <pc:sldMk cId="2945653139" sldId="319"/>
        </pc:sldMkLst>
      </pc:sldChg>
      <pc:sldChg chg="del">
        <pc:chgData name="Sara Muneeb" userId="29b624b1-a719-43f5-9b52-388cd4043c04" providerId="ADAL" clId="{3F7FB391-E689-4438-9E08-5EC6E3D820C0}" dt="2022-10-05T09:56:34.003" v="18" actId="47"/>
        <pc:sldMkLst>
          <pc:docMk/>
          <pc:sldMk cId="854609834" sldId="320"/>
        </pc:sldMkLst>
      </pc:sldChg>
      <pc:sldChg chg="del">
        <pc:chgData name="Sara Muneeb" userId="29b624b1-a719-43f5-9b52-388cd4043c04" providerId="ADAL" clId="{3F7FB391-E689-4438-9E08-5EC6E3D820C0}" dt="2022-10-05T09:56:34.003" v="18" actId="47"/>
        <pc:sldMkLst>
          <pc:docMk/>
          <pc:sldMk cId="406449667" sldId="321"/>
        </pc:sldMkLst>
      </pc:sldChg>
      <pc:sldChg chg="del">
        <pc:chgData name="Sara Muneeb" userId="29b624b1-a719-43f5-9b52-388cd4043c04" providerId="ADAL" clId="{3F7FB391-E689-4438-9E08-5EC6E3D820C0}" dt="2022-10-05T09:56:34.003" v="18" actId="47"/>
        <pc:sldMkLst>
          <pc:docMk/>
          <pc:sldMk cId="1151827555" sldId="323"/>
        </pc:sldMkLst>
      </pc:sldChg>
      <pc:sldChg chg="del">
        <pc:chgData name="Sara Muneeb" userId="29b624b1-a719-43f5-9b52-388cd4043c04" providerId="ADAL" clId="{3F7FB391-E689-4438-9E08-5EC6E3D820C0}" dt="2022-10-05T09:56:34.003" v="18" actId="47"/>
        <pc:sldMkLst>
          <pc:docMk/>
          <pc:sldMk cId="566433223" sldId="325"/>
        </pc:sldMkLst>
      </pc:sldChg>
      <pc:sldChg chg="del">
        <pc:chgData name="Sara Muneeb" userId="29b624b1-a719-43f5-9b52-388cd4043c04" providerId="ADAL" clId="{3F7FB391-E689-4438-9E08-5EC6E3D820C0}" dt="2022-10-05T09:56:34.003" v="18" actId="47"/>
        <pc:sldMkLst>
          <pc:docMk/>
          <pc:sldMk cId="3425390869" sldId="327"/>
        </pc:sldMkLst>
      </pc:sldChg>
      <pc:sldChg chg="del">
        <pc:chgData name="Sara Muneeb" userId="29b624b1-a719-43f5-9b52-388cd4043c04" providerId="ADAL" clId="{3F7FB391-E689-4438-9E08-5EC6E3D820C0}" dt="2022-10-05T09:56:34.003" v="18" actId="47"/>
        <pc:sldMkLst>
          <pc:docMk/>
          <pc:sldMk cId="3494110084" sldId="328"/>
        </pc:sldMkLst>
      </pc:sldChg>
      <pc:sldChg chg="del">
        <pc:chgData name="Sara Muneeb" userId="29b624b1-a719-43f5-9b52-388cd4043c04" providerId="ADAL" clId="{3F7FB391-E689-4438-9E08-5EC6E3D820C0}" dt="2022-10-05T09:56:34.003" v="18" actId="47"/>
        <pc:sldMkLst>
          <pc:docMk/>
          <pc:sldMk cId="3427912561" sldId="330"/>
        </pc:sldMkLst>
      </pc:sldChg>
      <pc:sldChg chg="del">
        <pc:chgData name="Sara Muneeb" userId="29b624b1-a719-43f5-9b52-388cd4043c04" providerId="ADAL" clId="{3F7FB391-E689-4438-9E08-5EC6E3D820C0}" dt="2022-10-05T09:56:34.003" v="18" actId="47"/>
        <pc:sldMkLst>
          <pc:docMk/>
          <pc:sldMk cId="3349574719" sldId="331"/>
        </pc:sldMkLst>
      </pc:sldChg>
      <pc:sldChg chg="del">
        <pc:chgData name="Sara Muneeb" userId="29b624b1-a719-43f5-9b52-388cd4043c04" providerId="ADAL" clId="{3F7FB391-E689-4438-9E08-5EC6E3D820C0}" dt="2022-10-05T09:56:34.003" v="18" actId="47"/>
        <pc:sldMkLst>
          <pc:docMk/>
          <pc:sldMk cId="3430477893" sldId="332"/>
        </pc:sldMkLst>
      </pc:sldChg>
      <pc:sldChg chg="del">
        <pc:chgData name="Sara Muneeb" userId="29b624b1-a719-43f5-9b52-388cd4043c04" providerId="ADAL" clId="{3F7FB391-E689-4438-9E08-5EC6E3D820C0}" dt="2022-10-05T09:56:34.003" v="18" actId="47"/>
        <pc:sldMkLst>
          <pc:docMk/>
          <pc:sldMk cId="3917894372" sldId="333"/>
        </pc:sldMkLst>
      </pc:sldChg>
      <pc:sldChg chg="del">
        <pc:chgData name="Sara Muneeb" userId="29b624b1-a719-43f5-9b52-388cd4043c04" providerId="ADAL" clId="{3F7FB391-E689-4438-9E08-5EC6E3D820C0}" dt="2022-10-05T09:56:34.003" v="18" actId="47"/>
        <pc:sldMkLst>
          <pc:docMk/>
          <pc:sldMk cId="8593176" sldId="335"/>
        </pc:sldMkLst>
      </pc:sldChg>
      <pc:sldChg chg="del">
        <pc:chgData name="Sara Muneeb" userId="29b624b1-a719-43f5-9b52-388cd4043c04" providerId="ADAL" clId="{3F7FB391-E689-4438-9E08-5EC6E3D820C0}" dt="2022-10-05T09:56:34.003" v="18" actId="47"/>
        <pc:sldMkLst>
          <pc:docMk/>
          <pc:sldMk cId="633161056" sldId="337"/>
        </pc:sldMkLst>
      </pc:sldChg>
      <pc:sldChg chg="del">
        <pc:chgData name="Sara Muneeb" userId="29b624b1-a719-43f5-9b52-388cd4043c04" providerId="ADAL" clId="{3F7FB391-E689-4438-9E08-5EC6E3D820C0}" dt="2022-10-05T09:56:34.003" v="18" actId="47"/>
        <pc:sldMkLst>
          <pc:docMk/>
          <pc:sldMk cId="3882494558" sldId="341"/>
        </pc:sldMkLst>
      </pc:sldChg>
      <pc:sldChg chg="del">
        <pc:chgData name="Sara Muneeb" userId="29b624b1-a719-43f5-9b52-388cd4043c04" providerId="ADAL" clId="{3F7FB391-E689-4438-9E08-5EC6E3D820C0}" dt="2022-10-05T09:56:34.003" v="18" actId="47"/>
        <pc:sldMkLst>
          <pc:docMk/>
          <pc:sldMk cId="2698458265" sldId="342"/>
        </pc:sldMkLst>
      </pc:sldChg>
      <pc:sldChg chg="del">
        <pc:chgData name="Sara Muneeb" userId="29b624b1-a719-43f5-9b52-388cd4043c04" providerId="ADAL" clId="{3F7FB391-E689-4438-9E08-5EC6E3D820C0}" dt="2022-10-05T09:56:34.003" v="18" actId="47"/>
        <pc:sldMkLst>
          <pc:docMk/>
          <pc:sldMk cId="2513089267" sldId="343"/>
        </pc:sldMkLst>
      </pc:sldChg>
      <pc:sldChg chg="del">
        <pc:chgData name="Sara Muneeb" userId="29b624b1-a719-43f5-9b52-388cd4043c04" providerId="ADAL" clId="{3F7FB391-E689-4438-9E08-5EC6E3D820C0}" dt="2022-10-05T09:56:34.003" v="18" actId="47"/>
        <pc:sldMkLst>
          <pc:docMk/>
          <pc:sldMk cId="405946211" sldId="344"/>
        </pc:sldMkLst>
      </pc:sldChg>
      <pc:sldChg chg="del">
        <pc:chgData name="Sara Muneeb" userId="29b624b1-a719-43f5-9b52-388cd4043c04" providerId="ADAL" clId="{3F7FB391-E689-4438-9E08-5EC6E3D820C0}" dt="2022-10-05T09:56:34.003" v="18" actId="47"/>
        <pc:sldMkLst>
          <pc:docMk/>
          <pc:sldMk cId="2989140334" sldId="345"/>
        </pc:sldMkLst>
      </pc:sldChg>
      <pc:sldChg chg="del">
        <pc:chgData name="Sara Muneeb" userId="29b624b1-a719-43f5-9b52-388cd4043c04" providerId="ADAL" clId="{3F7FB391-E689-4438-9E08-5EC6E3D820C0}" dt="2022-10-05T09:56:34.003" v="18" actId="47"/>
        <pc:sldMkLst>
          <pc:docMk/>
          <pc:sldMk cId="3678470995" sldId="346"/>
        </pc:sldMkLst>
      </pc:sldChg>
      <pc:sldChg chg="del">
        <pc:chgData name="Sara Muneeb" userId="29b624b1-a719-43f5-9b52-388cd4043c04" providerId="ADAL" clId="{3F7FB391-E689-4438-9E08-5EC6E3D820C0}" dt="2022-10-05T09:56:34.003" v="18" actId="47"/>
        <pc:sldMkLst>
          <pc:docMk/>
          <pc:sldMk cId="2185956998" sldId="347"/>
        </pc:sldMkLst>
      </pc:sldChg>
      <pc:sldChg chg="del">
        <pc:chgData name="Sara Muneeb" userId="29b624b1-a719-43f5-9b52-388cd4043c04" providerId="ADAL" clId="{3F7FB391-E689-4438-9E08-5EC6E3D820C0}" dt="2022-10-05T09:56:34.003" v="18" actId="47"/>
        <pc:sldMkLst>
          <pc:docMk/>
          <pc:sldMk cId="1296041024" sldId="348"/>
        </pc:sldMkLst>
      </pc:sldChg>
      <pc:sldChg chg="del">
        <pc:chgData name="Sara Muneeb" userId="29b624b1-a719-43f5-9b52-388cd4043c04" providerId="ADAL" clId="{3F7FB391-E689-4438-9E08-5EC6E3D820C0}" dt="2022-10-05T09:56:34.003" v="18" actId="47"/>
        <pc:sldMkLst>
          <pc:docMk/>
          <pc:sldMk cId="1638390018" sldId="350"/>
        </pc:sldMkLst>
      </pc:sldChg>
      <pc:sldChg chg="del">
        <pc:chgData name="Sara Muneeb" userId="29b624b1-a719-43f5-9b52-388cd4043c04" providerId="ADAL" clId="{3F7FB391-E689-4438-9E08-5EC6E3D820C0}" dt="2022-10-05T09:56:34.003" v="18" actId="47"/>
        <pc:sldMkLst>
          <pc:docMk/>
          <pc:sldMk cId="2210810185" sldId="351"/>
        </pc:sldMkLst>
      </pc:sldChg>
      <pc:sldChg chg="del">
        <pc:chgData name="Sara Muneeb" userId="29b624b1-a719-43f5-9b52-388cd4043c04" providerId="ADAL" clId="{3F7FB391-E689-4438-9E08-5EC6E3D820C0}" dt="2022-10-05T09:56:34.003" v="18" actId="47"/>
        <pc:sldMkLst>
          <pc:docMk/>
          <pc:sldMk cId="1182734953" sldId="352"/>
        </pc:sldMkLst>
      </pc:sldChg>
      <pc:sldChg chg="del">
        <pc:chgData name="Sara Muneeb" userId="29b624b1-a719-43f5-9b52-388cd4043c04" providerId="ADAL" clId="{3F7FB391-E689-4438-9E08-5EC6E3D820C0}" dt="2022-10-05T09:56:34.003" v="18" actId="47"/>
        <pc:sldMkLst>
          <pc:docMk/>
          <pc:sldMk cId="3733716193" sldId="353"/>
        </pc:sldMkLst>
      </pc:sldChg>
      <pc:sldChg chg="del">
        <pc:chgData name="Sara Muneeb" userId="29b624b1-a719-43f5-9b52-388cd4043c04" providerId="ADAL" clId="{3F7FB391-E689-4438-9E08-5EC6E3D820C0}" dt="2022-10-05T09:56:34.003" v="18" actId="47"/>
        <pc:sldMkLst>
          <pc:docMk/>
          <pc:sldMk cId="2260623248" sldId="354"/>
        </pc:sldMkLst>
      </pc:sldChg>
      <pc:sldChg chg="del">
        <pc:chgData name="Sara Muneeb" userId="29b624b1-a719-43f5-9b52-388cd4043c04" providerId="ADAL" clId="{3F7FB391-E689-4438-9E08-5EC6E3D820C0}" dt="2022-10-05T09:56:34.003" v="18" actId="47"/>
        <pc:sldMkLst>
          <pc:docMk/>
          <pc:sldMk cId="2264247476" sldId="355"/>
        </pc:sldMkLst>
      </pc:sldChg>
      <pc:sldChg chg="del">
        <pc:chgData name="Sara Muneeb" userId="29b624b1-a719-43f5-9b52-388cd4043c04" providerId="ADAL" clId="{3F7FB391-E689-4438-9E08-5EC6E3D820C0}" dt="2022-10-05T09:56:34.003" v="18" actId="47"/>
        <pc:sldMkLst>
          <pc:docMk/>
          <pc:sldMk cId="1908950209" sldId="356"/>
        </pc:sldMkLst>
      </pc:sldChg>
      <pc:sldChg chg="del">
        <pc:chgData name="Sara Muneeb" userId="29b624b1-a719-43f5-9b52-388cd4043c04" providerId="ADAL" clId="{3F7FB391-E689-4438-9E08-5EC6E3D820C0}" dt="2022-10-05T09:56:34.003" v="18" actId="47"/>
        <pc:sldMkLst>
          <pc:docMk/>
          <pc:sldMk cId="2628421753" sldId="357"/>
        </pc:sldMkLst>
      </pc:sldChg>
      <pc:sldChg chg="del">
        <pc:chgData name="Sara Muneeb" userId="29b624b1-a719-43f5-9b52-388cd4043c04" providerId="ADAL" clId="{3F7FB391-E689-4438-9E08-5EC6E3D820C0}" dt="2022-10-05T09:56:34.003" v="18" actId="47"/>
        <pc:sldMkLst>
          <pc:docMk/>
          <pc:sldMk cId="4206157969" sldId="358"/>
        </pc:sldMkLst>
      </pc:sldChg>
      <pc:sldChg chg="del">
        <pc:chgData name="Sara Muneeb" userId="29b624b1-a719-43f5-9b52-388cd4043c04" providerId="ADAL" clId="{3F7FB391-E689-4438-9E08-5EC6E3D820C0}" dt="2022-10-05T09:56:34.003" v="18" actId="47"/>
        <pc:sldMkLst>
          <pc:docMk/>
          <pc:sldMk cId="487906918" sldId="359"/>
        </pc:sldMkLst>
      </pc:sldChg>
      <pc:sldChg chg="del">
        <pc:chgData name="Sara Muneeb" userId="29b624b1-a719-43f5-9b52-388cd4043c04" providerId="ADAL" clId="{3F7FB391-E689-4438-9E08-5EC6E3D820C0}" dt="2022-10-05T09:56:34.003" v="18" actId="47"/>
        <pc:sldMkLst>
          <pc:docMk/>
          <pc:sldMk cId="518102146" sldId="360"/>
        </pc:sldMkLst>
      </pc:sldChg>
      <pc:sldChg chg="del">
        <pc:chgData name="Sara Muneeb" userId="29b624b1-a719-43f5-9b52-388cd4043c04" providerId="ADAL" clId="{3F7FB391-E689-4438-9E08-5EC6E3D820C0}" dt="2022-10-05T09:56:34.003" v="18" actId="47"/>
        <pc:sldMkLst>
          <pc:docMk/>
          <pc:sldMk cId="3846287848" sldId="361"/>
        </pc:sldMkLst>
      </pc:sldChg>
      <pc:sldChg chg="del">
        <pc:chgData name="Sara Muneeb" userId="29b624b1-a719-43f5-9b52-388cd4043c04" providerId="ADAL" clId="{3F7FB391-E689-4438-9E08-5EC6E3D820C0}" dt="2022-10-05T09:56:34.003" v="18" actId="47"/>
        <pc:sldMkLst>
          <pc:docMk/>
          <pc:sldMk cId="3058882324" sldId="362"/>
        </pc:sldMkLst>
      </pc:sldChg>
      <pc:sldChg chg="del">
        <pc:chgData name="Sara Muneeb" userId="29b624b1-a719-43f5-9b52-388cd4043c04" providerId="ADAL" clId="{3F7FB391-E689-4438-9E08-5EC6E3D820C0}" dt="2022-10-05T09:56:34.003" v="18" actId="47"/>
        <pc:sldMkLst>
          <pc:docMk/>
          <pc:sldMk cId="2788614881" sldId="363"/>
        </pc:sldMkLst>
      </pc:sldChg>
      <pc:sldChg chg="del">
        <pc:chgData name="Sara Muneeb" userId="29b624b1-a719-43f5-9b52-388cd4043c04" providerId="ADAL" clId="{3F7FB391-E689-4438-9E08-5EC6E3D820C0}" dt="2022-10-05T09:56:34.003" v="18" actId="47"/>
        <pc:sldMkLst>
          <pc:docMk/>
          <pc:sldMk cId="3550203735" sldId="364"/>
        </pc:sldMkLst>
      </pc:sldChg>
      <pc:sldChg chg="del">
        <pc:chgData name="Sara Muneeb" userId="29b624b1-a719-43f5-9b52-388cd4043c04" providerId="ADAL" clId="{3F7FB391-E689-4438-9E08-5EC6E3D820C0}" dt="2022-10-05T09:56:34.003" v="18" actId="47"/>
        <pc:sldMkLst>
          <pc:docMk/>
          <pc:sldMk cId="3084047886" sldId="365"/>
        </pc:sldMkLst>
      </pc:sldChg>
      <pc:sldChg chg="del">
        <pc:chgData name="Sara Muneeb" userId="29b624b1-a719-43f5-9b52-388cd4043c04" providerId="ADAL" clId="{3F7FB391-E689-4438-9E08-5EC6E3D820C0}" dt="2022-10-05T09:56:34.003" v="18" actId="47"/>
        <pc:sldMkLst>
          <pc:docMk/>
          <pc:sldMk cId="704692413" sldId="366"/>
        </pc:sldMkLst>
      </pc:sldChg>
      <pc:sldChg chg="del">
        <pc:chgData name="Sara Muneeb" userId="29b624b1-a719-43f5-9b52-388cd4043c04" providerId="ADAL" clId="{3F7FB391-E689-4438-9E08-5EC6E3D820C0}" dt="2022-10-05T09:56:34.003" v="18" actId="47"/>
        <pc:sldMkLst>
          <pc:docMk/>
          <pc:sldMk cId="1996185751" sldId="367"/>
        </pc:sldMkLst>
      </pc:sldChg>
      <pc:sldChg chg="del">
        <pc:chgData name="Sara Muneeb" userId="29b624b1-a719-43f5-9b52-388cd4043c04" providerId="ADAL" clId="{3F7FB391-E689-4438-9E08-5EC6E3D820C0}" dt="2022-10-05T09:56:34.003" v="18" actId="47"/>
        <pc:sldMkLst>
          <pc:docMk/>
          <pc:sldMk cId="613638807" sldId="368"/>
        </pc:sldMkLst>
      </pc:sldChg>
      <pc:sldChg chg="del">
        <pc:chgData name="Sara Muneeb" userId="29b624b1-a719-43f5-9b52-388cd4043c04" providerId="ADAL" clId="{3F7FB391-E689-4438-9E08-5EC6E3D820C0}" dt="2022-10-05T09:56:34.003" v="18" actId="47"/>
        <pc:sldMkLst>
          <pc:docMk/>
          <pc:sldMk cId="2692040407" sldId="369"/>
        </pc:sldMkLst>
      </pc:sldChg>
    </pc:docChg>
  </pc:docChgLst>
  <pc:docChgLst>
    <pc:chgData name="Sara Muneeb" userId="29b624b1-a719-43f5-9b52-388cd4043c04" providerId="ADAL" clId="{9EA09CCF-4EB7-41FB-BFE4-3693A5C2ED1B}"/>
    <pc:docChg chg="undo custSel addSld delSld modSld sldOrd modNotesMaster">
      <pc:chgData name="Sara Muneeb" userId="29b624b1-a719-43f5-9b52-388cd4043c04" providerId="ADAL" clId="{9EA09CCF-4EB7-41FB-BFE4-3693A5C2ED1B}" dt="2022-09-26T14:10:47.952" v="4078" actId="20577"/>
      <pc:docMkLst>
        <pc:docMk/>
      </pc:docMkLst>
      <pc:sldChg chg="modSp mod">
        <pc:chgData name="Sara Muneeb" userId="29b624b1-a719-43f5-9b52-388cd4043c04" providerId="ADAL" clId="{9EA09CCF-4EB7-41FB-BFE4-3693A5C2ED1B}" dt="2022-09-21T08:00:16.642" v="66" actId="1076"/>
        <pc:sldMkLst>
          <pc:docMk/>
          <pc:sldMk cId="2984185032" sldId="256"/>
        </pc:sldMkLst>
        <pc:spChg chg="mod">
          <ac:chgData name="Sara Muneeb" userId="29b624b1-a719-43f5-9b52-388cd4043c04" providerId="ADAL" clId="{9EA09CCF-4EB7-41FB-BFE4-3693A5C2ED1B}" dt="2022-09-21T08:00:06.785" v="65" actId="20577"/>
          <ac:spMkLst>
            <pc:docMk/>
            <pc:sldMk cId="2984185032" sldId="256"/>
            <ac:spMk id="2" creationId="{00000000-0000-0000-0000-000000000000}"/>
          </ac:spMkLst>
        </pc:spChg>
        <pc:spChg chg="mod">
          <ac:chgData name="Sara Muneeb" userId="29b624b1-a719-43f5-9b52-388cd4043c04" providerId="ADAL" clId="{9EA09CCF-4EB7-41FB-BFE4-3693A5C2ED1B}" dt="2022-09-21T08:00:16.642" v="66" actId="1076"/>
          <ac:spMkLst>
            <pc:docMk/>
            <pc:sldMk cId="2984185032" sldId="256"/>
            <ac:spMk id="3" creationId="{00000000-0000-0000-0000-000000000000}"/>
          </ac:spMkLst>
        </pc:spChg>
      </pc:sldChg>
      <pc:sldChg chg="addSp modSp mod">
        <pc:chgData name="Sara Muneeb" userId="29b624b1-a719-43f5-9b52-388cd4043c04" providerId="ADAL" clId="{9EA09CCF-4EB7-41FB-BFE4-3693A5C2ED1B}" dt="2022-09-21T08:04:34.256" v="160" actId="1076"/>
        <pc:sldMkLst>
          <pc:docMk/>
          <pc:sldMk cId="4179302358" sldId="257"/>
        </pc:sldMkLst>
        <pc:spChg chg="mod">
          <ac:chgData name="Sara Muneeb" userId="29b624b1-a719-43f5-9b52-388cd4043c04" providerId="ADAL" clId="{9EA09CCF-4EB7-41FB-BFE4-3693A5C2ED1B}" dt="2022-09-21T08:04:22.929" v="157" actId="20577"/>
          <ac:spMkLst>
            <pc:docMk/>
            <pc:sldMk cId="4179302358" sldId="257"/>
            <ac:spMk id="3" creationId="{00000000-0000-0000-0000-000000000000}"/>
          </ac:spMkLst>
        </pc:spChg>
        <pc:picChg chg="add mod">
          <ac:chgData name="Sara Muneeb" userId="29b624b1-a719-43f5-9b52-388cd4043c04" providerId="ADAL" clId="{9EA09CCF-4EB7-41FB-BFE4-3693A5C2ED1B}" dt="2022-09-21T08:04:34.256" v="160" actId="1076"/>
          <ac:picMkLst>
            <pc:docMk/>
            <pc:sldMk cId="4179302358" sldId="257"/>
            <ac:picMk id="5" creationId="{76E6F1F1-BB99-4F6B-577E-A83D6140B971}"/>
          </ac:picMkLst>
        </pc:picChg>
      </pc:sldChg>
      <pc:sldChg chg="addSp delSp modSp mod ord">
        <pc:chgData name="Sara Muneeb" userId="29b624b1-a719-43f5-9b52-388cd4043c04" providerId="ADAL" clId="{9EA09CCF-4EB7-41FB-BFE4-3693A5C2ED1B}" dt="2022-09-26T11:51:10.384" v="1679"/>
        <pc:sldMkLst>
          <pc:docMk/>
          <pc:sldMk cId="2934318247" sldId="258"/>
        </pc:sldMkLst>
        <pc:spChg chg="mod">
          <ac:chgData name="Sara Muneeb" userId="29b624b1-a719-43f5-9b52-388cd4043c04" providerId="ADAL" clId="{9EA09CCF-4EB7-41FB-BFE4-3693A5C2ED1B}" dt="2022-09-21T08:08:02.042" v="176" actId="20577"/>
          <ac:spMkLst>
            <pc:docMk/>
            <pc:sldMk cId="2934318247" sldId="258"/>
            <ac:spMk id="2" creationId="{00000000-0000-0000-0000-000000000000}"/>
          </ac:spMkLst>
        </pc:spChg>
        <pc:spChg chg="add mod">
          <ac:chgData name="Sara Muneeb" userId="29b624b1-a719-43f5-9b52-388cd4043c04" providerId="ADAL" clId="{9EA09CCF-4EB7-41FB-BFE4-3693A5C2ED1B}" dt="2022-09-21T08:14:33.027" v="445" actId="20577"/>
          <ac:spMkLst>
            <pc:docMk/>
            <pc:sldMk cId="2934318247" sldId="258"/>
            <ac:spMk id="3" creationId="{EC1A22C0-E3E8-E9A4-6C27-03443F392EFF}"/>
          </ac:spMkLst>
        </pc:spChg>
        <pc:picChg chg="del">
          <ac:chgData name="Sara Muneeb" userId="29b624b1-a719-43f5-9b52-388cd4043c04" providerId="ADAL" clId="{9EA09CCF-4EB7-41FB-BFE4-3693A5C2ED1B}" dt="2022-09-21T08:12:34.248" v="177" actId="478"/>
          <ac:picMkLst>
            <pc:docMk/>
            <pc:sldMk cId="2934318247" sldId="258"/>
            <ac:picMk id="4" creationId="{4064BD76-F788-4681-821C-DDA0C2688C4B}"/>
          </ac:picMkLst>
        </pc:picChg>
        <pc:picChg chg="del">
          <ac:chgData name="Sara Muneeb" userId="29b624b1-a719-43f5-9b52-388cd4043c04" providerId="ADAL" clId="{9EA09CCF-4EB7-41FB-BFE4-3693A5C2ED1B}" dt="2022-09-21T08:12:34.248" v="177" actId="478"/>
          <ac:picMkLst>
            <pc:docMk/>
            <pc:sldMk cId="2934318247" sldId="258"/>
            <ac:picMk id="1026" creationId="{00000000-0000-0000-0000-000000000000}"/>
          </ac:picMkLst>
        </pc:picChg>
      </pc:sldChg>
      <pc:sldChg chg="addSp delSp modSp add mod">
        <pc:chgData name="Sara Muneeb" userId="29b624b1-a719-43f5-9b52-388cd4043c04" providerId="ADAL" clId="{9EA09CCF-4EB7-41FB-BFE4-3693A5C2ED1B}" dt="2022-09-26T13:14:54.747" v="3111" actId="14100"/>
        <pc:sldMkLst>
          <pc:docMk/>
          <pc:sldMk cId="2349585444" sldId="265"/>
        </pc:sldMkLst>
        <pc:picChg chg="del">
          <ac:chgData name="Sara Muneeb" userId="29b624b1-a719-43f5-9b52-388cd4043c04" providerId="ADAL" clId="{9EA09CCF-4EB7-41FB-BFE4-3693A5C2ED1B}" dt="2022-09-26T13:14:47.167" v="3109" actId="478"/>
          <ac:picMkLst>
            <pc:docMk/>
            <pc:sldMk cId="2349585444" sldId="265"/>
            <ac:picMk id="5" creationId="{0EBDBAE0-32A3-4666-89F7-B4837220E61E}"/>
          </ac:picMkLst>
        </pc:picChg>
        <pc:picChg chg="add mod modCrop">
          <ac:chgData name="Sara Muneeb" userId="29b624b1-a719-43f5-9b52-388cd4043c04" providerId="ADAL" clId="{9EA09CCF-4EB7-41FB-BFE4-3693A5C2ED1B}" dt="2022-09-26T13:14:54.747" v="3111" actId="14100"/>
          <ac:picMkLst>
            <pc:docMk/>
            <pc:sldMk cId="2349585444" sldId="265"/>
            <ac:picMk id="7" creationId="{03380BA2-1430-C7EE-C4F2-1D4E50EBF1F8}"/>
          </ac:picMkLst>
        </pc:picChg>
      </pc:sldChg>
      <pc:sldChg chg="add">
        <pc:chgData name="Sara Muneeb" userId="29b624b1-a719-43f5-9b52-388cd4043c04" providerId="ADAL" clId="{9EA09CCF-4EB7-41FB-BFE4-3693A5C2ED1B}" dt="2022-09-26T13:09:15.512" v="3072"/>
        <pc:sldMkLst>
          <pc:docMk/>
          <pc:sldMk cId="2970711622" sldId="301"/>
        </pc:sldMkLst>
      </pc:sldChg>
      <pc:sldChg chg="modSp add mod">
        <pc:chgData name="Sara Muneeb" userId="29b624b1-a719-43f5-9b52-388cd4043c04" providerId="ADAL" clId="{9EA09CCF-4EB7-41FB-BFE4-3693A5C2ED1B}" dt="2022-09-26T13:56:14.111" v="3906" actId="20577"/>
        <pc:sldMkLst>
          <pc:docMk/>
          <pc:sldMk cId="3978508472" sldId="315"/>
        </pc:sldMkLst>
        <pc:spChg chg="mod">
          <ac:chgData name="Sara Muneeb" userId="29b624b1-a719-43f5-9b52-388cd4043c04" providerId="ADAL" clId="{9EA09CCF-4EB7-41FB-BFE4-3693A5C2ED1B}" dt="2022-09-26T13:56:14.111" v="3906" actId="20577"/>
          <ac:spMkLst>
            <pc:docMk/>
            <pc:sldMk cId="3978508472" sldId="315"/>
            <ac:spMk id="2" creationId="{6D38B25D-F8BE-401F-A49D-33F663DAB505}"/>
          </ac:spMkLst>
        </pc:spChg>
      </pc:sldChg>
      <pc:sldChg chg="add del">
        <pc:chgData name="Sara Muneeb" userId="29b624b1-a719-43f5-9b52-388cd4043c04" providerId="ADAL" clId="{9EA09CCF-4EB7-41FB-BFE4-3693A5C2ED1B}" dt="2022-09-26T13:09:51.332" v="3074" actId="47"/>
        <pc:sldMkLst>
          <pc:docMk/>
          <pc:sldMk cId="3982629120" sldId="318"/>
        </pc:sldMkLst>
      </pc:sldChg>
      <pc:sldChg chg="del">
        <pc:chgData name="Sara Muneeb" userId="29b624b1-a719-43f5-9b52-388cd4043c04" providerId="ADAL" clId="{9EA09CCF-4EB7-41FB-BFE4-3693A5C2ED1B}" dt="2022-09-26T11:51:26.742" v="1680" actId="47"/>
        <pc:sldMkLst>
          <pc:docMk/>
          <pc:sldMk cId="134933159" sldId="326"/>
        </pc:sldMkLst>
      </pc:sldChg>
      <pc:sldChg chg="del">
        <pc:chgData name="Sara Muneeb" userId="29b624b1-a719-43f5-9b52-388cd4043c04" providerId="ADAL" clId="{9EA09CCF-4EB7-41FB-BFE4-3693A5C2ED1B}" dt="2022-09-26T11:51:26.742" v="1680" actId="47"/>
        <pc:sldMkLst>
          <pc:docMk/>
          <pc:sldMk cId="1262520422" sldId="327"/>
        </pc:sldMkLst>
      </pc:sldChg>
      <pc:sldChg chg="del">
        <pc:chgData name="Sara Muneeb" userId="29b624b1-a719-43f5-9b52-388cd4043c04" providerId="ADAL" clId="{9EA09CCF-4EB7-41FB-BFE4-3693A5C2ED1B}" dt="2022-09-26T11:51:26.742" v="1680" actId="47"/>
        <pc:sldMkLst>
          <pc:docMk/>
          <pc:sldMk cId="3780350452" sldId="328"/>
        </pc:sldMkLst>
      </pc:sldChg>
      <pc:sldChg chg="del">
        <pc:chgData name="Sara Muneeb" userId="29b624b1-a719-43f5-9b52-388cd4043c04" providerId="ADAL" clId="{9EA09CCF-4EB7-41FB-BFE4-3693A5C2ED1B}" dt="2022-09-26T11:51:26.742" v="1680" actId="47"/>
        <pc:sldMkLst>
          <pc:docMk/>
          <pc:sldMk cId="1173176202" sldId="329"/>
        </pc:sldMkLst>
      </pc:sldChg>
      <pc:sldChg chg="del">
        <pc:chgData name="Sara Muneeb" userId="29b624b1-a719-43f5-9b52-388cd4043c04" providerId="ADAL" clId="{9EA09CCF-4EB7-41FB-BFE4-3693A5C2ED1B}" dt="2022-09-26T11:51:26.742" v="1680" actId="47"/>
        <pc:sldMkLst>
          <pc:docMk/>
          <pc:sldMk cId="1433651122" sldId="330"/>
        </pc:sldMkLst>
      </pc:sldChg>
      <pc:sldChg chg="del">
        <pc:chgData name="Sara Muneeb" userId="29b624b1-a719-43f5-9b52-388cd4043c04" providerId="ADAL" clId="{9EA09CCF-4EB7-41FB-BFE4-3693A5C2ED1B}" dt="2022-09-26T11:51:26.742" v="1680" actId="47"/>
        <pc:sldMkLst>
          <pc:docMk/>
          <pc:sldMk cId="2587233225" sldId="331"/>
        </pc:sldMkLst>
      </pc:sldChg>
      <pc:sldChg chg="del">
        <pc:chgData name="Sara Muneeb" userId="29b624b1-a719-43f5-9b52-388cd4043c04" providerId="ADAL" clId="{9EA09CCF-4EB7-41FB-BFE4-3693A5C2ED1B}" dt="2022-09-26T11:51:26.742" v="1680" actId="47"/>
        <pc:sldMkLst>
          <pc:docMk/>
          <pc:sldMk cId="3656189529" sldId="332"/>
        </pc:sldMkLst>
      </pc:sldChg>
      <pc:sldChg chg="del">
        <pc:chgData name="Sara Muneeb" userId="29b624b1-a719-43f5-9b52-388cd4043c04" providerId="ADAL" clId="{9EA09CCF-4EB7-41FB-BFE4-3693A5C2ED1B}" dt="2022-09-26T11:51:26.742" v="1680" actId="47"/>
        <pc:sldMkLst>
          <pc:docMk/>
          <pc:sldMk cId="1294312690" sldId="333"/>
        </pc:sldMkLst>
      </pc:sldChg>
      <pc:sldChg chg="del">
        <pc:chgData name="Sara Muneeb" userId="29b624b1-a719-43f5-9b52-388cd4043c04" providerId="ADAL" clId="{9EA09CCF-4EB7-41FB-BFE4-3693A5C2ED1B}" dt="2022-09-26T11:51:26.742" v="1680" actId="47"/>
        <pc:sldMkLst>
          <pc:docMk/>
          <pc:sldMk cId="3683615567" sldId="334"/>
        </pc:sldMkLst>
      </pc:sldChg>
      <pc:sldChg chg="del">
        <pc:chgData name="Sara Muneeb" userId="29b624b1-a719-43f5-9b52-388cd4043c04" providerId="ADAL" clId="{9EA09CCF-4EB7-41FB-BFE4-3693A5C2ED1B}" dt="2022-09-26T11:51:26.742" v="1680" actId="47"/>
        <pc:sldMkLst>
          <pc:docMk/>
          <pc:sldMk cId="1806673627" sldId="335"/>
        </pc:sldMkLst>
      </pc:sldChg>
      <pc:sldChg chg="del">
        <pc:chgData name="Sara Muneeb" userId="29b624b1-a719-43f5-9b52-388cd4043c04" providerId="ADAL" clId="{9EA09CCF-4EB7-41FB-BFE4-3693A5C2ED1B}" dt="2022-09-26T11:51:26.742" v="1680" actId="47"/>
        <pc:sldMkLst>
          <pc:docMk/>
          <pc:sldMk cId="870626910" sldId="336"/>
        </pc:sldMkLst>
      </pc:sldChg>
      <pc:sldChg chg="del">
        <pc:chgData name="Sara Muneeb" userId="29b624b1-a719-43f5-9b52-388cd4043c04" providerId="ADAL" clId="{9EA09CCF-4EB7-41FB-BFE4-3693A5C2ED1B}" dt="2022-09-26T11:51:26.742" v="1680" actId="47"/>
        <pc:sldMkLst>
          <pc:docMk/>
          <pc:sldMk cId="3996656312" sldId="337"/>
        </pc:sldMkLst>
      </pc:sldChg>
      <pc:sldChg chg="del">
        <pc:chgData name="Sara Muneeb" userId="29b624b1-a719-43f5-9b52-388cd4043c04" providerId="ADAL" clId="{9EA09CCF-4EB7-41FB-BFE4-3693A5C2ED1B}" dt="2022-09-26T11:51:26.742" v="1680" actId="47"/>
        <pc:sldMkLst>
          <pc:docMk/>
          <pc:sldMk cId="2893404186" sldId="338"/>
        </pc:sldMkLst>
      </pc:sldChg>
      <pc:sldChg chg="del">
        <pc:chgData name="Sara Muneeb" userId="29b624b1-a719-43f5-9b52-388cd4043c04" providerId="ADAL" clId="{9EA09CCF-4EB7-41FB-BFE4-3693A5C2ED1B}" dt="2022-09-26T11:51:26.742" v="1680" actId="47"/>
        <pc:sldMkLst>
          <pc:docMk/>
          <pc:sldMk cId="2809689417" sldId="339"/>
        </pc:sldMkLst>
      </pc:sldChg>
      <pc:sldChg chg="del">
        <pc:chgData name="Sara Muneeb" userId="29b624b1-a719-43f5-9b52-388cd4043c04" providerId="ADAL" clId="{9EA09CCF-4EB7-41FB-BFE4-3693A5C2ED1B}" dt="2022-09-26T11:51:26.742" v="1680" actId="47"/>
        <pc:sldMkLst>
          <pc:docMk/>
          <pc:sldMk cId="261300321" sldId="340"/>
        </pc:sldMkLst>
      </pc:sldChg>
      <pc:sldChg chg="del">
        <pc:chgData name="Sara Muneeb" userId="29b624b1-a719-43f5-9b52-388cd4043c04" providerId="ADAL" clId="{9EA09CCF-4EB7-41FB-BFE4-3693A5C2ED1B}" dt="2022-09-26T11:51:26.742" v="1680" actId="47"/>
        <pc:sldMkLst>
          <pc:docMk/>
          <pc:sldMk cId="2581040809" sldId="341"/>
        </pc:sldMkLst>
      </pc:sldChg>
      <pc:sldChg chg="del">
        <pc:chgData name="Sara Muneeb" userId="29b624b1-a719-43f5-9b52-388cd4043c04" providerId="ADAL" clId="{9EA09CCF-4EB7-41FB-BFE4-3693A5C2ED1B}" dt="2022-09-26T11:51:26.742" v="1680" actId="47"/>
        <pc:sldMkLst>
          <pc:docMk/>
          <pc:sldMk cId="2671139842" sldId="342"/>
        </pc:sldMkLst>
      </pc:sldChg>
      <pc:sldChg chg="del">
        <pc:chgData name="Sara Muneeb" userId="29b624b1-a719-43f5-9b52-388cd4043c04" providerId="ADAL" clId="{9EA09CCF-4EB7-41FB-BFE4-3693A5C2ED1B}" dt="2022-09-26T11:51:26.742" v="1680" actId="47"/>
        <pc:sldMkLst>
          <pc:docMk/>
          <pc:sldMk cId="3207177132" sldId="343"/>
        </pc:sldMkLst>
      </pc:sldChg>
      <pc:sldChg chg="del">
        <pc:chgData name="Sara Muneeb" userId="29b624b1-a719-43f5-9b52-388cd4043c04" providerId="ADAL" clId="{9EA09CCF-4EB7-41FB-BFE4-3693A5C2ED1B}" dt="2022-09-26T11:51:26.742" v="1680" actId="47"/>
        <pc:sldMkLst>
          <pc:docMk/>
          <pc:sldMk cId="1403215134" sldId="344"/>
        </pc:sldMkLst>
      </pc:sldChg>
      <pc:sldChg chg="modSp new mod">
        <pc:chgData name="Sara Muneeb" userId="29b624b1-a719-43f5-9b52-388cd4043c04" providerId="ADAL" clId="{9EA09CCF-4EB7-41FB-BFE4-3693A5C2ED1B}" dt="2022-09-22T07:58:08.564" v="717" actId="20577"/>
        <pc:sldMkLst>
          <pc:docMk/>
          <pc:sldMk cId="4246156943" sldId="345"/>
        </pc:sldMkLst>
        <pc:spChg chg="mod">
          <ac:chgData name="Sara Muneeb" userId="29b624b1-a719-43f5-9b52-388cd4043c04" providerId="ADAL" clId="{9EA09CCF-4EB7-41FB-BFE4-3693A5C2ED1B}" dt="2022-09-22T07:58:08.564" v="717" actId="20577"/>
          <ac:spMkLst>
            <pc:docMk/>
            <pc:sldMk cId="4246156943" sldId="345"/>
            <ac:spMk id="2" creationId="{D5A56494-32CF-26FC-31B4-2209C99B032E}"/>
          </ac:spMkLst>
        </pc:spChg>
        <pc:spChg chg="mod">
          <ac:chgData name="Sara Muneeb" userId="29b624b1-a719-43f5-9b52-388cd4043c04" providerId="ADAL" clId="{9EA09CCF-4EB7-41FB-BFE4-3693A5C2ED1B}" dt="2022-09-22T07:51:46.937" v="636" actId="27636"/>
          <ac:spMkLst>
            <pc:docMk/>
            <pc:sldMk cId="4246156943" sldId="345"/>
            <ac:spMk id="3" creationId="{95E9DD29-5C9C-9D77-CBA9-DB0F7B1BD2BC}"/>
          </ac:spMkLst>
        </pc:spChg>
      </pc:sldChg>
      <pc:sldChg chg="modSp new mod">
        <pc:chgData name="Sara Muneeb" userId="29b624b1-a719-43f5-9b52-388cd4043c04" providerId="ADAL" clId="{9EA09CCF-4EB7-41FB-BFE4-3693A5C2ED1B}" dt="2022-09-22T07:57:40.273" v="694" actId="5793"/>
        <pc:sldMkLst>
          <pc:docMk/>
          <pc:sldMk cId="2366367615" sldId="346"/>
        </pc:sldMkLst>
        <pc:spChg chg="mod">
          <ac:chgData name="Sara Muneeb" userId="29b624b1-a719-43f5-9b52-388cd4043c04" providerId="ADAL" clId="{9EA09CCF-4EB7-41FB-BFE4-3693A5C2ED1B}" dt="2022-09-22T07:56:33.820" v="673" actId="20577"/>
          <ac:spMkLst>
            <pc:docMk/>
            <pc:sldMk cId="2366367615" sldId="346"/>
            <ac:spMk id="2" creationId="{8855384C-9E67-BBE5-C716-0A814B4F0AB6}"/>
          </ac:spMkLst>
        </pc:spChg>
        <pc:spChg chg="mod">
          <ac:chgData name="Sara Muneeb" userId="29b624b1-a719-43f5-9b52-388cd4043c04" providerId="ADAL" clId="{9EA09CCF-4EB7-41FB-BFE4-3693A5C2ED1B}" dt="2022-09-22T07:57:40.273" v="694" actId="5793"/>
          <ac:spMkLst>
            <pc:docMk/>
            <pc:sldMk cId="2366367615" sldId="346"/>
            <ac:spMk id="3" creationId="{F384BC2A-6222-E3B2-490B-F9E0DBDB0D1A}"/>
          </ac:spMkLst>
        </pc:spChg>
      </pc:sldChg>
      <pc:sldChg chg="modSp new mod">
        <pc:chgData name="Sara Muneeb" userId="29b624b1-a719-43f5-9b52-388cd4043c04" providerId="ADAL" clId="{9EA09CCF-4EB7-41FB-BFE4-3693A5C2ED1B}" dt="2022-09-22T08:05:41.346" v="1024" actId="20577"/>
        <pc:sldMkLst>
          <pc:docMk/>
          <pc:sldMk cId="1655376747" sldId="347"/>
        </pc:sldMkLst>
        <pc:spChg chg="mod">
          <ac:chgData name="Sara Muneeb" userId="29b624b1-a719-43f5-9b52-388cd4043c04" providerId="ADAL" clId="{9EA09CCF-4EB7-41FB-BFE4-3693A5C2ED1B}" dt="2022-09-22T08:01:17.077" v="736" actId="20577"/>
          <ac:spMkLst>
            <pc:docMk/>
            <pc:sldMk cId="1655376747" sldId="347"/>
            <ac:spMk id="2" creationId="{DA3B5A18-7666-09B7-37E4-629EA04477BB}"/>
          </ac:spMkLst>
        </pc:spChg>
        <pc:spChg chg="mod">
          <ac:chgData name="Sara Muneeb" userId="29b624b1-a719-43f5-9b52-388cd4043c04" providerId="ADAL" clId="{9EA09CCF-4EB7-41FB-BFE4-3693A5C2ED1B}" dt="2022-09-22T08:05:41.346" v="1024" actId="20577"/>
          <ac:spMkLst>
            <pc:docMk/>
            <pc:sldMk cId="1655376747" sldId="347"/>
            <ac:spMk id="3" creationId="{881FBEA2-06B0-3197-2DD0-7DF862946CC8}"/>
          </ac:spMkLst>
        </pc:spChg>
      </pc:sldChg>
      <pc:sldChg chg="modSp new mod">
        <pc:chgData name="Sara Muneeb" userId="29b624b1-a719-43f5-9b52-388cd4043c04" providerId="ADAL" clId="{9EA09CCF-4EB7-41FB-BFE4-3693A5C2ED1B}" dt="2022-09-23T04:10:19.880" v="1677" actId="20577"/>
        <pc:sldMkLst>
          <pc:docMk/>
          <pc:sldMk cId="341212743" sldId="348"/>
        </pc:sldMkLst>
        <pc:spChg chg="mod">
          <ac:chgData name="Sara Muneeb" userId="29b624b1-a719-43f5-9b52-388cd4043c04" providerId="ADAL" clId="{9EA09CCF-4EB7-41FB-BFE4-3693A5C2ED1B}" dt="2022-09-22T08:06:18.841" v="1053" actId="20577"/>
          <ac:spMkLst>
            <pc:docMk/>
            <pc:sldMk cId="341212743" sldId="348"/>
            <ac:spMk id="2" creationId="{11454D60-6B7B-50DD-2AD8-412E40FBB689}"/>
          </ac:spMkLst>
        </pc:spChg>
        <pc:spChg chg="mod">
          <ac:chgData name="Sara Muneeb" userId="29b624b1-a719-43f5-9b52-388cd4043c04" providerId="ADAL" clId="{9EA09CCF-4EB7-41FB-BFE4-3693A5C2ED1B}" dt="2022-09-23T04:10:19.880" v="1677" actId="20577"/>
          <ac:spMkLst>
            <pc:docMk/>
            <pc:sldMk cId="341212743" sldId="348"/>
            <ac:spMk id="3" creationId="{7FACFC41-DFC8-6E4C-F313-D0BE31CCDD5B}"/>
          </ac:spMkLst>
        </pc:spChg>
      </pc:sldChg>
      <pc:sldChg chg="modSp new mod">
        <pc:chgData name="Sara Muneeb" userId="29b624b1-a719-43f5-9b52-388cd4043c04" providerId="ADAL" clId="{9EA09CCF-4EB7-41FB-BFE4-3693A5C2ED1B}" dt="2022-09-22T08:17:33.004" v="1675" actId="20577"/>
        <pc:sldMkLst>
          <pc:docMk/>
          <pc:sldMk cId="451696442" sldId="349"/>
        </pc:sldMkLst>
        <pc:spChg chg="mod">
          <ac:chgData name="Sara Muneeb" userId="29b624b1-a719-43f5-9b52-388cd4043c04" providerId="ADAL" clId="{9EA09CCF-4EB7-41FB-BFE4-3693A5C2ED1B}" dt="2022-09-22T08:13:57.662" v="1396" actId="20577"/>
          <ac:spMkLst>
            <pc:docMk/>
            <pc:sldMk cId="451696442" sldId="349"/>
            <ac:spMk id="2" creationId="{D4825678-25D6-BBBB-4CB2-CC0EB5F247EA}"/>
          </ac:spMkLst>
        </pc:spChg>
        <pc:spChg chg="mod">
          <ac:chgData name="Sara Muneeb" userId="29b624b1-a719-43f5-9b52-388cd4043c04" providerId="ADAL" clId="{9EA09CCF-4EB7-41FB-BFE4-3693A5C2ED1B}" dt="2022-09-22T08:17:33.004" v="1675" actId="20577"/>
          <ac:spMkLst>
            <pc:docMk/>
            <pc:sldMk cId="451696442" sldId="349"/>
            <ac:spMk id="3" creationId="{3C9B9C60-F971-FB78-0C75-1A0D544D57A3}"/>
          </ac:spMkLst>
        </pc:spChg>
      </pc:sldChg>
      <pc:sldChg chg="addSp modSp new mod">
        <pc:chgData name="Sara Muneeb" userId="29b624b1-a719-43f5-9b52-388cd4043c04" providerId="ADAL" clId="{9EA09CCF-4EB7-41FB-BFE4-3693A5C2ED1B}" dt="2022-09-26T11:56:02.996" v="1947" actId="1076"/>
        <pc:sldMkLst>
          <pc:docMk/>
          <pc:sldMk cId="3205214481" sldId="350"/>
        </pc:sldMkLst>
        <pc:spChg chg="mod">
          <ac:chgData name="Sara Muneeb" userId="29b624b1-a719-43f5-9b52-388cd4043c04" providerId="ADAL" clId="{9EA09CCF-4EB7-41FB-BFE4-3693A5C2ED1B}" dt="2022-09-26T11:51:50.468" v="1705" actId="20577"/>
          <ac:spMkLst>
            <pc:docMk/>
            <pc:sldMk cId="3205214481" sldId="350"/>
            <ac:spMk id="2" creationId="{0E8DCFCD-A0A4-AD9E-20B7-7A547162772B}"/>
          </ac:spMkLst>
        </pc:spChg>
        <pc:spChg chg="mod">
          <ac:chgData name="Sara Muneeb" userId="29b624b1-a719-43f5-9b52-388cd4043c04" providerId="ADAL" clId="{9EA09CCF-4EB7-41FB-BFE4-3693A5C2ED1B}" dt="2022-09-26T11:54:49.520" v="1944" actId="20577"/>
          <ac:spMkLst>
            <pc:docMk/>
            <pc:sldMk cId="3205214481" sldId="350"/>
            <ac:spMk id="3" creationId="{6BB7A88A-49CC-3899-CBEF-4A2F3EDCA57F}"/>
          </ac:spMkLst>
        </pc:spChg>
        <pc:picChg chg="add mod">
          <ac:chgData name="Sara Muneeb" userId="29b624b1-a719-43f5-9b52-388cd4043c04" providerId="ADAL" clId="{9EA09CCF-4EB7-41FB-BFE4-3693A5C2ED1B}" dt="2022-09-26T11:56:02.996" v="1947" actId="1076"/>
          <ac:picMkLst>
            <pc:docMk/>
            <pc:sldMk cId="3205214481" sldId="350"/>
            <ac:picMk id="5" creationId="{A61A87CE-D5EC-A5B6-0918-FCC5A2F8EA06}"/>
          </ac:picMkLst>
        </pc:picChg>
      </pc:sldChg>
      <pc:sldChg chg="addSp modSp new mod">
        <pc:chgData name="Sara Muneeb" userId="29b624b1-a719-43f5-9b52-388cd4043c04" providerId="ADAL" clId="{9EA09CCF-4EB7-41FB-BFE4-3693A5C2ED1B}" dt="2022-09-26T12:13:50.285" v="2285" actId="14100"/>
        <pc:sldMkLst>
          <pc:docMk/>
          <pc:sldMk cId="3040880707" sldId="351"/>
        </pc:sldMkLst>
        <pc:spChg chg="mod">
          <ac:chgData name="Sara Muneeb" userId="29b624b1-a719-43f5-9b52-388cd4043c04" providerId="ADAL" clId="{9EA09CCF-4EB7-41FB-BFE4-3693A5C2ED1B}" dt="2022-09-26T12:04:48.887" v="1972" actId="313"/>
          <ac:spMkLst>
            <pc:docMk/>
            <pc:sldMk cId="3040880707" sldId="351"/>
            <ac:spMk id="2" creationId="{CA7B8B5E-896C-4C01-627E-B627C9117C65}"/>
          </ac:spMkLst>
        </pc:spChg>
        <pc:spChg chg="mod">
          <ac:chgData name="Sara Muneeb" userId="29b624b1-a719-43f5-9b52-388cd4043c04" providerId="ADAL" clId="{9EA09CCF-4EB7-41FB-BFE4-3693A5C2ED1B}" dt="2022-09-26T12:13:44.085" v="2283" actId="27636"/>
          <ac:spMkLst>
            <pc:docMk/>
            <pc:sldMk cId="3040880707" sldId="351"/>
            <ac:spMk id="3" creationId="{54292DFC-83CF-A1DC-FDD4-FBC6992FA78E}"/>
          </ac:spMkLst>
        </pc:spChg>
        <pc:picChg chg="add mod">
          <ac:chgData name="Sara Muneeb" userId="29b624b1-a719-43f5-9b52-388cd4043c04" providerId="ADAL" clId="{9EA09CCF-4EB7-41FB-BFE4-3693A5C2ED1B}" dt="2022-09-26T12:13:50.285" v="2285" actId="14100"/>
          <ac:picMkLst>
            <pc:docMk/>
            <pc:sldMk cId="3040880707" sldId="351"/>
            <ac:picMk id="5" creationId="{6124CA89-0899-98E4-92BE-56BD03DD26A5}"/>
          </ac:picMkLst>
        </pc:picChg>
      </pc:sldChg>
      <pc:sldChg chg="addSp modSp new mod">
        <pc:chgData name="Sara Muneeb" userId="29b624b1-a719-43f5-9b52-388cd4043c04" providerId="ADAL" clId="{9EA09CCF-4EB7-41FB-BFE4-3693A5C2ED1B}" dt="2022-09-26T12:24:46.851" v="2336" actId="1076"/>
        <pc:sldMkLst>
          <pc:docMk/>
          <pc:sldMk cId="2346777497" sldId="352"/>
        </pc:sldMkLst>
        <pc:spChg chg="mod">
          <ac:chgData name="Sara Muneeb" userId="29b624b1-a719-43f5-9b52-388cd4043c04" providerId="ADAL" clId="{9EA09CCF-4EB7-41FB-BFE4-3693A5C2ED1B}" dt="2022-09-26T12:20:13.554" v="2325" actId="313"/>
          <ac:spMkLst>
            <pc:docMk/>
            <pc:sldMk cId="2346777497" sldId="352"/>
            <ac:spMk id="2" creationId="{A5AD7DEC-19EA-3581-22A7-BB6724560F1A}"/>
          </ac:spMkLst>
        </pc:spChg>
        <pc:spChg chg="mod">
          <ac:chgData name="Sara Muneeb" userId="29b624b1-a719-43f5-9b52-388cd4043c04" providerId="ADAL" clId="{9EA09CCF-4EB7-41FB-BFE4-3693A5C2ED1B}" dt="2022-09-26T12:24:33.922" v="2332" actId="14100"/>
          <ac:spMkLst>
            <pc:docMk/>
            <pc:sldMk cId="2346777497" sldId="352"/>
            <ac:spMk id="3" creationId="{A470AC2C-F14C-E347-FDF6-6E18002950DA}"/>
          </ac:spMkLst>
        </pc:spChg>
        <pc:picChg chg="add mod">
          <ac:chgData name="Sara Muneeb" userId="29b624b1-a719-43f5-9b52-388cd4043c04" providerId="ADAL" clId="{9EA09CCF-4EB7-41FB-BFE4-3693A5C2ED1B}" dt="2022-09-26T12:24:46.851" v="2336" actId="1076"/>
          <ac:picMkLst>
            <pc:docMk/>
            <pc:sldMk cId="2346777497" sldId="352"/>
            <ac:picMk id="1026" creationId="{0A05C5FD-6F57-949B-4B08-06C4808086D2}"/>
          </ac:picMkLst>
        </pc:picChg>
      </pc:sldChg>
      <pc:sldChg chg="addSp modSp new mod">
        <pc:chgData name="Sara Muneeb" userId="29b624b1-a719-43f5-9b52-388cd4043c04" providerId="ADAL" clId="{9EA09CCF-4EB7-41FB-BFE4-3693A5C2ED1B}" dt="2022-09-26T12:33:53.180" v="2737" actId="1076"/>
        <pc:sldMkLst>
          <pc:docMk/>
          <pc:sldMk cId="647525035" sldId="353"/>
        </pc:sldMkLst>
        <pc:spChg chg="mod">
          <ac:chgData name="Sara Muneeb" userId="29b624b1-a719-43f5-9b52-388cd4043c04" providerId="ADAL" clId="{9EA09CCF-4EB7-41FB-BFE4-3693A5C2ED1B}" dt="2022-09-26T12:25:28.515" v="2355" actId="20577"/>
          <ac:spMkLst>
            <pc:docMk/>
            <pc:sldMk cId="647525035" sldId="353"/>
            <ac:spMk id="2" creationId="{7C0968B7-11E0-77DD-0CAE-DD3B0E4AB3F3}"/>
          </ac:spMkLst>
        </pc:spChg>
        <pc:spChg chg="mod">
          <ac:chgData name="Sara Muneeb" userId="29b624b1-a719-43f5-9b52-388cd4043c04" providerId="ADAL" clId="{9EA09CCF-4EB7-41FB-BFE4-3693A5C2ED1B}" dt="2022-09-26T12:33:49.942" v="2736" actId="27636"/>
          <ac:spMkLst>
            <pc:docMk/>
            <pc:sldMk cId="647525035" sldId="353"/>
            <ac:spMk id="3" creationId="{4941747E-8E50-5CDF-4EFE-972685AECF78}"/>
          </ac:spMkLst>
        </pc:spChg>
        <pc:picChg chg="add mod">
          <ac:chgData name="Sara Muneeb" userId="29b624b1-a719-43f5-9b52-388cd4043c04" providerId="ADAL" clId="{9EA09CCF-4EB7-41FB-BFE4-3693A5C2ED1B}" dt="2022-09-26T12:33:53.180" v="2737" actId="1076"/>
          <ac:picMkLst>
            <pc:docMk/>
            <pc:sldMk cId="647525035" sldId="353"/>
            <ac:picMk id="2050" creationId="{7DF233BE-1876-D4D2-B9EA-985BCFE14E1E}"/>
          </ac:picMkLst>
        </pc:picChg>
      </pc:sldChg>
      <pc:sldChg chg="modSp new mod">
        <pc:chgData name="Sara Muneeb" userId="29b624b1-a719-43f5-9b52-388cd4043c04" providerId="ADAL" clId="{9EA09CCF-4EB7-41FB-BFE4-3693A5C2ED1B}" dt="2022-09-26T12:45:12.650" v="2855" actId="15"/>
        <pc:sldMkLst>
          <pc:docMk/>
          <pc:sldMk cId="1129123376" sldId="354"/>
        </pc:sldMkLst>
        <pc:spChg chg="mod">
          <ac:chgData name="Sara Muneeb" userId="29b624b1-a719-43f5-9b52-388cd4043c04" providerId="ADAL" clId="{9EA09CCF-4EB7-41FB-BFE4-3693A5C2ED1B}" dt="2022-09-26T12:35:25.935" v="2757" actId="20577"/>
          <ac:spMkLst>
            <pc:docMk/>
            <pc:sldMk cId="1129123376" sldId="354"/>
            <ac:spMk id="2" creationId="{28AE8F55-B126-8873-999A-7BDA3BEEA1F4}"/>
          </ac:spMkLst>
        </pc:spChg>
        <pc:spChg chg="mod">
          <ac:chgData name="Sara Muneeb" userId="29b624b1-a719-43f5-9b52-388cd4043c04" providerId="ADAL" clId="{9EA09CCF-4EB7-41FB-BFE4-3693A5C2ED1B}" dt="2022-09-26T12:45:12.650" v="2855" actId="15"/>
          <ac:spMkLst>
            <pc:docMk/>
            <pc:sldMk cId="1129123376" sldId="354"/>
            <ac:spMk id="3" creationId="{C1ECCC8C-CE65-BEDE-4B3A-3CC6076A8462}"/>
          </ac:spMkLst>
        </pc:spChg>
      </pc:sldChg>
      <pc:sldChg chg="addSp modSp add mod">
        <pc:chgData name="Sara Muneeb" userId="29b624b1-a719-43f5-9b52-388cd4043c04" providerId="ADAL" clId="{9EA09CCF-4EB7-41FB-BFE4-3693A5C2ED1B}" dt="2022-09-26T12:48:54.895" v="2894" actId="1076"/>
        <pc:sldMkLst>
          <pc:docMk/>
          <pc:sldMk cId="2529333528" sldId="355"/>
        </pc:sldMkLst>
        <pc:spChg chg="mod">
          <ac:chgData name="Sara Muneeb" userId="29b624b1-a719-43f5-9b52-388cd4043c04" providerId="ADAL" clId="{9EA09CCF-4EB7-41FB-BFE4-3693A5C2ED1B}" dt="2022-09-26T12:48:37.411" v="2888" actId="27636"/>
          <ac:spMkLst>
            <pc:docMk/>
            <pc:sldMk cId="2529333528" sldId="355"/>
            <ac:spMk id="3" creationId="{C1ECCC8C-CE65-BEDE-4B3A-3CC6076A8462}"/>
          </ac:spMkLst>
        </pc:spChg>
        <pc:picChg chg="add mod">
          <ac:chgData name="Sara Muneeb" userId="29b624b1-a719-43f5-9b52-388cd4043c04" providerId="ADAL" clId="{9EA09CCF-4EB7-41FB-BFE4-3693A5C2ED1B}" dt="2022-09-26T12:48:54.895" v="2894" actId="1076"/>
          <ac:picMkLst>
            <pc:docMk/>
            <pc:sldMk cId="2529333528" sldId="355"/>
            <ac:picMk id="4" creationId="{4DAE0C73-5BBB-1FD6-94CE-D4AC1AC86F01}"/>
          </ac:picMkLst>
        </pc:picChg>
      </pc:sldChg>
      <pc:sldChg chg="new del">
        <pc:chgData name="Sara Muneeb" userId="29b624b1-a719-43f5-9b52-388cd4043c04" providerId="ADAL" clId="{9EA09CCF-4EB7-41FB-BFE4-3693A5C2ED1B}" dt="2022-09-26T12:37:01.145" v="2765" actId="47"/>
        <pc:sldMkLst>
          <pc:docMk/>
          <pc:sldMk cId="2494584753" sldId="356"/>
        </pc:sldMkLst>
      </pc:sldChg>
      <pc:sldChg chg="addSp delSp modSp new mod">
        <pc:chgData name="Sara Muneeb" userId="29b624b1-a719-43f5-9b52-388cd4043c04" providerId="ADAL" clId="{9EA09CCF-4EB7-41FB-BFE4-3693A5C2ED1B}" dt="2022-09-26T13:47:24.948" v="3532" actId="20577"/>
        <pc:sldMkLst>
          <pc:docMk/>
          <pc:sldMk cId="4291740093" sldId="356"/>
        </pc:sldMkLst>
        <pc:spChg chg="mod">
          <ac:chgData name="Sara Muneeb" userId="29b624b1-a719-43f5-9b52-388cd4043c04" providerId="ADAL" clId="{9EA09CCF-4EB7-41FB-BFE4-3693A5C2ED1B}" dt="2022-09-26T13:34:15.236" v="3167" actId="20577"/>
          <ac:spMkLst>
            <pc:docMk/>
            <pc:sldMk cId="4291740093" sldId="356"/>
            <ac:spMk id="2" creationId="{CFBFB153-691C-9201-1211-36CFCC640D7C}"/>
          </ac:spMkLst>
        </pc:spChg>
        <pc:spChg chg="mod">
          <ac:chgData name="Sara Muneeb" userId="29b624b1-a719-43f5-9b52-388cd4043c04" providerId="ADAL" clId="{9EA09CCF-4EB7-41FB-BFE4-3693A5C2ED1B}" dt="2022-09-26T13:47:24.948" v="3532" actId="20577"/>
          <ac:spMkLst>
            <pc:docMk/>
            <pc:sldMk cId="4291740093" sldId="356"/>
            <ac:spMk id="3" creationId="{7270C85C-2BE4-E87C-7FCD-10CC7659C68A}"/>
          </ac:spMkLst>
        </pc:spChg>
        <pc:picChg chg="add del">
          <ac:chgData name="Sara Muneeb" userId="29b624b1-a719-43f5-9b52-388cd4043c04" providerId="ADAL" clId="{9EA09CCF-4EB7-41FB-BFE4-3693A5C2ED1B}" dt="2022-09-26T12:48:42.704" v="2889" actId="21"/>
          <ac:picMkLst>
            <pc:docMk/>
            <pc:sldMk cId="4291740093" sldId="356"/>
            <ac:picMk id="3074" creationId="{E1D94CC8-3E59-81D2-D893-06A0E75D18CC}"/>
          </ac:picMkLst>
        </pc:picChg>
      </pc:sldChg>
      <pc:sldChg chg="modSp new mod">
        <pc:chgData name="Sara Muneeb" userId="29b624b1-a719-43f5-9b52-388cd4043c04" providerId="ADAL" clId="{9EA09CCF-4EB7-41FB-BFE4-3693A5C2ED1B}" dt="2022-09-26T12:57:08.820" v="3070" actId="20577"/>
        <pc:sldMkLst>
          <pc:docMk/>
          <pc:sldMk cId="54550552" sldId="357"/>
        </pc:sldMkLst>
        <pc:spChg chg="mod">
          <ac:chgData name="Sara Muneeb" userId="29b624b1-a719-43f5-9b52-388cd4043c04" providerId="ADAL" clId="{9EA09CCF-4EB7-41FB-BFE4-3693A5C2ED1B}" dt="2022-09-26T12:53:36.592" v="2917" actId="20577"/>
          <ac:spMkLst>
            <pc:docMk/>
            <pc:sldMk cId="54550552" sldId="357"/>
            <ac:spMk id="2" creationId="{EF8288DE-2B60-94B2-6CCD-5D48D456248E}"/>
          </ac:spMkLst>
        </pc:spChg>
        <pc:spChg chg="mod">
          <ac:chgData name="Sara Muneeb" userId="29b624b1-a719-43f5-9b52-388cd4043c04" providerId="ADAL" clId="{9EA09CCF-4EB7-41FB-BFE4-3693A5C2ED1B}" dt="2022-09-26T12:57:08.820" v="3070" actId="20577"/>
          <ac:spMkLst>
            <pc:docMk/>
            <pc:sldMk cId="54550552" sldId="357"/>
            <ac:spMk id="3" creationId="{8D818E5A-FBA5-CB41-B3D1-CA93020B03BB}"/>
          </ac:spMkLst>
        </pc:spChg>
      </pc:sldChg>
      <pc:sldChg chg="addSp delSp modSp new mod">
        <pc:chgData name="Sara Muneeb" userId="29b624b1-a719-43f5-9b52-388cd4043c04" providerId="ADAL" clId="{9EA09CCF-4EB7-41FB-BFE4-3693A5C2ED1B}" dt="2022-09-26T13:11:27.434" v="3100" actId="20577"/>
        <pc:sldMkLst>
          <pc:docMk/>
          <pc:sldMk cId="4289276877" sldId="358"/>
        </pc:sldMkLst>
        <pc:spChg chg="mod">
          <ac:chgData name="Sara Muneeb" userId="29b624b1-a719-43f5-9b52-388cd4043c04" providerId="ADAL" clId="{9EA09CCF-4EB7-41FB-BFE4-3693A5C2ED1B}" dt="2022-09-26T13:11:27.434" v="3100" actId="20577"/>
          <ac:spMkLst>
            <pc:docMk/>
            <pc:sldMk cId="4289276877" sldId="358"/>
            <ac:spMk id="2" creationId="{640C19B3-13A4-F146-A359-843938950160}"/>
          </ac:spMkLst>
        </pc:spChg>
        <pc:spChg chg="del">
          <ac:chgData name="Sara Muneeb" userId="29b624b1-a719-43f5-9b52-388cd4043c04" providerId="ADAL" clId="{9EA09CCF-4EB7-41FB-BFE4-3693A5C2ED1B}" dt="2022-09-26T13:11:18.457" v="3077"/>
          <ac:spMkLst>
            <pc:docMk/>
            <pc:sldMk cId="4289276877" sldId="358"/>
            <ac:spMk id="3" creationId="{980744BF-2C22-6E27-7C2B-974063CE010F}"/>
          </ac:spMkLst>
        </pc:spChg>
        <pc:picChg chg="add mod">
          <ac:chgData name="Sara Muneeb" userId="29b624b1-a719-43f5-9b52-388cd4043c04" providerId="ADAL" clId="{9EA09CCF-4EB7-41FB-BFE4-3693A5C2ED1B}" dt="2022-09-26T13:11:18.457" v="3077"/>
          <ac:picMkLst>
            <pc:docMk/>
            <pc:sldMk cId="4289276877" sldId="358"/>
            <ac:picMk id="4" creationId="{394C3760-0196-2419-53C2-26B23E717517}"/>
          </ac:picMkLst>
        </pc:picChg>
      </pc:sldChg>
      <pc:sldChg chg="addSp delSp modSp new mod">
        <pc:chgData name="Sara Muneeb" userId="29b624b1-a719-43f5-9b52-388cd4043c04" providerId="ADAL" clId="{9EA09CCF-4EB7-41FB-BFE4-3693A5C2ED1B}" dt="2022-09-26T13:53:57.154" v="3694" actId="20577"/>
        <pc:sldMkLst>
          <pc:docMk/>
          <pc:sldMk cId="229001700" sldId="359"/>
        </pc:sldMkLst>
        <pc:spChg chg="mod">
          <ac:chgData name="Sara Muneeb" userId="29b624b1-a719-43f5-9b52-388cd4043c04" providerId="ADAL" clId="{9EA09CCF-4EB7-41FB-BFE4-3693A5C2ED1B}" dt="2022-09-26T13:50:16.669" v="3567" actId="20577"/>
          <ac:spMkLst>
            <pc:docMk/>
            <pc:sldMk cId="229001700" sldId="359"/>
            <ac:spMk id="2" creationId="{F98F9137-C1CA-118D-731A-99E5F695D6C0}"/>
          </ac:spMkLst>
        </pc:spChg>
        <pc:spChg chg="add del">
          <ac:chgData name="Sara Muneeb" userId="29b624b1-a719-43f5-9b52-388cd4043c04" providerId="ADAL" clId="{9EA09CCF-4EB7-41FB-BFE4-3693A5C2ED1B}" dt="2022-09-26T13:50:08.150" v="3555"/>
          <ac:spMkLst>
            <pc:docMk/>
            <pc:sldMk cId="229001700" sldId="359"/>
            <ac:spMk id="3" creationId="{44DF56D5-C058-4B45-E3EC-3DF65DB729CB}"/>
          </ac:spMkLst>
        </pc:spChg>
        <pc:spChg chg="add del">
          <ac:chgData name="Sara Muneeb" userId="29b624b1-a719-43f5-9b52-388cd4043c04" providerId="ADAL" clId="{9EA09CCF-4EB7-41FB-BFE4-3693A5C2ED1B}" dt="2022-09-26T13:38:46.500" v="3203"/>
          <ac:spMkLst>
            <pc:docMk/>
            <pc:sldMk cId="229001700" sldId="359"/>
            <ac:spMk id="4" creationId="{11010B25-470A-C69F-920A-71E9AA420A5C}"/>
          </ac:spMkLst>
        </pc:spChg>
        <pc:spChg chg="add del mod">
          <ac:chgData name="Sara Muneeb" userId="29b624b1-a719-43f5-9b52-388cd4043c04" providerId="ADAL" clId="{9EA09CCF-4EB7-41FB-BFE4-3693A5C2ED1B}" dt="2022-09-26T13:51:34.550" v="3623" actId="478"/>
          <ac:spMkLst>
            <pc:docMk/>
            <pc:sldMk cId="229001700" sldId="359"/>
            <ac:spMk id="7" creationId="{55E16647-D2C9-C8CB-D961-62FF293F10D9}"/>
          </ac:spMkLst>
        </pc:spChg>
        <pc:spChg chg="add mod">
          <ac:chgData name="Sara Muneeb" userId="29b624b1-a719-43f5-9b52-388cd4043c04" providerId="ADAL" clId="{9EA09CCF-4EB7-41FB-BFE4-3693A5C2ED1B}" dt="2022-09-26T13:52:59.773" v="3687" actId="1076"/>
          <ac:spMkLst>
            <pc:docMk/>
            <pc:sldMk cId="229001700" sldId="359"/>
            <ac:spMk id="8" creationId="{545ECCA4-8705-72BE-13D0-608ECA22A39D}"/>
          </ac:spMkLst>
        </pc:spChg>
        <pc:spChg chg="add mod">
          <ac:chgData name="Sara Muneeb" userId="29b624b1-a719-43f5-9b52-388cd4043c04" providerId="ADAL" clId="{9EA09CCF-4EB7-41FB-BFE4-3693A5C2ED1B}" dt="2022-09-26T13:53:57.154" v="3694" actId="20577"/>
          <ac:spMkLst>
            <pc:docMk/>
            <pc:sldMk cId="229001700" sldId="359"/>
            <ac:spMk id="9" creationId="{B7B7CAD6-5630-88BA-0B13-59B615A50826}"/>
          </ac:spMkLst>
        </pc:spChg>
        <pc:picChg chg="add mod">
          <ac:chgData name="Sara Muneeb" userId="29b624b1-a719-43f5-9b52-388cd4043c04" providerId="ADAL" clId="{9EA09CCF-4EB7-41FB-BFE4-3693A5C2ED1B}" dt="2022-09-26T13:51:37.883" v="3624" actId="1076"/>
          <ac:picMkLst>
            <pc:docMk/>
            <pc:sldMk cId="229001700" sldId="359"/>
            <ac:picMk id="4" creationId="{0AF5CDAC-9335-7B07-C42D-A5744BA78459}"/>
          </ac:picMkLst>
        </pc:picChg>
        <pc:picChg chg="add del mod">
          <ac:chgData name="Sara Muneeb" userId="29b624b1-a719-43f5-9b52-388cd4043c04" providerId="ADAL" clId="{9EA09CCF-4EB7-41FB-BFE4-3693A5C2ED1B}" dt="2022-09-26T13:50:19.048" v="3568" actId="21"/>
          <ac:picMkLst>
            <pc:docMk/>
            <pc:sldMk cId="229001700" sldId="359"/>
            <ac:picMk id="5" creationId="{619FDB95-4E18-1B5A-F86C-2F88024D15D1}"/>
          </ac:picMkLst>
        </pc:picChg>
        <pc:picChg chg="add del mod">
          <ac:chgData name="Sara Muneeb" userId="29b624b1-a719-43f5-9b52-388cd4043c04" providerId="ADAL" clId="{9EA09CCF-4EB7-41FB-BFE4-3693A5C2ED1B}" dt="2022-09-26T13:49:04.885" v="3554"/>
          <ac:picMkLst>
            <pc:docMk/>
            <pc:sldMk cId="229001700" sldId="359"/>
            <ac:picMk id="1026" creationId="{7524872C-454E-07E0-F7E5-A19CFA300F20}"/>
          </ac:picMkLst>
        </pc:picChg>
        <pc:picChg chg="add mod">
          <ac:chgData name="Sara Muneeb" userId="29b624b1-a719-43f5-9b52-388cd4043c04" providerId="ADAL" clId="{9EA09CCF-4EB7-41FB-BFE4-3693A5C2ED1B}" dt="2022-09-26T13:53:35.303" v="3690" actId="1076"/>
          <ac:picMkLst>
            <pc:docMk/>
            <pc:sldMk cId="229001700" sldId="359"/>
            <ac:picMk id="1028" creationId="{027EF732-E85B-3BD2-22A1-A7705BE0336D}"/>
          </ac:picMkLst>
        </pc:picChg>
      </pc:sldChg>
      <pc:sldChg chg="addSp delSp modSp new mod">
        <pc:chgData name="Sara Muneeb" userId="29b624b1-a719-43f5-9b52-388cd4043c04" providerId="ADAL" clId="{9EA09CCF-4EB7-41FB-BFE4-3693A5C2ED1B}" dt="2022-09-26T13:51:17.410" v="3622" actId="20577"/>
        <pc:sldMkLst>
          <pc:docMk/>
          <pc:sldMk cId="1469553589" sldId="360"/>
        </pc:sldMkLst>
        <pc:spChg chg="mod">
          <ac:chgData name="Sara Muneeb" userId="29b624b1-a719-43f5-9b52-388cd4043c04" providerId="ADAL" clId="{9EA09CCF-4EB7-41FB-BFE4-3693A5C2ED1B}" dt="2022-09-26T13:50:29.026" v="3597" actId="20577"/>
          <ac:spMkLst>
            <pc:docMk/>
            <pc:sldMk cId="1469553589" sldId="360"/>
            <ac:spMk id="2" creationId="{D58BB696-325A-DCD1-4814-0FEA7BBCE833}"/>
          </ac:spMkLst>
        </pc:spChg>
        <pc:spChg chg="del">
          <ac:chgData name="Sara Muneeb" userId="29b624b1-a719-43f5-9b52-388cd4043c04" providerId="ADAL" clId="{9EA09CCF-4EB7-41FB-BFE4-3693A5C2ED1B}" dt="2022-09-26T13:50:30.788" v="3598"/>
          <ac:spMkLst>
            <pc:docMk/>
            <pc:sldMk cId="1469553589" sldId="360"/>
            <ac:spMk id="3" creationId="{04F00A85-D3C9-1943-A7CC-4E46E72BE707}"/>
          </ac:spMkLst>
        </pc:spChg>
        <pc:spChg chg="add mod">
          <ac:chgData name="Sara Muneeb" userId="29b624b1-a719-43f5-9b52-388cd4043c04" providerId="ADAL" clId="{9EA09CCF-4EB7-41FB-BFE4-3693A5C2ED1B}" dt="2022-09-26T13:51:17.410" v="3622" actId="20577"/>
          <ac:spMkLst>
            <pc:docMk/>
            <pc:sldMk cId="1469553589" sldId="360"/>
            <ac:spMk id="5" creationId="{EB9CF960-A730-4344-A5D4-23F15CCDA64A}"/>
          </ac:spMkLst>
        </pc:spChg>
        <pc:picChg chg="add mod">
          <ac:chgData name="Sara Muneeb" userId="29b624b1-a719-43f5-9b52-388cd4043c04" providerId="ADAL" clId="{9EA09CCF-4EB7-41FB-BFE4-3693A5C2ED1B}" dt="2022-09-26T13:50:33.192" v="3599" actId="1076"/>
          <ac:picMkLst>
            <pc:docMk/>
            <pc:sldMk cId="1469553589" sldId="360"/>
            <ac:picMk id="4" creationId="{0484441A-E25E-837D-22C6-1D1AB91CD4CE}"/>
          </ac:picMkLst>
        </pc:picChg>
      </pc:sldChg>
      <pc:sldChg chg="modSp new mod">
        <pc:chgData name="Sara Muneeb" userId="29b624b1-a719-43f5-9b52-388cd4043c04" providerId="ADAL" clId="{9EA09CCF-4EB7-41FB-BFE4-3693A5C2ED1B}" dt="2022-09-26T13:55:48.156" v="3879" actId="20577"/>
        <pc:sldMkLst>
          <pc:docMk/>
          <pc:sldMk cId="2619516327" sldId="361"/>
        </pc:sldMkLst>
        <pc:spChg chg="mod">
          <ac:chgData name="Sara Muneeb" userId="29b624b1-a719-43f5-9b52-388cd4043c04" providerId="ADAL" clId="{9EA09CCF-4EB7-41FB-BFE4-3693A5C2ED1B}" dt="2022-09-26T13:54:14.226" v="3705" actId="20577"/>
          <ac:spMkLst>
            <pc:docMk/>
            <pc:sldMk cId="2619516327" sldId="361"/>
            <ac:spMk id="2" creationId="{55EC64E2-21D2-138F-4D1B-7FB5FC9F9D85}"/>
          </ac:spMkLst>
        </pc:spChg>
        <pc:spChg chg="mod">
          <ac:chgData name="Sara Muneeb" userId="29b624b1-a719-43f5-9b52-388cd4043c04" providerId="ADAL" clId="{9EA09CCF-4EB7-41FB-BFE4-3693A5C2ED1B}" dt="2022-09-26T13:55:48.156" v="3879" actId="20577"/>
          <ac:spMkLst>
            <pc:docMk/>
            <pc:sldMk cId="2619516327" sldId="361"/>
            <ac:spMk id="3" creationId="{EE3035D7-8931-7883-167C-B35ACFE77B5B}"/>
          </ac:spMkLst>
        </pc:spChg>
      </pc:sldChg>
      <pc:sldChg chg="modSp new mod">
        <pc:chgData name="Sara Muneeb" userId="29b624b1-a719-43f5-9b52-388cd4043c04" providerId="ADAL" clId="{9EA09CCF-4EB7-41FB-BFE4-3693A5C2ED1B}" dt="2022-09-26T14:10:47.952" v="4078" actId="20577"/>
        <pc:sldMkLst>
          <pc:docMk/>
          <pc:sldMk cId="4180375240" sldId="362"/>
        </pc:sldMkLst>
        <pc:spChg chg="mod">
          <ac:chgData name="Sara Muneeb" userId="29b624b1-a719-43f5-9b52-388cd4043c04" providerId="ADAL" clId="{9EA09CCF-4EB7-41FB-BFE4-3693A5C2ED1B}" dt="2022-09-26T14:03:23.456" v="3933" actId="20577"/>
          <ac:spMkLst>
            <pc:docMk/>
            <pc:sldMk cId="4180375240" sldId="362"/>
            <ac:spMk id="2" creationId="{9FAD0792-FC14-816B-998F-B15FBB1785A9}"/>
          </ac:spMkLst>
        </pc:spChg>
        <pc:spChg chg="mod">
          <ac:chgData name="Sara Muneeb" userId="29b624b1-a719-43f5-9b52-388cd4043c04" providerId="ADAL" clId="{9EA09CCF-4EB7-41FB-BFE4-3693A5C2ED1B}" dt="2022-09-26T14:10:47.952" v="4078" actId="20577"/>
          <ac:spMkLst>
            <pc:docMk/>
            <pc:sldMk cId="4180375240" sldId="362"/>
            <ac:spMk id="3" creationId="{EAC1B5F1-356A-1A41-0F34-CDFB0D598E21}"/>
          </ac:spMkLst>
        </pc:spChg>
      </pc:sldChg>
    </pc:docChg>
  </pc:docChgLst>
  <pc:docChgLst>
    <pc:chgData name="Sara Muneeb" userId="29b624b1-a719-43f5-9b52-388cd4043c04" providerId="ADAL" clId="{1FA540FA-FB29-47AF-B8E6-0D8739E0B2D2}"/>
    <pc:docChg chg="undo custSel addSld modSld">
      <pc:chgData name="Sara Muneeb" userId="29b624b1-a719-43f5-9b52-388cd4043c04" providerId="ADAL" clId="{1FA540FA-FB29-47AF-B8E6-0D8739E0B2D2}" dt="2022-10-11T03:38:02.705" v="691" actId="22"/>
      <pc:docMkLst>
        <pc:docMk/>
      </pc:docMkLst>
      <pc:sldChg chg="addSp modSp new mod">
        <pc:chgData name="Sara Muneeb" userId="29b624b1-a719-43f5-9b52-388cd4043c04" providerId="ADAL" clId="{1FA540FA-FB29-47AF-B8E6-0D8739E0B2D2}" dt="2022-10-09T19:21:42.106" v="300" actId="1076"/>
        <pc:sldMkLst>
          <pc:docMk/>
          <pc:sldMk cId="1666915946" sldId="266"/>
        </pc:sldMkLst>
        <pc:spChg chg="mod">
          <ac:chgData name="Sara Muneeb" userId="29b624b1-a719-43f5-9b52-388cd4043c04" providerId="ADAL" clId="{1FA540FA-FB29-47AF-B8E6-0D8739E0B2D2}" dt="2022-10-09T19:10:54.886" v="28" actId="20577"/>
          <ac:spMkLst>
            <pc:docMk/>
            <pc:sldMk cId="1666915946" sldId="266"/>
            <ac:spMk id="2" creationId="{3D6B7B91-5182-5F00-5BBE-98E52FD18849}"/>
          </ac:spMkLst>
        </pc:spChg>
        <pc:spChg chg="mod">
          <ac:chgData name="Sara Muneeb" userId="29b624b1-a719-43f5-9b52-388cd4043c04" providerId="ADAL" clId="{1FA540FA-FB29-47AF-B8E6-0D8739E0B2D2}" dt="2022-10-09T19:18:22.525" v="297" actId="404"/>
          <ac:spMkLst>
            <pc:docMk/>
            <pc:sldMk cId="1666915946" sldId="266"/>
            <ac:spMk id="3" creationId="{C3B31900-4ACA-A8E0-028F-189FC9788894}"/>
          </ac:spMkLst>
        </pc:spChg>
        <pc:picChg chg="add mod">
          <ac:chgData name="Sara Muneeb" userId="29b624b1-a719-43f5-9b52-388cd4043c04" providerId="ADAL" clId="{1FA540FA-FB29-47AF-B8E6-0D8739E0B2D2}" dt="2022-10-09T19:21:42.106" v="300" actId="1076"/>
          <ac:picMkLst>
            <pc:docMk/>
            <pc:sldMk cId="1666915946" sldId="266"/>
            <ac:picMk id="5" creationId="{A50E0E02-93E5-B92C-7455-222F0028E00A}"/>
          </ac:picMkLst>
        </pc:picChg>
      </pc:sldChg>
      <pc:sldChg chg="addSp modSp new mod">
        <pc:chgData name="Sara Muneeb" userId="29b624b1-a719-43f5-9b52-388cd4043c04" providerId="ADAL" clId="{1FA540FA-FB29-47AF-B8E6-0D8739E0B2D2}" dt="2022-10-09T19:43:16.086" v="459" actId="1076"/>
        <pc:sldMkLst>
          <pc:docMk/>
          <pc:sldMk cId="662440185" sldId="267"/>
        </pc:sldMkLst>
        <pc:spChg chg="mod">
          <ac:chgData name="Sara Muneeb" userId="29b624b1-a719-43f5-9b52-388cd4043c04" providerId="ADAL" clId="{1FA540FA-FB29-47AF-B8E6-0D8739E0B2D2}" dt="2022-10-09T19:28:29.356" v="333" actId="20577"/>
          <ac:spMkLst>
            <pc:docMk/>
            <pc:sldMk cId="662440185" sldId="267"/>
            <ac:spMk id="2" creationId="{1EB16E9C-F4B4-6DC7-1F5F-3E350474FD8D}"/>
          </ac:spMkLst>
        </pc:spChg>
        <pc:spChg chg="mod">
          <ac:chgData name="Sara Muneeb" userId="29b624b1-a719-43f5-9b52-388cd4043c04" providerId="ADAL" clId="{1FA540FA-FB29-47AF-B8E6-0D8739E0B2D2}" dt="2022-10-09T19:29:33.971" v="457" actId="20577"/>
          <ac:spMkLst>
            <pc:docMk/>
            <pc:sldMk cId="662440185" sldId="267"/>
            <ac:spMk id="3" creationId="{A32D9A4E-99A2-1490-A13B-640B7C9905E4}"/>
          </ac:spMkLst>
        </pc:spChg>
        <pc:picChg chg="add mod">
          <ac:chgData name="Sara Muneeb" userId="29b624b1-a719-43f5-9b52-388cd4043c04" providerId="ADAL" clId="{1FA540FA-FB29-47AF-B8E6-0D8739E0B2D2}" dt="2022-10-09T19:43:16.086" v="459" actId="1076"/>
          <ac:picMkLst>
            <pc:docMk/>
            <pc:sldMk cId="662440185" sldId="267"/>
            <ac:picMk id="5" creationId="{171E8BB9-6D3F-1874-D359-5076A4B799F4}"/>
          </ac:picMkLst>
        </pc:picChg>
      </pc:sldChg>
      <pc:sldChg chg="modSp new mod">
        <pc:chgData name="Sara Muneeb" userId="29b624b1-a719-43f5-9b52-388cd4043c04" providerId="ADAL" clId="{1FA540FA-FB29-47AF-B8E6-0D8739E0B2D2}" dt="2022-10-10T13:27:38.625" v="628" actId="20577"/>
        <pc:sldMkLst>
          <pc:docMk/>
          <pc:sldMk cId="1251303979" sldId="268"/>
        </pc:sldMkLst>
        <pc:spChg chg="mod">
          <ac:chgData name="Sara Muneeb" userId="29b624b1-a719-43f5-9b52-388cd4043c04" providerId="ADAL" clId="{1FA540FA-FB29-47AF-B8E6-0D8739E0B2D2}" dt="2022-10-09T19:43:46.397" v="473" actId="313"/>
          <ac:spMkLst>
            <pc:docMk/>
            <pc:sldMk cId="1251303979" sldId="268"/>
            <ac:spMk id="2" creationId="{72C2B535-7268-5509-2AEB-37AB903BBAF4}"/>
          </ac:spMkLst>
        </pc:spChg>
        <pc:spChg chg="mod">
          <ac:chgData name="Sara Muneeb" userId="29b624b1-a719-43f5-9b52-388cd4043c04" providerId="ADAL" clId="{1FA540FA-FB29-47AF-B8E6-0D8739E0B2D2}" dt="2022-10-10T13:27:38.625" v="628" actId="20577"/>
          <ac:spMkLst>
            <pc:docMk/>
            <pc:sldMk cId="1251303979" sldId="268"/>
            <ac:spMk id="3" creationId="{6D4F821F-443B-73AB-438B-0D79F768E520}"/>
          </ac:spMkLst>
        </pc:spChg>
      </pc:sldChg>
      <pc:sldChg chg="addSp delSp modSp new mod">
        <pc:chgData name="Sara Muneeb" userId="29b624b1-a719-43f5-9b52-388cd4043c04" providerId="ADAL" clId="{1FA540FA-FB29-47AF-B8E6-0D8739E0B2D2}" dt="2022-10-11T03:35:23.935" v="673" actId="1076"/>
        <pc:sldMkLst>
          <pc:docMk/>
          <pc:sldMk cId="625244237" sldId="269"/>
        </pc:sldMkLst>
        <pc:spChg chg="mod">
          <ac:chgData name="Sara Muneeb" userId="29b624b1-a719-43f5-9b52-388cd4043c04" providerId="ADAL" clId="{1FA540FA-FB29-47AF-B8E6-0D8739E0B2D2}" dt="2022-10-11T03:33:46.974" v="643" actId="20577"/>
          <ac:spMkLst>
            <pc:docMk/>
            <pc:sldMk cId="625244237" sldId="269"/>
            <ac:spMk id="2" creationId="{5F01BC58-0316-1E83-9946-7CA7D05D8B0B}"/>
          </ac:spMkLst>
        </pc:spChg>
        <pc:spChg chg="del">
          <ac:chgData name="Sara Muneeb" userId="29b624b1-a719-43f5-9b52-388cd4043c04" providerId="ADAL" clId="{1FA540FA-FB29-47AF-B8E6-0D8739E0B2D2}" dt="2022-10-11T03:33:10.171" v="637" actId="22"/>
          <ac:spMkLst>
            <pc:docMk/>
            <pc:sldMk cId="625244237" sldId="269"/>
            <ac:spMk id="3" creationId="{6A6EC27F-4CF7-11D7-A820-E250D063553A}"/>
          </ac:spMkLst>
        </pc:spChg>
        <pc:spChg chg="add mod">
          <ac:chgData name="Sara Muneeb" userId="29b624b1-a719-43f5-9b52-388cd4043c04" providerId="ADAL" clId="{1FA540FA-FB29-47AF-B8E6-0D8739E0B2D2}" dt="2022-10-11T03:35:23.935" v="673" actId="1076"/>
          <ac:spMkLst>
            <pc:docMk/>
            <pc:sldMk cId="625244237" sldId="269"/>
            <ac:spMk id="8" creationId="{0C0E423E-88D0-59CF-F3B5-8D1BE6925139}"/>
          </ac:spMkLst>
        </pc:spChg>
        <pc:spChg chg="add del">
          <ac:chgData name="Sara Muneeb" userId="29b624b1-a719-43f5-9b52-388cd4043c04" providerId="ADAL" clId="{1FA540FA-FB29-47AF-B8E6-0D8739E0B2D2}" dt="2022-10-11T03:34:08.229" v="672" actId="22"/>
          <ac:spMkLst>
            <pc:docMk/>
            <pc:sldMk cId="625244237" sldId="269"/>
            <ac:spMk id="10" creationId="{4EEB028C-8841-F7FE-71C9-2C086DE6B319}"/>
          </ac:spMkLst>
        </pc:spChg>
        <pc:picChg chg="add mod ord">
          <ac:chgData name="Sara Muneeb" userId="29b624b1-a719-43f5-9b52-388cd4043c04" providerId="ADAL" clId="{1FA540FA-FB29-47AF-B8E6-0D8739E0B2D2}" dt="2022-10-11T03:33:39.565" v="638" actId="1076"/>
          <ac:picMkLst>
            <pc:docMk/>
            <pc:sldMk cId="625244237" sldId="269"/>
            <ac:picMk id="5" creationId="{9BC8146D-0F66-DF8C-C734-4B27B07BEE7B}"/>
          </ac:picMkLst>
        </pc:picChg>
        <pc:picChg chg="add mod">
          <ac:chgData name="Sara Muneeb" userId="29b624b1-a719-43f5-9b52-388cd4043c04" providerId="ADAL" clId="{1FA540FA-FB29-47AF-B8E6-0D8739E0B2D2}" dt="2022-10-11T03:33:50.621" v="644" actId="1076"/>
          <ac:picMkLst>
            <pc:docMk/>
            <pc:sldMk cId="625244237" sldId="269"/>
            <ac:picMk id="7" creationId="{96DD6489-F2BB-D6F2-8A85-E1F562736C39}"/>
          </ac:picMkLst>
        </pc:picChg>
      </pc:sldChg>
      <pc:sldChg chg="addSp delSp modSp new mod">
        <pc:chgData name="Sara Muneeb" userId="29b624b1-a719-43f5-9b52-388cd4043c04" providerId="ADAL" clId="{1FA540FA-FB29-47AF-B8E6-0D8739E0B2D2}" dt="2022-10-11T03:37:11.100" v="682" actId="22"/>
        <pc:sldMkLst>
          <pc:docMk/>
          <pc:sldMk cId="3689388705" sldId="270"/>
        </pc:sldMkLst>
        <pc:spChg chg="mod">
          <ac:chgData name="Sara Muneeb" userId="29b624b1-a719-43f5-9b52-388cd4043c04" providerId="ADAL" clId="{1FA540FA-FB29-47AF-B8E6-0D8739E0B2D2}" dt="2022-10-11T03:37:09.676" v="681" actId="20577"/>
          <ac:spMkLst>
            <pc:docMk/>
            <pc:sldMk cId="3689388705" sldId="270"/>
            <ac:spMk id="2" creationId="{58EF37E9-E7BC-018E-73CE-75C7B218651C}"/>
          </ac:spMkLst>
        </pc:spChg>
        <pc:spChg chg="del">
          <ac:chgData name="Sara Muneeb" userId="29b624b1-a719-43f5-9b52-388cd4043c04" providerId="ADAL" clId="{1FA540FA-FB29-47AF-B8E6-0D8739E0B2D2}" dt="2022-10-11T03:37:11.100" v="682" actId="22"/>
          <ac:spMkLst>
            <pc:docMk/>
            <pc:sldMk cId="3689388705" sldId="270"/>
            <ac:spMk id="3" creationId="{2C353487-9E4D-779C-EBB6-95CD303A3417}"/>
          </ac:spMkLst>
        </pc:spChg>
        <pc:picChg chg="add mod ord">
          <ac:chgData name="Sara Muneeb" userId="29b624b1-a719-43f5-9b52-388cd4043c04" providerId="ADAL" clId="{1FA540FA-FB29-47AF-B8E6-0D8739E0B2D2}" dt="2022-10-11T03:37:11.100" v="682" actId="22"/>
          <ac:picMkLst>
            <pc:docMk/>
            <pc:sldMk cId="3689388705" sldId="270"/>
            <ac:picMk id="5" creationId="{C7722764-545B-0C35-EB1C-BFB823F3DB88}"/>
          </ac:picMkLst>
        </pc:picChg>
      </pc:sldChg>
      <pc:sldChg chg="addSp delSp modSp new mod">
        <pc:chgData name="Sara Muneeb" userId="29b624b1-a719-43f5-9b52-388cd4043c04" providerId="ADAL" clId="{1FA540FA-FB29-47AF-B8E6-0D8739E0B2D2}" dt="2022-10-11T03:38:02.705" v="691" actId="22"/>
        <pc:sldMkLst>
          <pc:docMk/>
          <pc:sldMk cId="2632452845" sldId="271"/>
        </pc:sldMkLst>
        <pc:spChg chg="mod">
          <ac:chgData name="Sara Muneeb" userId="29b624b1-a719-43f5-9b52-388cd4043c04" providerId="ADAL" clId="{1FA540FA-FB29-47AF-B8E6-0D8739E0B2D2}" dt="2022-10-11T03:38:01.359" v="690" actId="20577"/>
          <ac:spMkLst>
            <pc:docMk/>
            <pc:sldMk cId="2632452845" sldId="271"/>
            <ac:spMk id="2" creationId="{25BBDD64-D44B-7E74-EC68-DD3A93B290B8}"/>
          </ac:spMkLst>
        </pc:spChg>
        <pc:spChg chg="del">
          <ac:chgData name="Sara Muneeb" userId="29b624b1-a719-43f5-9b52-388cd4043c04" providerId="ADAL" clId="{1FA540FA-FB29-47AF-B8E6-0D8739E0B2D2}" dt="2022-10-11T03:38:02.705" v="691" actId="22"/>
          <ac:spMkLst>
            <pc:docMk/>
            <pc:sldMk cId="2632452845" sldId="271"/>
            <ac:spMk id="3" creationId="{D697C497-20E7-F24A-4C5D-D91A343F2D67}"/>
          </ac:spMkLst>
        </pc:spChg>
        <pc:picChg chg="add mod ord">
          <ac:chgData name="Sara Muneeb" userId="29b624b1-a719-43f5-9b52-388cd4043c04" providerId="ADAL" clId="{1FA540FA-FB29-47AF-B8E6-0D8739E0B2D2}" dt="2022-10-11T03:38:02.705" v="691" actId="22"/>
          <ac:picMkLst>
            <pc:docMk/>
            <pc:sldMk cId="2632452845" sldId="271"/>
            <ac:picMk id="5" creationId="{5221F188-61B3-04BE-F03D-8BFAC9B8079F}"/>
          </ac:picMkLst>
        </pc:picChg>
      </pc:sldChg>
    </pc:docChg>
  </pc:docChgLst>
  <pc:docChgLst>
    <pc:chgData name="Sara Muneeb" userId="29b624b1-a719-43f5-9b52-388cd4043c04" providerId="ADAL" clId="{9349EC5B-3418-40D6-82D5-AD7C894D9B85}"/>
    <pc:docChg chg="undo custSel addSld delSld modSld sldOrd">
      <pc:chgData name="Sara Muneeb" userId="29b624b1-a719-43f5-9b52-388cd4043c04" providerId="ADAL" clId="{9349EC5B-3418-40D6-82D5-AD7C894D9B85}" dt="2022-12-14T10:14:36.433" v="1183" actId="20577"/>
      <pc:docMkLst>
        <pc:docMk/>
      </pc:docMkLst>
      <pc:sldChg chg="modSp mod">
        <pc:chgData name="Sara Muneeb" userId="29b624b1-a719-43f5-9b52-388cd4043c04" providerId="ADAL" clId="{9349EC5B-3418-40D6-82D5-AD7C894D9B85}" dt="2022-12-08T04:16:14.602" v="26" actId="20577"/>
        <pc:sldMkLst>
          <pc:docMk/>
          <pc:sldMk cId="2984185032" sldId="256"/>
        </pc:sldMkLst>
        <pc:spChg chg="mod">
          <ac:chgData name="Sara Muneeb" userId="29b624b1-a719-43f5-9b52-388cd4043c04" providerId="ADAL" clId="{9349EC5B-3418-40D6-82D5-AD7C894D9B85}" dt="2022-12-08T04:16:14.602" v="26" actId="20577"/>
          <ac:spMkLst>
            <pc:docMk/>
            <pc:sldMk cId="2984185032" sldId="256"/>
            <ac:spMk id="2" creationId="{00000000-0000-0000-0000-000000000000}"/>
          </ac:spMkLst>
        </pc:spChg>
      </pc:sldChg>
      <pc:sldChg chg="del">
        <pc:chgData name="Sara Muneeb" userId="29b624b1-a719-43f5-9b52-388cd4043c04" providerId="ADAL" clId="{9349EC5B-3418-40D6-82D5-AD7C894D9B85}" dt="2022-12-08T04:15:52.168" v="0" actId="47"/>
        <pc:sldMkLst>
          <pc:docMk/>
          <pc:sldMk cId="1746396122" sldId="257"/>
        </pc:sldMkLst>
      </pc:sldChg>
      <pc:sldChg chg="new">
        <pc:chgData name="Sara Muneeb" userId="29b624b1-a719-43f5-9b52-388cd4043c04" providerId="ADAL" clId="{9349EC5B-3418-40D6-82D5-AD7C894D9B85}" dt="2022-12-08T04:15:55.663" v="1" actId="680"/>
        <pc:sldMkLst>
          <pc:docMk/>
          <pc:sldMk cId="2712128638" sldId="257"/>
        </pc:sldMkLst>
      </pc:sldChg>
      <pc:sldChg chg="del">
        <pc:chgData name="Sara Muneeb" userId="29b624b1-a719-43f5-9b52-388cd4043c04" providerId="ADAL" clId="{9349EC5B-3418-40D6-82D5-AD7C894D9B85}" dt="2022-12-08T04:15:52.168" v="0" actId="47"/>
        <pc:sldMkLst>
          <pc:docMk/>
          <pc:sldMk cId="3860371570" sldId="258"/>
        </pc:sldMkLst>
      </pc:sldChg>
      <pc:sldChg chg="del">
        <pc:chgData name="Sara Muneeb" userId="29b624b1-a719-43f5-9b52-388cd4043c04" providerId="ADAL" clId="{9349EC5B-3418-40D6-82D5-AD7C894D9B85}" dt="2022-12-08T04:15:52.168" v="0" actId="47"/>
        <pc:sldMkLst>
          <pc:docMk/>
          <pc:sldMk cId="2060412909" sldId="259"/>
        </pc:sldMkLst>
      </pc:sldChg>
      <pc:sldChg chg="del">
        <pc:chgData name="Sara Muneeb" userId="29b624b1-a719-43f5-9b52-388cd4043c04" providerId="ADAL" clId="{9349EC5B-3418-40D6-82D5-AD7C894D9B85}" dt="2022-12-08T04:15:52.168" v="0" actId="47"/>
        <pc:sldMkLst>
          <pc:docMk/>
          <pc:sldMk cId="3321054555" sldId="260"/>
        </pc:sldMkLst>
      </pc:sldChg>
      <pc:sldChg chg="del">
        <pc:chgData name="Sara Muneeb" userId="29b624b1-a719-43f5-9b52-388cd4043c04" providerId="ADAL" clId="{9349EC5B-3418-40D6-82D5-AD7C894D9B85}" dt="2022-12-08T04:15:52.168" v="0" actId="47"/>
        <pc:sldMkLst>
          <pc:docMk/>
          <pc:sldMk cId="1632207964" sldId="261"/>
        </pc:sldMkLst>
      </pc:sldChg>
      <pc:sldChg chg="del">
        <pc:chgData name="Sara Muneeb" userId="29b624b1-a719-43f5-9b52-388cd4043c04" providerId="ADAL" clId="{9349EC5B-3418-40D6-82D5-AD7C894D9B85}" dt="2022-12-08T04:15:52.168" v="0" actId="47"/>
        <pc:sldMkLst>
          <pc:docMk/>
          <pc:sldMk cId="3110555305" sldId="262"/>
        </pc:sldMkLst>
      </pc:sldChg>
      <pc:sldChg chg="del">
        <pc:chgData name="Sara Muneeb" userId="29b624b1-a719-43f5-9b52-388cd4043c04" providerId="ADAL" clId="{9349EC5B-3418-40D6-82D5-AD7C894D9B85}" dt="2022-12-08T04:15:52.168" v="0" actId="47"/>
        <pc:sldMkLst>
          <pc:docMk/>
          <pc:sldMk cId="2084209913" sldId="263"/>
        </pc:sldMkLst>
      </pc:sldChg>
      <pc:sldChg chg="del">
        <pc:chgData name="Sara Muneeb" userId="29b624b1-a719-43f5-9b52-388cd4043c04" providerId="ADAL" clId="{9349EC5B-3418-40D6-82D5-AD7C894D9B85}" dt="2022-12-08T04:15:52.168" v="0" actId="47"/>
        <pc:sldMkLst>
          <pc:docMk/>
          <pc:sldMk cId="2319099585" sldId="264"/>
        </pc:sldMkLst>
      </pc:sldChg>
      <pc:sldChg chg="del">
        <pc:chgData name="Sara Muneeb" userId="29b624b1-a719-43f5-9b52-388cd4043c04" providerId="ADAL" clId="{9349EC5B-3418-40D6-82D5-AD7C894D9B85}" dt="2022-12-08T04:15:52.168" v="0" actId="47"/>
        <pc:sldMkLst>
          <pc:docMk/>
          <pc:sldMk cId="187458491" sldId="265"/>
        </pc:sldMkLst>
      </pc:sldChg>
      <pc:sldChg chg="modSp mod">
        <pc:chgData name="Sara Muneeb" userId="29b624b1-a719-43f5-9b52-388cd4043c04" providerId="ADAL" clId="{9349EC5B-3418-40D6-82D5-AD7C894D9B85}" dt="2022-12-14T07:52:44.786" v="33" actId="20577"/>
        <pc:sldMkLst>
          <pc:docMk/>
          <pc:sldMk cId="1786857512" sldId="265"/>
        </pc:sldMkLst>
        <pc:spChg chg="mod">
          <ac:chgData name="Sara Muneeb" userId="29b624b1-a719-43f5-9b52-388cd4043c04" providerId="ADAL" clId="{9349EC5B-3418-40D6-82D5-AD7C894D9B85}" dt="2022-12-14T07:52:44.786" v="33" actId="20577"/>
          <ac:spMkLst>
            <pc:docMk/>
            <pc:sldMk cId="1786857512" sldId="265"/>
            <ac:spMk id="2" creationId="{925BD242-3C86-7E0E-015F-84BC035B5FF9}"/>
          </ac:spMkLst>
        </pc:spChg>
      </pc:sldChg>
      <pc:sldChg chg="del">
        <pc:chgData name="Sara Muneeb" userId="29b624b1-a719-43f5-9b52-388cd4043c04" providerId="ADAL" clId="{9349EC5B-3418-40D6-82D5-AD7C894D9B85}" dt="2022-12-08T04:15:52.168" v="0" actId="47"/>
        <pc:sldMkLst>
          <pc:docMk/>
          <pc:sldMk cId="3212761477" sldId="266"/>
        </pc:sldMkLst>
      </pc:sldChg>
      <pc:sldChg chg="del">
        <pc:chgData name="Sara Muneeb" userId="29b624b1-a719-43f5-9b52-388cd4043c04" providerId="ADAL" clId="{9349EC5B-3418-40D6-82D5-AD7C894D9B85}" dt="2022-12-08T04:15:52.168" v="0" actId="47"/>
        <pc:sldMkLst>
          <pc:docMk/>
          <pc:sldMk cId="2035522379" sldId="267"/>
        </pc:sldMkLst>
      </pc:sldChg>
      <pc:sldChg chg="addSp delSp modSp mod">
        <pc:chgData name="Sara Muneeb" userId="29b624b1-a719-43f5-9b52-388cd4043c04" providerId="ADAL" clId="{9349EC5B-3418-40D6-82D5-AD7C894D9B85}" dt="2022-12-14T07:54:18.003" v="85" actId="313"/>
        <pc:sldMkLst>
          <pc:docMk/>
          <pc:sldMk cId="187108510" sldId="268"/>
        </pc:sldMkLst>
        <pc:spChg chg="mod">
          <ac:chgData name="Sara Muneeb" userId="29b624b1-a719-43f5-9b52-388cd4043c04" providerId="ADAL" clId="{9349EC5B-3418-40D6-82D5-AD7C894D9B85}" dt="2022-12-14T07:54:18.003" v="85" actId="313"/>
          <ac:spMkLst>
            <pc:docMk/>
            <pc:sldMk cId="187108510" sldId="268"/>
            <ac:spMk id="2" creationId="{5128B08A-2501-747C-1DAA-E86E2DE3C14F}"/>
          </ac:spMkLst>
        </pc:spChg>
        <pc:spChg chg="mod">
          <ac:chgData name="Sara Muneeb" userId="29b624b1-a719-43f5-9b52-388cd4043c04" providerId="ADAL" clId="{9349EC5B-3418-40D6-82D5-AD7C894D9B85}" dt="2022-12-14T07:53:02.323" v="39" actId="113"/>
          <ac:spMkLst>
            <pc:docMk/>
            <pc:sldMk cId="187108510" sldId="268"/>
            <ac:spMk id="3" creationId="{3F6A5FD6-A26D-EE66-0DE2-68F1146A3101}"/>
          </ac:spMkLst>
        </pc:spChg>
        <pc:picChg chg="add del">
          <ac:chgData name="Sara Muneeb" userId="29b624b1-a719-43f5-9b52-388cd4043c04" providerId="ADAL" clId="{9349EC5B-3418-40D6-82D5-AD7C894D9B85}" dt="2022-12-14T07:52:58.782" v="38"/>
          <ac:picMkLst>
            <pc:docMk/>
            <pc:sldMk cId="187108510" sldId="268"/>
            <ac:picMk id="1026" creationId="{74491559-72C5-CA97-61FD-700AD23F9CBE}"/>
          </ac:picMkLst>
        </pc:picChg>
      </pc:sldChg>
      <pc:sldChg chg="del">
        <pc:chgData name="Sara Muneeb" userId="29b624b1-a719-43f5-9b52-388cd4043c04" providerId="ADAL" clId="{9349EC5B-3418-40D6-82D5-AD7C894D9B85}" dt="2022-12-08T04:15:52.168" v="0" actId="47"/>
        <pc:sldMkLst>
          <pc:docMk/>
          <pc:sldMk cId="1886305423" sldId="268"/>
        </pc:sldMkLst>
      </pc:sldChg>
      <pc:sldChg chg="del">
        <pc:chgData name="Sara Muneeb" userId="29b624b1-a719-43f5-9b52-388cd4043c04" providerId="ADAL" clId="{9349EC5B-3418-40D6-82D5-AD7C894D9B85}" dt="2022-12-08T04:15:52.168" v="0" actId="47"/>
        <pc:sldMkLst>
          <pc:docMk/>
          <pc:sldMk cId="681321597" sldId="269"/>
        </pc:sldMkLst>
      </pc:sldChg>
      <pc:sldChg chg="ord">
        <pc:chgData name="Sara Muneeb" userId="29b624b1-a719-43f5-9b52-388cd4043c04" providerId="ADAL" clId="{9349EC5B-3418-40D6-82D5-AD7C894D9B85}" dt="2022-12-14T07:52:25.164" v="30"/>
        <pc:sldMkLst>
          <pc:docMk/>
          <pc:sldMk cId="2685620422" sldId="269"/>
        </pc:sldMkLst>
      </pc:sldChg>
      <pc:sldChg chg="addSp delSp modSp mod ord">
        <pc:chgData name="Sara Muneeb" userId="29b624b1-a719-43f5-9b52-388cd4043c04" providerId="ADAL" clId="{9349EC5B-3418-40D6-82D5-AD7C894D9B85}" dt="2022-12-14T07:56:01.757" v="145" actId="22"/>
        <pc:sldMkLst>
          <pc:docMk/>
          <pc:sldMk cId="1592908027" sldId="270"/>
        </pc:sldMkLst>
        <pc:spChg chg="add del mod">
          <ac:chgData name="Sara Muneeb" userId="29b624b1-a719-43f5-9b52-388cd4043c04" providerId="ADAL" clId="{9349EC5B-3418-40D6-82D5-AD7C894D9B85}" dt="2022-12-14T07:56:01.757" v="145" actId="22"/>
          <ac:spMkLst>
            <pc:docMk/>
            <pc:sldMk cId="1592908027" sldId="270"/>
            <ac:spMk id="4" creationId="{A1306177-B272-3B90-285A-B9F828052514}"/>
          </ac:spMkLst>
        </pc:spChg>
        <pc:picChg chg="del">
          <ac:chgData name="Sara Muneeb" userId="29b624b1-a719-43f5-9b52-388cd4043c04" providerId="ADAL" clId="{9349EC5B-3418-40D6-82D5-AD7C894D9B85}" dt="2022-12-14T07:55:49.224" v="144" actId="478"/>
          <ac:picMkLst>
            <pc:docMk/>
            <pc:sldMk cId="1592908027" sldId="270"/>
            <ac:picMk id="5" creationId="{25678828-1011-2CA4-6390-4D64461B1AEA}"/>
          </ac:picMkLst>
        </pc:picChg>
        <pc:picChg chg="add mod ord">
          <ac:chgData name="Sara Muneeb" userId="29b624b1-a719-43f5-9b52-388cd4043c04" providerId="ADAL" clId="{9349EC5B-3418-40D6-82D5-AD7C894D9B85}" dt="2022-12-14T07:56:01.757" v="145" actId="22"/>
          <ac:picMkLst>
            <pc:docMk/>
            <pc:sldMk cId="1592908027" sldId="270"/>
            <ac:picMk id="7" creationId="{F0C10000-8E21-D0CD-F555-9E80CCA30564}"/>
          </ac:picMkLst>
        </pc:picChg>
      </pc:sldChg>
      <pc:sldChg chg="del">
        <pc:chgData name="Sara Muneeb" userId="29b624b1-a719-43f5-9b52-388cd4043c04" providerId="ADAL" clId="{9349EC5B-3418-40D6-82D5-AD7C894D9B85}" dt="2022-12-08T04:15:52.168" v="0" actId="47"/>
        <pc:sldMkLst>
          <pc:docMk/>
          <pc:sldMk cId="3433099799" sldId="270"/>
        </pc:sldMkLst>
      </pc:sldChg>
      <pc:sldChg chg="del">
        <pc:chgData name="Sara Muneeb" userId="29b624b1-a719-43f5-9b52-388cd4043c04" providerId="ADAL" clId="{9349EC5B-3418-40D6-82D5-AD7C894D9B85}" dt="2022-12-08T04:15:52.168" v="0" actId="47"/>
        <pc:sldMkLst>
          <pc:docMk/>
          <pc:sldMk cId="1942714225" sldId="271"/>
        </pc:sldMkLst>
      </pc:sldChg>
      <pc:sldChg chg="ord">
        <pc:chgData name="Sara Muneeb" userId="29b624b1-a719-43f5-9b52-388cd4043c04" providerId="ADAL" clId="{9349EC5B-3418-40D6-82D5-AD7C894D9B85}" dt="2022-12-14T08:49:17.894" v="427"/>
        <pc:sldMkLst>
          <pc:docMk/>
          <pc:sldMk cId="3111914320" sldId="271"/>
        </pc:sldMkLst>
      </pc:sldChg>
      <pc:sldChg chg="del">
        <pc:chgData name="Sara Muneeb" userId="29b624b1-a719-43f5-9b52-388cd4043c04" providerId="ADAL" clId="{9349EC5B-3418-40D6-82D5-AD7C894D9B85}" dt="2022-12-08T04:15:52.168" v="0" actId="47"/>
        <pc:sldMkLst>
          <pc:docMk/>
          <pc:sldMk cId="350534148" sldId="272"/>
        </pc:sldMkLst>
      </pc:sldChg>
      <pc:sldChg chg="modSp mod">
        <pc:chgData name="Sara Muneeb" userId="29b624b1-a719-43f5-9b52-388cd4043c04" providerId="ADAL" clId="{9349EC5B-3418-40D6-82D5-AD7C894D9B85}" dt="2022-12-14T08:11:41.080" v="154" actId="20577"/>
        <pc:sldMkLst>
          <pc:docMk/>
          <pc:sldMk cId="4241662000" sldId="272"/>
        </pc:sldMkLst>
        <pc:spChg chg="mod">
          <ac:chgData name="Sara Muneeb" userId="29b624b1-a719-43f5-9b52-388cd4043c04" providerId="ADAL" clId="{9349EC5B-3418-40D6-82D5-AD7C894D9B85}" dt="2022-12-14T07:54:28.443" v="99" actId="20577"/>
          <ac:spMkLst>
            <pc:docMk/>
            <pc:sldMk cId="4241662000" sldId="272"/>
            <ac:spMk id="2" creationId="{B5DF074D-EEF7-557A-C881-B51D393B2F79}"/>
          </ac:spMkLst>
        </pc:spChg>
        <pc:spChg chg="mod">
          <ac:chgData name="Sara Muneeb" userId="29b624b1-a719-43f5-9b52-388cd4043c04" providerId="ADAL" clId="{9349EC5B-3418-40D6-82D5-AD7C894D9B85}" dt="2022-12-14T08:11:41.080" v="154" actId="20577"/>
          <ac:spMkLst>
            <pc:docMk/>
            <pc:sldMk cId="4241662000" sldId="272"/>
            <ac:spMk id="3" creationId="{BD98ADE7-112C-72A1-C759-8346123A24E1}"/>
          </ac:spMkLst>
        </pc:spChg>
      </pc:sldChg>
      <pc:sldChg chg="modSp mod">
        <pc:chgData name="Sara Muneeb" userId="29b624b1-a719-43f5-9b52-388cd4043c04" providerId="ADAL" clId="{9349EC5B-3418-40D6-82D5-AD7C894D9B85}" dt="2022-12-14T08:12:04.142" v="166" actId="20577"/>
        <pc:sldMkLst>
          <pc:docMk/>
          <pc:sldMk cId="1104730889" sldId="273"/>
        </pc:sldMkLst>
        <pc:spChg chg="mod">
          <ac:chgData name="Sara Muneeb" userId="29b624b1-a719-43f5-9b52-388cd4043c04" providerId="ADAL" clId="{9349EC5B-3418-40D6-82D5-AD7C894D9B85}" dt="2022-12-14T07:54:34.003" v="100"/>
          <ac:spMkLst>
            <pc:docMk/>
            <pc:sldMk cId="1104730889" sldId="273"/>
            <ac:spMk id="2" creationId="{10E8DCBB-9B30-5BBB-2065-A0D1111EE575}"/>
          </ac:spMkLst>
        </pc:spChg>
        <pc:spChg chg="mod">
          <ac:chgData name="Sara Muneeb" userId="29b624b1-a719-43f5-9b52-388cd4043c04" providerId="ADAL" clId="{9349EC5B-3418-40D6-82D5-AD7C894D9B85}" dt="2022-12-14T08:12:04.142" v="166" actId="20577"/>
          <ac:spMkLst>
            <pc:docMk/>
            <pc:sldMk cId="1104730889" sldId="273"/>
            <ac:spMk id="3" creationId="{22B4C66E-C1B2-6331-CAA3-7886005C34AC}"/>
          </ac:spMkLst>
        </pc:spChg>
      </pc:sldChg>
      <pc:sldChg chg="del">
        <pc:chgData name="Sara Muneeb" userId="29b624b1-a719-43f5-9b52-388cd4043c04" providerId="ADAL" clId="{9349EC5B-3418-40D6-82D5-AD7C894D9B85}" dt="2022-12-08T04:15:52.168" v="0" actId="47"/>
        <pc:sldMkLst>
          <pc:docMk/>
          <pc:sldMk cId="3180318981" sldId="273"/>
        </pc:sldMkLst>
      </pc:sldChg>
      <pc:sldChg chg="modSp mod">
        <pc:chgData name="Sara Muneeb" userId="29b624b1-a719-43f5-9b52-388cd4043c04" providerId="ADAL" clId="{9349EC5B-3418-40D6-82D5-AD7C894D9B85}" dt="2022-12-14T08:12:22.653" v="180" actId="20577"/>
        <pc:sldMkLst>
          <pc:docMk/>
          <pc:sldMk cId="1145746347" sldId="274"/>
        </pc:sldMkLst>
        <pc:spChg chg="mod">
          <ac:chgData name="Sara Muneeb" userId="29b624b1-a719-43f5-9b52-388cd4043c04" providerId="ADAL" clId="{9349EC5B-3418-40D6-82D5-AD7C894D9B85}" dt="2022-12-14T07:54:37.353" v="101"/>
          <ac:spMkLst>
            <pc:docMk/>
            <pc:sldMk cId="1145746347" sldId="274"/>
            <ac:spMk id="2" creationId="{4F5B5CDE-35E1-4450-6CC9-6EE1E21278C9}"/>
          </ac:spMkLst>
        </pc:spChg>
        <pc:spChg chg="mod">
          <ac:chgData name="Sara Muneeb" userId="29b624b1-a719-43f5-9b52-388cd4043c04" providerId="ADAL" clId="{9349EC5B-3418-40D6-82D5-AD7C894D9B85}" dt="2022-12-14T08:12:22.653" v="180" actId="20577"/>
          <ac:spMkLst>
            <pc:docMk/>
            <pc:sldMk cId="1145746347" sldId="274"/>
            <ac:spMk id="3" creationId="{8E8E7025-CE1E-C3D5-A221-07360CE2A1CC}"/>
          </ac:spMkLst>
        </pc:spChg>
      </pc:sldChg>
      <pc:sldChg chg="del">
        <pc:chgData name="Sara Muneeb" userId="29b624b1-a719-43f5-9b52-388cd4043c04" providerId="ADAL" clId="{9349EC5B-3418-40D6-82D5-AD7C894D9B85}" dt="2022-12-08T04:15:52.168" v="0" actId="47"/>
        <pc:sldMkLst>
          <pc:docMk/>
          <pc:sldMk cId="2830285302" sldId="274"/>
        </pc:sldMkLst>
      </pc:sldChg>
      <pc:sldChg chg="modSp mod">
        <pc:chgData name="Sara Muneeb" userId="29b624b1-a719-43f5-9b52-388cd4043c04" providerId="ADAL" clId="{9349EC5B-3418-40D6-82D5-AD7C894D9B85}" dt="2022-12-14T08:13:23.632" v="209" actId="207"/>
        <pc:sldMkLst>
          <pc:docMk/>
          <pc:sldMk cId="410102142" sldId="275"/>
        </pc:sldMkLst>
        <pc:spChg chg="mod">
          <ac:chgData name="Sara Muneeb" userId="29b624b1-a719-43f5-9b52-388cd4043c04" providerId="ADAL" clId="{9349EC5B-3418-40D6-82D5-AD7C894D9B85}" dt="2022-12-14T07:54:39.938" v="102"/>
          <ac:spMkLst>
            <pc:docMk/>
            <pc:sldMk cId="410102142" sldId="275"/>
            <ac:spMk id="2" creationId="{D663213D-2A67-588A-1CD5-20DCDBADA03C}"/>
          </ac:spMkLst>
        </pc:spChg>
        <pc:spChg chg="mod">
          <ac:chgData name="Sara Muneeb" userId="29b624b1-a719-43f5-9b52-388cd4043c04" providerId="ADAL" clId="{9349EC5B-3418-40D6-82D5-AD7C894D9B85}" dt="2022-12-14T08:13:23.632" v="209" actId="207"/>
          <ac:spMkLst>
            <pc:docMk/>
            <pc:sldMk cId="410102142" sldId="275"/>
            <ac:spMk id="3" creationId="{AAE288EE-81CE-621A-F0BC-7A5816CC4BF9}"/>
          </ac:spMkLst>
        </pc:spChg>
      </pc:sldChg>
      <pc:sldChg chg="del">
        <pc:chgData name="Sara Muneeb" userId="29b624b1-a719-43f5-9b52-388cd4043c04" providerId="ADAL" clId="{9349EC5B-3418-40D6-82D5-AD7C894D9B85}" dt="2022-12-08T04:15:52.168" v="0" actId="47"/>
        <pc:sldMkLst>
          <pc:docMk/>
          <pc:sldMk cId="2632730708" sldId="275"/>
        </pc:sldMkLst>
      </pc:sldChg>
      <pc:sldChg chg="del">
        <pc:chgData name="Sara Muneeb" userId="29b624b1-a719-43f5-9b52-388cd4043c04" providerId="ADAL" clId="{9349EC5B-3418-40D6-82D5-AD7C894D9B85}" dt="2022-12-08T04:15:52.168" v="0" actId="47"/>
        <pc:sldMkLst>
          <pc:docMk/>
          <pc:sldMk cId="126390465" sldId="276"/>
        </pc:sldMkLst>
      </pc:sldChg>
      <pc:sldChg chg="modSp mod ord">
        <pc:chgData name="Sara Muneeb" userId="29b624b1-a719-43f5-9b52-388cd4043c04" providerId="ADAL" clId="{9349EC5B-3418-40D6-82D5-AD7C894D9B85}" dt="2022-12-14T09:45:38.669" v="485" actId="20577"/>
        <pc:sldMkLst>
          <pc:docMk/>
          <pc:sldMk cId="3090277031" sldId="276"/>
        </pc:sldMkLst>
        <pc:spChg chg="mod">
          <ac:chgData name="Sara Muneeb" userId="29b624b1-a719-43f5-9b52-388cd4043c04" providerId="ADAL" clId="{9349EC5B-3418-40D6-82D5-AD7C894D9B85}" dt="2022-12-14T08:49:49.402" v="432" actId="27636"/>
          <ac:spMkLst>
            <pc:docMk/>
            <pc:sldMk cId="3090277031" sldId="276"/>
            <ac:spMk id="2" creationId="{4EBB3F66-1F35-6667-C5EC-837D336E1185}"/>
          </ac:spMkLst>
        </pc:spChg>
        <pc:spChg chg="mod">
          <ac:chgData name="Sara Muneeb" userId="29b624b1-a719-43f5-9b52-388cd4043c04" providerId="ADAL" clId="{9349EC5B-3418-40D6-82D5-AD7C894D9B85}" dt="2022-12-14T09:45:38.669" v="485" actId="20577"/>
          <ac:spMkLst>
            <pc:docMk/>
            <pc:sldMk cId="3090277031" sldId="276"/>
            <ac:spMk id="3" creationId="{3B0C1AA7-66C6-6EA1-E7C6-3B4C64B99D65}"/>
          </ac:spMkLst>
        </pc:spChg>
      </pc:sldChg>
      <pc:sldChg chg="del">
        <pc:chgData name="Sara Muneeb" userId="29b624b1-a719-43f5-9b52-388cd4043c04" providerId="ADAL" clId="{9349EC5B-3418-40D6-82D5-AD7C894D9B85}" dt="2022-12-08T04:15:52.168" v="0" actId="47"/>
        <pc:sldMkLst>
          <pc:docMk/>
          <pc:sldMk cId="3305001275" sldId="277"/>
        </pc:sldMkLst>
      </pc:sldChg>
      <pc:sldChg chg="modSp new mod">
        <pc:chgData name="Sara Muneeb" userId="29b624b1-a719-43f5-9b52-388cd4043c04" providerId="ADAL" clId="{9349EC5B-3418-40D6-82D5-AD7C894D9B85}" dt="2022-12-14T08:47:36.516" v="423" actId="207"/>
        <pc:sldMkLst>
          <pc:docMk/>
          <pc:sldMk cId="4153406677" sldId="277"/>
        </pc:sldMkLst>
        <pc:spChg chg="mod">
          <ac:chgData name="Sara Muneeb" userId="29b624b1-a719-43f5-9b52-388cd4043c04" providerId="ADAL" clId="{9349EC5B-3418-40D6-82D5-AD7C894D9B85}" dt="2022-12-14T08:27:21.937" v="217" actId="20577"/>
          <ac:spMkLst>
            <pc:docMk/>
            <pc:sldMk cId="4153406677" sldId="277"/>
            <ac:spMk id="2" creationId="{81FB0D1A-D183-3678-4F26-2A415C256474}"/>
          </ac:spMkLst>
        </pc:spChg>
        <pc:spChg chg="mod">
          <ac:chgData name="Sara Muneeb" userId="29b624b1-a719-43f5-9b52-388cd4043c04" providerId="ADAL" clId="{9349EC5B-3418-40D6-82D5-AD7C894D9B85}" dt="2022-12-14T08:47:36.516" v="423" actId="207"/>
          <ac:spMkLst>
            <pc:docMk/>
            <pc:sldMk cId="4153406677" sldId="277"/>
            <ac:spMk id="3" creationId="{1F3AB872-54D4-938F-A6D1-21C244D49A22}"/>
          </ac:spMkLst>
        </pc:spChg>
      </pc:sldChg>
      <pc:sldChg chg="del">
        <pc:chgData name="Sara Muneeb" userId="29b624b1-a719-43f5-9b52-388cd4043c04" providerId="ADAL" clId="{9349EC5B-3418-40D6-82D5-AD7C894D9B85}" dt="2022-12-08T04:15:52.168" v="0" actId="47"/>
        <pc:sldMkLst>
          <pc:docMk/>
          <pc:sldMk cId="100861930" sldId="278"/>
        </pc:sldMkLst>
      </pc:sldChg>
      <pc:sldChg chg="addSp delSp modSp new mod">
        <pc:chgData name="Sara Muneeb" userId="29b624b1-a719-43f5-9b52-388cd4043c04" providerId="ADAL" clId="{9349EC5B-3418-40D6-82D5-AD7C894D9B85}" dt="2022-12-14T08:43:09.161" v="385" actId="1076"/>
        <pc:sldMkLst>
          <pc:docMk/>
          <pc:sldMk cId="2389945778" sldId="278"/>
        </pc:sldMkLst>
        <pc:spChg chg="mod">
          <ac:chgData name="Sara Muneeb" userId="29b624b1-a719-43f5-9b52-388cd4043c04" providerId="ADAL" clId="{9349EC5B-3418-40D6-82D5-AD7C894D9B85}" dt="2022-12-14T08:33:35.289" v="306" actId="20577"/>
          <ac:spMkLst>
            <pc:docMk/>
            <pc:sldMk cId="2389945778" sldId="278"/>
            <ac:spMk id="2" creationId="{2D470EBE-31DB-E01C-73A1-82F8EC415F4E}"/>
          </ac:spMkLst>
        </pc:spChg>
        <pc:spChg chg="mod">
          <ac:chgData name="Sara Muneeb" userId="29b624b1-a719-43f5-9b52-388cd4043c04" providerId="ADAL" clId="{9349EC5B-3418-40D6-82D5-AD7C894D9B85}" dt="2022-12-14T08:42:51.211" v="379" actId="27636"/>
          <ac:spMkLst>
            <pc:docMk/>
            <pc:sldMk cId="2389945778" sldId="278"/>
            <ac:spMk id="3" creationId="{56F266A9-D48E-8A75-1FA9-BCE0D0BE018C}"/>
          </ac:spMkLst>
        </pc:spChg>
        <pc:picChg chg="add del">
          <ac:chgData name="Sara Muneeb" userId="29b624b1-a719-43f5-9b52-388cd4043c04" providerId="ADAL" clId="{9349EC5B-3418-40D6-82D5-AD7C894D9B85}" dt="2022-12-14T08:39:16.079" v="358"/>
          <ac:picMkLst>
            <pc:docMk/>
            <pc:sldMk cId="2389945778" sldId="278"/>
            <ac:picMk id="1026" creationId="{F0C38ADA-F685-40FA-D8C2-E1FE7427E56B}"/>
          </ac:picMkLst>
        </pc:picChg>
        <pc:picChg chg="add mod">
          <ac:chgData name="Sara Muneeb" userId="29b624b1-a719-43f5-9b52-388cd4043c04" providerId="ADAL" clId="{9349EC5B-3418-40D6-82D5-AD7C894D9B85}" dt="2022-12-14T08:43:09.161" v="385" actId="1076"/>
          <ac:picMkLst>
            <pc:docMk/>
            <pc:sldMk cId="2389945778" sldId="278"/>
            <ac:picMk id="1028" creationId="{32D565D6-3D41-6975-F72C-19FFEBA4CCF8}"/>
          </ac:picMkLst>
        </pc:picChg>
        <pc:picChg chg="add mod">
          <ac:chgData name="Sara Muneeb" userId="29b624b1-a719-43f5-9b52-388cd4043c04" providerId="ADAL" clId="{9349EC5B-3418-40D6-82D5-AD7C894D9B85}" dt="2022-12-14T08:43:01.519" v="382" actId="1076"/>
          <ac:picMkLst>
            <pc:docMk/>
            <pc:sldMk cId="2389945778" sldId="278"/>
            <ac:picMk id="2050" creationId="{584D4E86-836C-EDA4-E520-B1C17DFBDD9D}"/>
          </ac:picMkLst>
        </pc:picChg>
        <pc:picChg chg="add del mod">
          <ac:chgData name="Sara Muneeb" userId="29b624b1-a719-43f5-9b52-388cd4043c04" providerId="ADAL" clId="{9349EC5B-3418-40D6-82D5-AD7C894D9B85}" dt="2022-12-14T08:39:30.650" v="360" actId="478"/>
          <ac:picMkLst>
            <pc:docMk/>
            <pc:sldMk cId="2389945778" sldId="278"/>
            <ac:picMk id="2052" creationId="{2E019D00-96DB-592E-66F5-CBD058C15FD1}"/>
          </ac:picMkLst>
        </pc:picChg>
      </pc:sldChg>
      <pc:sldChg chg="addSp delSp modSp new mod">
        <pc:chgData name="Sara Muneeb" userId="29b624b1-a719-43f5-9b52-388cd4043c04" providerId="ADAL" clId="{9349EC5B-3418-40D6-82D5-AD7C894D9B85}" dt="2022-12-14T08:43:18.997" v="388" actId="1076"/>
        <pc:sldMkLst>
          <pc:docMk/>
          <pc:sldMk cId="3912674407" sldId="279"/>
        </pc:sldMkLst>
        <pc:spChg chg="mod">
          <ac:chgData name="Sara Muneeb" userId="29b624b1-a719-43f5-9b52-388cd4043c04" providerId="ADAL" clId="{9349EC5B-3418-40D6-82D5-AD7C894D9B85}" dt="2022-12-14T08:33:39.216" v="313" actId="20577"/>
          <ac:spMkLst>
            <pc:docMk/>
            <pc:sldMk cId="3912674407" sldId="279"/>
            <ac:spMk id="2" creationId="{48849693-3B0B-F37F-F53B-D2153595E908}"/>
          </ac:spMkLst>
        </pc:spChg>
        <pc:spChg chg="mod">
          <ac:chgData name="Sara Muneeb" userId="29b624b1-a719-43f5-9b52-388cd4043c04" providerId="ADAL" clId="{9349EC5B-3418-40D6-82D5-AD7C894D9B85}" dt="2022-12-14T08:43:14.944" v="387" actId="27636"/>
          <ac:spMkLst>
            <pc:docMk/>
            <pc:sldMk cId="3912674407" sldId="279"/>
            <ac:spMk id="3" creationId="{31C0066C-F136-BC06-3D11-585B1FD10351}"/>
          </ac:spMkLst>
        </pc:spChg>
        <pc:picChg chg="add del">
          <ac:chgData name="Sara Muneeb" userId="29b624b1-a719-43f5-9b52-388cd4043c04" providerId="ADAL" clId="{9349EC5B-3418-40D6-82D5-AD7C894D9B85}" dt="2022-12-14T08:41:51.035" v="372"/>
          <ac:picMkLst>
            <pc:docMk/>
            <pc:sldMk cId="3912674407" sldId="279"/>
            <ac:picMk id="2050" creationId="{C0664632-B0DA-B39F-8080-4BB93FE78DF0}"/>
          </ac:picMkLst>
        </pc:picChg>
        <pc:picChg chg="add del">
          <ac:chgData name="Sara Muneeb" userId="29b624b1-a719-43f5-9b52-388cd4043c04" providerId="ADAL" clId="{9349EC5B-3418-40D6-82D5-AD7C894D9B85}" dt="2022-12-14T08:42:03.166" v="374"/>
          <ac:picMkLst>
            <pc:docMk/>
            <pc:sldMk cId="3912674407" sldId="279"/>
            <ac:picMk id="2052" creationId="{CF843C9E-7103-0EAB-6A86-E595FF9BBB87}"/>
          </ac:picMkLst>
        </pc:picChg>
        <pc:picChg chg="add mod">
          <ac:chgData name="Sara Muneeb" userId="29b624b1-a719-43f5-9b52-388cd4043c04" providerId="ADAL" clId="{9349EC5B-3418-40D6-82D5-AD7C894D9B85}" dt="2022-12-14T08:43:18.997" v="388" actId="1076"/>
          <ac:picMkLst>
            <pc:docMk/>
            <pc:sldMk cId="3912674407" sldId="279"/>
            <ac:picMk id="2054" creationId="{6FFBAC72-EF01-4F68-D970-BFA16B781C5F}"/>
          </ac:picMkLst>
        </pc:picChg>
      </pc:sldChg>
      <pc:sldChg chg="del">
        <pc:chgData name="Sara Muneeb" userId="29b624b1-a719-43f5-9b52-388cd4043c04" providerId="ADAL" clId="{9349EC5B-3418-40D6-82D5-AD7C894D9B85}" dt="2022-12-08T04:15:52.168" v="0" actId="47"/>
        <pc:sldMkLst>
          <pc:docMk/>
          <pc:sldMk cId="4108301402" sldId="279"/>
        </pc:sldMkLst>
      </pc:sldChg>
      <pc:sldChg chg="del">
        <pc:chgData name="Sara Muneeb" userId="29b624b1-a719-43f5-9b52-388cd4043c04" providerId="ADAL" clId="{9349EC5B-3418-40D6-82D5-AD7C894D9B85}" dt="2022-12-08T04:15:52.168" v="0" actId="47"/>
        <pc:sldMkLst>
          <pc:docMk/>
          <pc:sldMk cId="816205269" sldId="280"/>
        </pc:sldMkLst>
      </pc:sldChg>
      <pc:sldChg chg="addSp modSp new mod">
        <pc:chgData name="Sara Muneeb" userId="29b624b1-a719-43f5-9b52-388cd4043c04" providerId="ADAL" clId="{9349EC5B-3418-40D6-82D5-AD7C894D9B85}" dt="2022-12-14T08:44:48.765" v="400" actId="1076"/>
        <pc:sldMkLst>
          <pc:docMk/>
          <pc:sldMk cId="3072065120" sldId="280"/>
        </pc:sldMkLst>
        <pc:spChg chg="mod">
          <ac:chgData name="Sara Muneeb" userId="29b624b1-a719-43f5-9b52-388cd4043c04" providerId="ADAL" clId="{9349EC5B-3418-40D6-82D5-AD7C894D9B85}" dt="2022-12-14T08:43:24.994" v="395" actId="20577"/>
          <ac:spMkLst>
            <pc:docMk/>
            <pc:sldMk cId="3072065120" sldId="280"/>
            <ac:spMk id="2" creationId="{0A37871C-8C5A-37B4-8632-D0E2907696C3}"/>
          </ac:spMkLst>
        </pc:spChg>
        <pc:spChg chg="mod">
          <ac:chgData name="Sara Muneeb" userId="29b624b1-a719-43f5-9b52-388cd4043c04" providerId="ADAL" clId="{9349EC5B-3418-40D6-82D5-AD7C894D9B85}" dt="2022-12-14T08:44:44.999" v="399" actId="14100"/>
          <ac:spMkLst>
            <pc:docMk/>
            <pc:sldMk cId="3072065120" sldId="280"/>
            <ac:spMk id="3" creationId="{C99D37B3-6D18-5B9C-2006-5AA1F2009FCF}"/>
          </ac:spMkLst>
        </pc:spChg>
        <pc:picChg chg="add mod">
          <ac:chgData name="Sara Muneeb" userId="29b624b1-a719-43f5-9b52-388cd4043c04" providerId="ADAL" clId="{9349EC5B-3418-40D6-82D5-AD7C894D9B85}" dt="2022-12-14T08:44:48.765" v="400" actId="1076"/>
          <ac:picMkLst>
            <pc:docMk/>
            <pc:sldMk cId="3072065120" sldId="280"/>
            <ac:picMk id="3074" creationId="{7EBB93F7-155B-F539-1A08-6EA06299692F}"/>
          </ac:picMkLst>
        </pc:picChg>
      </pc:sldChg>
      <pc:sldChg chg="addSp modSp new mod">
        <pc:chgData name="Sara Muneeb" userId="29b624b1-a719-43f5-9b52-388cd4043c04" providerId="ADAL" clId="{9349EC5B-3418-40D6-82D5-AD7C894D9B85}" dt="2022-12-14T08:45:51.742" v="409" actId="1076"/>
        <pc:sldMkLst>
          <pc:docMk/>
          <pc:sldMk cId="564349661" sldId="281"/>
        </pc:sldMkLst>
        <pc:spChg chg="mod">
          <ac:chgData name="Sara Muneeb" userId="29b624b1-a719-43f5-9b52-388cd4043c04" providerId="ADAL" clId="{9349EC5B-3418-40D6-82D5-AD7C894D9B85}" dt="2022-12-14T08:34:32.911" v="333" actId="20577"/>
          <ac:spMkLst>
            <pc:docMk/>
            <pc:sldMk cId="564349661" sldId="281"/>
            <ac:spMk id="2" creationId="{AAB6586F-63A9-0B8D-409D-CEE33AC7CC97}"/>
          </ac:spMkLst>
        </pc:spChg>
        <pc:spChg chg="mod">
          <ac:chgData name="Sara Muneeb" userId="29b624b1-a719-43f5-9b52-388cd4043c04" providerId="ADAL" clId="{9349EC5B-3418-40D6-82D5-AD7C894D9B85}" dt="2022-12-14T08:45:21.485" v="402" actId="27636"/>
          <ac:spMkLst>
            <pc:docMk/>
            <pc:sldMk cId="564349661" sldId="281"/>
            <ac:spMk id="3" creationId="{2B49BCA0-0A98-1126-1256-170B9C47AF0F}"/>
          </ac:spMkLst>
        </pc:spChg>
        <pc:picChg chg="add mod">
          <ac:chgData name="Sara Muneeb" userId="29b624b1-a719-43f5-9b52-388cd4043c04" providerId="ADAL" clId="{9349EC5B-3418-40D6-82D5-AD7C894D9B85}" dt="2022-12-14T08:45:51.742" v="409" actId="1076"/>
          <ac:picMkLst>
            <pc:docMk/>
            <pc:sldMk cId="564349661" sldId="281"/>
            <ac:picMk id="4098" creationId="{D86AB881-A21A-40D4-247C-0F15BDA2B81E}"/>
          </ac:picMkLst>
        </pc:picChg>
      </pc:sldChg>
      <pc:sldChg chg="del">
        <pc:chgData name="Sara Muneeb" userId="29b624b1-a719-43f5-9b52-388cd4043c04" providerId="ADAL" clId="{9349EC5B-3418-40D6-82D5-AD7C894D9B85}" dt="2022-12-08T04:15:52.168" v="0" actId="47"/>
        <pc:sldMkLst>
          <pc:docMk/>
          <pc:sldMk cId="1257308498" sldId="281"/>
        </pc:sldMkLst>
      </pc:sldChg>
      <pc:sldChg chg="del">
        <pc:chgData name="Sara Muneeb" userId="29b624b1-a719-43f5-9b52-388cd4043c04" providerId="ADAL" clId="{9349EC5B-3418-40D6-82D5-AD7C894D9B85}" dt="2022-12-08T04:15:52.168" v="0" actId="47"/>
        <pc:sldMkLst>
          <pc:docMk/>
          <pc:sldMk cId="2256898020" sldId="282"/>
        </pc:sldMkLst>
      </pc:sldChg>
      <pc:sldChg chg="addSp modSp new mod">
        <pc:chgData name="Sara Muneeb" userId="29b624b1-a719-43f5-9b52-388cd4043c04" providerId="ADAL" clId="{9349EC5B-3418-40D6-82D5-AD7C894D9B85}" dt="2022-12-14T08:47:15.185" v="418" actId="1076"/>
        <pc:sldMkLst>
          <pc:docMk/>
          <pc:sldMk cId="2632875915" sldId="282"/>
        </pc:sldMkLst>
        <pc:spChg chg="mod">
          <ac:chgData name="Sara Muneeb" userId="29b624b1-a719-43f5-9b52-388cd4043c04" providerId="ADAL" clId="{9349EC5B-3418-40D6-82D5-AD7C894D9B85}" dt="2022-12-14T08:34:39.414" v="340" actId="20577"/>
          <ac:spMkLst>
            <pc:docMk/>
            <pc:sldMk cId="2632875915" sldId="282"/>
            <ac:spMk id="2" creationId="{7CFE118C-8048-9139-23CD-37298B120A6E}"/>
          </ac:spMkLst>
        </pc:spChg>
        <pc:spChg chg="mod">
          <ac:chgData name="Sara Muneeb" userId="29b624b1-a719-43f5-9b52-388cd4043c04" providerId="ADAL" clId="{9349EC5B-3418-40D6-82D5-AD7C894D9B85}" dt="2022-12-14T08:46:38.994" v="410" actId="14100"/>
          <ac:spMkLst>
            <pc:docMk/>
            <pc:sldMk cId="2632875915" sldId="282"/>
            <ac:spMk id="3" creationId="{18278A01-B025-45E4-3D5C-26581724EE48}"/>
          </ac:spMkLst>
        </pc:spChg>
        <pc:picChg chg="add mod">
          <ac:chgData name="Sara Muneeb" userId="29b624b1-a719-43f5-9b52-388cd4043c04" providerId="ADAL" clId="{9349EC5B-3418-40D6-82D5-AD7C894D9B85}" dt="2022-12-14T08:47:15.185" v="418" actId="1076"/>
          <ac:picMkLst>
            <pc:docMk/>
            <pc:sldMk cId="2632875915" sldId="282"/>
            <ac:picMk id="5122" creationId="{612B9239-F158-2CB7-9A16-207E6C5C0183}"/>
          </ac:picMkLst>
        </pc:picChg>
      </pc:sldChg>
      <pc:sldChg chg="addSp delSp modSp new mod">
        <pc:chgData name="Sara Muneeb" userId="29b624b1-a719-43f5-9b52-388cd4043c04" providerId="ADAL" clId="{9349EC5B-3418-40D6-82D5-AD7C894D9B85}" dt="2022-12-14T10:05:15.259" v="801" actId="14100"/>
        <pc:sldMkLst>
          <pc:docMk/>
          <pc:sldMk cId="1994472083" sldId="283"/>
        </pc:sldMkLst>
        <pc:spChg chg="mod">
          <ac:chgData name="Sara Muneeb" userId="29b624b1-a719-43f5-9b52-388cd4043c04" providerId="ADAL" clId="{9349EC5B-3418-40D6-82D5-AD7C894D9B85}" dt="2022-12-14T09:48:11.057" v="581" actId="20577"/>
          <ac:spMkLst>
            <pc:docMk/>
            <pc:sldMk cId="1994472083" sldId="283"/>
            <ac:spMk id="2" creationId="{BF839777-4F26-652D-6E3A-B368B35F17AA}"/>
          </ac:spMkLst>
        </pc:spChg>
        <pc:spChg chg="mod">
          <ac:chgData name="Sara Muneeb" userId="29b624b1-a719-43f5-9b52-388cd4043c04" providerId="ADAL" clId="{9349EC5B-3418-40D6-82D5-AD7C894D9B85}" dt="2022-12-14T10:05:03.611" v="799" actId="20577"/>
          <ac:spMkLst>
            <pc:docMk/>
            <pc:sldMk cId="1994472083" sldId="283"/>
            <ac:spMk id="3" creationId="{31984313-D253-7590-BBD8-1CA14AAC8C6A}"/>
          </ac:spMkLst>
        </pc:spChg>
        <pc:picChg chg="add del mod">
          <ac:chgData name="Sara Muneeb" userId="29b624b1-a719-43f5-9b52-388cd4043c04" providerId="ADAL" clId="{9349EC5B-3418-40D6-82D5-AD7C894D9B85}" dt="2022-12-14T09:58:29.871" v="737" actId="21"/>
          <ac:picMkLst>
            <pc:docMk/>
            <pc:sldMk cId="1994472083" sldId="283"/>
            <ac:picMk id="6146" creationId="{31ACE468-3335-7E2F-1695-B9F489BF0046}"/>
          </ac:picMkLst>
        </pc:picChg>
        <pc:picChg chg="add mod">
          <ac:chgData name="Sara Muneeb" userId="29b624b1-a719-43f5-9b52-388cd4043c04" providerId="ADAL" clId="{9349EC5B-3418-40D6-82D5-AD7C894D9B85}" dt="2022-12-14T10:05:15.259" v="801" actId="14100"/>
          <ac:picMkLst>
            <pc:docMk/>
            <pc:sldMk cId="1994472083" sldId="283"/>
            <ac:picMk id="6148" creationId="{A5C8B7A0-7DBB-23CB-B07A-0D492FBDA35F}"/>
          </ac:picMkLst>
        </pc:picChg>
      </pc:sldChg>
      <pc:sldChg chg="del">
        <pc:chgData name="Sara Muneeb" userId="29b624b1-a719-43f5-9b52-388cd4043c04" providerId="ADAL" clId="{9349EC5B-3418-40D6-82D5-AD7C894D9B85}" dt="2022-12-08T04:15:52.168" v="0" actId="47"/>
        <pc:sldMkLst>
          <pc:docMk/>
          <pc:sldMk cId="1243337029" sldId="284"/>
        </pc:sldMkLst>
      </pc:sldChg>
      <pc:sldChg chg="modSp new mod">
        <pc:chgData name="Sara Muneeb" userId="29b624b1-a719-43f5-9b52-388cd4043c04" providerId="ADAL" clId="{9349EC5B-3418-40D6-82D5-AD7C894D9B85}" dt="2022-12-14T10:10:21.236" v="1058" actId="27636"/>
        <pc:sldMkLst>
          <pc:docMk/>
          <pc:sldMk cId="1935204131" sldId="284"/>
        </pc:sldMkLst>
        <pc:spChg chg="mod">
          <ac:chgData name="Sara Muneeb" userId="29b624b1-a719-43f5-9b52-388cd4043c04" providerId="ADAL" clId="{9349EC5B-3418-40D6-82D5-AD7C894D9B85}" dt="2022-12-14T10:10:21.236" v="1058" actId="27636"/>
          <ac:spMkLst>
            <pc:docMk/>
            <pc:sldMk cId="1935204131" sldId="284"/>
            <ac:spMk id="2" creationId="{49B229F6-25FA-9647-4E44-46912C2DA079}"/>
          </ac:spMkLst>
        </pc:spChg>
        <pc:spChg chg="mod">
          <ac:chgData name="Sara Muneeb" userId="29b624b1-a719-43f5-9b52-388cd4043c04" providerId="ADAL" clId="{9349EC5B-3418-40D6-82D5-AD7C894D9B85}" dt="2022-12-14T10:10:04.081" v="1052" actId="20577"/>
          <ac:spMkLst>
            <pc:docMk/>
            <pc:sldMk cId="1935204131" sldId="284"/>
            <ac:spMk id="3" creationId="{F7B5BC33-43BB-1888-BF38-B083F18B0E53}"/>
          </ac:spMkLst>
        </pc:spChg>
      </pc:sldChg>
      <pc:sldChg chg="del">
        <pc:chgData name="Sara Muneeb" userId="29b624b1-a719-43f5-9b52-388cd4043c04" providerId="ADAL" clId="{9349EC5B-3418-40D6-82D5-AD7C894D9B85}" dt="2022-12-08T04:15:52.168" v="0" actId="47"/>
        <pc:sldMkLst>
          <pc:docMk/>
          <pc:sldMk cId="133598058" sldId="285"/>
        </pc:sldMkLst>
      </pc:sldChg>
      <pc:sldChg chg="modSp new mod ord">
        <pc:chgData name="Sara Muneeb" userId="29b624b1-a719-43f5-9b52-388cd4043c04" providerId="ADAL" clId="{9349EC5B-3418-40D6-82D5-AD7C894D9B85}" dt="2022-12-14T10:14:36.433" v="1183" actId="20577"/>
        <pc:sldMkLst>
          <pc:docMk/>
          <pc:sldMk cId="1483931368" sldId="285"/>
        </pc:sldMkLst>
        <pc:spChg chg="mod">
          <ac:chgData name="Sara Muneeb" userId="29b624b1-a719-43f5-9b52-388cd4043c04" providerId="ADAL" clId="{9349EC5B-3418-40D6-82D5-AD7C894D9B85}" dt="2022-12-14T10:10:39.443" v="1083" actId="313"/>
          <ac:spMkLst>
            <pc:docMk/>
            <pc:sldMk cId="1483931368" sldId="285"/>
            <ac:spMk id="2" creationId="{B25017CB-4975-259B-B737-188722D4CD70}"/>
          </ac:spMkLst>
        </pc:spChg>
        <pc:spChg chg="mod">
          <ac:chgData name="Sara Muneeb" userId="29b624b1-a719-43f5-9b52-388cd4043c04" providerId="ADAL" clId="{9349EC5B-3418-40D6-82D5-AD7C894D9B85}" dt="2022-12-14T10:14:36.433" v="1183" actId="20577"/>
          <ac:spMkLst>
            <pc:docMk/>
            <pc:sldMk cId="1483931368" sldId="285"/>
            <ac:spMk id="3" creationId="{D96EFDDF-24D0-631D-5289-3E6CBE721DD6}"/>
          </ac:spMkLst>
        </pc:spChg>
      </pc:sldChg>
    </pc:docChg>
  </pc:docChgLst>
  <pc:docChgLst>
    <pc:chgData name="Sara Muneeb" userId="29b624b1-a719-43f5-9b52-388cd4043c04" providerId="ADAL" clId="{07B87C65-7BF0-4289-BFF5-6A43FACCF6DC}"/>
    <pc:docChg chg="undo custSel addSld delSld modSld sldOrd">
      <pc:chgData name="Sara Muneeb" userId="29b624b1-a719-43f5-9b52-388cd4043c04" providerId="ADAL" clId="{07B87C65-7BF0-4289-BFF5-6A43FACCF6DC}" dt="2022-12-06T04:47:21.753" v="3609" actId="313"/>
      <pc:docMkLst>
        <pc:docMk/>
      </pc:docMkLst>
      <pc:sldChg chg="modSp mod">
        <pc:chgData name="Sara Muneeb" userId="29b624b1-a719-43f5-9b52-388cd4043c04" providerId="ADAL" clId="{07B87C65-7BF0-4289-BFF5-6A43FACCF6DC}" dt="2022-11-25T04:27:15.196" v="57" actId="20577"/>
        <pc:sldMkLst>
          <pc:docMk/>
          <pc:sldMk cId="2984185032" sldId="256"/>
        </pc:sldMkLst>
        <pc:spChg chg="mod">
          <ac:chgData name="Sara Muneeb" userId="29b624b1-a719-43f5-9b52-388cd4043c04" providerId="ADAL" clId="{07B87C65-7BF0-4289-BFF5-6A43FACCF6DC}" dt="2022-11-25T04:27:15.196" v="57" actId="20577"/>
          <ac:spMkLst>
            <pc:docMk/>
            <pc:sldMk cId="2984185032" sldId="256"/>
            <ac:spMk id="2" creationId="{00000000-0000-0000-0000-000000000000}"/>
          </ac:spMkLst>
        </pc:spChg>
      </pc:sldChg>
      <pc:sldChg chg="del">
        <pc:chgData name="Sara Muneeb" userId="29b624b1-a719-43f5-9b52-388cd4043c04" providerId="ADAL" clId="{07B87C65-7BF0-4289-BFF5-6A43FACCF6DC}" dt="2022-11-25T04:26:49.041" v="0" actId="47"/>
        <pc:sldMkLst>
          <pc:docMk/>
          <pc:sldMk cId="2231384248" sldId="257"/>
        </pc:sldMkLst>
      </pc:sldChg>
      <pc:sldChg chg="modSp new mod">
        <pc:chgData name="Sara Muneeb" userId="29b624b1-a719-43f5-9b52-388cd4043c04" providerId="ADAL" clId="{07B87C65-7BF0-4289-BFF5-6A43FACCF6DC}" dt="2022-11-28T09:13:19.759" v="330" actId="20577"/>
        <pc:sldMkLst>
          <pc:docMk/>
          <pc:sldMk cId="4052696622" sldId="257"/>
        </pc:sldMkLst>
        <pc:spChg chg="mod">
          <ac:chgData name="Sara Muneeb" userId="29b624b1-a719-43f5-9b52-388cd4043c04" providerId="ADAL" clId="{07B87C65-7BF0-4289-BFF5-6A43FACCF6DC}" dt="2022-11-28T09:12:24.147" v="315" actId="20577"/>
          <ac:spMkLst>
            <pc:docMk/>
            <pc:sldMk cId="4052696622" sldId="257"/>
            <ac:spMk id="2" creationId="{605A284A-6EAD-D9E5-121D-7190C5C5F6DC}"/>
          </ac:spMkLst>
        </pc:spChg>
        <pc:spChg chg="mod">
          <ac:chgData name="Sara Muneeb" userId="29b624b1-a719-43f5-9b52-388cd4043c04" providerId="ADAL" clId="{07B87C65-7BF0-4289-BFF5-6A43FACCF6DC}" dt="2022-11-28T09:13:19.759" v="330" actId="20577"/>
          <ac:spMkLst>
            <pc:docMk/>
            <pc:sldMk cId="4052696622" sldId="257"/>
            <ac:spMk id="3" creationId="{3AAF61C5-C0AB-856C-C03F-AA8037EE74A2}"/>
          </ac:spMkLst>
        </pc:spChg>
      </pc:sldChg>
      <pc:sldChg chg="modSp new mod">
        <pc:chgData name="Sara Muneeb" userId="29b624b1-a719-43f5-9b52-388cd4043c04" providerId="ADAL" clId="{07B87C65-7BF0-4289-BFF5-6A43FACCF6DC}" dt="2022-11-28T08:58:55.154" v="293" actId="20577"/>
        <pc:sldMkLst>
          <pc:docMk/>
          <pc:sldMk cId="1361134221" sldId="258"/>
        </pc:sldMkLst>
        <pc:spChg chg="mod">
          <ac:chgData name="Sara Muneeb" userId="29b624b1-a719-43f5-9b52-388cd4043c04" providerId="ADAL" clId="{07B87C65-7BF0-4289-BFF5-6A43FACCF6DC}" dt="2022-11-28T07:49:11.415" v="73" actId="20577"/>
          <ac:spMkLst>
            <pc:docMk/>
            <pc:sldMk cId="1361134221" sldId="258"/>
            <ac:spMk id="2" creationId="{1C188CF2-0564-3A20-372A-AE243A9F5DD2}"/>
          </ac:spMkLst>
        </pc:spChg>
        <pc:spChg chg="mod">
          <ac:chgData name="Sara Muneeb" userId="29b624b1-a719-43f5-9b52-388cd4043c04" providerId="ADAL" clId="{07B87C65-7BF0-4289-BFF5-6A43FACCF6DC}" dt="2022-11-28T08:58:55.154" v="293" actId="20577"/>
          <ac:spMkLst>
            <pc:docMk/>
            <pc:sldMk cId="1361134221" sldId="258"/>
            <ac:spMk id="3" creationId="{C788ECBF-C509-42ED-9D7D-A0AD5C1043DD}"/>
          </ac:spMkLst>
        </pc:spChg>
      </pc:sldChg>
      <pc:sldChg chg="del">
        <pc:chgData name="Sara Muneeb" userId="29b624b1-a719-43f5-9b52-388cd4043c04" providerId="ADAL" clId="{07B87C65-7BF0-4289-BFF5-6A43FACCF6DC}" dt="2022-11-25T04:26:49.041" v="0" actId="47"/>
        <pc:sldMkLst>
          <pc:docMk/>
          <pc:sldMk cId="2741597001" sldId="259"/>
        </pc:sldMkLst>
      </pc:sldChg>
      <pc:sldChg chg="modSp new mod">
        <pc:chgData name="Sara Muneeb" userId="29b624b1-a719-43f5-9b52-388cd4043c04" providerId="ADAL" clId="{07B87C65-7BF0-4289-BFF5-6A43FACCF6DC}" dt="2022-11-28T09:15:04.754" v="379" actId="20577"/>
        <pc:sldMkLst>
          <pc:docMk/>
          <pc:sldMk cId="4265269636" sldId="259"/>
        </pc:sldMkLst>
        <pc:spChg chg="mod">
          <ac:chgData name="Sara Muneeb" userId="29b624b1-a719-43f5-9b52-388cd4043c04" providerId="ADAL" clId="{07B87C65-7BF0-4289-BFF5-6A43FACCF6DC}" dt="2022-11-28T09:13:30.460" v="358" actId="20577"/>
          <ac:spMkLst>
            <pc:docMk/>
            <pc:sldMk cId="4265269636" sldId="259"/>
            <ac:spMk id="2" creationId="{6A9359AB-2089-CDD9-3C5C-6C127216FB6E}"/>
          </ac:spMkLst>
        </pc:spChg>
        <pc:spChg chg="mod">
          <ac:chgData name="Sara Muneeb" userId="29b624b1-a719-43f5-9b52-388cd4043c04" providerId="ADAL" clId="{07B87C65-7BF0-4289-BFF5-6A43FACCF6DC}" dt="2022-11-28T09:15:04.754" v="379" actId="20577"/>
          <ac:spMkLst>
            <pc:docMk/>
            <pc:sldMk cId="4265269636" sldId="259"/>
            <ac:spMk id="3" creationId="{5FC31DFC-EC75-4865-B5E9-3F0E3FF8BDCA}"/>
          </ac:spMkLst>
        </pc:spChg>
      </pc:sldChg>
      <pc:sldChg chg="del">
        <pc:chgData name="Sara Muneeb" userId="29b624b1-a719-43f5-9b52-388cd4043c04" providerId="ADAL" clId="{07B87C65-7BF0-4289-BFF5-6A43FACCF6DC}" dt="2022-11-25T04:26:49.041" v="0" actId="47"/>
        <pc:sldMkLst>
          <pc:docMk/>
          <pc:sldMk cId="2600276571" sldId="260"/>
        </pc:sldMkLst>
      </pc:sldChg>
      <pc:sldChg chg="addSp delSp modSp new mod">
        <pc:chgData name="Sara Muneeb" userId="29b624b1-a719-43f5-9b52-388cd4043c04" providerId="ADAL" clId="{07B87C65-7BF0-4289-BFF5-6A43FACCF6DC}" dt="2022-11-28T09:16:09.242" v="409" actId="22"/>
        <pc:sldMkLst>
          <pc:docMk/>
          <pc:sldMk cId="3053092613" sldId="260"/>
        </pc:sldMkLst>
        <pc:spChg chg="mod">
          <ac:chgData name="Sara Muneeb" userId="29b624b1-a719-43f5-9b52-388cd4043c04" providerId="ADAL" clId="{07B87C65-7BF0-4289-BFF5-6A43FACCF6DC}" dt="2022-11-28T09:15:47.999" v="408" actId="20577"/>
          <ac:spMkLst>
            <pc:docMk/>
            <pc:sldMk cId="3053092613" sldId="260"/>
            <ac:spMk id="2" creationId="{68FEAE9E-AD7D-92B7-4A13-D87C8C1CC399}"/>
          </ac:spMkLst>
        </pc:spChg>
        <pc:spChg chg="del">
          <ac:chgData name="Sara Muneeb" userId="29b624b1-a719-43f5-9b52-388cd4043c04" providerId="ADAL" clId="{07B87C65-7BF0-4289-BFF5-6A43FACCF6DC}" dt="2022-11-28T09:16:09.242" v="409" actId="22"/>
          <ac:spMkLst>
            <pc:docMk/>
            <pc:sldMk cId="3053092613" sldId="260"/>
            <ac:spMk id="3" creationId="{497C2FE3-5E55-1AC7-5D6D-80575406B5F8}"/>
          </ac:spMkLst>
        </pc:spChg>
        <pc:picChg chg="add mod ord">
          <ac:chgData name="Sara Muneeb" userId="29b624b1-a719-43f5-9b52-388cd4043c04" providerId="ADAL" clId="{07B87C65-7BF0-4289-BFF5-6A43FACCF6DC}" dt="2022-11-28T09:16:09.242" v="409" actId="22"/>
          <ac:picMkLst>
            <pc:docMk/>
            <pc:sldMk cId="3053092613" sldId="260"/>
            <ac:picMk id="5" creationId="{43B55A1C-152E-2A37-CF03-23AFC8E16CEC}"/>
          </ac:picMkLst>
        </pc:picChg>
      </pc:sldChg>
      <pc:sldChg chg="modSp new mod">
        <pc:chgData name="Sara Muneeb" userId="29b624b1-a719-43f5-9b52-388cd4043c04" providerId="ADAL" clId="{07B87C65-7BF0-4289-BFF5-6A43FACCF6DC}" dt="2022-11-29T07:31:58.307" v="507" actId="113"/>
        <pc:sldMkLst>
          <pc:docMk/>
          <pc:sldMk cId="148806529" sldId="261"/>
        </pc:sldMkLst>
        <pc:spChg chg="mod">
          <ac:chgData name="Sara Muneeb" userId="29b624b1-a719-43f5-9b52-388cd4043c04" providerId="ADAL" clId="{07B87C65-7BF0-4289-BFF5-6A43FACCF6DC}" dt="2022-11-28T10:18:16.079" v="445" actId="20577"/>
          <ac:spMkLst>
            <pc:docMk/>
            <pc:sldMk cId="148806529" sldId="261"/>
            <ac:spMk id="2" creationId="{6EB53279-B1E6-E8CE-D724-5006DC985BA2}"/>
          </ac:spMkLst>
        </pc:spChg>
        <pc:spChg chg="mod">
          <ac:chgData name="Sara Muneeb" userId="29b624b1-a719-43f5-9b52-388cd4043c04" providerId="ADAL" clId="{07B87C65-7BF0-4289-BFF5-6A43FACCF6DC}" dt="2022-11-29T07:31:58.307" v="507" actId="113"/>
          <ac:spMkLst>
            <pc:docMk/>
            <pc:sldMk cId="148806529" sldId="261"/>
            <ac:spMk id="3" creationId="{F120CFDE-1724-1B54-E2DA-5486F8C81118}"/>
          </ac:spMkLst>
        </pc:spChg>
      </pc:sldChg>
      <pc:sldChg chg="del">
        <pc:chgData name="Sara Muneeb" userId="29b624b1-a719-43f5-9b52-388cd4043c04" providerId="ADAL" clId="{07B87C65-7BF0-4289-BFF5-6A43FACCF6DC}" dt="2022-11-25T04:26:49.041" v="0" actId="47"/>
        <pc:sldMkLst>
          <pc:docMk/>
          <pc:sldMk cId="3302378807" sldId="261"/>
        </pc:sldMkLst>
      </pc:sldChg>
      <pc:sldChg chg="addSp delSp modSp new mod">
        <pc:chgData name="Sara Muneeb" userId="29b624b1-a719-43f5-9b52-388cd4043c04" providerId="ADAL" clId="{07B87C65-7BF0-4289-BFF5-6A43FACCF6DC}" dt="2022-11-29T07:50:05.931" v="531" actId="1076"/>
        <pc:sldMkLst>
          <pc:docMk/>
          <pc:sldMk cId="2076603548" sldId="262"/>
        </pc:sldMkLst>
        <pc:spChg chg="mod">
          <ac:chgData name="Sara Muneeb" userId="29b624b1-a719-43f5-9b52-388cd4043c04" providerId="ADAL" clId="{07B87C65-7BF0-4289-BFF5-6A43FACCF6DC}" dt="2022-11-29T07:48:47.763" v="511" actId="20577"/>
          <ac:spMkLst>
            <pc:docMk/>
            <pc:sldMk cId="2076603548" sldId="262"/>
            <ac:spMk id="2" creationId="{F3785345-9836-C81A-8C43-B254A70CD2C5}"/>
          </ac:spMkLst>
        </pc:spChg>
        <pc:spChg chg="del">
          <ac:chgData name="Sara Muneeb" userId="29b624b1-a719-43f5-9b52-388cd4043c04" providerId="ADAL" clId="{07B87C65-7BF0-4289-BFF5-6A43FACCF6DC}" dt="2022-11-29T07:49:12.743" v="512" actId="22"/>
          <ac:spMkLst>
            <pc:docMk/>
            <pc:sldMk cId="2076603548" sldId="262"/>
            <ac:spMk id="3" creationId="{8AC7FDA9-411B-4E31-CB67-182247C44DC8}"/>
          </ac:spMkLst>
        </pc:spChg>
        <pc:spChg chg="add mod">
          <ac:chgData name="Sara Muneeb" userId="29b624b1-a719-43f5-9b52-388cd4043c04" providerId="ADAL" clId="{07B87C65-7BF0-4289-BFF5-6A43FACCF6DC}" dt="2022-11-29T07:50:02.514" v="530"/>
          <ac:spMkLst>
            <pc:docMk/>
            <pc:sldMk cId="2076603548" sldId="262"/>
            <ac:spMk id="7" creationId="{15F9C096-6822-8F54-8D7A-3910E101A2E2}"/>
          </ac:spMkLst>
        </pc:spChg>
        <pc:picChg chg="add del mod ord">
          <ac:chgData name="Sara Muneeb" userId="29b624b1-a719-43f5-9b52-388cd4043c04" providerId="ADAL" clId="{07B87C65-7BF0-4289-BFF5-6A43FACCF6DC}" dt="2022-11-29T07:49:18.791" v="514" actId="21"/>
          <ac:picMkLst>
            <pc:docMk/>
            <pc:sldMk cId="2076603548" sldId="262"/>
            <ac:picMk id="5" creationId="{4A14F249-C638-D630-C27C-BF3814884256}"/>
          </ac:picMkLst>
        </pc:picChg>
        <pc:picChg chg="add mod">
          <ac:chgData name="Sara Muneeb" userId="29b624b1-a719-43f5-9b52-388cd4043c04" providerId="ADAL" clId="{07B87C65-7BF0-4289-BFF5-6A43FACCF6DC}" dt="2022-11-29T07:50:05.931" v="531" actId="1076"/>
          <ac:picMkLst>
            <pc:docMk/>
            <pc:sldMk cId="2076603548" sldId="262"/>
            <ac:picMk id="8" creationId="{C1D63230-9C36-E8E1-81D1-0411475521F0}"/>
          </ac:picMkLst>
        </pc:picChg>
      </pc:sldChg>
      <pc:sldChg chg="del">
        <pc:chgData name="Sara Muneeb" userId="29b624b1-a719-43f5-9b52-388cd4043c04" providerId="ADAL" clId="{07B87C65-7BF0-4289-BFF5-6A43FACCF6DC}" dt="2022-11-25T04:26:49.041" v="0" actId="47"/>
        <pc:sldMkLst>
          <pc:docMk/>
          <pc:sldMk cId="3153897923" sldId="262"/>
        </pc:sldMkLst>
      </pc:sldChg>
      <pc:sldChg chg="del">
        <pc:chgData name="Sara Muneeb" userId="29b624b1-a719-43f5-9b52-388cd4043c04" providerId="ADAL" clId="{07B87C65-7BF0-4289-BFF5-6A43FACCF6DC}" dt="2022-11-25T04:26:49.041" v="0" actId="47"/>
        <pc:sldMkLst>
          <pc:docMk/>
          <pc:sldMk cId="549192520" sldId="263"/>
        </pc:sldMkLst>
      </pc:sldChg>
      <pc:sldChg chg="modSp new mod">
        <pc:chgData name="Sara Muneeb" userId="29b624b1-a719-43f5-9b52-388cd4043c04" providerId="ADAL" clId="{07B87C65-7BF0-4289-BFF5-6A43FACCF6DC}" dt="2022-11-29T07:52:26.693" v="613" actId="27636"/>
        <pc:sldMkLst>
          <pc:docMk/>
          <pc:sldMk cId="1694070568" sldId="263"/>
        </pc:sldMkLst>
        <pc:spChg chg="mod">
          <ac:chgData name="Sara Muneeb" userId="29b624b1-a719-43f5-9b52-388cd4043c04" providerId="ADAL" clId="{07B87C65-7BF0-4289-BFF5-6A43FACCF6DC}" dt="2022-11-29T07:50:16.468" v="534" actId="27636"/>
          <ac:spMkLst>
            <pc:docMk/>
            <pc:sldMk cId="1694070568" sldId="263"/>
            <ac:spMk id="2" creationId="{48FB18CF-CEE8-E867-3852-C8F63BB3E30F}"/>
          </ac:spMkLst>
        </pc:spChg>
        <pc:spChg chg="mod">
          <ac:chgData name="Sara Muneeb" userId="29b624b1-a719-43f5-9b52-388cd4043c04" providerId="ADAL" clId="{07B87C65-7BF0-4289-BFF5-6A43FACCF6DC}" dt="2022-11-29T07:52:26.693" v="613" actId="27636"/>
          <ac:spMkLst>
            <pc:docMk/>
            <pc:sldMk cId="1694070568" sldId="263"/>
            <ac:spMk id="3" creationId="{99F183BB-C036-3B0B-5546-C112AA1D206D}"/>
          </ac:spMkLst>
        </pc:spChg>
      </pc:sldChg>
      <pc:sldChg chg="del">
        <pc:chgData name="Sara Muneeb" userId="29b624b1-a719-43f5-9b52-388cd4043c04" providerId="ADAL" clId="{07B87C65-7BF0-4289-BFF5-6A43FACCF6DC}" dt="2022-11-25T04:26:49.041" v="0" actId="47"/>
        <pc:sldMkLst>
          <pc:docMk/>
          <pc:sldMk cId="65336695" sldId="264"/>
        </pc:sldMkLst>
      </pc:sldChg>
      <pc:sldChg chg="addSp delSp modSp new mod">
        <pc:chgData name="Sara Muneeb" userId="29b624b1-a719-43f5-9b52-388cd4043c04" providerId="ADAL" clId="{07B87C65-7BF0-4289-BFF5-6A43FACCF6DC}" dt="2022-11-29T07:55:35.208" v="668" actId="20577"/>
        <pc:sldMkLst>
          <pc:docMk/>
          <pc:sldMk cId="588564377" sldId="264"/>
        </pc:sldMkLst>
        <pc:spChg chg="mod">
          <ac:chgData name="Sara Muneeb" userId="29b624b1-a719-43f5-9b52-388cd4043c04" providerId="ADAL" clId="{07B87C65-7BF0-4289-BFF5-6A43FACCF6DC}" dt="2022-11-29T07:52:58.224" v="617" actId="27636"/>
          <ac:spMkLst>
            <pc:docMk/>
            <pc:sldMk cId="588564377" sldId="264"/>
            <ac:spMk id="2" creationId="{B1ABD304-B4C0-5476-67EE-75E27ED46C4A}"/>
          </ac:spMkLst>
        </pc:spChg>
        <pc:spChg chg="del">
          <ac:chgData name="Sara Muneeb" userId="29b624b1-a719-43f5-9b52-388cd4043c04" providerId="ADAL" clId="{07B87C65-7BF0-4289-BFF5-6A43FACCF6DC}" dt="2022-11-29T07:52:49.073" v="615" actId="22"/>
          <ac:spMkLst>
            <pc:docMk/>
            <pc:sldMk cId="588564377" sldId="264"/>
            <ac:spMk id="3" creationId="{6AC37CC5-B942-070B-F4CD-DDCB71A088AE}"/>
          </ac:spMkLst>
        </pc:spChg>
        <pc:spChg chg="add del mod">
          <ac:chgData name="Sara Muneeb" userId="29b624b1-a719-43f5-9b52-388cd4043c04" providerId="ADAL" clId="{07B87C65-7BF0-4289-BFF5-6A43FACCF6DC}" dt="2022-11-29T07:53:19.460" v="621"/>
          <ac:spMkLst>
            <pc:docMk/>
            <pc:sldMk cId="588564377" sldId="264"/>
            <ac:spMk id="7" creationId="{4711964E-5778-B5DA-45D3-8A9EB1673AF2}"/>
          </ac:spMkLst>
        </pc:spChg>
        <pc:spChg chg="add mod">
          <ac:chgData name="Sara Muneeb" userId="29b624b1-a719-43f5-9b52-388cd4043c04" providerId="ADAL" clId="{07B87C65-7BF0-4289-BFF5-6A43FACCF6DC}" dt="2022-11-29T07:53:57.471" v="631" actId="20577"/>
          <ac:spMkLst>
            <pc:docMk/>
            <pc:sldMk cId="588564377" sldId="264"/>
            <ac:spMk id="11" creationId="{0E5E5843-45B8-8455-5511-C0D3A6A9CCFF}"/>
          </ac:spMkLst>
        </pc:spChg>
        <pc:spChg chg="add mod">
          <ac:chgData name="Sara Muneeb" userId="29b624b1-a719-43f5-9b52-388cd4043c04" providerId="ADAL" clId="{07B87C65-7BF0-4289-BFF5-6A43FACCF6DC}" dt="2022-11-29T07:55:35.208" v="668" actId="20577"/>
          <ac:spMkLst>
            <pc:docMk/>
            <pc:sldMk cId="588564377" sldId="264"/>
            <ac:spMk id="13" creationId="{F48BCAEB-802E-2B3E-3F2B-31314851D28F}"/>
          </ac:spMkLst>
        </pc:spChg>
        <pc:picChg chg="add del mod ord">
          <ac:chgData name="Sara Muneeb" userId="29b624b1-a719-43f5-9b52-388cd4043c04" providerId="ADAL" clId="{07B87C65-7BF0-4289-BFF5-6A43FACCF6DC}" dt="2022-11-29T07:53:14.867" v="618" actId="21"/>
          <ac:picMkLst>
            <pc:docMk/>
            <pc:sldMk cId="588564377" sldId="264"/>
            <ac:picMk id="5" creationId="{31C5C8D7-BD16-C51E-46C5-BE0339527AC7}"/>
          </ac:picMkLst>
        </pc:picChg>
        <pc:picChg chg="add del mod">
          <ac:chgData name="Sara Muneeb" userId="29b624b1-a719-43f5-9b52-388cd4043c04" providerId="ADAL" clId="{07B87C65-7BF0-4289-BFF5-6A43FACCF6DC}" dt="2022-11-29T07:53:17.727" v="620"/>
          <ac:picMkLst>
            <pc:docMk/>
            <pc:sldMk cId="588564377" sldId="264"/>
            <ac:picMk id="8" creationId="{56793790-D8F3-371D-0A20-4BE2F81CCBBF}"/>
          </ac:picMkLst>
        </pc:picChg>
        <pc:picChg chg="add mod">
          <ac:chgData name="Sara Muneeb" userId="29b624b1-a719-43f5-9b52-388cd4043c04" providerId="ADAL" clId="{07B87C65-7BF0-4289-BFF5-6A43FACCF6DC}" dt="2022-11-29T07:54:26.747" v="632" actId="1076"/>
          <ac:picMkLst>
            <pc:docMk/>
            <pc:sldMk cId="588564377" sldId="264"/>
            <ac:picMk id="9" creationId="{D5895A0E-C046-FCDC-344F-B4794F5612C5}"/>
          </ac:picMkLst>
        </pc:picChg>
      </pc:sldChg>
      <pc:sldChg chg="del">
        <pc:chgData name="Sara Muneeb" userId="29b624b1-a719-43f5-9b52-388cd4043c04" providerId="ADAL" clId="{07B87C65-7BF0-4289-BFF5-6A43FACCF6DC}" dt="2022-11-25T04:26:49.041" v="0" actId="47"/>
        <pc:sldMkLst>
          <pc:docMk/>
          <pc:sldMk cId="696826166" sldId="265"/>
        </pc:sldMkLst>
      </pc:sldChg>
      <pc:sldChg chg="addSp modSp new mod">
        <pc:chgData name="Sara Muneeb" userId="29b624b1-a719-43f5-9b52-388cd4043c04" providerId="ADAL" clId="{07B87C65-7BF0-4289-BFF5-6A43FACCF6DC}" dt="2022-11-29T07:57:54.787" v="692" actId="113"/>
        <pc:sldMkLst>
          <pc:docMk/>
          <pc:sldMk cId="920584413" sldId="265"/>
        </pc:sldMkLst>
        <pc:spChg chg="mod">
          <ac:chgData name="Sara Muneeb" userId="29b624b1-a719-43f5-9b52-388cd4043c04" providerId="ADAL" clId="{07B87C65-7BF0-4289-BFF5-6A43FACCF6DC}" dt="2022-11-29T07:55:55.988" v="671" actId="27636"/>
          <ac:spMkLst>
            <pc:docMk/>
            <pc:sldMk cId="920584413" sldId="265"/>
            <ac:spMk id="2" creationId="{55A387FB-BA6D-1A53-26B1-232A9A538C8F}"/>
          </ac:spMkLst>
        </pc:spChg>
        <pc:spChg chg="mod">
          <ac:chgData name="Sara Muneeb" userId="29b624b1-a719-43f5-9b52-388cd4043c04" providerId="ADAL" clId="{07B87C65-7BF0-4289-BFF5-6A43FACCF6DC}" dt="2022-11-29T07:57:54.787" v="692" actId="113"/>
          <ac:spMkLst>
            <pc:docMk/>
            <pc:sldMk cId="920584413" sldId="265"/>
            <ac:spMk id="3" creationId="{75E70F34-49A5-0390-AAA7-861E241AE01D}"/>
          </ac:spMkLst>
        </pc:spChg>
        <pc:picChg chg="add mod">
          <ac:chgData name="Sara Muneeb" userId="29b624b1-a719-43f5-9b52-388cd4043c04" providerId="ADAL" clId="{07B87C65-7BF0-4289-BFF5-6A43FACCF6DC}" dt="2022-11-29T07:57:43.801" v="689" actId="1038"/>
          <ac:picMkLst>
            <pc:docMk/>
            <pc:sldMk cId="920584413" sldId="265"/>
            <ac:picMk id="5" creationId="{EEF9386D-5A1C-134C-37B3-67300E28828C}"/>
          </ac:picMkLst>
        </pc:picChg>
      </pc:sldChg>
      <pc:sldChg chg="modSp new mod">
        <pc:chgData name="Sara Muneeb" userId="29b624b1-a719-43f5-9b52-388cd4043c04" providerId="ADAL" clId="{07B87C65-7BF0-4289-BFF5-6A43FACCF6DC}" dt="2022-11-29T08:07:39.622" v="826" actId="15"/>
        <pc:sldMkLst>
          <pc:docMk/>
          <pc:sldMk cId="480505665" sldId="266"/>
        </pc:sldMkLst>
        <pc:spChg chg="mod">
          <ac:chgData name="Sara Muneeb" userId="29b624b1-a719-43f5-9b52-388cd4043c04" providerId="ADAL" clId="{07B87C65-7BF0-4289-BFF5-6A43FACCF6DC}" dt="2022-11-29T08:01:25.846" v="762" actId="20577"/>
          <ac:spMkLst>
            <pc:docMk/>
            <pc:sldMk cId="480505665" sldId="266"/>
            <ac:spMk id="2" creationId="{F87C91DA-CDDA-10E7-254B-C9F11A90D94F}"/>
          </ac:spMkLst>
        </pc:spChg>
        <pc:spChg chg="mod">
          <ac:chgData name="Sara Muneeb" userId="29b624b1-a719-43f5-9b52-388cd4043c04" providerId="ADAL" clId="{07B87C65-7BF0-4289-BFF5-6A43FACCF6DC}" dt="2022-11-29T08:07:39.622" v="826" actId="15"/>
          <ac:spMkLst>
            <pc:docMk/>
            <pc:sldMk cId="480505665" sldId="266"/>
            <ac:spMk id="3" creationId="{B3D98B26-ED18-2AD7-2E13-DC5AEB001770}"/>
          </ac:spMkLst>
        </pc:spChg>
      </pc:sldChg>
      <pc:sldChg chg="del">
        <pc:chgData name="Sara Muneeb" userId="29b624b1-a719-43f5-9b52-388cd4043c04" providerId="ADAL" clId="{07B87C65-7BF0-4289-BFF5-6A43FACCF6DC}" dt="2022-11-25T04:26:49.041" v="0" actId="47"/>
        <pc:sldMkLst>
          <pc:docMk/>
          <pc:sldMk cId="922512695" sldId="266"/>
        </pc:sldMkLst>
      </pc:sldChg>
      <pc:sldChg chg="modSp new mod">
        <pc:chgData name="Sara Muneeb" userId="29b624b1-a719-43f5-9b52-388cd4043c04" providerId="ADAL" clId="{07B87C65-7BF0-4289-BFF5-6A43FACCF6DC}" dt="2022-11-29T08:10:54.056" v="881" actId="20577"/>
        <pc:sldMkLst>
          <pc:docMk/>
          <pc:sldMk cId="814825275" sldId="267"/>
        </pc:sldMkLst>
        <pc:spChg chg="mod">
          <ac:chgData name="Sara Muneeb" userId="29b624b1-a719-43f5-9b52-388cd4043c04" providerId="ADAL" clId="{07B87C65-7BF0-4289-BFF5-6A43FACCF6DC}" dt="2022-11-29T08:09:30.695" v="835" actId="20577"/>
          <ac:spMkLst>
            <pc:docMk/>
            <pc:sldMk cId="814825275" sldId="267"/>
            <ac:spMk id="2" creationId="{9DD101A9-675F-B073-0FCF-69CCACAA4509}"/>
          </ac:spMkLst>
        </pc:spChg>
        <pc:spChg chg="mod">
          <ac:chgData name="Sara Muneeb" userId="29b624b1-a719-43f5-9b52-388cd4043c04" providerId="ADAL" clId="{07B87C65-7BF0-4289-BFF5-6A43FACCF6DC}" dt="2022-11-29T08:10:54.056" v="881" actId="20577"/>
          <ac:spMkLst>
            <pc:docMk/>
            <pc:sldMk cId="814825275" sldId="267"/>
            <ac:spMk id="3" creationId="{CAF53B9D-DE20-BE50-D0FE-318EBDD60E08}"/>
          </ac:spMkLst>
        </pc:spChg>
      </pc:sldChg>
      <pc:sldChg chg="del">
        <pc:chgData name="Sara Muneeb" userId="29b624b1-a719-43f5-9b52-388cd4043c04" providerId="ADAL" clId="{07B87C65-7BF0-4289-BFF5-6A43FACCF6DC}" dt="2022-11-25T04:26:49.041" v="0" actId="47"/>
        <pc:sldMkLst>
          <pc:docMk/>
          <pc:sldMk cId="2171506608" sldId="267"/>
        </pc:sldMkLst>
      </pc:sldChg>
      <pc:sldChg chg="addSp delSp modSp new mod">
        <pc:chgData name="Sara Muneeb" userId="29b624b1-a719-43f5-9b52-388cd4043c04" providerId="ADAL" clId="{07B87C65-7BF0-4289-BFF5-6A43FACCF6DC}" dt="2022-11-29T08:15:01.445" v="944" actId="20577"/>
        <pc:sldMkLst>
          <pc:docMk/>
          <pc:sldMk cId="793564404" sldId="268"/>
        </pc:sldMkLst>
        <pc:spChg chg="mod">
          <ac:chgData name="Sara Muneeb" userId="29b624b1-a719-43f5-9b52-388cd4043c04" providerId="ADAL" clId="{07B87C65-7BF0-4289-BFF5-6A43FACCF6DC}" dt="2022-11-29T08:15:01.445" v="944" actId="20577"/>
          <ac:spMkLst>
            <pc:docMk/>
            <pc:sldMk cId="793564404" sldId="268"/>
            <ac:spMk id="2" creationId="{E26AC86E-A5C8-6B45-D4B0-F1DD6A181F56}"/>
          </ac:spMkLst>
        </pc:spChg>
        <pc:spChg chg="del">
          <ac:chgData name="Sara Muneeb" userId="29b624b1-a719-43f5-9b52-388cd4043c04" providerId="ADAL" clId="{07B87C65-7BF0-4289-BFF5-6A43FACCF6DC}" dt="2022-11-29T08:12:47.301" v="918" actId="22"/>
          <ac:spMkLst>
            <pc:docMk/>
            <pc:sldMk cId="793564404" sldId="268"/>
            <ac:spMk id="3" creationId="{B7A91D8B-19E1-1478-079B-5DCF3872C373}"/>
          </ac:spMkLst>
        </pc:spChg>
        <pc:spChg chg="add mod">
          <ac:chgData name="Sara Muneeb" userId="29b624b1-a719-43f5-9b52-388cd4043c04" providerId="ADAL" clId="{07B87C65-7BF0-4289-BFF5-6A43FACCF6DC}" dt="2022-11-29T08:13:31.767" v="938" actId="20577"/>
          <ac:spMkLst>
            <pc:docMk/>
            <pc:sldMk cId="793564404" sldId="268"/>
            <ac:spMk id="7" creationId="{945C77B3-6FA1-3FDF-7B7E-1C5E743D52E6}"/>
          </ac:spMkLst>
        </pc:spChg>
        <pc:picChg chg="add mod ord">
          <ac:chgData name="Sara Muneeb" userId="29b624b1-a719-43f5-9b52-388cd4043c04" providerId="ADAL" clId="{07B87C65-7BF0-4289-BFF5-6A43FACCF6DC}" dt="2022-11-29T08:12:50.359" v="919" actId="1076"/>
          <ac:picMkLst>
            <pc:docMk/>
            <pc:sldMk cId="793564404" sldId="268"/>
            <ac:picMk id="5" creationId="{29E05507-6C91-2A3B-D391-21CA998F7235}"/>
          </ac:picMkLst>
        </pc:picChg>
      </pc:sldChg>
      <pc:sldChg chg="del">
        <pc:chgData name="Sara Muneeb" userId="29b624b1-a719-43f5-9b52-388cd4043c04" providerId="ADAL" clId="{07B87C65-7BF0-4289-BFF5-6A43FACCF6DC}" dt="2022-11-25T04:26:49.041" v="0" actId="47"/>
        <pc:sldMkLst>
          <pc:docMk/>
          <pc:sldMk cId="3311259099" sldId="268"/>
        </pc:sldMkLst>
      </pc:sldChg>
      <pc:sldChg chg="del">
        <pc:chgData name="Sara Muneeb" userId="29b624b1-a719-43f5-9b52-388cd4043c04" providerId="ADAL" clId="{07B87C65-7BF0-4289-BFF5-6A43FACCF6DC}" dt="2022-11-25T04:26:49.041" v="0" actId="47"/>
        <pc:sldMkLst>
          <pc:docMk/>
          <pc:sldMk cId="1027124531" sldId="269"/>
        </pc:sldMkLst>
      </pc:sldChg>
      <pc:sldChg chg="addSp delSp modSp new mod">
        <pc:chgData name="Sara Muneeb" userId="29b624b1-a719-43f5-9b52-388cd4043c04" providerId="ADAL" clId="{07B87C65-7BF0-4289-BFF5-6A43FACCF6DC}" dt="2022-11-29T08:15:09.432" v="959" actId="20577"/>
        <pc:sldMkLst>
          <pc:docMk/>
          <pc:sldMk cId="3179164803" sldId="269"/>
        </pc:sldMkLst>
        <pc:spChg chg="mod">
          <ac:chgData name="Sara Muneeb" userId="29b624b1-a719-43f5-9b52-388cd4043c04" providerId="ADAL" clId="{07B87C65-7BF0-4289-BFF5-6A43FACCF6DC}" dt="2022-11-29T08:15:09.432" v="959" actId="20577"/>
          <ac:spMkLst>
            <pc:docMk/>
            <pc:sldMk cId="3179164803" sldId="269"/>
            <ac:spMk id="2" creationId="{1D97CD13-E0C4-2982-F017-A2F4563742E6}"/>
          </ac:spMkLst>
        </pc:spChg>
        <pc:spChg chg="del">
          <ac:chgData name="Sara Muneeb" userId="29b624b1-a719-43f5-9b52-388cd4043c04" providerId="ADAL" clId="{07B87C65-7BF0-4289-BFF5-6A43FACCF6DC}" dt="2022-11-29T08:14:49.877" v="940" actId="22"/>
          <ac:spMkLst>
            <pc:docMk/>
            <pc:sldMk cId="3179164803" sldId="269"/>
            <ac:spMk id="3" creationId="{8CDBDA02-E953-9A98-51CF-7413A2B497EF}"/>
          </ac:spMkLst>
        </pc:spChg>
        <pc:picChg chg="add mod ord">
          <ac:chgData name="Sara Muneeb" userId="29b624b1-a719-43f5-9b52-388cd4043c04" providerId="ADAL" clId="{07B87C65-7BF0-4289-BFF5-6A43FACCF6DC}" dt="2022-11-29T08:14:49.877" v="940" actId="22"/>
          <ac:picMkLst>
            <pc:docMk/>
            <pc:sldMk cId="3179164803" sldId="269"/>
            <ac:picMk id="5" creationId="{2D056AF0-4B09-2295-772D-391C386EBACE}"/>
          </ac:picMkLst>
        </pc:picChg>
      </pc:sldChg>
      <pc:sldChg chg="addSp delSp modSp new mod">
        <pc:chgData name="Sara Muneeb" userId="29b624b1-a719-43f5-9b52-388cd4043c04" providerId="ADAL" clId="{07B87C65-7BF0-4289-BFF5-6A43FACCF6DC}" dt="2022-11-29T08:15:30.731" v="974" actId="22"/>
        <pc:sldMkLst>
          <pc:docMk/>
          <pc:sldMk cId="1469265427" sldId="270"/>
        </pc:sldMkLst>
        <pc:spChg chg="mod">
          <ac:chgData name="Sara Muneeb" userId="29b624b1-a719-43f5-9b52-388cd4043c04" providerId="ADAL" clId="{07B87C65-7BF0-4289-BFF5-6A43FACCF6DC}" dt="2022-11-29T08:15:28.284" v="973" actId="20577"/>
          <ac:spMkLst>
            <pc:docMk/>
            <pc:sldMk cId="1469265427" sldId="270"/>
            <ac:spMk id="2" creationId="{560AB7A3-7D9C-4835-C5CF-29EFE68DCAB7}"/>
          </ac:spMkLst>
        </pc:spChg>
        <pc:spChg chg="del">
          <ac:chgData name="Sara Muneeb" userId="29b624b1-a719-43f5-9b52-388cd4043c04" providerId="ADAL" clId="{07B87C65-7BF0-4289-BFF5-6A43FACCF6DC}" dt="2022-11-29T08:15:30.731" v="974" actId="22"/>
          <ac:spMkLst>
            <pc:docMk/>
            <pc:sldMk cId="1469265427" sldId="270"/>
            <ac:spMk id="3" creationId="{984402B9-F4B0-5D55-41A4-9ADFA28C5E1F}"/>
          </ac:spMkLst>
        </pc:spChg>
        <pc:picChg chg="add mod ord">
          <ac:chgData name="Sara Muneeb" userId="29b624b1-a719-43f5-9b52-388cd4043c04" providerId="ADAL" clId="{07B87C65-7BF0-4289-BFF5-6A43FACCF6DC}" dt="2022-11-29T08:15:30.731" v="974" actId="22"/>
          <ac:picMkLst>
            <pc:docMk/>
            <pc:sldMk cId="1469265427" sldId="270"/>
            <ac:picMk id="5" creationId="{AA3A4857-EF54-D2A6-2DF0-68E4FF6BE937}"/>
          </ac:picMkLst>
        </pc:picChg>
      </pc:sldChg>
      <pc:sldChg chg="del">
        <pc:chgData name="Sara Muneeb" userId="29b624b1-a719-43f5-9b52-388cd4043c04" providerId="ADAL" clId="{07B87C65-7BF0-4289-BFF5-6A43FACCF6DC}" dt="2022-11-25T04:26:49.041" v="0" actId="47"/>
        <pc:sldMkLst>
          <pc:docMk/>
          <pc:sldMk cId="4065404976" sldId="270"/>
        </pc:sldMkLst>
      </pc:sldChg>
      <pc:sldChg chg="addSp delSp modSp new mod">
        <pc:chgData name="Sara Muneeb" userId="29b624b1-a719-43f5-9b52-388cd4043c04" providerId="ADAL" clId="{07B87C65-7BF0-4289-BFF5-6A43FACCF6DC}" dt="2022-11-29T08:16:57.616" v="992" actId="14100"/>
        <pc:sldMkLst>
          <pc:docMk/>
          <pc:sldMk cId="3856423633" sldId="271"/>
        </pc:sldMkLst>
        <pc:spChg chg="mod">
          <ac:chgData name="Sara Muneeb" userId="29b624b1-a719-43f5-9b52-388cd4043c04" providerId="ADAL" clId="{07B87C65-7BF0-4289-BFF5-6A43FACCF6DC}" dt="2022-11-29T08:16:42.539" v="989" actId="20577"/>
          <ac:spMkLst>
            <pc:docMk/>
            <pc:sldMk cId="3856423633" sldId="271"/>
            <ac:spMk id="2" creationId="{A0F64CB3-843D-9F4E-5594-21FDA5E05DA2}"/>
          </ac:spMkLst>
        </pc:spChg>
        <pc:spChg chg="del">
          <ac:chgData name="Sara Muneeb" userId="29b624b1-a719-43f5-9b52-388cd4043c04" providerId="ADAL" clId="{07B87C65-7BF0-4289-BFF5-6A43FACCF6DC}" dt="2022-11-29T08:16:35.935" v="976" actId="22"/>
          <ac:spMkLst>
            <pc:docMk/>
            <pc:sldMk cId="3856423633" sldId="271"/>
            <ac:spMk id="3" creationId="{7EF17957-3D7B-D327-A2A2-C955BF68DBBC}"/>
          </ac:spMkLst>
        </pc:spChg>
        <pc:spChg chg="add mod">
          <ac:chgData name="Sara Muneeb" userId="29b624b1-a719-43f5-9b52-388cd4043c04" providerId="ADAL" clId="{07B87C65-7BF0-4289-BFF5-6A43FACCF6DC}" dt="2022-11-29T08:16:57.616" v="992" actId="14100"/>
          <ac:spMkLst>
            <pc:docMk/>
            <pc:sldMk cId="3856423633" sldId="271"/>
            <ac:spMk id="7" creationId="{F180F789-D42C-49BF-B849-C1035DF2E2EE}"/>
          </ac:spMkLst>
        </pc:spChg>
        <pc:picChg chg="add mod ord">
          <ac:chgData name="Sara Muneeb" userId="29b624b1-a719-43f5-9b52-388cd4043c04" providerId="ADAL" clId="{07B87C65-7BF0-4289-BFF5-6A43FACCF6DC}" dt="2022-11-29T08:16:35.935" v="976" actId="22"/>
          <ac:picMkLst>
            <pc:docMk/>
            <pc:sldMk cId="3856423633" sldId="271"/>
            <ac:picMk id="5" creationId="{91913426-7371-9E7F-528F-D90DB59A1FA9}"/>
          </ac:picMkLst>
        </pc:picChg>
      </pc:sldChg>
      <pc:sldChg chg="del">
        <pc:chgData name="Sara Muneeb" userId="29b624b1-a719-43f5-9b52-388cd4043c04" providerId="ADAL" clId="{07B87C65-7BF0-4289-BFF5-6A43FACCF6DC}" dt="2022-11-25T04:26:49.041" v="0" actId="47"/>
        <pc:sldMkLst>
          <pc:docMk/>
          <pc:sldMk cId="4199156068" sldId="271"/>
        </pc:sldMkLst>
      </pc:sldChg>
      <pc:sldChg chg="addSp modSp new mod">
        <pc:chgData name="Sara Muneeb" userId="29b624b1-a719-43f5-9b52-388cd4043c04" providerId="ADAL" clId="{07B87C65-7BF0-4289-BFF5-6A43FACCF6DC}" dt="2022-11-29T08:36:37.703" v="1298" actId="20577"/>
        <pc:sldMkLst>
          <pc:docMk/>
          <pc:sldMk cId="1763966239" sldId="272"/>
        </pc:sldMkLst>
        <pc:spChg chg="mod">
          <ac:chgData name="Sara Muneeb" userId="29b624b1-a719-43f5-9b52-388cd4043c04" providerId="ADAL" clId="{07B87C65-7BF0-4289-BFF5-6A43FACCF6DC}" dt="2022-11-29T08:36:37.703" v="1298" actId="20577"/>
          <ac:spMkLst>
            <pc:docMk/>
            <pc:sldMk cId="1763966239" sldId="272"/>
            <ac:spMk id="2" creationId="{0EFABA8F-AEDC-4298-66B0-95A31E9E4D1C}"/>
          </ac:spMkLst>
        </pc:spChg>
        <pc:spChg chg="mod">
          <ac:chgData name="Sara Muneeb" userId="29b624b1-a719-43f5-9b52-388cd4043c04" providerId="ADAL" clId="{07B87C65-7BF0-4289-BFF5-6A43FACCF6DC}" dt="2022-11-29T08:32:57.662" v="1190" actId="20577"/>
          <ac:spMkLst>
            <pc:docMk/>
            <pc:sldMk cId="1763966239" sldId="272"/>
            <ac:spMk id="3" creationId="{93C5E084-5FA3-9105-9E29-426351B0CE7D}"/>
          </ac:spMkLst>
        </pc:spChg>
        <pc:graphicFrameChg chg="add mod modGraphic">
          <ac:chgData name="Sara Muneeb" userId="29b624b1-a719-43f5-9b52-388cd4043c04" providerId="ADAL" clId="{07B87C65-7BF0-4289-BFF5-6A43FACCF6DC}" dt="2022-11-29T08:33:33.481" v="1200" actId="14734"/>
          <ac:graphicFrameMkLst>
            <pc:docMk/>
            <pc:sldMk cId="1763966239" sldId="272"/>
            <ac:graphicFrameMk id="4" creationId="{BCA46073-627B-4C73-4D9D-428566E4A9AA}"/>
          </ac:graphicFrameMkLst>
        </pc:graphicFrameChg>
      </pc:sldChg>
      <pc:sldChg chg="del">
        <pc:chgData name="Sara Muneeb" userId="29b624b1-a719-43f5-9b52-388cd4043c04" providerId="ADAL" clId="{07B87C65-7BF0-4289-BFF5-6A43FACCF6DC}" dt="2022-11-25T04:26:49.041" v="0" actId="47"/>
        <pc:sldMkLst>
          <pc:docMk/>
          <pc:sldMk cId="2475071258" sldId="272"/>
        </pc:sldMkLst>
      </pc:sldChg>
      <pc:sldChg chg="addSp delSp modSp new mod">
        <pc:chgData name="Sara Muneeb" userId="29b624b1-a719-43f5-9b52-388cd4043c04" providerId="ADAL" clId="{07B87C65-7BF0-4289-BFF5-6A43FACCF6DC}" dt="2022-11-29T08:36:45.976" v="1309" actId="20577"/>
        <pc:sldMkLst>
          <pc:docMk/>
          <pc:sldMk cId="1205803140" sldId="273"/>
        </pc:sldMkLst>
        <pc:spChg chg="mod">
          <ac:chgData name="Sara Muneeb" userId="29b624b1-a719-43f5-9b52-388cd4043c04" providerId="ADAL" clId="{07B87C65-7BF0-4289-BFF5-6A43FACCF6DC}" dt="2022-11-29T08:36:45.976" v="1309" actId="20577"/>
          <ac:spMkLst>
            <pc:docMk/>
            <pc:sldMk cId="1205803140" sldId="273"/>
            <ac:spMk id="2" creationId="{D03637D0-2AB2-8227-573D-0D36001F8875}"/>
          </ac:spMkLst>
        </pc:spChg>
        <pc:spChg chg="del">
          <ac:chgData name="Sara Muneeb" userId="29b624b1-a719-43f5-9b52-388cd4043c04" providerId="ADAL" clId="{07B87C65-7BF0-4289-BFF5-6A43FACCF6DC}" dt="2022-11-29T08:34:29.471" v="1202" actId="22"/>
          <ac:spMkLst>
            <pc:docMk/>
            <pc:sldMk cId="1205803140" sldId="273"/>
            <ac:spMk id="3" creationId="{38582C34-C804-BBE5-002C-E4D9A9E1E98D}"/>
          </ac:spMkLst>
        </pc:spChg>
        <pc:spChg chg="add del mod">
          <ac:chgData name="Sara Muneeb" userId="29b624b1-a719-43f5-9b52-388cd4043c04" providerId="ADAL" clId="{07B87C65-7BF0-4289-BFF5-6A43FACCF6DC}" dt="2022-11-29T08:35:39.069" v="1243" actId="21"/>
          <ac:spMkLst>
            <pc:docMk/>
            <pc:sldMk cId="1205803140" sldId="273"/>
            <ac:spMk id="7" creationId="{710C18A3-5D88-4117-0B0F-B6EE6716CCA7}"/>
          </ac:spMkLst>
        </pc:spChg>
        <pc:picChg chg="add mod ord">
          <ac:chgData name="Sara Muneeb" userId="29b624b1-a719-43f5-9b52-388cd4043c04" providerId="ADAL" clId="{07B87C65-7BF0-4289-BFF5-6A43FACCF6DC}" dt="2022-11-29T08:34:29.471" v="1202" actId="22"/>
          <ac:picMkLst>
            <pc:docMk/>
            <pc:sldMk cId="1205803140" sldId="273"/>
            <ac:picMk id="5" creationId="{22C765FF-56C4-5A30-8AC3-564FF69B7411}"/>
          </ac:picMkLst>
        </pc:picChg>
      </pc:sldChg>
      <pc:sldChg chg="del">
        <pc:chgData name="Sara Muneeb" userId="29b624b1-a719-43f5-9b52-388cd4043c04" providerId="ADAL" clId="{07B87C65-7BF0-4289-BFF5-6A43FACCF6DC}" dt="2022-11-25T04:26:49.041" v="0" actId="47"/>
        <pc:sldMkLst>
          <pc:docMk/>
          <pc:sldMk cId="1256280144" sldId="273"/>
        </pc:sldMkLst>
      </pc:sldChg>
      <pc:sldChg chg="addSp delSp modSp new mod">
        <pc:chgData name="Sara Muneeb" userId="29b624b1-a719-43f5-9b52-388cd4043c04" providerId="ADAL" clId="{07B87C65-7BF0-4289-BFF5-6A43FACCF6DC}" dt="2022-11-29T08:36:59.374" v="1315" actId="20577"/>
        <pc:sldMkLst>
          <pc:docMk/>
          <pc:sldMk cId="1972697422" sldId="274"/>
        </pc:sldMkLst>
        <pc:spChg chg="mod">
          <ac:chgData name="Sara Muneeb" userId="29b624b1-a719-43f5-9b52-388cd4043c04" providerId="ADAL" clId="{07B87C65-7BF0-4289-BFF5-6A43FACCF6DC}" dt="2022-11-29T08:36:59.374" v="1315" actId="20577"/>
          <ac:spMkLst>
            <pc:docMk/>
            <pc:sldMk cId="1972697422" sldId="274"/>
            <ac:spMk id="2" creationId="{440FF1F6-3A89-C0C5-FD6C-4559D1235B65}"/>
          </ac:spMkLst>
        </pc:spChg>
        <pc:spChg chg="del">
          <ac:chgData name="Sara Muneeb" userId="29b624b1-a719-43f5-9b52-388cd4043c04" providerId="ADAL" clId="{07B87C65-7BF0-4289-BFF5-6A43FACCF6DC}" dt="2022-11-29T08:34:51.113" v="1204" actId="22"/>
          <ac:spMkLst>
            <pc:docMk/>
            <pc:sldMk cId="1972697422" sldId="274"/>
            <ac:spMk id="3" creationId="{80D1A473-A26B-2AB1-C873-B62F65754999}"/>
          </ac:spMkLst>
        </pc:spChg>
        <pc:picChg chg="add mod ord">
          <ac:chgData name="Sara Muneeb" userId="29b624b1-a719-43f5-9b52-388cd4043c04" providerId="ADAL" clId="{07B87C65-7BF0-4289-BFF5-6A43FACCF6DC}" dt="2022-11-29T08:34:51.113" v="1204" actId="22"/>
          <ac:picMkLst>
            <pc:docMk/>
            <pc:sldMk cId="1972697422" sldId="274"/>
            <ac:picMk id="5" creationId="{0534981D-3462-4712-2B16-CEB1266643E4}"/>
          </ac:picMkLst>
        </pc:picChg>
      </pc:sldChg>
      <pc:sldChg chg="del">
        <pc:chgData name="Sara Muneeb" userId="29b624b1-a719-43f5-9b52-388cd4043c04" providerId="ADAL" clId="{07B87C65-7BF0-4289-BFF5-6A43FACCF6DC}" dt="2022-11-25T04:26:49.041" v="0" actId="47"/>
        <pc:sldMkLst>
          <pc:docMk/>
          <pc:sldMk cId="2120313278" sldId="274"/>
        </pc:sldMkLst>
      </pc:sldChg>
      <pc:sldChg chg="addSp modSp new mod">
        <pc:chgData name="Sara Muneeb" userId="29b624b1-a719-43f5-9b52-388cd4043c04" providerId="ADAL" clId="{07B87C65-7BF0-4289-BFF5-6A43FACCF6DC}" dt="2022-11-29T08:38:23.757" v="1343" actId="1076"/>
        <pc:sldMkLst>
          <pc:docMk/>
          <pc:sldMk cId="709167848" sldId="275"/>
        </pc:sldMkLst>
        <pc:spChg chg="mod">
          <ac:chgData name="Sara Muneeb" userId="29b624b1-a719-43f5-9b52-388cd4043c04" providerId="ADAL" clId="{07B87C65-7BF0-4289-BFF5-6A43FACCF6DC}" dt="2022-11-29T08:37:04.136" v="1324" actId="20577"/>
          <ac:spMkLst>
            <pc:docMk/>
            <pc:sldMk cId="709167848" sldId="275"/>
            <ac:spMk id="2" creationId="{BFF9D3F2-0B1B-074B-3109-FAE922FF2D0A}"/>
          </ac:spMkLst>
        </pc:spChg>
        <pc:spChg chg="mod">
          <ac:chgData name="Sara Muneeb" userId="29b624b1-a719-43f5-9b52-388cd4043c04" providerId="ADAL" clId="{07B87C65-7BF0-4289-BFF5-6A43FACCF6DC}" dt="2022-11-29T08:38:16.139" v="1340" actId="404"/>
          <ac:spMkLst>
            <pc:docMk/>
            <pc:sldMk cId="709167848" sldId="275"/>
            <ac:spMk id="3" creationId="{8808EE11-1509-F5BE-B64A-BA71406F16EC}"/>
          </ac:spMkLst>
        </pc:spChg>
        <pc:picChg chg="add mod">
          <ac:chgData name="Sara Muneeb" userId="29b624b1-a719-43f5-9b52-388cd4043c04" providerId="ADAL" clId="{07B87C65-7BF0-4289-BFF5-6A43FACCF6DC}" dt="2022-11-29T08:38:23.757" v="1343" actId="1076"/>
          <ac:picMkLst>
            <pc:docMk/>
            <pc:sldMk cId="709167848" sldId="275"/>
            <ac:picMk id="5" creationId="{3EB1779E-6616-6B00-1604-EADA9A3BC209}"/>
          </ac:picMkLst>
        </pc:picChg>
      </pc:sldChg>
      <pc:sldChg chg="del">
        <pc:chgData name="Sara Muneeb" userId="29b624b1-a719-43f5-9b52-388cd4043c04" providerId="ADAL" clId="{07B87C65-7BF0-4289-BFF5-6A43FACCF6DC}" dt="2022-11-25T04:26:49.041" v="0" actId="47"/>
        <pc:sldMkLst>
          <pc:docMk/>
          <pc:sldMk cId="3670279967" sldId="275"/>
        </pc:sldMkLst>
      </pc:sldChg>
      <pc:sldChg chg="del">
        <pc:chgData name="Sara Muneeb" userId="29b624b1-a719-43f5-9b52-388cd4043c04" providerId="ADAL" clId="{07B87C65-7BF0-4289-BFF5-6A43FACCF6DC}" dt="2022-11-25T04:26:49.041" v="0" actId="47"/>
        <pc:sldMkLst>
          <pc:docMk/>
          <pc:sldMk cId="1201384780" sldId="276"/>
        </pc:sldMkLst>
      </pc:sldChg>
      <pc:sldChg chg="addSp delSp modSp new mod">
        <pc:chgData name="Sara Muneeb" userId="29b624b1-a719-43f5-9b52-388cd4043c04" providerId="ADAL" clId="{07B87C65-7BF0-4289-BFF5-6A43FACCF6DC}" dt="2022-11-29T08:38:50.440" v="1369" actId="22"/>
        <pc:sldMkLst>
          <pc:docMk/>
          <pc:sldMk cId="3316731035" sldId="276"/>
        </pc:sldMkLst>
        <pc:spChg chg="mod">
          <ac:chgData name="Sara Muneeb" userId="29b624b1-a719-43f5-9b52-388cd4043c04" providerId="ADAL" clId="{07B87C65-7BF0-4289-BFF5-6A43FACCF6DC}" dt="2022-11-29T08:38:49.025" v="1368" actId="20577"/>
          <ac:spMkLst>
            <pc:docMk/>
            <pc:sldMk cId="3316731035" sldId="276"/>
            <ac:spMk id="2" creationId="{DDD21BE6-6601-DAB8-A99B-88AD59AA14FA}"/>
          </ac:spMkLst>
        </pc:spChg>
        <pc:spChg chg="del">
          <ac:chgData name="Sara Muneeb" userId="29b624b1-a719-43f5-9b52-388cd4043c04" providerId="ADAL" clId="{07B87C65-7BF0-4289-BFF5-6A43FACCF6DC}" dt="2022-11-29T08:38:50.440" v="1369" actId="22"/>
          <ac:spMkLst>
            <pc:docMk/>
            <pc:sldMk cId="3316731035" sldId="276"/>
            <ac:spMk id="3" creationId="{9A02462D-A768-80BE-271B-60D8C458D4D8}"/>
          </ac:spMkLst>
        </pc:spChg>
        <pc:picChg chg="add mod ord">
          <ac:chgData name="Sara Muneeb" userId="29b624b1-a719-43f5-9b52-388cd4043c04" providerId="ADAL" clId="{07B87C65-7BF0-4289-BFF5-6A43FACCF6DC}" dt="2022-11-29T08:38:50.440" v="1369" actId="22"/>
          <ac:picMkLst>
            <pc:docMk/>
            <pc:sldMk cId="3316731035" sldId="276"/>
            <ac:picMk id="5" creationId="{87C019E9-A20A-FE9F-7402-416CC8E98C84}"/>
          </ac:picMkLst>
        </pc:picChg>
      </pc:sldChg>
      <pc:sldChg chg="addSp delSp modSp new mod">
        <pc:chgData name="Sara Muneeb" userId="29b624b1-a719-43f5-9b52-388cd4043c04" providerId="ADAL" clId="{07B87C65-7BF0-4289-BFF5-6A43FACCF6DC}" dt="2022-11-29T08:39:18.928" v="1391" actId="22"/>
        <pc:sldMkLst>
          <pc:docMk/>
          <pc:sldMk cId="312312546" sldId="277"/>
        </pc:sldMkLst>
        <pc:spChg chg="mod">
          <ac:chgData name="Sara Muneeb" userId="29b624b1-a719-43f5-9b52-388cd4043c04" providerId="ADAL" clId="{07B87C65-7BF0-4289-BFF5-6A43FACCF6DC}" dt="2022-11-29T08:39:06.134" v="1390" actId="20577"/>
          <ac:spMkLst>
            <pc:docMk/>
            <pc:sldMk cId="312312546" sldId="277"/>
            <ac:spMk id="2" creationId="{6307FF82-B7C7-3F05-A81B-122B549E1FBE}"/>
          </ac:spMkLst>
        </pc:spChg>
        <pc:spChg chg="del">
          <ac:chgData name="Sara Muneeb" userId="29b624b1-a719-43f5-9b52-388cd4043c04" providerId="ADAL" clId="{07B87C65-7BF0-4289-BFF5-6A43FACCF6DC}" dt="2022-11-29T08:39:18.928" v="1391" actId="22"/>
          <ac:spMkLst>
            <pc:docMk/>
            <pc:sldMk cId="312312546" sldId="277"/>
            <ac:spMk id="3" creationId="{C9689D3C-DC3E-53D0-83A6-24DD42F423C5}"/>
          </ac:spMkLst>
        </pc:spChg>
        <pc:picChg chg="add mod ord">
          <ac:chgData name="Sara Muneeb" userId="29b624b1-a719-43f5-9b52-388cd4043c04" providerId="ADAL" clId="{07B87C65-7BF0-4289-BFF5-6A43FACCF6DC}" dt="2022-11-29T08:39:18.928" v="1391" actId="22"/>
          <ac:picMkLst>
            <pc:docMk/>
            <pc:sldMk cId="312312546" sldId="277"/>
            <ac:picMk id="5" creationId="{F5BBE050-DE0A-0271-C01C-57C4036F0E4C}"/>
          </ac:picMkLst>
        </pc:picChg>
      </pc:sldChg>
      <pc:sldChg chg="del">
        <pc:chgData name="Sara Muneeb" userId="29b624b1-a719-43f5-9b52-388cd4043c04" providerId="ADAL" clId="{07B87C65-7BF0-4289-BFF5-6A43FACCF6DC}" dt="2022-11-25T04:26:49.041" v="0" actId="47"/>
        <pc:sldMkLst>
          <pc:docMk/>
          <pc:sldMk cId="3823172309" sldId="277"/>
        </pc:sldMkLst>
      </pc:sldChg>
      <pc:sldChg chg="del">
        <pc:chgData name="Sara Muneeb" userId="29b624b1-a719-43f5-9b52-388cd4043c04" providerId="ADAL" clId="{07B87C65-7BF0-4289-BFF5-6A43FACCF6DC}" dt="2022-11-25T04:26:49.041" v="0" actId="47"/>
        <pc:sldMkLst>
          <pc:docMk/>
          <pc:sldMk cId="42086703" sldId="278"/>
        </pc:sldMkLst>
      </pc:sldChg>
      <pc:sldChg chg="addSp delSp modSp new mod">
        <pc:chgData name="Sara Muneeb" userId="29b624b1-a719-43f5-9b52-388cd4043c04" providerId="ADAL" clId="{07B87C65-7BF0-4289-BFF5-6A43FACCF6DC}" dt="2022-11-29T08:40:47.778" v="1459" actId="20577"/>
        <pc:sldMkLst>
          <pc:docMk/>
          <pc:sldMk cId="255357008" sldId="278"/>
        </pc:sldMkLst>
        <pc:spChg chg="mod">
          <ac:chgData name="Sara Muneeb" userId="29b624b1-a719-43f5-9b52-388cd4043c04" providerId="ADAL" clId="{07B87C65-7BF0-4289-BFF5-6A43FACCF6DC}" dt="2022-11-29T08:40:22.146" v="1453" actId="20577"/>
          <ac:spMkLst>
            <pc:docMk/>
            <pc:sldMk cId="255357008" sldId="278"/>
            <ac:spMk id="2" creationId="{EF3B071B-43A1-AF33-7304-03C646545978}"/>
          </ac:spMkLst>
        </pc:spChg>
        <pc:spChg chg="del">
          <ac:chgData name="Sara Muneeb" userId="29b624b1-a719-43f5-9b52-388cd4043c04" providerId="ADAL" clId="{07B87C65-7BF0-4289-BFF5-6A43FACCF6DC}" dt="2022-11-29T08:40:02.332" v="1393" actId="22"/>
          <ac:spMkLst>
            <pc:docMk/>
            <pc:sldMk cId="255357008" sldId="278"/>
            <ac:spMk id="3" creationId="{AF6671FC-030F-8A1D-3AE0-CBABE5E9DF2F}"/>
          </ac:spMkLst>
        </pc:spChg>
        <pc:spChg chg="add mod">
          <ac:chgData name="Sara Muneeb" userId="29b624b1-a719-43f5-9b52-388cd4043c04" providerId="ADAL" clId="{07B87C65-7BF0-4289-BFF5-6A43FACCF6DC}" dt="2022-11-29T08:40:47.778" v="1459" actId="20577"/>
          <ac:spMkLst>
            <pc:docMk/>
            <pc:sldMk cId="255357008" sldId="278"/>
            <ac:spMk id="7" creationId="{46C6F546-B13F-366D-24B3-C848829294BB}"/>
          </ac:spMkLst>
        </pc:spChg>
        <pc:picChg chg="add mod ord">
          <ac:chgData name="Sara Muneeb" userId="29b624b1-a719-43f5-9b52-388cd4043c04" providerId="ADAL" clId="{07B87C65-7BF0-4289-BFF5-6A43FACCF6DC}" dt="2022-11-29T08:40:02.332" v="1393" actId="22"/>
          <ac:picMkLst>
            <pc:docMk/>
            <pc:sldMk cId="255357008" sldId="278"/>
            <ac:picMk id="5" creationId="{000FDB27-B96B-9DF3-1D77-7586EFB5C1B1}"/>
          </ac:picMkLst>
        </pc:picChg>
      </pc:sldChg>
      <pc:sldChg chg="del">
        <pc:chgData name="Sara Muneeb" userId="29b624b1-a719-43f5-9b52-388cd4043c04" providerId="ADAL" clId="{07B87C65-7BF0-4289-BFF5-6A43FACCF6DC}" dt="2022-11-25T04:26:49.041" v="0" actId="47"/>
        <pc:sldMkLst>
          <pc:docMk/>
          <pc:sldMk cId="607249761" sldId="279"/>
        </pc:sldMkLst>
      </pc:sldChg>
      <pc:sldChg chg="modSp new mod">
        <pc:chgData name="Sara Muneeb" userId="29b624b1-a719-43f5-9b52-388cd4043c04" providerId="ADAL" clId="{07B87C65-7BF0-4289-BFF5-6A43FACCF6DC}" dt="2022-11-29T08:46:51.670" v="1505" actId="5793"/>
        <pc:sldMkLst>
          <pc:docMk/>
          <pc:sldMk cId="1358696121" sldId="279"/>
        </pc:sldMkLst>
        <pc:spChg chg="mod">
          <ac:chgData name="Sara Muneeb" userId="29b624b1-a719-43f5-9b52-388cd4043c04" providerId="ADAL" clId="{07B87C65-7BF0-4289-BFF5-6A43FACCF6DC}" dt="2022-11-29T08:44:36.898" v="1483" actId="20577"/>
          <ac:spMkLst>
            <pc:docMk/>
            <pc:sldMk cId="1358696121" sldId="279"/>
            <ac:spMk id="2" creationId="{0AC444B3-CEC8-2562-5F25-0E7D03AD0226}"/>
          </ac:spMkLst>
        </pc:spChg>
        <pc:spChg chg="mod">
          <ac:chgData name="Sara Muneeb" userId="29b624b1-a719-43f5-9b52-388cd4043c04" providerId="ADAL" clId="{07B87C65-7BF0-4289-BFF5-6A43FACCF6DC}" dt="2022-11-29T08:46:51.670" v="1505" actId="5793"/>
          <ac:spMkLst>
            <pc:docMk/>
            <pc:sldMk cId="1358696121" sldId="279"/>
            <ac:spMk id="3" creationId="{E2D86466-CD8F-B261-B016-6D61855687AC}"/>
          </ac:spMkLst>
        </pc:spChg>
      </pc:sldChg>
      <pc:sldChg chg="del">
        <pc:chgData name="Sara Muneeb" userId="29b624b1-a719-43f5-9b52-388cd4043c04" providerId="ADAL" clId="{07B87C65-7BF0-4289-BFF5-6A43FACCF6DC}" dt="2022-11-25T04:26:49.041" v="0" actId="47"/>
        <pc:sldMkLst>
          <pc:docMk/>
          <pc:sldMk cId="1915487802" sldId="280"/>
        </pc:sldMkLst>
      </pc:sldChg>
      <pc:sldChg chg="modSp new mod ord">
        <pc:chgData name="Sara Muneeb" userId="29b624b1-a719-43f5-9b52-388cd4043c04" providerId="ADAL" clId="{07B87C65-7BF0-4289-BFF5-6A43FACCF6DC}" dt="2022-11-29T11:25:44.196" v="2666"/>
        <pc:sldMkLst>
          <pc:docMk/>
          <pc:sldMk cId="2517784485" sldId="280"/>
        </pc:sldMkLst>
        <pc:spChg chg="mod">
          <ac:chgData name="Sara Muneeb" userId="29b624b1-a719-43f5-9b52-388cd4043c04" providerId="ADAL" clId="{07B87C65-7BF0-4289-BFF5-6A43FACCF6DC}" dt="2022-11-29T08:47:36.775" v="1526" actId="20577"/>
          <ac:spMkLst>
            <pc:docMk/>
            <pc:sldMk cId="2517784485" sldId="280"/>
            <ac:spMk id="2" creationId="{39FA079D-7B41-B4C7-D776-EA71FE7D9226}"/>
          </ac:spMkLst>
        </pc:spChg>
        <pc:spChg chg="mod">
          <ac:chgData name="Sara Muneeb" userId="29b624b1-a719-43f5-9b52-388cd4043c04" providerId="ADAL" clId="{07B87C65-7BF0-4289-BFF5-6A43FACCF6DC}" dt="2022-11-29T09:13:12.395" v="1546" actId="20577"/>
          <ac:spMkLst>
            <pc:docMk/>
            <pc:sldMk cId="2517784485" sldId="280"/>
            <ac:spMk id="3" creationId="{BFAF7095-93AA-FC88-CA00-086F34A6F5DB}"/>
          </ac:spMkLst>
        </pc:spChg>
      </pc:sldChg>
      <pc:sldChg chg="addSp delSp modSp new mod">
        <pc:chgData name="Sara Muneeb" userId="29b624b1-a719-43f5-9b52-388cd4043c04" providerId="ADAL" clId="{07B87C65-7BF0-4289-BFF5-6A43FACCF6DC}" dt="2022-11-29T11:25:19.531" v="2663" actId="20577"/>
        <pc:sldMkLst>
          <pc:docMk/>
          <pc:sldMk cId="2369126632" sldId="281"/>
        </pc:sldMkLst>
        <pc:spChg chg="mod">
          <ac:chgData name="Sara Muneeb" userId="29b624b1-a719-43f5-9b52-388cd4043c04" providerId="ADAL" clId="{07B87C65-7BF0-4289-BFF5-6A43FACCF6DC}" dt="2022-11-29T11:25:19.531" v="2663" actId="20577"/>
          <ac:spMkLst>
            <pc:docMk/>
            <pc:sldMk cId="2369126632" sldId="281"/>
            <ac:spMk id="2" creationId="{7E28A6A1-DD59-FC39-3A17-A548CE73C800}"/>
          </ac:spMkLst>
        </pc:spChg>
        <pc:spChg chg="del mod">
          <ac:chgData name="Sara Muneeb" userId="29b624b1-a719-43f5-9b52-388cd4043c04" providerId="ADAL" clId="{07B87C65-7BF0-4289-BFF5-6A43FACCF6DC}" dt="2022-11-29T09:27:23.796" v="1643"/>
          <ac:spMkLst>
            <pc:docMk/>
            <pc:sldMk cId="2369126632" sldId="281"/>
            <ac:spMk id="3" creationId="{0DB19D48-5A32-4006-5F22-CF4990FCA0B3}"/>
          </ac:spMkLst>
        </pc:spChg>
        <pc:spChg chg="add mod">
          <ac:chgData name="Sara Muneeb" userId="29b624b1-a719-43f5-9b52-388cd4043c04" providerId="ADAL" clId="{07B87C65-7BF0-4289-BFF5-6A43FACCF6DC}" dt="2022-11-29T09:31:48.234" v="1825" actId="20577"/>
          <ac:spMkLst>
            <pc:docMk/>
            <pc:sldMk cId="2369126632" sldId="281"/>
            <ac:spMk id="4" creationId="{599628CE-9B8F-99C5-1CE2-055D98535E98}"/>
          </ac:spMkLst>
        </pc:spChg>
        <pc:picChg chg="add del mod">
          <ac:chgData name="Sara Muneeb" userId="29b624b1-a719-43f5-9b52-388cd4043c04" providerId="ADAL" clId="{07B87C65-7BF0-4289-BFF5-6A43FACCF6DC}" dt="2022-11-29T09:30:00.537" v="1648" actId="478"/>
          <ac:picMkLst>
            <pc:docMk/>
            <pc:sldMk cId="2369126632" sldId="281"/>
            <ac:picMk id="1026" creationId="{0067553B-466B-F9DF-E16D-7255EC40F64E}"/>
          </ac:picMkLst>
        </pc:picChg>
      </pc:sldChg>
      <pc:sldChg chg="del">
        <pc:chgData name="Sara Muneeb" userId="29b624b1-a719-43f5-9b52-388cd4043c04" providerId="ADAL" clId="{07B87C65-7BF0-4289-BFF5-6A43FACCF6DC}" dt="2022-11-25T04:26:49.041" v="0" actId="47"/>
        <pc:sldMkLst>
          <pc:docMk/>
          <pc:sldMk cId="3190139180" sldId="281"/>
        </pc:sldMkLst>
      </pc:sldChg>
      <pc:sldChg chg="modSp new mod ord">
        <pc:chgData name="Sara Muneeb" userId="29b624b1-a719-43f5-9b52-388cd4043c04" providerId="ADAL" clId="{07B87C65-7BF0-4289-BFF5-6A43FACCF6DC}" dt="2022-11-29T11:25:24.632" v="2664"/>
        <pc:sldMkLst>
          <pc:docMk/>
          <pc:sldMk cId="2392264234" sldId="282"/>
        </pc:sldMkLst>
        <pc:spChg chg="mod">
          <ac:chgData name="Sara Muneeb" userId="29b624b1-a719-43f5-9b52-388cd4043c04" providerId="ADAL" clId="{07B87C65-7BF0-4289-BFF5-6A43FACCF6DC}" dt="2022-11-29T11:25:24.632" v="2664"/>
          <ac:spMkLst>
            <pc:docMk/>
            <pc:sldMk cId="2392264234" sldId="282"/>
            <ac:spMk id="2" creationId="{17557D2D-1682-02E7-4908-A91756A1B878}"/>
          </ac:spMkLst>
        </pc:spChg>
        <pc:spChg chg="mod">
          <ac:chgData name="Sara Muneeb" userId="29b624b1-a719-43f5-9b52-388cd4043c04" providerId="ADAL" clId="{07B87C65-7BF0-4289-BFF5-6A43FACCF6DC}" dt="2022-11-29T09:36:38.540" v="1983" actId="20577"/>
          <ac:spMkLst>
            <pc:docMk/>
            <pc:sldMk cId="2392264234" sldId="282"/>
            <ac:spMk id="3" creationId="{CD034C90-F797-E818-8131-91E382ACE961}"/>
          </ac:spMkLst>
        </pc:spChg>
      </pc:sldChg>
      <pc:sldChg chg="del">
        <pc:chgData name="Sara Muneeb" userId="29b624b1-a719-43f5-9b52-388cd4043c04" providerId="ADAL" clId="{07B87C65-7BF0-4289-BFF5-6A43FACCF6DC}" dt="2022-11-25T04:26:49.041" v="0" actId="47"/>
        <pc:sldMkLst>
          <pc:docMk/>
          <pc:sldMk cId="2415073261" sldId="282"/>
        </pc:sldMkLst>
      </pc:sldChg>
      <pc:sldChg chg="modSp new mod ord">
        <pc:chgData name="Sara Muneeb" userId="29b624b1-a719-43f5-9b52-388cd4043c04" providerId="ADAL" clId="{07B87C65-7BF0-4289-BFF5-6A43FACCF6DC}" dt="2022-11-29T11:24:52.583" v="2646"/>
        <pc:sldMkLst>
          <pc:docMk/>
          <pc:sldMk cId="2561454925" sldId="283"/>
        </pc:sldMkLst>
        <pc:spChg chg="mod">
          <ac:chgData name="Sara Muneeb" userId="29b624b1-a719-43f5-9b52-388cd4043c04" providerId="ADAL" clId="{07B87C65-7BF0-4289-BFF5-6A43FACCF6DC}" dt="2022-11-29T09:40:37.774" v="2001" actId="20577"/>
          <ac:spMkLst>
            <pc:docMk/>
            <pc:sldMk cId="2561454925" sldId="283"/>
            <ac:spMk id="2" creationId="{E036136D-D5CA-6B80-32CB-D1AABFAF2705}"/>
          </ac:spMkLst>
        </pc:spChg>
        <pc:spChg chg="mod">
          <ac:chgData name="Sara Muneeb" userId="29b624b1-a719-43f5-9b52-388cd4043c04" providerId="ADAL" clId="{07B87C65-7BF0-4289-BFF5-6A43FACCF6DC}" dt="2022-11-29T10:44:51.078" v="2097" actId="20577"/>
          <ac:spMkLst>
            <pc:docMk/>
            <pc:sldMk cId="2561454925" sldId="283"/>
            <ac:spMk id="3" creationId="{8257ED5A-40DC-CC92-7BDA-C75BA13ADFB1}"/>
          </ac:spMkLst>
        </pc:spChg>
      </pc:sldChg>
      <pc:sldChg chg="del">
        <pc:chgData name="Sara Muneeb" userId="29b624b1-a719-43f5-9b52-388cd4043c04" providerId="ADAL" clId="{07B87C65-7BF0-4289-BFF5-6A43FACCF6DC}" dt="2022-11-25T04:26:49.041" v="0" actId="47"/>
        <pc:sldMkLst>
          <pc:docMk/>
          <pc:sldMk cId="3214258101" sldId="283"/>
        </pc:sldMkLst>
      </pc:sldChg>
      <pc:sldChg chg="del">
        <pc:chgData name="Sara Muneeb" userId="29b624b1-a719-43f5-9b52-388cd4043c04" providerId="ADAL" clId="{07B87C65-7BF0-4289-BFF5-6A43FACCF6DC}" dt="2022-11-25T04:26:49.041" v="0" actId="47"/>
        <pc:sldMkLst>
          <pc:docMk/>
          <pc:sldMk cId="2598223408" sldId="284"/>
        </pc:sldMkLst>
      </pc:sldChg>
      <pc:sldChg chg="addSp delSp modSp new mod">
        <pc:chgData name="Sara Muneeb" userId="29b624b1-a719-43f5-9b52-388cd4043c04" providerId="ADAL" clId="{07B87C65-7BF0-4289-BFF5-6A43FACCF6DC}" dt="2022-11-29T11:26:50.100" v="2696" actId="20577"/>
        <pc:sldMkLst>
          <pc:docMk/>
          <pc:sldMk cId="3142686621" sldId="284"/>
        </pc:sldMkLst>
        <pc:spChg chg="mod">
          <ac:chgData name="Sara Muneeb" userId="29b624b1-a719-43f5-9b52-388cd4043c04" providerId="ADAL" clId="{07B87C65-7BF0-4289-BFF5-6A43FACCF6DC}" dt="2022-11-29T11:26:50.100" v="2696" actId="20577"/>
          <ac:spMkLst>
            <pc:docMk/>
            <pc:sldMk cId="3142686621" sldId="284"/>
            <ac:spMk id="2" creationId="{74117765-1FD5-FAA9-A764-A434AFD4928A}"/>
          </ac:spMkLst>
        </pc:spChg>
        <pc:spChg chg="del">
          <ac:chgData name="Sara Muneeb" userId="29b624b1-a719-43f5-9b52-388cd4043c04" providerId="ADAL" clId="{07B87C65-7BF0-4289-BFF5-6A43FACCF6DC}" dt="2022-11-29T11:14:16.888" v="2505" actId="22"/>
          <ac:spMkLst>
            <pc:docMk/>
            <pc:sldMk cId="3142686621" sldId="284"/>
            <ac:spMk id="3" creationId="{53AE8B04-5B04-101B-B82B-C156A44C51D5}"/>
          </ac:spMkLst>
        </pc:spChg>
        <pc:spChg chg="add mod">
          <ac:chgData name="Sara Muneeb" userId="29b624b1-a719-43f5-9b52-388cd4043c04" providerId="ADAL" clId="{07B87C65-7BF0-4289-BFF5-6A43FACCF6DC}" dt="2022-11-29T11:14:57.358" v="2512" actId="20577"/>
          <ac:spMkLst>
            <pc:docMk/>
            <pc:sldMk cId="3142686621" sldId="284"/>
            <ac:spMk id="7" creationId="{FD406F00-5ED0-A147-5F22-31FA3D8A95F0}"/>
          </ac:spMkLst>
        </pc:spChg>
        <pc:picChg chg="add mod ord">
          <ac:chgData name="Sara Muneeb" userId="29b624b1-a719-43f5-9b52-388cd4043c04" providerId="ADAL" clId="{07B87C65-7BF0-4289-BFF5-6A43FACCF6DC}" dt="2022-11-29T11:15:11.673" v="2514" actId="1076"/>
          <ac:picMkLst>
            <pc:docMk/>
            <pc:sldMk cId="3142686621" sldId="284"/>
            <ac:picMk id="5" creationId="{DCEE26BA-8BAD-D1FD-CCBB-DB5E5FAD6285}"/>
          </ac:picMkLst>
        </pc:picChg>
      </pc:sldChg>
      <pc:sldChg chg="del">
        <pc:chgData name="Sara Muneeb" userId="29b624b1-a719-43f5-9b52-388cd4043c04" providerId="ADAL" clId="{07B87C65-7BF0-4289-BFF5-6A43FACCF6DC}" dt="2022-11-25T04:26:49.041" v="0" actId="47"/>
        <pc:sldMkLst>
          <pc:docMk/>
          <pc:sldMk cId="1163340828" sldId="285"/>
        </pc:sldMkLst>
      </pc:sldChg>
      <pc:sldChg chg="modSp new mod">
        <pc:chgData name="Sara Muneeb" userId="29b624b1-a719-43f5-9b52-388cd4043c04" providerId="ADAL" clId="{07B87C65-7BF0-4289-BFF5-6A43FACCF6DC}" dt="2022-11-29T11:25:57.800" v="2674" actId="20577"/>
        <pc:sldMkLst>
          <pc:docMk/>
          <pc:sldMk cId="1885256380" sldId="285"/>
        </pc:sldMkLst>
        <pc:spChg chg="mod">
          <ac:chgData name="Sara Muneeb" userId="29b624b1-a719-43f5-9b52-388cd4043c04" providerId="ADAL" clId="{07B87C65-7BF0-4289-BFF5-6A43FACCF6DC}" dt="2022-11-29T11:25:57.800" v="2674" actId="20577"/>
          <ac:spMkLst>
            <pc:docMk/>
            <pc:sldMk cId="1885256380" sldId="285"/>
            <ac:spMk id="2" creationId="{669A6618-CED7-C31D-FC22-6F7BB9CA64DD}"/>
          </ac:spMkLst>
        </pc:spChg>
        <pc:spChg chg="mod">
          <ac:chgData name="Sara Muneeb" userId="29b624b1-a719-43f5-9b52-388cd4043c04" providerId="ADAL" clId="{07B87C65-7BF0-4289-BFF5-6A43FACCF6DC}" dt="2022-11-29T10:59:12.436" v="2283" actId="5793"/>
          <ac:spMkLst>
            <pc:docMk/>
            <pc:sldMk cId="1885256380" sldId="285"/>
            <ac:spMk id="3" creationId="{44CCEE1F-4C9A-E669-373A-F73A8BEFC6AB}"/>
          </ac:spMkLst>
        </pc:spChg>
      </pc:sldChg>
      <pc:sldChg chg="addSp modSp new mod">
        <pc:chgData name="Sara Muneeb" userId="29b624b1-a719-43f5-9b52-388cd4043c04" providerId="ADAL" clId="{07B87C65-7BF0-4289-BFF5-6A43FACCF6DC}" dt="2022-11-29T11:04:29.199" v="2444" actId="123"/>
        <pc:sldMkLst>
          <pc:docMk/>
          <pc:sldMk cId="3176274497" sldId="286"/>
        </pc:sldMkLst>
        <pc:spChg chg="mod">
          <ac:chgData name="Sara Muneeb" userId="29b624b1-a719-43f5-9b52-388cd4043c04" providerId="ADAL" clId="{07B87C65-7BF0-4289-BFF5-6A43FACCF6DC}" dt="2022-11-29T11:02:07.060" v="2303" actId="20577"/>
          <ac:spMkLst>
            <pc:docMk/>
            <pc:sldMk cId="3176274497" sldId="286"/>
            <ac:spMk id="2" creationId="{F609F421-FABD-2DC4-A9CF-DFA524163C8A}"/>
          </ac:spMkLst>
        </pc:spChg>
        <pc:spChg chg="mod">
          <ac:chgData name="Sara Muneeb" userId="29b624b1-a719-43f5-9b52-388cd4043c04" providerId="ADAL" clId="{07B87C65-7BF0-4289-BFF5-6A43FACCF6DC}" dt="2022-11-29T11:04:29.199" v="2444" actId="123"/>
          <ac:spMkLst>
            <pc:docMk/>
            <pc:sldMk cId="3176274497" sldId="286"/>
            <ac:spMk id="3" creationId="{ED570677-F200-ACEB-DF90-6F9261439FE0}"/>
          </ac:spMkLst>
        </pc:spChg>
        <pc:picChg chg="add mod">
          <ac:chgData name="Sara Muneeb" userId="29b624b1-a719-43f5-9b52-388cd4043c04" providerId="ADAL" clId="{07B87C65-7BF0-4289-BFF5-6A43FACCF6DC}" dt="2022-11-29T11:04:23.264" v="2443" actId="1076"/>
          <ac:picMkLst>
            <pc:docMk/>
            <pc:sldMk cId="3176274497" sldId="286"/>
            <ac:picMk id="5" creationId="{C4949DA2-4E8C-08B4-80BE-003ACAAF81CF}"/>
          </ac:picMkLst>
        </pc:picChg>
      </pc:sldChg>
      <pc:sldChg chg="del">
        <pc:chgData name="Sara Muneeb" userId="29b624b1-a719-43f5-9b52-388cd4043c04" providerId="ADAL" clId="{07B87C65-7BF0-4289-BFF5-6A43FACCF6DC}" dt="2022-11-25T04:26:49.041" v="0" actId="47"/>
        <pc:sldMkLst>
          <pc:docMk/>
          <pc:sldMk cId="3764304900" sldId="286"/>
        </pc:sldMkLst>
      </pc:sldChg>
      <pc:sldChg chg="del">
        <pc:chgData name="Sara Muneeb" userId="29b624b1-a719-43f5-9b52-388cd4043c04" providerId="ADAL" clId="{07B87C65-7BF0-4289-BFF5-6A43FACCF6DC}" dt="2022-11-25T04:26:49.041" v="0" actId="47"/>
        <pc:sldMkLst>
          <pc:docMk/>
          <pc:sldMk cId="610554424" sldId="287"/>
        </pc:sldMkLst>
      </pc:sldChg>
      <pc:sldChg chg="addSp delSp modSp new mod">
        <pc:chgData name="Sara Muneeb" userId="29b624b1-a719-43f5-9b52-388cd4043c04" providerId="ADAL" clId="{07B87C65-7BF0-4289-BFF5-6A43FACCF6DC}" dt="2022-11-29T11:18:03.399" v="2633" actId="20577"/>
        <pc:sldMkLst>
          <pc:docMk/>
          <pc:sldMk cId="957256394" sldId="287"/>
        </pc:sldMkLst>
        <pc:spChg chg="mod">
          <ac:chgData name="Sara Muneeb" userId="29b624b1-a719-43f5-9b52-388cd4043c04" providerId="ADAL" clId="{07B87C65-7BF0-4289-BFF5-6A43FACCF6DC}" dt="2022-11-29T11:18:03.399" v="2633" actId="20577"/>
          <ac:spMkLst>
            <pc:docMk/>
            <pc:sldMk cId="957256394" sldId="287"/>
            <ac:spMk id="2" creationId="{476E1F84-7DB8-78A2-F113-374714747B10}"/>
          </ac:spMkLst>
        </pc:spChg>
        <pc:spChg chg="del">
          <ac:chgData name="Sara Muneeb" userId="29b624b1-a719-43f5-9b52-388cd4043c04" providerId="ADAL" clId="{07B87C65-7BF0-4289-BFF5-6A43FACCF6DC}" dt="2022-11-29T11:15:33.173" v="2516" actId="22"/>
          <ac:spMkLst>
            <pc:docMk/>
            <pc:sldMk cId="957256394" sldId="287"/>
            <ac:spMk id="3" creationId="{25D8C5BD-5260-E044-E3D8-3BBCB89A6D4D}"/>
          </ac:spMkLst>
        </pc:spChg>
        <pc:spChg chg="add mod">
          <ac:chgData name="Sara Muneeb" userId="29b624b1-a719-43f5-9b52-388cd4043c04" providerId="ADAL" clId="{07B87C65-7BF0-4289-BFF5-6A43FACCF6DC}" dt="2022-11-29T11:15:59.920" v="2525" actId="1036"/>
          <ac:spMkLst>
            <pc:docMk/>
            <pc:sldMk cId="957256394" sldId="287"/>
            <ac:spMk id="7" creationId="{D131E308-2B61-DDCD-31BA-B3467F85EA57}"/>
          </ac:spMkLst>
        </pc:spChg>
        <pc:picChg chg="add mod ord">
          <ac:chgData name="Sara Muneeb" userId="29b624b1-a719-43f5-9b52-388cd4043c04" providerId="ADAL" clId="{07B87C65-7BF0-4289-BFF5-6A43FACCF6DC}" dt="2022-11-29T11:16:05.019" v="2530" actId="1037"/>
          <ac:picMkLst>
            <pc:docMk/>
            <pc:sldMk cId="957256394" sldId="287"/>
            <ac:picMk id="5" creationId="{0303B0A9-A161-5381-EFD5-5FAC6D5FDCFD}"/>
          </ac:picMkLst>
        </pc:picChg>
      </pc:sldChg>
      <pc:sldChg chg="addSp delSp modSp new mod">
        <pc:chgData name="Sara Muneeb" userId="29b624b1-a719-43f5-9b52-388cd4043c04" providerId="ADAL" clId="{07B87C65-7BF0-4289-BFF5-6A43FACCF6DC}" dt="2022-11-29T11:20:53.590" v="2642" actId="1076"/>
        <pc:sldMkLst>
          <pc:docMk/>
          <pc:sldMk cId="927710118" sldId="288"/>
        </pc:sldMkLst>
        <pc:spChg chg="mod">
          <ac:chgData name="Sara Muneeb" userId="29b624b1-a719-43f5-9b52-388cd4043c04" providerId="ADAL" clId="{07B87C65-7BF0-4289-BFF5-6A43FACCF6DC}" dt="2022-11-29T11:20:41.871" v="2640" actId="20577"/>
          <ac:spMkLst>
            <pc:docMk/>
            <pc:sldMk cId="927710118" sldId="288"/>
            <ac:spMk id="2" creationId="{DB52FACB-75BA-A7AB-3AA4-842CDD8A7E3F}"/>
          </ac:spMkLst>
        </pc:spChg>
        <pc:spChg chg="del">
          <ac:chgData name="Sara Muneeb" userId="29b624b1-a719-43f5-9b52-388cd4043c04" providerId="ADAL" clId="{07B87C65-7BF0-4289-BFF5-6A43FACCF6DC}" dt="2022-11-29T11:16:51.904" v="2532" actId="22"/>
          <ac:spMkLst>
            <pc:docMk/>
            <pc:sldMk cId="927710118" sldId="288"/>
            <ac:spMk id="3" creationId="{3548B374-4C18-7363-2801-010C1A1AAB20}"/>
          </ac:spMkLst>
        </pc:spChg>
        <pc:spChg chg="add mod">
          <ac:chgData name="Sara Muneeb" userId="29b624b1-a719-43f5-9b52-388cd4043c04" providerId="ADAL" clId="{07B87C65-7BF0-4289-BFF5-6A43FACCF6DC}" dt="2022-11-29T11:17:57.874" v="2626" actId="1076"/>
          <ac:spMkLst>
            <pc:docMk/>
            <pc:sldMk cId="927710118" sldId="288"/>
            <ac:spMk id="8" creationId="{7DABC08A-4031-F839-EC45-62FF3A0DD116}"/>
          </ac:spMkLst>
        </pc:spChg>
        <pc:picChg chg="add mod ord">
          <ac:chgData name="Sara Muneeb" userId="29b624b1-a719-43f5-9b52-388cd4043c04" providerId="ADAL" clId="{07B87C65-7BF0-4289-BFF5-6A43FACCF6DC}" dt="2022-11-29T11:20:53.590" v="2642" actId="1076"/>
          <ac:picMkLst>
            <pc:docMk/>
            <pc:sldMk cId="927710118" sldId="288"/>
            <ac:picMk id="5" creationId="{1A3C4100-CD8F-FE69-91DF-75AC87737D0C}"/>
          </ac:picMkLst>
        </pc:picChg>
        <pc:picChg chg="add mod">
          <ac:chgData name="Sara Muneeb" userId="29b624b1-a719-43f5-9b52-388cd4043c04" providerId="ADAL" clId="{07B87C65-7BF0-4289-BFF5-6A43FACCF6DC}" dt="2022-11-29T11:17:03.385" v="2534" actId="571"/>
          <ac:picMkLst>
            <pc:docMk/>
            <pc:sldMk cId="927710118" sldId="288"/>
            <ac:picMk id="6" creationId="{9D137113-722F-DA2C-2BAA-8FEC6FECF4AE}"/>
          </ac:picMkLst>
        </pc:picChg>
      </pc:sldChg>
      <pc:sldChg chg="del">
        <pc:chgData name="Sara Muneeb" userId="29b624b1-a719-43f5-9b52-388cd4043c04" providerId="ADAL" clId="{07B87C65-7BF0-4289-BFF5-6A43FACCF6DC}" dt="2022-11-25T04:26:49.041" v="0" actId="47"/>
        <pc:sldMkLst>
          <pc:docMk/>
          <pc:sldMk cId="3020482031" sldId="288"/>
        </pc:sldMkLst>
      </pc:sldChg>
      <pc:sldChg chg="del">
        <pc:chgData name="Sara Muneeb" userId="29b624b1-a719-43f5-9b52-388cd4043c04" providerId="ADAL" clId="{07B87C65-7BF0-4289-BFF5-6A43FACCF6DC}" dt="2022-11-25T04:26:49.041" v="0" actId="47"/>
        <pc:sldMkLst>
          <pc:docMk/>
          <pc:sldMk cId="25240944" sldId="289"/>
        </pc:sldMkLst>
      </pc:sldChg>
      <pc:sldChg chg="modSp new mod">
        <pc:chgData name="Sara Muneeb" userId="29b624b1-a719-43f5-9b52-388cd4043c04" providerId="ADAL" clId="{07B87C65-7BF0-4289-BFF5-6A43FACCF6DC}" dt="2022-11-29T11:34:15.723" v="2762" actId="20577"/>
        <pc:sldMkLst>
          <pc:docMk/>
          <pc:sldMk cId="3407071435" sldId="289"/>
        </pc:sldMkLst>
        <pc:spChg chg="mod">
          <ac:chgData name="Sara Muneeb" userId="29b624b1-a719-43f5-9b52-388cd4043c04" providerId="ADAL" clId="{07B87C65-7BF0-4289-BFF5-6A43FACCF6DC}" dt="2022-11-29T11:28:36.147" v="2726" actId="20577"/>
          <ac:spMkLst>
            <pc:docMk/>
            <pc:sldMk cId="3407071435" sldId="289"/>
            <ac:spMk id="2" creationId="{D2E5623C-D4C2-E389-A25D-D4D07CE0D85B}"/>
          </ac:spMkLst>
        </pc:spChg>
        <pc:spChg chg="mod">
          <ac:chgData name="Sara Muneeb" userId="29b624b1-a719-43f5-9b52-388cd4043c04" providerId="ADAL" clId="{07B87C65-7BF0-4289-BFF5-6A43FACCF6DC}" dt="2022-11-29T11:34:15.723" v="2762" actId="20577"/>
          <ac:spMkLst>
            <pc:docMk/>
            <pc:sldMk cId="3407071435" sldId="289"/>
            <ac:spMk id="3" creationId="{47C376BF-7C97-832F-EA94-30F6672F5B6F}"/>
          </ac:spMkLst>
        </pc:spChg>
      </pc:sldChg>
      <pc:sldChg chg="del">
        <pc:chgData name="Sara Muneeb" userId="29b624b1-a719-43f5-9b52-388cd4043c04" providerId="ADAL" clId="{07B87C65-7BF0-4289-BFF5-6A43FACCF6DC}" dt="2022-11-25T04:26:49.041" v="0" actId="47"/>
        <pc:sldMkLst>
          <pc:docMk/>
          <pc:sldMk cId="2249725786" sldId="290"/>
        </pc:sldMkLst>
      </pc:sldChg>
      <pc:sldChg chg="modSp new mod">
        <pc:chgData name="Sara Muneeb" userId="29b624b1-a719-43f5-9b52-388cd4043c04" providerId="ADAL" clId="{07B87C65-7BF0-4289-BFF5-6A43FACCF6DC}" dt="2022-11-29T11:28:11.711" v="2723"/>
        <pc:sldMkLst>
          <pc:docMk/>
          <pc:sldMk cId="2531843012" sldId="290"/>
        </pc:sldMkLst>
        <pc:spChg chg="mod">
          <ac:chgData name="Sara Muneeb" userId="29b624b1-a719-43f5-9b52-388cd4043c04" providerId="ADAL" clId="{07B87C65-7BF0-4289-BFF5-6A43FACCF6DC}" dt="2022-11-29T11:26:56.876" v="2698"/>
          <ac:spMkLst>
            <pc:docMk/>
            <pc:sldMk cId="2531843012" sldId="290"/>
            <ac:spMk id="2" creationId="{E42D7C93-6859-A3C0-85DF-07EE3EB0D51B}"/>
          </ac:spMkLst>
        </pc:spChg>
        <pc:spChg chg="mod">
          <ac:chgData name="Sara Muneeb" userId="29b624b1-a719-43f5-9b52-388cd4043c04" providerId="ADAL" clId="{07B87C65-7BF0-4289-BFF5-6A43FACCF6DC}" dt="2022-11-29T11:28:11.711" v="2723"/>
          <ac:spMkLst>
            <pc:docMk/>
            <pc:sldMk cId="2531843012" sldId="290"/>
            <ac:spMk id="3" creationId="{1B394C12-627F-A0C6-6B91-25D8641D5311}"/>
          </ac:spMkLst>
        </pc:spChg>
      </pc:sldChg>
      <pc:sldChg chg="modSp new mod">
        <pc:chgData name="Sara Muneeb" userId="29b624b1-a719-43f5-9b52-388cd4043c04" providerId="ADAL" clId="{07B87C65-7BF0-4289-BFF5-6A43FACCF6DC}" dt="2022-11-29T11:42:45.521" v="2771" actId="123"/>
        <pc:sldMkLst>
          <pc:docMk/>
          <pc:sldMk cId="86561532" sldId="291"/>
        </pc:sldMkLst>
        <pc:spChg chg="mod">
          <ac:chgData name="Sara Muneeb" userId="29b624b1-a719-43f5-9b52-388cd4043c04" providerId="ADAL" clId="{07B87C65-7BF0-4289-BFF5-6A43FACCF6DC}" dt="2022-11-29T11:35:33.419" v="2764"/>
          <ac:spMkLst>
            <pc:docMk/>
            <pc:sldMk cId="86561532" sldId="291"/>
            <ac:spMk id="2" creationId="{50AF3626-0B7A-8E58-8059-7315E2D5F4D6}"/>
          </ac:spMkLst>
        </pc:spChg>
        <pc:spChg chg="mod">
          <ac:chgData name="Sara Muneeb" userId="29b624b1-a719-43f5-9b52-388cd4043c04" providerId="ADAL" clId="{07B87C65-7BF0-4289-BFF5-6A43FACCF6DC}" dt="2022-11-29T11:42:45.521" v="2771" actId="123"/>
          <ac:spMkLst>
            <pc:docMk/>
            <pc:sldMk cId="86561532" sldId="291"/>
            <ac:spMk id="3" creationId="{1DA344A0-0273-7FBC-0C27-BFE1398E5277}"/>
          </ac:spMkLst>
        </pc:spChg>
      </pc:sldChg>
      <pc:sldChg chg="del">
        <pc:chgData name="Sara Muneeb" userId="29b624b1-a719-43f5-9b52-388cd4043c04" providerId="ADAL" clId="{07B87C65-7BF0-4289-BFF5-6A43FACCF6DC}" dt="2022-11-25T04:26:49.041" v="0" actId="47"/>
        <pc:sldMkLst>
          <pc:docMk/>
          <pc:sldMk cId="3610408976" sldId="291"/>
        </pc:sldMkLst>
      </pc:sldChg>
      <pc:sldChg chg="del">
        <pc:chgData name="Sara Muneeb" userId="29b624b1-a719-43f5-9b52-388cd4043c04" providerId="ADAL" clId="{07B87C65-7BF0-4289-BFF5-6A43FACCF6DC}" dt="2022-11-25T04:26:49.041" v="0" actId="47"/>
        <pc:sldMkLst>
          <pc:docMk/>
          <pc:sldMk cId="192924341" sldId="292"/>
        </pc:sldMkLst>
      </pc:sldChg>
      <pc:sldChg chg="addSp delSp modSp new mod">
        <pc:chgData name="Sara Muneeb" userId="29b624b1-a719-43f5-9b52-388cd4043c04" providerId="ADAL" clId="{07B87C65-7BF0-4289-BFF5-6A43FACCF6DC}" dt="2022-11-29T11:45:20.243" v="2790" actId="1035"/>
        <pc:sldMkLst>
          <pc:docMk/>
          <pc:sldMk cId="1372548100" sldId="292"/>
        </pc:sldMkLst>
        <pc:spChg chg="mod">
          <ac:chgData name="Sara Muneeb" userId="29b624b1-a719-43f5-9b52-388cd4043c04" providerId="ADAL" clId="{07B87C65-7BF0-4289-BFF5-6A43FACCF6DC}" dt="2022-11-29T11:43:42.642" v="2775" actId="20577"/>
          <ac:spMkLst>
            <pc:docMk/>
            <pc:sldMk cId="1372548100" sldId="292"/>
            <ac:spMk id="2" creationId="{897DCEC5-A4CA-1A35-FFB9-CEB4FA7745D0}"/>
          </ac:spMkLst>
        </pc:spChg>
        <pc:spChg chg="del">
          <ac:chgData name="Sara Muneeb" userId="29b624b1-a719-43f5-9b52-388cd4043c04" providerId="ADAL" clId="{07B87C65-7BF0-4289-BFF5-6A43FACCF6DC}" dt="2022-11-29T11:44:46.150" v="2776" actId="22"/>
          <ac:spMkLst>
            <pc:docMk/>
            <pc:sldMk cId="1372548100" sldId="292"/>
            <ac:spMk id="3" creationId="{8F76EA25-8077-4704-1F7C-18BAE8207F10}"/>
          </ac:spMkLst>
        </pc:spChg>
        <pc:spChg chg="add mod">
          <ac:chgData name="Sara Muneeb" userId="29b624b1-a719-43f5-9b52-388cd4043c04" providerId="ADAL" clId="{07B87C65-7BF0-4289-BFF5-6A43FACCF6DC}" dt="2022-11-29T11:45:20.243" v="2790" actId="1035"/>
          <ac:spMkLst>
            <pc:docMk/>
            <pc:sldMk cId="1372548100" sldId="292"/>
            <ac:spMk id="7" creationId="{A0F71DF1-5FB7-8367-4AF9-6471CE300FBF}"/>
          </ac:spMkLst>
        </pc:spChg>
        <pc:picChg chg="add mod ord">
          <ac:chgData name="Sara Muneeb" userId="29b624b1-a719-43f5-9b52-388cd4043c04" providerId="ADAL" clId="{07B87C65-7BF0-4289-BFF5-6A43FACCF6DC}" dt="2022-11-29T11:45:14.933" v="2789" actId="1038"/>
          <ac:picMkLst>
            <pc:docMk/>
            <pc:sldMk cId="1372548100" sldId="292"/>
            <ac:picMk id="5" creationId="{7A0C6368-596F-BB5F-A5F0-3650B7F64D5D}"/>
          </ac:picMkLst>
        </pc:picChg>
      </pc:sldChg>
      <pc:sldChg chg="del">
        <pc:chgData name="Sara Muneeb" userId="29b624b1-a719-43f5-9b52-388cd4043c04" providerId="ADAL" clId="{07B87C65-7BF0-4289-BFF5-6A43FACCF6DC}" dt="2022-11-25T04:26:49.041" v="0" actId="47"/>
        <pc:sldMkLst>
          <pc:docMk/>
          <pc:sldMk cId="2012698245" sldId="293"/>
        </pc:sldMkLst>
      </pc:sldChg>
      <pc:sldChg chg="del">
        <pc:chgData name="Sara Muneeb" userId="29b624b1-a719-43f5-9b52-388cd4043c04" providerId="ADAL" clId="{07B87C65-7BF0-4289-BFF5-6A43FACCF6DC}" dt="2022-11-25T04:26:49.041" v="0" actId="47"/>
        <pc:sldMkLst>
          <pc:docMk/>
          <pc:sldMk cId="4002966167" sldId="294"/>
        </pc:sldMkLst>
      </pc:sldChg>
      <pc:sldChg chg="del">
        <pc:chgData name="Sara Muneeb" userId="29b624b1-a719-43f5-9b52-388cd4043c04" providerId="ADAL" clId="{07B87C65-7BF0-4289-BFF5-6A43FACCF6DC}" dt="2022-11-25T04:26:49.041" v="0" actId="47"/>
        <pc:sldMkLst>
          <pc:docMk/>
          <pc:sldMk cId="2954718911" sldId="295"/>
        </pc:sldMkLst>
      </pc:sldChg>
      <pc:sldChg chg="del">
        <pc:chgData name="Sara Muneeb" userId="29b624b1-a719-43f5-9b52-388cd4043c04" providerId="ADAL" clId="{07B87C65-7BF0-4289-BFF5-6A43FACCF6DC}" dt="2022-11-25T04:26:49.041" v="0" actId="47"/>
        <pc:sldMkLst>
          <pc:docMk/>
          <pc:sldMk cId="2279228112" sldId="296"/>
        </pc:sldMkLst>
      </pc:sldChg>
      <pc:sldChg chg="del">
        <pc:chgData name="Sara Muneeb" userId="29b624b1-a719-43f5-9b52-388cd4043c04" providerId="ADAL" clId="{07B87C65-7BF0-4289-BFF5-6A43FACCF6DC}" dt="2022-11-25T04:26:49.041" v="0" actId="47"/>
        <pc:sldMkLst>
          <pc:docMk/>
          <pc:sldMk cId="3713014717" sldId="297"/>
        </pc:sldMkLst>
      </pc:sldChg>
      <pc:sldChg chg="del">
        <pc:chgData name="Sara Muneeb" userId="29b624b1-a719-43f5-9b52-388cd4043c04" providerId="ADAL" clId="{07B87C65-7BF0-4289-BFF5-6A43FACCF6DC}" dt="2022-11-25T04:26:49.041" v="0" actId="47"/>
        <pc:sldMkLst>
          <pc:docMk/>
          <pc:sldMk cId="1079184309" sldId="298"/>
        </pc:sldMkLst>
      </pc:sldChg>
      <pc:sldChg chg="del">
        <pc:chgData name="Sara Muneeb" userId="29b624b1-a719-43f5-9b52-388cd4043c04" providerId="ADAL" clId="{07B87C65-7BF0-4289-BFF5-6A43FACCF6DC}" dt="2022-11-25T04:26:49.041" v="0" actId="47"/>
        <pc:sldMkLst>
          <pc:docMk/>
          <pc:sldMk cId="3554821673" sldId="299"/>
        </pc:sldMkLst>
      </pc:sldChg>
      <pc:sldChg chg="del">
        <pc:chgData name="Sara Muneeb" userId="29b624b1-a719-43f5-9b52-388cd4043c04" providerId="ADAL" clId="{07B87C65-7BF0-4289-BFF5-6A43FACCF6DC}" dt="2022-11-25T04:26:49.041" v="0" actId="47"/>
        <pc:sldMkLst>
          <pc:docMk/>
          <pc:sldMk cId="3411595474" sldId="300"/>
        </pc:sldMkLst>
      </pc:sldChg>
      <pc:sldChg chg="del">
        <pc:chgData name="Sara Muneeb" userId="29b624b1-a719-43f5-9b52-388cd4043c04" providerId="ADAL" clId="{07B87C65-7BF0-4289-BFF5-6A43FACCF6DC}" dt="2022-11-25T04:26:49.041" v="0" actId="47"/>
        <pc:sldMkLst>
          <pc:docMk/>
          <pc:sldMk cId="7699154" sldId="301"/>
        </pc:sldMkLst>
      </pc:sldChg>
      <pc:sldChg chg="del">
        <pc:chgData name="Sara Muneeb" userId="29b624b1-a719-43f5-9b52-388cd4043c04" providerId="ADAL" clId="{07B87C65-7BF0-4289-BFF5-6A43FACCF6DC}" dt="2022-11-25T04:26:49.041" v="0" actId="47"/>
        <pc:sldMkLst>
          <pc:docMk/>
          <pc:sldMk cId="4157430830" sldId="302"/>
        </pc:sldMkLst>
      </pc:sldChg>
      <pc:sldChg chg="del">
        <pc:chgData name="Sara Muneeb" userId="29b624b1-a719-43f5-9b52-388cd4043c04" providerId="ADAL" clId="{07B87C65-7BF0-4289-BFF5-6A43FACCF6DC}" dt="2022-11-25T04:26:49.041" v="0" actId="47"/>
        <pc:sldMkLst>
          <pc:docMk/>
          <pc:sldMk cId="3213821226" sldId="303"/>
        </pc:sldMkLst>
      </pc:sldChg>
      <pc:sldChg chg="del">
        <pc:chgData name="Sara Muneeb" userId="29b624b1-a719-43f5-9b52-388cd4043c04" providerId="ADAL" clId="{07B87C65-7BF0-4289-BFF5-6A43FACCF6DC}" dt="2022-11-25T04:26:49.041" v="0" actId="47"/>
        <pc:sldMkLst>
          <pc:docMk/>
          <pc:sldMk cId="205969955" sldId="304"/>
        </pc:sldMkLst>
      </pc:sldChg>
      <pc:sldChg chg="del">
        <pc:chgData name="Sara Muneeb" userId="29b624b1-a719-43f5-9b52-388cd4043c04" providerId="ADAL" clId="{07B87C65-7BF0-4289-BFF5-6A43FACCF6DC}" dt="2022-11-25T04:26:49.041" v="0" actId="47"/>
        <pc:sldMkLst>
          <pc:docMk/>
          <pc:sldMk cId="3459373187" sldId="305"/>
        </pc:sldMkLst>
      </pc:sldChg>
      <pc:sldChg chg="del">
        <pc:chgData name="Sara Muneeb" userId="29b624b1-a719-43f5-9b52-388cd4043c04" providerId="ADAL" clId="{07B87C65-7BF0-4289-BFF5-6A43FACCF6DC}" dt="2022-11-25T04:26:49.041" v="0" actId="47"/>
        <pc:sldMkLst>
          <pc:docMk/>
          <pc:sldMk cId="4049550503" sldId="306"/>
        </pc:sldMkLst>
      </pc:sldChg>
      <pc:sldChg chg="del">
        <pc:chgData name="Sara Muneeb" userId="29b624b1-a719-43f5-9b52-388cd4043c04" providerId="ADAL" clId="{07B87C65-7BF0-4289-BFF5-6A43FACCF6DC}" dt="2022-11-25T04:26:49.041" v="0" actId="47"/>
        <pc:sldMkLst>
          <pc:docMk/>
          <pc:sldMk cId="3508365302" sldId="307"/>
        </pc:sldMkLst>
      </pc:sldChg>
      <pc:sldChg chg="del">
        <pc:chgData name="Sara Muneeb" userId="29b624b1-a719-43f5-9b52-388cd4043c04" providerId="ADAL" clId="{07B87C65-7BF0-4289-BFF5-6A43FACCF6DC}" dt="2022-11-25T04:26:49.041" v="0" actId="47"/>
        <pc:sldMkLst>
          <pc:docMk/>
          <pc:sldMk cId="4222737946" sldId="308"/>
        </pc:sldMkLst>
      </pc:sldChg>
      <pc:sldChg chg="del">
        <pc:chgData name="Sara Muneeb" userId="29b624b1-a719-43f5-9b52-388cd4043c04" providerId="ADAL" clId="{07B87C65-7BF0-4289-BFF5-6A43FACCF6DC}" dt="2022-11-25T04:26:49.041" v="0" actId="47"/>
        <pc:sldMkLst>
          <pc:docMk/>
          <pc:sldMk cId="547706082" sldId="309"/>
        </pc:sldMkLst>
      </pc:sldChg>
      <pc:sldChg chg="del">
        <pc:chgData name="Sara Muneeb" userId="29b624b1-a719-43f5-9b52-388cd4043c04" providerId="ADAL" clId="{07B87C65-7BF0-4289-BFF5-6A43FACCF6DC}" dt="2022-11-25T04:26:49.041" v="0" actId="47"/>
        <pc:sldMkLst>
          <pc:docMk/>
          <pc:sldMk cId="321608399" sldId="310"/>
        </pc:sldMkLst>
      </pc:sldChg>
      <pc:sldChg chg="del">
        <pc:chgData name="Sara Muneeb" userId="29b624b1-a719-43f5-9b52-388cd4043c04" providerId="ADAL" clId="{07B87C65-7BF0-4289-BFF5-6A43FACCF6DC}" dt="2022-11-25T04:26:49.041" v="0" actId="47"/>
        <pc:sldMkLst>
          <pc:docMk/>
          <pc:sldMk cId="90341570" sldId="311"/>
        </pc:sldMkLst>
      </pc:sldChg>
      <pc:sldChg chg="del">
        <pc:chgData name="Sara Muneeb" userId="29b624b1-a719-43f5-9b52-388cd4043c04" providerId="ADAL" clId="{07B87C65-7BF0-4289-BFF5-6A43FACCF6DC}" dt="2022-11-25T04:26:49.041" v="0" actId="47"/>
        <pc:sldMkLst>
          <pc:docMk/>
          <pc:sldMk cId="1394940076" sldId="312"/>
        </pc:sldMkLst>
      </pc:sldChg>
      <pc:sldChg chg="modSp mod">
        <pc:chgData name="Sara Muneeb" userId="29b624b1-a719-43f5-9b52-388cd4043c04" providerId="ADAL" clId="{07B87C65-7BF0-4289-BFF5-6A43FACCF6DC}" dt="2022-12-06T04:04:56.169" v="2988" actId="27636"/>
        <pc:sldMkLst>
          <pc:docMk/>
          <pc:sldMk cId="2877534449" sldId="312"/>
        </pc:sldMkLst>
        <pc:spChg chg="mod">
          <ac:chgData name="Sara Muneeb" userId="29b624b1-a719-43f5-9b52-388cd4043c04" providerId="ADAL" clId="{07B87C65-7BF0-4289-BFF5-6A43FACCF6DC}" dt="2022-12-06T04:04:56.169" v="2988" actId="27636"/>
          <ac:spMkLst>
            <pc:docMk/>
            <pc:sldMk cId="2877534449" sldId="312"/>
            <ac:spMk id="3" creationId="{FCCD0A07-289D-85C2-1087-F1A4570E8380}"/>
          </ac:spMkLst>
        </pc:spChg>
      </pc:sldChg>
      <pc:sldChg chg="new del">
        <pc:chgData name="Sara Muneeb" userId="29b624b1-a719-43f5-9b52-388cd4043c04" providerId="ADAL" clId="{07B87C65-7BF0-4289-BFF5-6A43FACCF6DC}" dt="2022-12-06T04:47:16.707" v="3608" actId="47"/>
        <pc:sldMkLst>
          <pc:docMk/>
          <pc:sldMk cId="597740062" sldId="313"/>
        </pc:sldMkLst>
      </pc:sldChg>
      <pc:sldChg chg="del">
        <pc:chgData name="Sara Muneeb" userId="29b624b1-a719-43f5-9b52-388cd4043c04" providerId="ADAL" clId="{07B87C65-7BF0-4289-BFF5-6A43FACCF6DC}" dt="2022-11-25T04:26:49.041" v="0" actId="47"/>
        <pc:sldMkLst>
          <pc:docMk/>
          <pc:sldMk cId="1759940775" sldId="313"/>
        </pc:sldMkLst>
      </pc:sldChg>
      <pc:sldChg chg="del">
        <pc:chgData name="Sara Muneeb" userId="29b624b1-a719-43f5-9b52-388cd4043c04" providerId="ADAL" clId="{07B87C65-7BF0-4289-BFF5-6A43FACCF6DC}" dt="2022-11-25T04:26:49.041" v="0" actId="47"/>
        <pc:sldMkLst>
          <pc:docMk/>
          <pc:sldMk cId="2269165914" sldId="314"/>
        </pc:sldMkLst>
      </pc:sldChg>
      <pc:sldChg chg="modSp new mod">
        <pc:chgData name="Sara Muneeb" userId="29b624b1-a719-43f5-9b52-388cd4043c04" providerId="ADAL" clId="{07B87C65-7BF0-4289-BFF5-6A43FACCF6DC}" dt="2022-12-06T04:30:50.123" v="3060" actId="5793"/>
        <pc:sldMkLst>
          <pc:docMk/>
          <pc:sldMk cId="3347304787" sldId="314"/>
        </pc:sldMkLst>
        <pc:spChg chg="mod">
          <ac:chgData name="Sara Muneeb" userId="29b624b1-a719-43f5-9b52-388cd4043c04" providerId="ADAL" clId="{07B87C65-7BF0-4289-BFF5-6A43FACCF6DC}" dt="2022-12-06T04:05:24.419" v="3019" actId="20577"/>
          <ac:spMkLst>
            <pc:docMk/>
            <pc:sldMk cId="3347304787" sldId="314"/>
            <ac:spMk id="2" creationId="{07A518C9-3CA1-6356-CDAA-C0D10987064D}"/>
          </ac:spMkLst>
        </pc:spChg>
        <pc:spChg chg="mod">
          <ac:chgData name="Sara Muneeb" userId="29b624b1-a719-43f5-9b52-388cd4043c04" providerId="ADAL" clId="{07B87C65-7BF0-4289-BFF5-6A43FACCF6DC}" dt="2022-12-06T04:30:50.123" v="3060" actId="5793"/>
          <ac:spMkLst>
            <pc:docMk/>
            <pc:sldMk cId="3347304787" sldId="314"/>
            <ac:spMk id="3" creationId="{56F3B97D-F19B-E175-4023-F27DEAACAA77}"/>
          </ac:spMkLst>
        </pc:spChg>
      </pc:sldChg>
      <pc:sldChg chg="addSp delSp modSp new mod">
        <pc:chgData name="Sara Muneeb" userId="29b624b1-a719-43f5-9b52-388cd4043c04" providerId="ADAL" clId="{07B87C65-7BF0-4289-BFF5-6A43FACCF6DC}" dt="2022-12-06T04:32:25.212" v="3103" actId="1076"/>
        <pc:sldMkLst>
          <pc:docMk/>
          <pc:sldMk cId="1401089230" sldId="315"/>
        </pc:sldMkLst>
        <pc:spChg chg="mod">
          <ac:chgData name="Sara Muneeb" userId="29b624b1-a719-43f5-9b52-388cd4043c04" providerId="ADAL" clId="{07B87C65-7BF0-4289-BFF5-6A43FACCF6DC}" dt="2022-12-06T04:31:31.106" v="3083" actId="20577"/>
          <ac:spMkLst>
            <pc:docMk/>
            <pc:sldMk cId="1401089230" sldId="315"/>
            <ac:spMk id="2" creationId="{006433C3-B2C6-39DC-C62C-A571019231E1}"/>
          </ac:spMkLst>
        </pc:spChg>
        <pc:spChg chg="del">
          <ac:chgData name="Sara Muneeb" userId="29b624b1-a719-43f5-9b52-388cd4043c04" providerId="ADAL" clId="{07B87C65-7BF0-4289-BFF5-6A43FACCF6DC}" dt="2022-12-06T04:31:26.209" v="3069"/>
          <ac:spMkLst>
            <pc:docMk/>
            <pc:sldMk cId="1401089230" sldId="315"/>
            <ac:spMk id="3" creationId="{DFB44034-6310-85E8-25A0-4882FC913531}"/>
          </ac:spMkLst>
        </pc:spChg>
        <pc:picChg chg="add mod">
          <ac:chgData name="Sara Muneeb" userId="29b624b1-a719-43f5-9b52-388cd4043c04" providerId="ADAL" clId="{07B87C65-7BF0-4289-BFF5-6A43FACCF6DC}" dt="2022-12-06T04:32:25.212" v="3103" actId="1076"/>
          <ac:picMkLst>
            <pc:docMk/>
            <pc:sldMk cId="1401089230" sldId="315"/>
            <ac:picMk id="1026" creationId="{D58A4EC9-0780-1EF8-30A8-118929C0C116}"/>
          </ac:picMkLst>
        </pc:picChg>
      </pc:sldChg>
      <pc:sldChg chg="del">
        <pc:chgData name="Sara Muneeb" userId="29b624b1-a719-43f5-9b52-388cd4043c04" providerId="ADAL" clId="{07B87C65-7BF0-4289-BFF5-6A43FACCF6DC}" dt="2022-11-25T04:26:49.041" v="0" actId="47"/>
        <pc:sldMkLst>
          <pc:docMk/>
          <pc:sldMk cId="1574604444" sldId="315"/>
        </pc:sldMkLst>
      </pc:sldChg>
      <pc:sldChg chg="addSp delSp modSp new mod">
        <pc:chgData name="Sara Muneeb" userId="29b624b1-a719-43f5-9b52-388cd4043c04" providerId="ADAL" clId="{07B87C65-7BF0-4289-BFF5-6A43FACCF6DC}" dt="2022-12-06T04:34:49.307" v="3116" actId="1076"/>
        <pc:sldMkLst>
          <pc:docMk/>
          <pc:sldMk cId="2929702152" sldId="316"/>
        </pc:sldMkLst>
        <pc:spChg chg="mod">
          <ac:chgData name="Sara Muneeb" userId="29b624b1-a719-43f5-9b52-388cd4043c04" providerId="ADAL" clId="{07B87C65-7BF0-4289-BFF5-6A43FACCF6DC}" dt="2022-12-06T04:31:37.363" v="3099" actId="5793"/>
          <ac:spMkLst>
            <pc:docMk/>
            <pc:sldMk cId="2929702152" sldId="316"/>
            <ac:spMk id="2" creationId="{FA709AF4-A790-41F4-E656-E39D6FB07DF1}"/>
          </ac:spMkLst>
        </pc:spChg>
        <pc:spChg chg="del">
          <ac:chgData name="Sara Muneeb" userId="29b624b1-a719-43f5-9b52-388cd4043c04" providerId="ADAL" clId="{07B87C65-7BF0-4289-BFF5-6A43FACCF6DC}" dt="2022-12-06T04:32:13.143" v="3100"/>
          <ac:spMkLst>
            <pc:docMk/>
            <pc:sldMk cId="2929702152" sldId="316"/>
            <ac:spMk id="3" creationId="{AA877C5E-E468-D837-369A-25D4EE92AE9E}"/>
          </ac:spMkLst>
        </pc:spChg>
        <pc:spChg chg="add del mod">
          <ac:chgData name="Sara Muneeb" userId="29b624b1-a719-43f5-9b52-388cd4043c04" providerId="ADAL" clId="{07B87C65-7BF0-4289-BFF5-6A43FACCF6DC}" dt="2022-12-06T04:33:27.759" v="3111" actId="478"/>
          <ac:spMkLst>
            <pc:docMk/>
            <pc:sldMk cId="2929702152" sldId="316"/>
            <ac:spMk id="4" creationId="{AB2D90F0-CF23-7059-8EBD-2CB5BE35251A}"/>
          </ac:spMkLst>
        </pc:spChg>
        <pc:spChg chg="add mod">
          <ac:chgData name="Sara Muneeb" userId="29b624b1-a719-43f5-9b52-388cd4043c04" providerId="ADAL" clId="{07B87C65-7BF0-4289-BFF5-6A43FACCF6DC}" dt="2022-12-06T04:34:40.615" v="3112" actId="478"/>
          <ac:spMkLst>
            <pc:docMk/>
            <pc:sldMk cId="2929702152" sldId="316"/>
            <ac:spMk id="5" creationId="{5A52007E-C1E7-05EB-3805-980316459094}"/>
          </ac:spMkLst>
        </pc:spChg>
        <pc:picChg chg="add del mod">
          <ac:chgData name="Sara Muneeb" userId="29b624b1-a719-43f5-9b52-388cd4043c04" providerId="ADAL" clId="{07B87C65-7BF0-4289-BFF5-6A43FACCF6DC}" dt="2022-12-06T04:34:40.615" v="3112" actId="478"/>
          <ac:picMkLst>
            <pc:docMk/>
            <pc:sldMk cId="2929702152" sldId="316"/>
            <ac:picMk id="2050" creationId="{C223B538-C532-7D2E-27ED-79A38174B04D}"/>
          </ac:picMkLst>
        </pc:picChg>
        <pc:picChg chg="add del mod">
          <ac:chgData name="Sara Muneeb" userId="29b624b1-a719-43f5-9b52-388cd4043c04" providerId="ADAL" clId="{07B87C65-7BF0-4289-BFF5-6A43FACCF6DC}" dt="2022-12-06T04:33:27.332" v="3110"/>
          <ac:picMkLst>
            <pc:docMk/>
            <pc:sldMk cId="2929702152" sldId="316"/>
            <ac:picMk id="2052" creationId="{47E13A5E-6662-BCAA-1A50-211BD5F311DC}"/>
          </ac:picMkLst>
        </pc:picChg>
        <pc:picChg chg="add mod">
          <ac:chgData name="Sara Muneeb" userId="29b624b1-a719-43f5-9b52-388cd4043c04" providerId="ADAL" clId="{07B87C65-7BF0-4289-BFF5-6A43FACCF6DC}" dt="2022-12-06T04:34:49.307" v="3116" actId="1076"/>
          <ac:picMkLst>
            <pc:docMk/>
            <pc:sldMk cId="2929702152" sldId="316"/>
            <ac:picMk id="2054" creationId="{C38A788A-8AE3-E5AA-D8A6-87EE714449DE}"/>
          </ac:picMkLst>
        </pc:picChg>
      </pc:sldChg>
      <pc:sldChg chg="del">
        <pc:chgData name="Sara Muneeb" userId="29b624b1-a719-43f5-9b52-388cd4043c04" providerId="ADAL" clId="{07B87C65-7BF0-4289-BFF5-6A43FACCF6DC}" dt="2022-11-25T04:26:49.041" v="0" actId="47"/>
        <pc:sldMkLst>
          <pc:docMk/>
          <pc:sldMk cId="3785957644" sldId="316"/>
        </pc:sldMkLst>
      </pc:sldChg>
      <pc:sldChg chg="modSp new mod">
        <pc:chgData name="Sara Muneeb" userId="29b624b1-a719-43f5-9b52-388cd4043c04" providerId="ADAL" clId="{07B87C65-7BF0-4289-BFF5-6A43FACCF6DC}" dt="2022-12-06T04:41:02.838" v="3173" actId="20577"/>
        <pc:sldMkLst>
          <pc:docMk/>
          <pc:sldMk cId="207355886" sldId="317"/>
        </pc:sldMkLst>
        <pc:spChg chg="mod">
          <ac:chgData name="Sara Muneeb" userId="29b624b1-a719-43f5-9b52-388cd4043c04" providerId="ADAL" clId="{07B87C65-7BF0-4289-BFF5-6A43FACCF6DC}" dt="2022-12-06T04:35:55.411" v="3152" actId="5793"/>
          <ac:spMkLst>
            <pc:docMk/>
            <pc:sldMk cId="207355886" sldId="317"/>
            <ac:spMk id="2" creationId="{0AED4CBA-FA3D-2C1E-275E-36C488978C9D}"/>
          </ac:spMkLst>
        </pc:spChg>
        <pc:spChg chg="mod">
          <ac:chgData name="Sara Muneeb" userId="29b624b1-a719-43f5-9b52-388cd4043c04" providerId="ADAL" clId="{07B87C65-7BF0-4289-BFF5-6A43FACCF6DC}" dt="2022-12-06T04:41:02.838" v="3173" actId="20577"/>
          <ac:spMkLst>
            <pc:docMk/>
            <pc:sldMk cId="207355886" sldId="317"/>
            <ac:spMk id="3" creationId="{57599E7F-2088-53D3-280B-FDAD066380DB}"/>
          </ac:spMkLst>
        </pc:spChg>
      </pc:sldChg>
      <pc:sldChg chg="del">
        <pc:chgData name="Sara Muneeb" userId="29b624b1-a719-43f5-9b52-388cd4043c04" providerId="ADAL" clId="{07B87C65-7BF0-4289-BFF5-6A43FACCF6DC}" dt="2022-11-25T04:26:49.041" v="0" actId="47"/>
        <pc:sldMkLst>
          <pc:docMk/>
          <pc:sldMk cId="996644715" sldId="317"/>
        </pc:sldMkLst>
      </pc:sldChg>
      <pc:sldChg chg="del">
        <pc:chgData name="Sara Muneeb" userId="29b624b1-a719-43f5-9b52-388cd4043c04" providerId="ADAL" clId="{07B87C65-7BF0-4289-BFF5-6A43FACCF6DC}" dt="2022-11-25T04:26:49.041" v="0" actId="47"/>
        <pc:sldMkLst>
          <pc:docMk/>
          <pc:sldMk cId="1545905496" sldId="318"/>
        </pc:sldMkLst>
      </pc:sldChg>
      <pc:sldChg chg="modSp new mod">
        <pc:chgData name="Sara Muneeb" userId="29b624b1-a719-43f5-9b52-388cd4043c04" providerId="ADAL" clId="{07B87C65-7BF0-4289-BFF5-6A43FACCF6DC}" dt="2022-12-06T04:44:34.103" v="3385" actId="20577"/>
        <pc:sldMkLst>
          <pc:docMk/>
          <pc:sldMk cId="3253479535" sldId="318"/>
        </pc:sldMkLst>
        <pc:spChg chg="mod">
          <ac:chgData name="Sara Muneeb" userId="29b624b1-a719-43f5-9b52-388cd4043c04" providerId="ADAL" clId="{07B87C65-7BF0-4289-BFF5-6A43FACCF6DC}" dt="2022-12-06T04:41:46.186" v="3200" actId="313"/>
          <ac:spMkLst>
            <pc:docMk/>
            <pc:sldMk cId="3253479535" sldId="318"/>
            <ac:spMk id="2" creationId="{566F3255-E094-8C40-D68F-0EDAA9B7F434}"/>
          </ac:spMkLst>
        </pc:spChg>
        <pc:spChg chg="mod">
          <ac:chgData name="Sara Muneeb" userId="29b624b1-a719-43f5-9b52-388cd4043c04" providerId="ADAL" clId="{07B87C65-7BF0-4289-BFF5-6A43FACCF6DC}" dt="2022-12-06T04:44:34.103" v="3385" actId="20577"/>
          <ac:spMkLst>
            <pc:docMk/>
            <pc:sldMk cId="3253479535" sldId="318"/>
            <ac:spMk id="3" creationId="{B99DA845-C627-B6FB-CEEC-ADAA9AFA0385}"/>
          </ac:spMkLst>
        </pc:spChg>
      </pc:sldChg>
      <pc:sldChg chg="modSp new mod">
        <pc:chgData name="Sara Muneeb" userId="29b624b1-a719-43f5-9b52-388cd4043c04" providerId="ADAL" clId="{07B87C65-7BF0-4289-BFF5-6A43FACCF6DC}" dt="2022-12-06T04:47:21.753" v="3609" actId="313"/>
        <pc:sldMkLst>
          <pc:docMk/>
          <pc:sldMk cId="3258948435" sldId="319"/>
        </pc:sldMkLst>
        <pc:spChg chg="mod">
          <ac:chgData name="Sara Muneeb" userId="29b624b1-a719-43f5-9b52-388cd4043c04" providerId="ADAL" clId="{07B87C65-7BF0-4289-BFF5-6A43FACCF6DC}" dt="2022-12-06T04:47:21.753" v="3609" actId="313"/>
          <ac:spMkLst>
            <pc:docMk/>
            <pc:sldMk cId="3258948435" sldId="319"/>
            <ac:spMk id="2" creationId="{83495DE6-22E5-D63D-EEAD-AE7DF5EE3560}"/>
          </ac:spMkLst>
        </pc:spChg>
        <pc:spChg chg="mod">
          <ac:chgData name="Sara Muneeb" userId="29b624b1-a719-43f5-9b52-388cd4043c04" providerId="ADAL" clId="{07B87C65-7BF0-4289-BFF5-6A43FACCF6DC}" dt="2022-12-06T04:47:11.039" v="3607" actId="20577"/>
          <ac:spMkLst>
            <pc:docMk/>
            <pc:sldMk cId="3258948435" sldId="319"/>
            <ac:spMk id="3" creationId="{CB41A3DD-CFB2-EEC0-1AE9-C9556D65C8B4}"/>
          </ac:spMkLst>
        </pc:spChg>
      </pc:sldChg>
    </pc:docChg>
  </pc:docChgLst>
  <pc:docChgLst>
    <pc:chgData name="Sara Muneeb" userId="29b624b1-a719-43f5-9b52-388cd4043c04" providerId="ADAL" clId="{92141329-D183-4FBC-A4C5-439AF6D228C3}"/>
    <pc:docChg chg="undo custSel addSld delSld modSld sldOrd">
      <pc:chgData name="Sara Muneeb" userId="29b624b1-a719-43f5-9b52-388cd4043c04" providerId="ADAL" clId="{92141329-D183-4FBC-A4C5-439AF6D228C3}" dt="2022-09-20T10:59:21.747" v="3211" actId="20577"/>
      <pc:docMkLst>
        <pc:docMk/>
      </pc:docMkLst>
      <pc:sldChg chg="modSp mod">
        <pc:chgData name="Sara Muneeb" userId="29b624b1-a719-43f5-9b52-388cd4043c04" providerId="ADAL" clId="{92141329-D183-4FBC-A4C5-439AF6D228C3}" dt="2022-09-20T10:59:21.747" v="3211" actId="20577"/>
        <pc:sldMkLst>
          <pc:docMk/>
          <pc:sldMk cId="2984185032" sldId="256"/>
        </pc:sldMkLst>
        <pc:spChg chg="mod">
          <ac:chgData name="Sara Muneeb" userId="29b624b1-a719-43f5-9b52-388cd4043c04" providerId="ADAL" clId="{92141329-D183-4FBC-A4C5-439AF6D228C3}" dt="2022-09-20T10:59:21.747" v="3211" actId="20577"/>
          <ac:spMkLst>
            <pc:docMk/>
            <pc:sldMk cId="2984185032" sldId="256"/>
            <ac:spMk id="2" creationId="{00000000-0000-0000-0000-000000000000}"/>
          </ac:spMkLst>
        </pc:spChg>
        <pc:spChg chg="mod">
          <ac:chgData name="Sara Muneeb" userId="29b624b1-a719-43f5-9b52-388cd4043c04" providerId="ADAL" clId="{92141329-D183-4FBC-A4C5-439AF6D228C3}" dt="2022-09-20T10:59:12.753" v="3176" actId="1076"/>
          <ac:spMkLst>
            <pc:docMk/>
            <pc:sldMk cId="2984185032" sldId="256"/>
            <ac:spMk id="3" creationId="{00000000-0000-0000-0000-000000000000}"/>
          </ac:spMkLst>
        </pc:spChg>
      </pc:sldChg>
      <pc:sldChg chg="delSp modSp mod">
        <pc:chgData name="Sara Muneeb" userId="29b624b1-a719-43f5-9b52-388cd4043c04" providerId="ADAL" clId="{92141329-D183-4FBC-A4C5-439AF6D228C3}" dt="2022-09-16T06:21:28.264" v="12" actId="478"/>
        <pc:sldMkLst>
          <pc:docMk/>
          <pc:sldMk cId="2934318247" sldId="258"/>
        </pc:sldMkLst>
        <pc:spChg chg="mod">
          <ac:chgData name="Sara Muneeb" userId="29b624b1-a719-43f5-9b52-388cd4043c04" providerId="ADAL" clId="{92141329-D183-4FBC-A4C5-439AF6D228C3}" dt="2022-09-16T06:21:09.676" v="11" actId="20577"/>
          <ac:spMkLst>
            <pc:docMk/>
            <pc:sldMk cId="2934318247" sldId="258"/>
            <ac:spMk id="2" creationId="{00000000-0000-0000-0000-000000000000}"/>
          </ac:spMkLst>
        </pc:spChg>
        <pc:graphicFrameChg chg="del">
          <ac:chgData name="Sara Muneeb" userId="29b624b1-a719-43f5-9b52-388cd4043c04" providerId="ADAL" clId="{92141329-D183-4FBC-A4C5-439AF6D228C3}" dt="2022-09-16T06:21:28.264" v="12" actId="478"/>
          <ac:graphicFrameMkLst>
            <pc:docMk/>
            <pc:sldMk cId="2934318247" sldId="258"/>
            <ac:graphicFrameMk id="3" creationId="{E7D39C53-3CAF-6C3E-7990-1ACA39AAF07D}"/>
          </ac:graphicFrameMkLst>
        </pc:graphicFrameChg>
      </pc:sldChg>
      <pc:sldChg chg="del">
        <pc:chgData name="Sara Muneeb" userId="29b624b1-a719-43f5-9b52-388cd4043c04" providerId="ADAL" clId="{92141329-D183-4FBC-A4C5-439AF6D228C3}" dt="2022-09-20T10:53:14.842" v="3001" actId="47"/>
        <pc:sldMkLst>
          <pc:docMk/>
          <pc:sldMk cId="859110417" sldId="259"/>
        </pc:sldMkLst>
      </pc:sldChg>
      <pc:sldChg chg="del">
        <pc:chgData name="Sara Muneeb" userId="29b624b1-a719-43f5-9b52-388cd4043c04" providerId="ADAL" clId="{92141329-D183-4FBC-A4C5-439AF6D228C3}" dt="2022-09-20T10:53:14.842" v="3001" actId="47"/>
        <pc:sldMkLst>
          <pc:docMk/>
          <pc:sldMk cId="3365345110" sldId="260"/>
        </pc:sldMkLst>
      </pc:sldChg>
      <pc:sldChg chg="del">
        <pc:chgData name="Sara Muneeb" userId="29b624b1-a719-43f5-9b52-388cd4043c04" providerId="ADAL" clId="{92141329-D183-4FBC-A4C5-439AF6D228C3}" dt="2022-09-20T10:53:14.842" v="3001" actId="47"/>
        <pc:sldMkLst>
          <pc:docMk/>
          <pc:sldMk cId="1444182912" sldId="261"/>
        </pc:sldMkLst>
      </pc:sldChg>
      <pc:sldChg chg="del">
        <pc:chgData name="Sara Muneeb" userId="29b624b1-a719-43f5-9b52-388cd4043c04" providerId="ADAL" clId="{92141329-D183-4FBC-A4C5-439AF6D228C3}" dt="2022-09-20T10:53:14.842" v="3001" actId="47"/>
        <pc:sldMkLst>
          <pc:docMk/>
          <pc:sldMk cId="3478828154" sldId="263"/>
        </pc:sldMkLst>
      </pc:sldChg>
      <pc:sldChg chg="del">
        <pc:chgData name="Sara Muneeb" userId="29b624b1-a719-43f5-9b52-388cd4043c04" providerId="ADAL" clId="{92141329-D183-4FBC-A4C5-439AF6D228C3}" dt="2022-09-20T10:53:14.842" v="3001" actId="47"/>
        <pc:sldMkLst>
          <pc:docMk/>
          <pc:sldMk cId="1460710233" sldId="264"/>
        </pc:sldMkLst>
      </pc:sldChg>
      <pc:sldChg chg="del">
        <pc:chgData name="Sara Muneeb" userId="29b624b1-a719-43f5-9b52-388cd4043c04" providerId="ADAL" clId="{92141329-D183-4FBC-A4C5-439AF6D228C3}" dt="2022-09-20T10:53:14.842" v="3001" actId="47"/>
        <pc:sldMkLst>
          <pc:docMk/>
          <pc:sldMk cId="1228258708" sldId="265"/>
        </pc:sldMkLst>
      </pc:sldChg>
      <pc:sldChg chg="del">
        <pc:chgData name="Sara Muneeb" userId="29b624b1-a719-43f5-9b52-388cd4043c04" providerId="ADAL" clId="{92141329-D183-4FBC-A4C5-439AF6D228C3}" dt="2022-09-20T10:53:14.842" v="3001" actId="47"/>
        <pc:sldMkLst>
          <pc:docMk/>
          <pc:sldMk cId="3087496290" sldId="266"/>
        </pc:sldMkLst>
      </pc:sldChg>
      <pc:sldChg chg="del">
        <pc:chgData name="Sara Muneeb" userId="29b624b1-a719-43f5-9b52-388cd4043c04" providerId="ADAL" clId="{92141329-D183-4FBC-A4C5-439AF6D228C3}" dt="2022-09-20T10:53:14.842" v="3001" actId="47"/>
        <pc:sldMkLst>
          <pc:docMk/>
          <pc:sldMk cId="4026094092" sldId="267"/>
        </pc:sldMkLst>
      </pc:sldChg>
      <pc:sldChg chg="del">
        <pc:chgData name="Sara Muneeb" userId="29b624b1-a719-43f5-9b52-388cd4043c04" providerId="ADAL" clId="{92141329-D183-4FBC-A4C5-439AF6D228C3}" dt="2022-09-20T10:53:14.842" v="3001" actId="47"/>
        <pc:sldMkLst>
          <pc:docMk/>
          <pc:sldMk cId="682799263" sldId="268"/>
        </pc:sldMkLst>
      </pc:sldChg>
      <pc:sldChg chg="del">
        <pc:chgData name="Sara Muneeb" userId="29b624b1-a719-43f5-9b52-388cd4043c04" providerId="ADAL" clId="{92141329-D183-4FBC-A4C5-439AF6D228C3}" dt="2022-09-20T10:53:14.842" v="3001" actId="47"/>
        <pc:sldMkLst>
          <pc:docMk/>
          <pc:sldMk cId="2989175404" sldId="269"/>
        </pc:sldMkLst>
      </pc:sldChg>
      <pc:sldChg chg="del">
        <pc:chgData name="Sara Muneeb" userId="29b624b1-a719-43f5-9b52-388cd4043c04" providerId="ADAL" clId="{92141329-D183-4FBC-A4C5-439AF6D228C3}" dt="2022-09-20T10:53:14.842" v="3001" actId="47"/>
        <pc:sldMkLst>
          <pc:docMk/>
          <pc:sldMk cId="642507062" sldId="270"/>
        </pc:sldMkLst>
      </pc:sldChg>
      <pc:sldChg chg="del">
        <pc:chgData name="Sara Muneeb" userId="29b624b1-a719-43f5-9b52-388cd4043c04" providerId="ADAL" clId="{92141329-D183-4FBC-A4C5-439AF6D228C3}" dt="2022-09-20T10:53:14.842" v="3001" actId="47"/>
        <pc:sldMkLst>
          <pc:docMk/>
          <pc:sldMk cId="938039169" sldId="271"/>
        </pc:sldMkLst>
      </pc:sldChg>
      <pc:sldChg chg="del">
        <pc:chgData name="Sara Muneeb" userId="29b624b1-a719-43f5-9b52-388cd4043c04" providerId="ADAL" clId="{92141329-D183-4FBC-A4C5-439AF6D228C3}" dt="2022-09-20T10:53:14.842" v="3001" actId="47"/>
        <pc:sldMkLst>
          <pc:docMk/>
          <pc:sldMk cId="1064415316" sldId="272"/>
        </pc:sldMkLst>
      </pc:sldChg>
      <pc:sldChg chg="del">
        <pc:chgData name="Sara Muneeb" userId="29b624b1-a719-43f5-9b52-388cd4043c04" providerId="ADAL" clId="{92141329-D183-4FBC-A4C5-439AF6D228C3}" dt="2022-09-20T10:53:14.842" v="3001" actId="47"/>
        <pc:sldMkLst>
          <pc:docMk/>
          <pc:sldMk cId="2063745838" sldId="273"/>
        </pc:sldMkLst>
      </pc:sldChg>
      <pc:sldChg chg="del">
        <pc:chgData name="Sara Muneeb" userId="29b624b1-a719-43f5-9b52-388cd4043c04" providerId="ADAL" clId="{92141329-D183-4FBC-A4C5-439AF6D228C3}" dt="2022-09-20T10:53:14.842" v="3001" actId="47"/>
        <pc:sldMkLst>
          <pc:docMk/>
          <pc:sldMk cId="1044308845" sldId="274"/>
        </pc:sldMkLst>
      </pc:sldChg>
      <pc:sldChg chg="del">
        <pc:chgData name="Sara Muneeb" userId="29b624b1-a719-43f5-9b52-388cd4043c04" providerId="ADAL" clId="{92141329-D183-4FBC-A4C5-439AF6D228C3}" dt="2022-09-20T10:53:14.842" v="3001" actId="47"/>
        <pc:sldMkLst>
          <pc:docMk/>
          <pc:sldMk cId="3263305752" sldId="275"/>
        </pc:sldMkLst>
      </pc:sldChg>
      <pc:sldChg chg="del">
        <pc:chgData name="Sara Muneeb" userId="29b624b1-a719-43f5-9b52-388cd4043c04" providerId="ADAL" clId="{92141329-D183-4FBC-A4C5-439AF6D228C3}" dt="2022-09-20T10:53:14.842" v="3001" actId="47"/>
        <pc:sldMkLst>
          <pc:docMk/>
          <pc:sldMk cId="415582154" sldId="276"/>
        </pc:sldMkLst>
      </pc:sldChg>
      <pc:sldChg chg="del">
        <pc:chgData name="Sara Muneeb" userId="29b624b1-a719-43f5-9b52-388cd4043c04" providerId="ADAL" clId="{92141329-D183-4FBC-A4C5-439AF6D228C3}" dt="2022-09-20T10:53:14.842" v="3001" actId="47"/>
        <pc:sldMkLst>
          <pc:docMk/>
          <pc:sldMk cId="4129240445" sldId="277"/>
        </pc:sldMkLst>
      </pc:sldChg>
      <pc:sldChg chg="del">
        <pc:chgData name="Sara Muneeb" userId="29b624b1-a719-43f5-9b52-388cd4043c04" providerId="ADAL" clId="{92141329-D183-4FBC-A4C5-439AF6D228C3}" dt="2022-09-20T10:53:14.842" v="3001" actId="47"/>
        <pc:sldMkLst>
          <pc:docMk/>
          <pc:sldMk cId="538218730" sldId="278"/>
        </pc:sldMkLst>
      </pc:sldChg>
      <pc:sldChg chg="del">
        <pc:chgData name="Sara Muneeb" userId="29b624b1-a719-43f5-9b52-388cd4043c04" providerId="ADAL" clId="{92141329-D183-4FBC-A4C5-439AF6D228C3}" dt="2022-09-20T10:53:14.842" v="3001" actId="47"/>
        <pc:sldMkLst>
          <pc:docMk/>
          <pc:sldMk cId="2682898875" sldId="279"/>
        </pc:sldMkLst>
      </pc:sldChg>
      <pc:sldChg chg="del">
        <pc:chgData name="Sara Muneeb" userId="29b624b1-a719-43f5-9b52-388cd4043c04" providerId="ADAL" clId="{92141329-D183-4FBC-A4C5-439AF6D228C3}" dt="2022-09-20T10:53:14.842" v="3001" actId="47"/>
        <pc:sldMkLst>
          <pc:docMk/>
          <pc:sldMk cId="2822380657" sldId="280"/>
        </pc:sldMkLst>
      </pc:sldChg>
      <pc:sldChg chg="del">
        <pc:chgData name="Sara Muneeb" userId="29b624b1-a719-43f5-9b52-388cd4043c04" providerId="ADAL" clId="{92141329-D183-4FBC-A4C5-439AF6D228C3}" dt="2022-09-20T10:53:14.842" v="3001" actId="47"/>
        <pc:sldMkLst>
          <pc:docMk/>
          <pc:sldMk cId="1678163868" sldId="281"/>
        </pc:sldMkLst>
      </pc:sldChg>
      <pc:sldChg chg="del">
        <pc:chgData name="Sara Muneeb" userId="29b624b1-a719-43f5-9b52-388cd4043c04" providerId="ADAL" clId="{92141329-D183-4FBC-A4C5-439AF6D228C3}" dt="2022-09-20T10:53:14.842" v="3001" actId="47"/>
        <pc:sldMkLst>
          <pc:docMk/>
          <pc:sldMk cId="2342829795" sldId="282"/>
        </pc:sldMkLst>
      </pc:sldChg>
      <pc:sldChg chg="del">
        <pc:chgData name="Sara Muneeb" userId="29b624b1-a719-43f5-9b52-388cd4043c04" providerId="ADAL" clId="{92141329-D183-4FBC-A4C5-439AF6D228C3}" dt="2022-09-20T10:53:14.842" v="3001" actId="47"/>
        <pc:sldMkLst>
          <pc:docMk/>
          <pc:sldMk cId="84272025" sldId="283"/>
        </pc:sldMkLst>
      </pc:sldChg>
      <pc:sldChg chg="del">
        <pc:chgData name="Sara Muneeb" userId="29b624b1-a719-43f5-9b52-388cd4043c04" providerId="ADAL" clId="{92141329-D183-4FBC-A4C5-439AF6D228C3}" dt="2022-09-20T10:53:14.842" v="3001" actId="47"/>
        <pc:sldMkLst>
          <pc:docMk/>
          <pc:sldMk cId="3738275062" sldId="284"/>
        </pc:sldMkLst>
      </pc:sldChg>
      <pc:sldChg chg="del">
        <pc:chgData name="Sara Muneeb" userId="29b624b1-a719-43f5-9b52-388cd4043c04" providerId="ADAL" clId="{92141329-D183-4FBC-A4C5-439AF6D228C3}" dt="2022-09-20T10:53:14.842" v="3001" actId="47"/>
        <pc:sldMkLst>
          <pc:docMk/>
          <pc:sldMk cId="3306393579" sldId="286"/>
        </pc:sldMkLst>
      </pc:sldChg>
      <pc:sldChg chg="del">
        <pc:chgData name="Sara Muneeb" userId="29b624b1-a719-43f5-9b52-388cd4043c04" providerId="ADAL" clId="{92141329-D183-4FBC-A4C5-439AF6D228C3}" dt="2022-09-20T10:53:14.842" v="3001" actId="47"/>
        <pc:sldMkLst>
          <pc:docMk/>
          <pc:sldMk cId="8593176" sldId="287"/>
        </pc:sldMkLst>
      </pc:sldChg>
      <pc:sldChg chg="del">
        <pc:chgData name="Sara Muneeb" userId="29b624b1-a719-43f5-9b52-388cd4043c04" providerId="ADAL" clId="{92141329-D183-4FBC-A4C5-439AF6D228C3}" dt="2022-09-20T10:53:14.842" v="3001" actId="47"/>
        <pc:sldMkLst>
          <pc:docMk/>
          <pc:sldMk cId="879983306" sldId="288"/>
        </pc:sldMkLst>
      </pc:sldChg>
      <pc:sldChg chg="del">
        <pc:chgData name="Sara Muneeb" userId="29b624b1-a719-43f5-9b52-388cd4043c04" providerId="ADAL" clId="{92141329-D183-4FBC-A4C5-439AF6D228C3}" dt="2022-09-20T10:53:14.842" v="3001" actId="47"/>
        <pc:sldMkLst>
          <pc:docMk/>
          <pc:sldMk cId="1104968559" sldId="289"/>
        </pc:sldMkLst>
      </pc:sldChg>
      <pc:sldChg chg="del">
        <pc:chgData name="Sara Muneeb" userId="29b624b1-a719-43f5-9b52-388cd4043c04" providerId="ADAL" clId="{92141329-D183-4FBC-A4C5-439AF6D228C3}" dt="2022-09-20T10:53:14.842" v="3001" actId="47"/>
        <pc:sldMkLst>
          <pc:docMk/>
          <pc:sldMk cId="3630931535" sldId="290"/>
        </pc:sldMkLst>
      </pc:sldChg>
      <pc:sldChg chg="del">
        <pc:chgData name="Sara Muneeb" userId="29b624b1-a719-43f5-9b52-388cd4043c04" providerId="ADAL" clId="{92141329-D183-4FBC-A4C5-439AF6D228C3}" dt="2022-09-20T10:53:14.842" v="3001" actId="47"/>
        <pc:sldMkLst>
          <pc:docMk/>
          <pc:sldMk cId="666685467" sldId="291"/>
        </pc:sldMkLst>
      </pc:sldChg>
      <pc:sldChg chg="del">
        <pc:chgData name="Sara Muneeb" userId="29b624b1-a719-43f5-9b52-388cd4043c04" providerId="ADAL" clId="{92141329-D183-4FBC-A4C5-439AF6D228C3}" dt="2022-09-20T10:53:14.842" v="3001" actId="47"/>
        <pc:sldMkLst>
          <pc:docMk/>
          <pc:sldMk cId="2958514030" sldId="292"/>
        </pc:sldMkLst>
      </pc:sldChg>
      <pc:sldChg chg="del">
        <pc:chgData name="Sara Muneeb" userId="29b624b1-a719-43f5-9b52-388cd4043c04" providerId="ADAL" clId="{92141329-D183-4FBC-A4C5-439AF6D228C3}" dt="2022-09-20T10:53:14.842" v="3001" actId="47"/>
        <pc:sldMkLst>
          <pc:docMk/>
          <pc:sldMk cId="1356901708" sldId="293"/>
        </pc:sldMkLst>
      </pc:sldChg>
      <pc:sldChg chg="del">
        <pc:chgData name="Sara Muneeb" userId="29b624b1-a719-43f5-9b52-388cd4043c04" providerId="ADAL" clId="{92141329-D183-4FBC-A4C5-439AF6D228C3}" dt="2022-09-20T10:53:14.842" v="3001" actId="47"/>
        <pc:sldMkLst>
          <pc:docMk/>
          <pc:sldMk cId="633161056" sldId="294"/>
        </pc:sldMkLst>
      </pc:sldChg>
      <pc:sldChg chg="del">
        <pc:chgData name="Sara Muneeb" userId="29b624b1-a719-43f5-9b52-388cd4043c04" providerId="ADAL" clId="{92141329-D183-4FBC-A4C5-439AF6D228C3}" dt="2022-09-20T10:53:14.842" v="3001" actId="47"/>
        <pc:sldMkLst>
          <pc:docMk/>
          <pc:sldMk cId="441756152" sldId="312"/>
        </pc:sldMkLst>
      </pc:sldChg>
      <pc:sldChg chg="del">
        <pc:chgData name="Sara Muneeb" userId="29b624b1-a719-43f5-9b52-388cd4043c04" providerId="ADAL" clId="{92141329-D183-4FBC-A4C5-439AF6D228C3}" dt="2022-09-20T10:53:14.842" v="3001" actId="47"/>
        <pc:sldMkLst>
          <pc:docMk/>
          <pc:sldMk cId="3128309874" sldId="317"/>
        </pc:sldMkLst>
      </pc:sldChg>
      <pc:sldChg chg="del">
        <pc:chgData name="Sara Muneeb" userId="29b624b1-a719-43f5-9b52-388cd4043c04" providerId="ADAL" clId="{92141329-D183-4FBC-A4C5-439AF6D228C3}" dt="2022-09-20T10:53:14.842" v="3001" actId="47"/>
        <pc:sldMkLst>
          <pc:docMk/>
          <pc:sldMk cId="1127259162" sldId="318"/>
        </pc:sldMkLst>
      </pc:sldChg>
      <pc:sldChg chg="del">
        <pc:chgData name="Sara Muneeb" userId="29b624b1-a719-43f5-9b52-388cd4043c04" providerId="ADAL" clId="{92141329-D183-4FBC-A4C5-439AF6D228C3}" dt="2022-09-20T10:53:14.842" v="3001" actId="47"/>
        <pc:sldMkLst>
          <pc:docMk/>
          <pc:sldMk cId="705047211" sldId="321"/>
        </pc:sldMkLst>
      </pc:sldChg>
      <pc:sldChg chg="del">
        <pc:chgData name="Sara Muneeb" userId="29b624b1-a719-43f5-9b52-388cd4043c04" providerId="ADAL" clId="{92141329-D183-4FBC-A4C5-439AF6D228C3}" dt="2022-09-20T10:53:14.842" v="3001" actId="47"/>
        <pc:sldMkLst>
          <pc:docMk/>
          <pc:sldMk cId="1815740737" sldId="322"/>
        </pc:sldMkLst>
      </pc:sldChg>
      <pc:sldChg chg="del">
        <pc:chgData name="Sara Muneeb" userId="29b624b1-a719-43f5-9b52-388cd4043c04" providerId="ADAL" clId="{92141329-D183-4FBC-A4C5-439AF6D228C3}" dt="2022-09-20T10:53:14.842" v="3001" actId="47"/>
        <pc:sldMkLst>
          <pc:docMk/>
          <pc:sldMk cId="459519721" sldId="324"/>
        </pc:sldMkLst>
      </pc:sldChg>
      <pc:sldChg chg="del">
        <pc:chgData name="Sara Muneeb" userId="29b624b1-a719-43f5-9b52-388cd4043c04" providerId="ADAL" clId="{92141329-D183-4FBC-A4C5-439AF6D228C3}" dt="2022-09-20T10:53:14.842" v="3001" actId="47"/>
        <pc:sldMkLst>
          <pc:docMk/>
          <pc:sldMk cId="3240634402" sldId="325"/>
        </pc:sldMkLst>
      </pc:sldChg>
      <pc:sldChg chg="addSp delSp modSp add mod">
        <pc:chgData name="Sara Muneeb" userId="29b624b1-a719-43f5-9b52-388cd4043c04" providerId="ADAL" clId="{92141329-D183-4FBC-A4C5-439AF6D228C3}" dt="2022-09-16T06:31:14.045" v="221" actId="1076"/>
        <pc:sldMkLst>
          <pc:docMk/>
          <pc:sldMk cId="134933159" sldId="326"/>
        </pc:sldMkLst>
        <pc:spChg chg="mod">
          <ac:chgData name="Sara Muneeb" userId="29b624b1-a719-43f5-9b52-388cd4043c04" providerId="ADAL" clId="{92141329-D183-4FBC-A4C5-439AF6D228C3}" dt="2022-09-16T06:24:14.016" v="42" actId="20577"/>
          <ac:spMkLst>
            <pc:docMk/>
            <pc:sldMk cId="134933159" sldId="326"/>
            <ac:spMk id="2" creationId="{00000000-0000-0000-0000-000000000000}"/>
          </ac:spMkLst>
        </pc:spChg>
        <pc:spChg chg="add mod">
          <ac:chgData name="Sara Muneeb" userId="29b624b1-a719-43f5-9b52-388cd4043c04" providerId="ADAL" clId="{92141329-D183-4FBC-A4C5-439AF6D228C3}" dt="2022-09-16T06:31:04.640" v="217" actId="14100"/>
          <ac:spMkLst>
            <pc:docMk/>
            <pc:sldMk cId="134933159" sldId="326"/>
            <ac:spMk id="3" creationId="{084BFEE0-B461-EE3E-BBDB-4D32CA0A1D77}"/>
          </ac:spMkLst>
        </pc:spChg>
        <pc:picChg chg="del">
          <ac:chgData name="Sara Muneeb" userId="29b624b1-a719-43f5-9b52-388cd4043c04" providerId="ADAL" clId="{92141329-D183-4FBC-A4C5-439AF6D228C3}" dt="2022-09-16T06:24:40.388" v="46" actId="478"/>
          <ac:picMkLst>
            <pc:docMk/>
            <pc:sldMk cId="134933159" sldId="326"/>
            <ac:picMk id="4" creationId="{4064BD76-F788-4681-821C-DDA0C2688C4B}"/>
          </ac:picMkLst>
        </pc:picChg>
        <pc:picChg chg="add del">
          <ac:chgData name="Sara Muneeb" userId="29b624b1-a719-43f5-9b52-388cd4043c04" providerId="ADAL" clId="{92141329-D183-4FBC-A4C5-439AF6D228C3}" dt="2022-09-16T06:30:52.469" v="210"/>
          <ac:picMkLst>
            <pc:docMk/>
            <pc:sldMk cId="134933159" sldId="326"/>
            <ac:picMk id="5" creationId="{1ED7C4D6-D273-B2FF-0502-82613FB386A6}"/>
          </ac:picMkLst>
        </pc:picChg>
        <pc:picChg chg="del mod">
          <ac:chgData name="Sara Muneeb" userId="29b624b1-a719-43f5-9b52-388cd4043c04" providerId="ADAL" clId="{92141329-D183-4FBC-A4C5-439AF6D228C3}" dt="2022-09-16T06:24:17.374" v="44" actId="478"/>
          <ac:picMkLst>
            <pc:docMk/>
            <pc:sldMk cId="134933159" sldId="326"/>
            <ac:picMk id="1026" creationId="{00000000-0000-0000-0000-000000000000}"/>
          </ac:picMkLst>
        </pc:picChg>
        <pc:picChg chg="add del mod">
          <ac:chgData name="Sara Muneeb" userId="29b624b1-a719-43f5-9b52-388cd4043c04" providerId="ADAL" clId="{92141329-D183-4FBC-A4C5-439AF6D228C3}" dt="2022-09-16T06:31:06.129" v="218"/>
          <ac:picMkLst>
            <pc:docMk/>
            <pc:sldMk cId="134933159" sldId="326"/>
            <ac:picMk id="1028" creationId="{13222472-D4CA-C677-B1B0-3C7EA41037F3}"/>
          </ac:picMkLst>
        </pc:picChg>
        <pc:picChg chg="add mod">
          <ac:chgData name="Sara Muneeb" userId="29b624b1-a719-43f5-9b52-388cd4043c04" providerId="ADAL" clId="{92141329-D183-4FBC-A4C5-439AF6D228C3}" dt="2022-09-16T06:31:14.045" v="221" actId="1076"/>
          <ac:picMkLst>
            <pc:docMk/>
            <pc:sldMk cId="134933159" sldId="326"/>
            <ac:picMk id="1030" creationId="{8FBF1B44-2DEE-1EC2-AB18-934538231CEB}"/>
          </ac:picMkLst>
        </pc:picChg>
      </pc:sldChg>
      <pc:sldChg chg="modSp new mod">
        <pc:chgData name="Sara Muneeb" userId="29b624b1-a719-43f5-9b52-388cd4043c04" providerId="ADAL" clId="{92141329-D183-4FBC-A4C5-439AF6D228C3}" dt="2022-09-16T07:05:10.251" v="286" actId="20577"/>
        <pc:sldMkLst>
          <pc:docMk/>
          <pc:sldMk cId="1262520422" sldId="327"/>
        </pc:sldMkLst>
        <pc:spChg chg="mod">
          <ac:chgData name="Sara Muneeb" userId="29b624b1-a719-43f5-9b52-388cd4043c04" providerId="ADAL" clId="{92141329-D183-4FBC-A4C5-439AF6D228C3}" dt="2022-09-16T07:04:24.684" v="271" actId="20577"/>
          <ac:spMkLst>
            <pc:docMk/>
            <pc:sldMk cId="1262520422" sldId="327"/>
            <ac:spMk id="2" creationId="{F179785B-A176-DDCB-DB18-75CA37974EDD}"/>
          </ac:spMkLst>
        </pc:spChg>
        <pc:spChg chg="mod">
          <ac:chgData name="Sara Muneeb" userId="29b624b1-a719-43f5-9b52-388cd4043c04" providerId="ADAL" clId="{92141329-D183-4FBC-A4C5-439AF6D228C3}" dt="2022-09-16T07:05:10.251" v="286" actId="20577"/>
          <ac:spMkLst>
            <pc:docMk/>
            <pc:sldMk cId="1262520422" sldId="327"/>
            <ac:spMk id="3" creationId="{BA52B637-13B8-5EC2-15FD-45A3263D18A7}"/>
          </ac:spMkLst>
        </pc:spChg>
      </pc:sldChg>
      <pc:sldChg chg="addSp delSp modSp add mod">
        <pc:chgData name="Sara Muneeb" userId="29b624b1-a719-43f5-9b52-388cd4043c04" providerId="ADAL" clId="{92141329-D183-4FBC-A4C5-439AF6D228C3}" dt="2022-09-16T07:12:17.702" v="433" actId="1076"/>
        <pc:sldMkLst>
          <pc:docMk/>
          <pc:sldMk cId="3780350452" sldId="328"/>
        </pc:sldMkLst>
        <pc:spChg chg="mod">
          <ac:chgData name="Sara Muneeb" userId="29b624b1-a719-43f5-9b52-388cd4043c04" providerId="ADAL" clId="{92141329-D183-4FBC-A4C5-439AF6D228C3}" dt="2022-09-16T07:11:39.413" v="426" actId="20577"/>
          <ac:spMkLst>
            <pc:docMk/>
            <pc:sldMk cId="3780350452" sldId="328"/>
            <ac:spMk id="2" creationId="{F179785B-A176-DDCB-DB18-75CA37974EDD}"/>
          </ac:spMkLst>
        </pc:spChg>
        <pc:spChg chg="del">
          <ac:chgData name="Sara Muneeb" userId="29b624b1-a719-43f5-9b52-388cd4043c04" providerId="ADAL" clId="{92141329-D183-4FBC-A4C5-439AF6D228C3}" dt="2022-09-16T07:05:44.086" v="288" actId="478"/>
          <ac:spMkLst>
            <pc:docMk/>
            <pc:sldMk cId="3780350452" sldId="328"/>
            <ac:spMk id="3" creationId="{BA52B637-13B8-5EC2-15FD-45A3263D18A7}"/>
          </ac:spMkLst>
        </pc:spChg>
        <pc:spChg chg="add del mod">
          <ac:chgData name="Sara Muneeb" userId="29b624b1-a719-43f5-9b52-388cd4043c04" providerId="ADAL" clId="{92141329-D183-4FBC-A4C5-439AF6D228C3}" dt="2022-09-16T07:11:42.994" v="427" actId="478"/>
          <ac:spMkLst>
            <pc:docMk/>
            <pc:sldMk cId="3780350452" sldId="328"/>
            <ac:spMk id="5" creationId="{2878596E-D272-19F4-5A9B-149009A0A6FD}"/>
          </ac:spMkLst>
        </pc:spChg>
        <pc:spChg chg="add del mod">
          <ac:chgData name="Sara Muneeb" userId="29b624b1-a719-43f5-9b52-388cd4043c04" providerId="ADAL" clId="{92141329-D183-4FBC-A4C5-439AF6D228C3}" dt="2022-09-16T07:11:50.825" v="430" actId="478"/>
          <ac:spMkLst>
            <pc:docMk/>
            <pc:sldMk cId="3780350452" sldId="328"/>
            <ac:spMk id="9" creationId="{FC5F5973-7CAB-2FF5-FB79-00E6BA897C20}"/>
          </ac:spMkLst>
        </pc:spChg>
        <pc:picChg chg="add del mod">
          <ac:chgData name="Sara Muneeb" userId="29b624b1-a719-43f5-9b52-388cd4043c04" providerId="ADAL" clId="{92141329-D183-4FBC-A4C5-439AF6D228C3}" dt="2022-09-16T07:11:54.137" v="431" actId="1076"/>
          <ac:picMkLst>
            <pc:docMk/>
            <pc:sldMk cId="3780350452" sldId="328"/>
            <ac:picMk id="7" creationId="{DCE5FA98-5C2B-FFAD-79A5-D94C35222C1A}"/>
          </ac:picMkLst>
        </pc:picChg>
        <pc:picChg chg="add mod">
          <ac:chgData name="Sara Muneeb" userId="29b624b1-a719-43f5-9b52-388cd4043c04" providerId="ADAL" clId="{92141329-D183-4FBC-A4C5-439AF6D228C3}" dt="2022-09-16T07:12:17.702" v="433" actId="1076"/>
          <ac:picMkLst>
            <pc:docMk/>
            <pc:sldMk cId="3780350452" sldId="328"/>
            <ac:picMk id="11" creationId="{E2A0D119-D647-E176-4755-D21F67C11CBE}"/>
          </ac:picMkLst>
        </pc:picChg>
        <pc:picChg chg="add del">
          <ac:chgData name="Sara Muneeb" userId="29b624b1-a719-43f5-9b52-388cd4043c04" providerId="ADAL" clId="{92141329-D183-4FBC-A4C5-439AF6D228C3}" dt="2022-09-16T07:10:26.129" v="378"/>
          <ac:picMkLst>
            <pc:docMk/>
            <pc:sldMk cId="3780350452" sldId="328"/>
            <ac:picMk id="2050" creationId="{4483F1C6-FA10-B970-F3B4-9F8A4FC2455D}"/>
          </ac:picMkLst>
        </pc:picChg>
      </pc:sldChg>
      <pc:sldChg chg="modSp add mod">
        <pc:chgData name="Sara Muneeb" userId="29b624b1-a719-43f5-9b52-388cd4043c04" providerId="ADAL" clId="{92141329-D183-4FBC-A4C5-439AF6D228C3}" dt="2022-09-20T07:49:23.894" v="955" actId="20577"/>
        <pc:sldMkLst>
          <pc:docMk/>
          <pc:sldMk cId="1173176202" sldId="329"/>
        </pc:sldMkLst>
        <pc:spChg chg="mod">
          <ac:chgData name="Sara Muneeb" userId="29b624b1-a719-43f5-9b52-388cd4043c04" providerId="ADAL" clId="{92141329-D183-4FBC-A4C5-439AF6D228C3}" dt="2022-09-20T07:35:52.497" v="452" actId="20577"/>
          <ac:spMkLst>
            <pc:docMk/>
            <pc:sldMk cId="1173176202" sldId="329"/>
            <ac:spMk id="2" creationId="{F179785B-A176-DDCB-DB18-75CA37974EDD}"/>
          </ac:spMkLst>
        </pc:spChg>
        <pc:spChg chg="mod">
          <ac:chgData name="Sara Muneeb" userId="29b624b1-a719-43f5-9b52-388cd4043c04" providerId="ADAL" clId="{92141329-D183-4FBC-A4C5-439AF6D228C3}" dt="2022-09-20T07:49:23.894" v="955" actId="20577"/>
          <ac:spMkLst>
            <pc:docMk/>
            <pc:sldMk cId="1173176202" sldId="329"/>
            <ac:spMk id="3" creationId="{BA52B637-13B8-5EC2-15FD-45A3263D18A7}"/>
          </ac:spMkLst>
        </pc:spChg>
      </pc:sldChg>
      <pc:sldChg chg="addSp delSp modSp add del mod">
        <pc:chgData name="Sara Muneeb" userId="29b624b1-a719-43f5-9b52-388cd4043c04" providerId="ADAL" clId="{92141329-D183-4FBC-A4C5-439AF6D228C3}" dt="2022-09-16T07:10:00.060" v="355" actId="47"/>
        <pc:sldMkLst>
          <pc:docMk/>
          <pc:sldMk cId="1435586374" sldId="329"/>
        </pc:sldMkLst>
        <pc:spChg chg="mod">
          <ac:chgData name="Sara Muneeb" userId="29b624b1-a719-43f5-9b52-388cd4043c04" providerId="ADAL" clId="{92141329-D183-4FBC-A4C5-439AF6D228C3}" dt="2022-09-16T07:07:55.601" v="346" actId="20577"/>
          <ac:spMkLst>
            <pc:docMk/>
            <pc:sldMk cId="1435586374" sldId="329"/>
            <ac:spMk id="2" creationId="{F179785B-A176-DDCB-DB18-75CA37974EDD}"/>
          </ac:spMkLst>
        </pc:spChg>
        <pc:spChg chg="del mod">
          <ac:chgData name="Sara Muneeb" userId="29b624b1-a719-43f5-9b52-388cd4043c04" providerId="ADAL" clId="{92141329-D183-4FBC-A4C5-439AF6D228C3}" dt="2022-09-16T07:08:14.388" v="352" actId="478"/>
          <ac:spMkLst>
            <pc:docMk/>
            <pc:sldMk cId="1435586374" sldId="329"/>
            <ac:spMk id="5" creationId="{2878596E-D272-19F4-5A9B-149009A0A6FD}"/>
          </ac:spMkLst>
        </pc:spChg>
        <pc:spChg chg="add del mod">
          <ac:chgData name="Sara Muneeb" userId="29b624b1-a719-43f5-9b52-388cd4043c04" providerId="ADAL" clId="{92141329-D183-4FBC-A4C5-439AF6D228C3}" dt="2022-09-16T07:08:22.673" v="353" actId="478"/>
          <ac:spMkLst>
            <pc:docMk/>
            <pc:sldMk cId="1435586374" sldId="329"/>
            <ac:spMk id="8" creationId="{ABCBBA9C-0A6D-BFF7-E4AE-C1AFFF2E5CDC}"/>
          </ac:spMkLst>
        </pc:spChg>
        <pc:picChg chg="add mod modCrop">
          <ac:chgData name="Sara Muneeb" userId="29b624b1-a719-43f5-9b52-388cd4043c04" providerId="ADAL" clId="{92141329-D183-4FBC-A4C5-439AF6D228C3}" dt="2022-09-16T07:08:26.558" v="354" actId="1076"/>
          <ac:picMkLst>
            <pc:docMk/>
            <pc:sldMk cId="1435586374" sldId="329"/>
            <ac:picMk id="4" creationId="{79CF9ABD-D0E8-2405-6B19-34FF752677C0}"/>
          </ac:picMkLst>
        </pc:picChg>
        <pc:picChg chg="del">
          <ac:chgData name="Sara Muneeb" userId="29b624b1-a719-43f5-9b52-388cd4043c04" providerId="ADAL" clId="{92141329-D183-4FBC-A4C5-439AF6D228C3}" dt="2022-09-16T07:06:58.369" v="336" actId="478"/>
          <ac:picMkLst>
            <pc:docMk/>
            <pc:sldMk cId="1435586374" sldId="329"/>
            <ac:picMk id="7" creationId="{DCE5FA98-5C2B-FFAD-79A5-D94C35222C1A}"/>
          </ac:picMkLst>
        </pc:picChg>
      </pc:sldChg>
      <pc:sldChg chg="addSp delSp modSp new mod">
        <pc:chgData name="Sara Muneeb" userId="29b624b1-a719-43f5-9b52-388cd4043c04" providerId="ADAL" clId="{92141329-D183-4FBC-A4C5-439AF6D228C3}" dt="2022-09-20T07:46:24.550" v="624" actId="20577"/>
        <pc:sldMkLst>
          <pc:docMk/>
          <pc:sldMk cId="1433651122" sldId="330"/>
        </pc:sldMkLst>
        <pc:spChg chg="mod">
          <ac:chgData name="Sara Muneeb" userId="29b624b1-a719-43f5-9b52-388cd4043c04" providerId="ADAL" clId="{92141329-D183-4FBC-A4C5-439AF6D228C3}" dt="2022-09-20T07:44:20.241" v="472" actId="20577"/>
          <ac:spMkLst>
            <pc:docMk/>
            <pc:sldMk cId="1433651122" sldId="330"/>
            <ac:spMk id="2" creationId="{689A22EE-A11B-15A8-1D34-1BDA41314791}"/>
          </ac:spMkLst>
        </pc:spChg>
        <pc:spChg chg="mod">
          <ac:chgData name="Sara Muneeb" userId="29b624b1-a719-43f5-9b52-388cd4043c04" providerId="ADAL" clId="{92141329-D183-4FBC-A4C5-439AF6D228C3}" dt="2022-09-20T07:46:24.550" v="624" actId="20577"/>
          <ac:spMkLst>
            <pc:docMk/>
            <pc:sldMk cId="1433651122" sldId="330"/>
            <ac:spMk id="3" creationId="{CCB56200-F85F-9EF1-4E29-2E37615AE7B7}"/>
          </ac:spMkLst>
        </pc:spChg>
        <pc:spChg chg="add del">
          <ac:chgData name="Sara Muneeb" userId="29b624b1-a719-43f5-9b52-388cd4043c04" providerId="ADAL" clId="{92141329-D183-4FBC-A4C5-439AF6D228C3}" dt="2022-09-20T07:44:29.002" v="475"/>
          <ac:spMkLst>
            <pc:docMk/>
            <pc:sldMk cId="1433651122" sldId="330"/>
            <ac:spMk id="4" creationId="{AC6B89B9-3C10-A069-2100-4CCC62AA8C29}"/>
          </ac:spMkLst>
        </pc:spChg>
        <pc:spChg chg="add del">
          <ac:chgData name="Sara Muneeb" userId="29b624b1-a719-43f5-9b52-388cd4043c04" providerId="ADAL" clId="{92141329-D183-4FBC-A4C5-439AF6D228C3}" dt="2022-09-20T07:44:30.924" v="477"/>
          <ac:spMkLst>
            <pc:docMk/>
            <pc:sldMk cId="1433651122" sldId="330"/>
            <ac:spMk id="5" creationId="{297D3361-211F-914C-C149-4C6AED4F9457}"/>
          </ac:spMkLst>
        </pc:spChg>
        <pc:picChg chg="add mod">
          <ac:chgData name="Sara Muneeb" userId="29b624b1-a719-43f5-9b52-388cd4043c04" providerId="ADAL" clId="{92141329-D183-4FBC-A4C5-439AF6D228C3}" dt="2022-09-20T07:45:15.320" v="486" actId="1076"/>
          <ac:picMkLst>
            <pc:docMk/>
            <pc:sldMk cId="1433651122" sldId="330"/>
            <ac:picMk id="1030" creationId="{944CCECF-E549-1B1E-34A9-835FEA068939}"/>
          </ac:picMkLst>
        </pc:picChg>
      </pc:sldChg>
      <pc:sldChg chg="addSp delSp modSp new mod">
        <pc:chgData name="Sara Muneeb" userId="29b624b1-a719-43f5-9b52-388cd4043c04" providerId="ADAL" clId="{92141329-D183-4FBC-A4C5-439AF6D228C3}" dt="2022-09-20T07:49:56.187" v="966" actId="20577"/>
        <pc:sldMkLst>
          <pc:docMk/>
          <pc:sldMk cId="2587233225" sldId="331"/>
        </pc:sldMkLst>
        <pc:spChg chg="mod">
          <ac:chgData name="Sara Muneeb" userId="29b624b1-a719-43f5-9b52-388cd4043c04" providerId="ADAL" clId="{92141329-D183-4FBC-A4C5-439AF6D228C3}" dt="2022-09-20T07:49:56.187" v="966" actId="20577"/>
          <ac:spMkLst>
            <pc:docMk/>
            <pc:sldMk cId="2587233225" sldId="331"/>
            <ac:spMk id="2" creationId="{0F15E68A-4FFE-3FC7-7496-2519F17B4BB3}"/>
          </ac:spMkLst>
        </pc:spChg>
        <pc:spChg chg="del">
          <ac:chgData name="Sara Muneeb" userId="29b624b1-a719-43f5-9b52-388cd4043c04" providerId="ADAL" clId="{92141329-D183-4FBC-A4C5-439AF6D228C3}" dt="2022-09-20T07:49:52.156" v="957" actId="22"/>
          <ac:spMkLst>
            <pc:docMk/>
            <pc:sldMk cId="2587233225" sldId="331"/>
            <ac:spMk id="3" creationId="{D21FD7D0-AD2E-D5D6-56AE-D8D5F35111EE}"/>
          </ac:spMkLst>
        </pc:spChg>
        <pc:picChg chg="add mod ord">
          <ac:chgData name="Sara Muneeb" userId="29b624b1-a719-43f5-9b52-388cd4043c04" providerId="ADAL" clId="{92141329-D183-4FBC-A4C5-439AF6D228C3}" dt="2022-09-20T07:49:52.156" v="957" actId="22"/>
          <ac:picMkLst>
            <pc:docMk/>
            <pc:sldMk cId="2587233225" sldId="331"/>
            <ac:picMk id="5" creationId="{D0A2FAB4-5020-2534-4617-FAA48B2D747F}"/>
          </ac:picMkLst>
        </pc:picChg>
      </pc:sldChg>
      <pc:sldChg chg="addSp modSp new mod ord">
        <pc:chgData name="Sara Muneeb" userId="29b624b1-a719-43f5-9b52-388cd4043c04" providerId="ADAL" clId="{92141329-D183-4FBC-A4C5-439AF6D228C3}" dt="2022-09-20T09:27:26.277" v="1152"/>
        <pc:sldMkLst>
          <pc:docMk/>
          <pc:sldMk cId="3656189529" sldId="332"/>
        </pc:sldMkLst>
        <pc:spChg chg="mod">
          <ac:chgData name="Sara Muneeb" userId="29b624b1-a719-43f5-9b52-388cd4043c04" providerId="ADAL" clId="{92141329-D183-4FBC-A4C5-439AF6D228C3}" dt="2022-09-20T07:53:37.766" v="1015" actId="27636"/>
          <ac:spMkLst>
            <pc:docMk/>
            <pc:sldMk cId="3656189529" sldId="332"/>
            <ac:spMk id="2" creationId="{A7089CE4-83AB-4B6E-F6DB-0095F1F070FC}"/>
          </ac:spMkLst>
        </pc:spChg>
        <pc:spChg chg="mod">
          <ac:chgData name="Sara Muneeb" userId="29b624b1-a719-43f5-9b52-388cd4043c04" providerId="ADAL" clId="{92141329-D183-4FBC-A4C5-439AF6D228C3}" dt="2022-09-20T07:56:02.647" v="1142" actId="14100"/>
          <ac:spMkLst>
            <pc:docMk/>
            <pc:sldMk cId="3656189529" sldId="332"/>
            <ac:spMk id="3" creationId="{2354554A-AF46-74C4-F424-4EA44033ECE5}"/>
          </ac:spMkLst>
        </pc:spChg>
        <pc:picChg chg="add mod">
          <ac:chgData name="Sara Muneeb" userId="29b624b1-a719-43f5-9b52-388cd4043c04" providerId="ADAL" clId="{92141329-D183-4FBC-A4C5-439AF6D228C3}" dt="2022-09-20T07:56:10.398" v="1146" actId="1076"/>
          <ac:picMkLst>
            <pc:docMk/>
            <pc:sldMk cId="3656189529" sldId="332"/>
            <ac:picMk id="5" creationId="{3B33B934-6063-D471-CF48-18F5739110DD}"/>
          </ac:picMkLst>
        </pc:picChg>
        <pc:picChg chg="add mod">
          <ac:chgData name="Sara Muneeb" userId="29b624b1-a719-43f5-9b52-388cd4043c04" providerId="ADAL" clId="{92141329-D183-4FBC-A4C5-439AF6D228C3}" dt="2022-09-20T07:56:52.024" v="1150" actId="1076"/>
          <ac:picMkLst>
            <pc:docMk/>
            <pc:sldMk cId="3656189529" sldId="332"/>
            <ac:picMk id="7" creationId="{3E5E93D6-3197-BE03-C330-7391040045EC}"/>
          </ac:picMkLst>
        </pc:picChg>
      </pc:sldChg>
      <pc:sldChg chg="addSp delSp modSp new mod">
        <pc:chgData name="Sara Muneeb" userId="29b624b1-a719-43f5-9b52-388cd4043c04" providerId="ADAL" clId="{92141329-D183-4FBC-A4C5-439AF6D228C3}" dt="2022-09-20T09:42:06.904" v="1582" actId="1076"/>
        <pc:sldMkLst>
          <pc:docMk/>
          <pc:sldMk cId="1294312690" sldId="333"/>
        </pc:sldMkLst>
        <pc:spChg chg="mod">
          <ac:chgData name="Sara Muneeb" userId="29b624b1-a719-43f5-9b52-388cd4043c04" providerId="ADAL" clId="{92141329-D183-4FBC-A4C5-439AF6D228C3}" dt="2022-09-20T09:27:57.037" v="1207" actId="20577"/>
          <ac:spMkLst>
            <pc:docMk/>
            <pc:sldMk cId="1294312690" sldId="333"/>
            <ac:spMk id="2" creationId="{37EBA506-1115-E849-9140-6FC9CE316C27}"/>
          </ac:spMkLst>
        </pc:spChg>
        <pc:spChg chg="mod">
          <ac:chgData name="Sara Muneeb" userId="29b624b1-a719-43f5-9b52-388cd4043c04" providerId="ADAL" clId="{92141329-D183-4FBC-A4C5-439AF6D228C3}" dt="2022-09-20T09:41:23.462" v="1577" actId="14100"/>
          <ac:spMkLst>
            <pc:docMk/>
            <pc:sldMk cId="1294312690" sldId="333"/>
            <ac:spMk id="3" creationId="{18FCFAE7-9E9D-5303-F511-5B9984654030}"/>
          </ac:spMkLst>
        </pc:spChg>
        <pc:picChg chg="add del mod">
          <ac:chgData name="Sara Muneeb" userId="29b624b1-a719-43f5-9b52-388cd4043c04" providerId="ADAL" clId="{92141329-D183-4FBC-A4C5-439AF6D228C3}" dt="2022-09-20T09:40:51.473" v="1564" actId="478"/>
          <ac:picMkLst>
            <pc:docMk/>
            <pc:sldMk cId="1294312690" sldId="333"/>
            <ac:picMk id="2050" creationId="{33F660FB-7A11-6627-ACEE-256976DCAF1C}"/>
          </ac:picMkLst>
        </pc:picChg>
        <pc:picChg chg="add del mod">
          <ac:chgData name="Sara Muneeb" userId="29b624b1-a719-43f5-9b52-388cd4043c04" providerId="ADAL" clId="{92141329-D183-4FBC-A4C5-439AF6D228C3}" dt="2022-09-20T09:41:57.935" v="1579" actId="478"/>
          <ac:picMkLst>
            <pc:docMk/>
            <pc:sldMk cId="1294312690" sldId="333"/>
            <ac:picMk id="2052" creationId="{0BCE4C20-A7FC-8CD6-0F80-01B3EB59716E}"/>
          </ac:picMkLst>
        </pc:picChg>
        <pc:picChg chg="add mod">
          <ac:chgData name="Sara Muneeb" userId="29b624b1-a719-43f5-9b52-388cd4043c04" providerId="ADAL" clId="{92141329-D183-4FBC-A4C5-439AF6D228C3}" dt="2022-09-20T09:42:06.904" v="1582" actId="1076"/>
          <ac:picMkLst>
            <pc:docMk/>
            <pc:sldMk cId="1294312690" sldId="333"/>
            <ac:picMk id="2054" creationId="{A1267D3B-FA3D-45BD-1196-CA094C33125C}"/>
          </ac:picMkLst>
        </pc:picChg>
      </pc:sldChg>
      <pc:sldChg chg="modSp new mod">
        <pc:chgData name="Sara Muneeb" userId="29b624b1-a719-43f5-9b52-388cd4043c04" providerId="ADAL" clId="{92141329-D183-4FBC-A4C5-439AF6D228C3}" dt="2022-09-20T09:51:46.192" v="1759" actId="5793"/>
        <pc:sldMkLst>
          <pc:docMk/>
          <pc:sldMk cId="3683615567" sldId="334"/>
        </pc:sldMkLst>
        <pc:spChg chg="mod">
          <ac:chgData name="Sara Muneeb" userId="29b624b1-a719-43f5-9b52-388cd4043c04" providerId="ADAL" clId="{92141329-D183-4FBC-A4C5-439AF6D228C3}" dt="2022-09-20T09:47:50.960" v="1626" actId="5793"/>
          <ac:spMkLst>
            <pc:docMk/>
            <pc:sldMk cId="3683615567" sldId="334"/>
            <ac:spMk id="2" creationId="{B6C1EA50-2597-CC61-D702-5D450B3085E3}"/>
          </ac:spMkLst>
        </pc:spChg>
        <pc:spChg chg="mod">
          <ac:chgData name="Sara Muneeb" userId="29b624b1-a719-43f5-9b52-388cd4043c04" providerId="ADAL" clId="{92141329-D183-4FBC-A4C5-439AF6D228C3}" dt="2022-09-20T09:51:46.192" v="1759" actId="5793"/>
          <ac:spMkLst>
            <pc:docMk/>
            <pc:sldMk cId="3683615567" sldId="334"/>
            <ac:spMk id="3" creationId="{8566D90D-7F41-A7E9-0454-24D0EA3C32A5}"/>
          </ac:spMkLst>
        </pc:spChg>
      </pc:sldChg>
      <pc:sldChg chg="addSp delSp modSp new mod">
        <pc:chgData name="Sara Muneeb" userId="29b624b1-a719-43f5-9b52-388cd4043c04" providerId="ADAL" clId="{92141329-D183-4FBC-A4C5-439AF6D228C3}" dt="2022-09-20T10:58:47.447" v="3175" actId="1076"/>
        <pc:sldMkLst>
          <pc:docMk/>
          <pc:sldMk cId="1806673627" sldId="335"/>
        </pc:sldMkLst>
        <pc:spChg chg="mod">
          <ac:chgData name="Sara Muneeb" userId="29b624b1-a719-43f5-9b52-388cd4043c04" providerId="ADAL" clId="{92141329-D183-4FBC-A4C5-439AF6D228C3}" dt="2022-09-20T09:52:55.384" v="1783" actId="20577"/>
          <ac:spMkLst>
            <pc:docMk/>
            <pc:sldMk cId="1806673627" sldId="335"/>
            <ac:spMk id="2" creationId="{9709A2C2-01E4-E881-3D92-25B0226CD81E}"/>
          </ac:spMkLst>
        </pc:spChg>
        <pc:spChg chg="mod">
          <ac:chgData name="Sara Muneeb" userId="29b624b1-a719-43f5-9b52-388cd4043c04" providerId="ADAL" clId="{92141329-D183-4FBC-A4C5-439AF6D228C3}" dt="2022-09-20T10:02:09.120" v="1924" actId="404"/>
          <ac:spMkLst>
            <pc:docMk/>
            <pc:sldMk cId="1806673627" sldId="335"/>
            <ac:spMk id="3" creationId="{6B00B34D-70C3-8708-10C0-7169620B05B6}"/>
          </ac:spMkLst>
        </pc:spChg>
        <pc:picChg chg="add mod">
          <ac:chgData name="Sara Muneeb" userId="29b624b1-a719-43f5-9b52-388cd4043c04" providerId="ADAL" clId="{92141329-D183-4FBC-A4C5-439AF6D228C3}" dt="2022-09-20T10:58:47.447" v="3175" actId="1076"/>
          <ac:picMkLst>
            <pc:docMk/>
            <pc:sldMk cId="1806673627" sldId="335"/>
            <ac:picMk id="5" creationId="{0EABEC08-433A-B23D-EAA4-F2FD2942655B}"/>
          </ac:picMkLst>
        </pc:picChg>
        <pc:picChg chg="add del mod">
          <ac:chgData name="Sara Muneeb" userId="29b624b1-a719-43f5-9b52-388cd4043c04" providerId="ADAL" clId="{92141329-D183-4FBC-A4C5-439AF6D228C3}" dt="2022-09-20T10:03:16.466" v="1926" actId="21"/>
          <ac:picMkLst>
            <pc:docMk/>
            <pc:sldMk cId="1806673627" sldId="335"/>
            <ac:picMk id="3074" creationId="{CCD26A6B-A06D-43A2-0D4D-38FD5731543C}"/>
          </ac:picMkLst>
        </pc:picChg>
        <pc:picChg chg="add del">
          <ac:chgData name="Sara Muneeb" userId="29b624b1-a719-43f5-9b52-388cd4043c04" providerId="ADAL" clId="{92141329-D183-4FBC-A4C5-439AF6D228C3}" dt="2022-09-20T10:56:00.525" v="3172"/>
          <ac:picMkLst>
            <pc:docMk/>
            <pc:sldMk cId="1806673627" sldId="335"/>
            <ac:picMk id="3076" creationId="{60274E42-E4E6-D04B-DB03-23D5C02B7579}"/>
          </ac:picMkLst>
        </pc:picChg>
      </pc:sldChg>
      <pc:sldChg chg="addSp delSp modSp new mod">
        <pc:chgData name="Sara Muneeb" userId="29b624b1-a719-43f5-9b52-388cd4043c04" providerId="ADAL" clId="{92141329-D183-4FBC-A4C5-439AF6D228C3}" dt="2022-09-20T10:55:01.843" v="3170" actId="20577"/>
        <pc:sldMkLst>
          <pc:docMk/>
          <pc:sldMk cId="870626910" sldId="336"/>
        </pc:sldMkLst>
        <pc:spChg chg="mod">
          <ac:chgData name="Sara Muneeb" userId="29b624b1-a719-43f5-9b52-388cd4043c04" providerId="ADAL" clId="{92141329-D183-4FBC-A4C5-439AF6D228C3}" dt="2022-09-20T10:55:01.843" v="3170" actId="20577"/>
          <ac:spMkLst>
            <pc:docMk/>
            <pc:sldMk cId="870626910" sldId="336"/>
            <ac:spMk id="2" creationId="{D33AEF62-9209-F518-142E-11A7F925336F}"/>
          </ac:spMkLst>
        </pc:spChg>
        <pc:spChg chg="del">
          <ac:chgData name="Sara Muneeb" userId="29b624b1-a719-43f5-9b52-388cd4043c04" providerId="ADAL" clId="{92141329-D183-4FBC-A4C5-439AF6D228C3}" dt="2022-09-20T10:03:26.072" v="1946"/>
          <ac:spMkLst>
            <pc:docMk/>
            <pc:sldMk cId="870626910" sldId="336"/>
            <ac:spMk id="3" creationId="{EC2592A8-F1B1-0B67-E565-4508681A9F0F}"/>
          </ac:spMkLst>
        </pc:spChg>
        <pc:spChg chg="add mod">
          <ac:chgData name="Sara Muneeb" userId="29b624b1-a719-43f5-9b52-388cd4043c04" providerId="ADAL" clId="{92141329-D183-4FBC-A4C5-439AF6D228C3}" dt="2022-09-20T10:07:03.926" v="2036" actId="20577"/>
          <ac:spMkLst>
            <pc:docMk/>
            <pc:sldMk cId="870626910" sldId="336"/>
            <ac:spMk id="5" creationId="{368C4344-354F-3557-4EBE-28230A06687B}"/>
          </ac:spMkLst>
        </pc:spChg>
        <pc:picChg chg="add del mod">
          <ac:chgData name="Sara Muneeb" userId="29b624b1-a719-43f5-9b52-388cd4043c04" providerId="ADAL" clId="{92141329-D183-4FBC-A4C5-439AF6D228C3}" dt="2022-09-20T10:03:41.010" v="1949" actId="21"/>
          <ac:picMkLst>
            <pc:docMk/>
            <pc:sldMk cId="870626910" sldId="336"/>
            <ac:picMk id="4" creationId="{DE5A3614-1AA5-7ACF-9577-27B62E766911}"/>
          </ac:picMkLst>
        </pc:picChg>
        <pc:picChg chg="add mod">
          <ac:chgData name="Sara Muneeb" userId="29b624b1-a719-43f5-9b52-388cd4043c04" providerId="ADAL" clId="{92141329-D183-4FBC-A4C5-439AF6D228C3}" dt="2022-09-20T10:07:13.842" v="2039" actId="1076"/>
          <ac:picMkLst>
            <pc:docMk/>
            <pc:sldMk cId="870626910" sldId="336"/>
            <ac:picMk id="6" creationId="{0338BBE2-F83E-55D3-EECC-5C8C2FAA5333}"/>
          </ac:picMkLst>
        </pc:picChg>
      </pc:sldChg>
      <pc:sldChg chg="addSp delSp modSp new mod">
        <pc:chgData name="Sara Muneeb" userId="29b624b1-a719-43f5-9b52-388cd4043c04" providerId="ADAL" clId="{92141329-D183-4FBC-A4C5-439AF6D228C3}" dt="2022-09-20T10:19:39.193" v="2094" actId="22"/>
        <pc:sldMkLst>
          <pc:docMk/>
          <pc:sldMk cId="3996656312" sldId="337"/>
        </pc:sldMkLst>
        <pc:spChg chg="mod">
          <ac:chgData name="Sara Muneeb" userId="29b624b1-a719-43f5-9b52-388cd4043c04" providerId="ADAL" clId="{92141329-D183-4FBC-A4C5-439AF6D228C3}" dt="2022-09-20T10:19:23.088" v="2093" actId="20577"/>
          <ac:spMkLst>
            <pc:docMk/>
            <pc:sldMk cId="3996656312" sldId="337"/>
            <ac:spMk id="2" creationId="{15802917-C059-1CBE-C968-23FC25CBBC5D}"/>
          </ac:spMkLst>
        </pc:spChg>
        <pc:spChg chg="del">
          <ac:chgData name="Sara Muneeb" userId="29b624b1-a719-43f5-9b52-388cd4043c04" providerId="ADAL" clId="{92141329-D183-4FBC-A4C5-439AF6D228C3}" dt="2022-09-20T10:19:39.193" v="2094" actId="22"/>
          <ac:spMkLst>
            <pc:docMk/>
            <pc:sldMk cId="3996656312" sldId="337"/>
            <ac:spMk id="3" creationId="{DCC9BCED-759D-B9ED-6C4D-1BE99A741B1B}"/>
          </ac:spMkLst>
        </pc:spChg>
        <pc:picChg chg="add mod ord">
          <ac:chgData name="Sara Muneeb" userId="29b624b1-a719-43f5-9b52-388cd4043c04" providerId="ADAL" clId="{92141329-D183-4FBC-A4C5-439AF6D228C3}" dt="2022-09-20T10:19:39.193" v="2094" actId="22"/>
          <ac:picMkLst>
            <pc:docMk/>
            <pc:sldMk cId="3996656312" sldId="337"/>
            <ac:picMk id="5" creationId="{848AF5C7-73F4-A5DC-5686-B90D20B524D3}"/>
          </ac:picMkLst>
        </pc:picChg>
      </pc:sldChg>
      <pc:sldChg chg="addSp delSp modSp new mod">
        <pc:chgData name="Sara Muneeb" userId="29b624b1-a719-43f5-9b52-388cd4043c04" providerId="ADAL" clId="{92141329-D183-4FBC-A4C5-439AF6D228C3}" dt="2022-09-20T10:22:13.198" v="2120" actId="1076"/>
        <pc:sldMkLst>
          <pc:docMk/>
          <pc:sldMk cId="2893404186" sldId="338"/>
        </pc:sldMkLst>
        <pc:spChg chg="mod">
          <ac:chgData name="Sara Muneeb" userId="29b624b1-a719-43f5-9b52-388cd4043c04" providerId="ADAL" clId="{92141329-D183-4FBC-A4C5-439AF6D228C3}" dt="2022-09-20T10:21:31.656" v="2115" actId="20577"/>
          <ac:spMkLst>
            <pc:docMk/>
            <pc:sldMk cId="2893404186" sldId="338"/>
            <ac:spMk id="2" creationId="{25DC55D6-B891-8DA4-2F65-581F39D27C65}"/>
          </ac:spMkLst>
        </pc:spChg>
        <pc:spChg chg="del">
          <ac:chgData name="Sara Muneeb" userId="29b624b1-a719-43f5-9b52-388cd4043c04" providerId="ADAL" clId="{92141329-D183-4FBC-A4C5-439AF6D228C3}" dt="2022-09-20T10:21:33.029" v="2116" actId="22"/>
          <ac:spMkLst>
            <pc:docMk/>
            <pc:sldMk cId="2893404186" sldId="338"/>
            <ac:spMk id="3" creationId="{3D716459-D230-2F7B-BCE4-D2E4FA10FDBC}"/>
          </ac:spMkLst>
        </pc:spChg>
        <pc:picChg chg="add mod ord">
          <ac:chgData name="Sara Muneeb" userId="29b624b1-a719-43f5-9b52-388cd4043c04" providerId="ADAL" clId="{92141329-D183-4FBC-A4C5-439AF6D228C3}" dt="2022-09-20T10:22:02.091" v="2117" actId="1076"/>
          <ac:picMkLst>
            <pc:docMk/>
            <pc:sldMk cId="2893404186" sldId="338"/>
            <ac:picMk id="5" creationId="{34369BDA-B575-EBEA-205F-2FA8EA916507}"/>
          </ac:picMkLst>
        </pc:picChg>
        <pc:picChg chg="add mod">
          <ac:chgData name="Sara Muneeb" userId="29b624b1-a719-43f5-9b52-388cd4043c04" providerId="ADAL" clId="{92141329-D183-4FBC-A4C5-439AF6D228C3}" dt="2022-09-20T10:22:13.198" v="2120" actId="1076"/>
          <ac:picMkLst>
            <pc:docMk/>
            <pc:sldMk cId="2893404186" sldId="338"/>
            <ac:picMk id="4098" creationId="{BFB52048-2502-42EF-F2DE-B1F4D64E5610}"/>
          </ac:picMkLst>
        </pc:picChg>
      </pc:sldChg>
      <pc:sldChg chg="addSp modSp new mod">
        <pc:chgData name="Sara Muneeb" userId="29b624b1-a719-43f5-9b52-388cd4043c04" providerId="ADAL" clId="{92141329-D183-4FBC-A4C5-439AF6D228C3}" dt="2022-09-20T10:35:52.505" v="2592" actId="1076"/>
        <pc:sldMkLst>
          <pc:docMk/>
          <pc:sldMk cId="2809689417" sldId="339"/>
        </pc:sldMkLst>
        <pc:spChg chg="mod">
          <ac:chgData name="Sara Muneeb" userId="29b624b1-a719-43f5-9b52-388cd4043c04" providerId="ADAL" clId="{92141329-D183-4FBC-A4C5-439AF6D228C3}" dt="2022-09-20T10:24:17.653" v="2158" actId="313"/>
          <ac:spMkLst>
            <pc:docMk/>
            <pc:sldMk cId="2809689417" sldId="339"/>
            <ac:spMk id="2" creationId="{0DCB69A6-22CE-0B31-515F-05D1F2D4B790}"/>
          </ac:spMkLst>
        </pc:spChg>
        <pc:spChg chg="mod">
          <ac:chgData name="Sara Muneeb" userId="29b624b1-a719-43f5-9b52-388cd4043c04" providerId="ADAL" clId="{92141329-D183-4FBC-A4C5-439AF6D228C3}" dt="2022-09-20T10:34:05.824" v="2586" actId="20577"/>
          <ac:spMkLst>
            <pc:docMk/>
            <pc:sldMk cId="2809689417" sldId="339"/>
            <ac:spMk id="3" creationId="{1DC6DC6E-BF4F-757D-4F69-DCCC1D60AF27}"/>
          </ac:spMkLst>
        </pc:spChg>
        <pc:picChg chg="add mod">
          <ac:chgData name="Sara Muneeb" userId="29b624b1-a719-43f5-9b52-388cd4043c04" providerId="ADAL" clId="{92141329-D183-4FBC-A4C5-439AF6D228C3}" dt="2022-09-20T10:35:52.505" v="2592" actId="1076"/>
          <ac:picMkLst>
            <pc:docMk/>
            <pc:sldMk cId="2809689417" sldId="339"/>
            <ac:picMk id="4" creationId="{45565110-6733-684A-1196-53921C08A1DF}"/>
          </ac:picMkLst>
        </pc:picChg>
      </pc:sldChg>
      <pc:sldChg chg="addSp delSp modSp new mod">
        <pc:chgData name="Sara Muneeb" userId="29b624b1-a719-43f5-9b52-388cd4043c04" providerId="ADAL" clId="{92141329-D183-4FBC-A4C5-439AF6D228C3}" dt="2022-09-20T10:30:00.583" v="2351" actId="1076"/>
        <pc:sldMkLst>
          <pc:docMk/>
          <pc:sldMk cId="261300321" sldId="340"/>
        </pc:sldMkLst>
        <pc:spChg chg="mod">
          <ac:chgData name="Sara Muneeb" userId="29b624b1-a719-43f5-9b52-388cd4043c04" providerId="ADAL" clId="{92141329-D183-4FBC-A4C5-439AF6D228C3}" dt="2022-09-20T10:25:07.727" v="2177" actId="20577"/>
          <ac:spMkLst>
            <pc:docMk/>
            <pc:sldMk cId="261300321" sldId="340"/>
            <ac:spMk id="2" creationId="{B3018C1A-0EDB-1A28-DF44-A8867FE0F73E}"/>
          </ac:spMkLst>
        </pc:spChg>
        <pc:spChg chg="add del mod">
          <ac:chgData name="Sara Muneeb" userId="29b624b1-a719-43f5-9b52-388cd4043c04" providerId="ADAL" clId="{92141329-D183-4FBC-A4C5-439AF6D228C3}" dt="2022-09-20T10:28:15.791" v="2347" actId="478"/>
          <ac:spMkLst>
            <pc:docMk/>
            <pc:sldMk cId="261300321" sldId="340"/>
            <ac:spMk id="3" creationId="{121FC800-4093-A9B5-D735-B456BC09F43B}"/>
          </ac:spMkLst>
        </pc:spChg>
        <pc:spChg chg="add del">
          <ac:chgData name="Sara Muneeb" userId="29b624b1-a719-43f5-9b52-388cd4043c04" providerId="ADAL" clId="{92141329-D183-4FBC-A4C5-439AF6D228C3}" dt="2022-09-20T10:28:19.340" v="2348" actId="478"/>
          <ac:spMkLst>
            <pc:docMk/>
            <pc:sldMk cId="261300321" sldId="340"/>
            <ac:spMk id="4" creationId="{95889AB9-01A6-4216-EEC2-322BC461ABDC}"/>
          </ac:spMkLst>
        </pc:spChg>
        <pc:spChg chg="add del mod">
          <ac:chgData name="Sara Muneeb" userId="29b624b1-a719-43f5-9b52-388cd4043c04" providerId="ADAL" clId="{92141329-D183-4FBC-A4C5-439AF6D228C3}" dt="2022-09-20T10:28:15.791" v="2347" actId="478"/>
          <ac:spMkLst>
            <pc:docMk/>
            <pc:sldMk cId="261300321" sldId="340"/>
            <ac:spMk id="5" creationId="{4E30E5A0-8A21-4A2D-E3E1-44F682E9D8BB}"/>
          </ac:spMkLst>
        </pc:spChg>
        <pc:spChg chg="add del">
          <ac:chgData name="Sara Muneeb" userId="29b624b1-a719-43f5-9b52-388cd4043c04" providerId="ADAL" clId="{92141329-D183-4FBC-A4C5-439AF6D228C3}" dt="2022-09-20T10:28:12.635" v="2346"/>
          <ac:spMkLst>
            <pc:docMk/>
            <pc:sldMk cId="261300321" sldId="340"/>
            <ac:spMk id="6" creationId="{696CEE10-D7E0-F33C-142F-DC78B126998D}"/>
          </ac:spMkLst>
        </pc:spChg>
        <pc:picChg chg="add mod">
          <ac:chgData name="Sara Muneeb" userId="29b624b1-a719-43f5-9b52-388cd4043c04" providerId="ADAL" clId="{92141329-D183-4FBC-A4C5-439AF6D228C3}" dt="2022-09-20T10:30:00.583" v="2351" actId="1076"/>
          <ac:picMkLst>
            <pc:docMk/>
            <pc:sldMk cId="261300321" sldId="340"/>
            <ac:picMk id="8" creationId="{CD8DD77A-9226-0B6B-36E3-AD9CEAA9E99E}"/>
          </ac:picMkLst>
        </pc:picChg>
      </pc:sldChg>
      <pc:sldChg chg="addSp delSp modSp new mod">
        <pc:chgData name="Sara Muneeb" userId="29b624b1-a719-43f5-9b52-388cd4043c04" providerId="ADAL" clId="{92141329-D183-4FBC-A4C5-439AF6D228C3}" dt="2022-09-20T10:43:02.984" v="2854" actId="1076"/>
        <pc:sldMkLst>
          <pc:docMk/>
          <pc:sldMk cId="2581040809" sldId="341"/>
        </pc:sldMkLst>
        <pc:spChg chg="mod">
          <ac:chgData name="Sara Muneeb" userId="29b624b1-a719-43f5-9b52-388cd4043c04" providerId="ADAL" clId="{92141329-D183-4FBC-A4C5-439AF6D228C3}" dt="2022-09-20T10:36:13.813" v="2622" actId="20577"/>
          <ac:spMkLst>
            <pc:docMk/>
            <pc:sldMk cId="2581040809" sldId="341"/>
            <ac:spMk id="2" creationId="{2BD5DE3D-B1E9-3B54-0F32-02A3216B38B4}"/>
          </ac:spMkLst>
        </pc:spChg>
        <pc:spChg chg="add del mod">
          <ac:chgData name="Sara Muneeb" userId="29b624b1-a719-43f5-9b52-388cd4043c04" providerId="ADAL" clId="{92141329-D183-4FBC-A4C5-439AF6D228C3}" dt="2022-09-20T10:40:48.051" v="2815" actId="21"/>
          <ac:spMkLst>
            <pc:docMk/>
            <pc:sldMk cId="2581040809" sldId="341"/>
            <ac:spMk id="3" creationId="{7F4FF126-C435-AB22-FD5B-E474C9C7D677}"/>
          </ac:spMkLst>
        </pc:spChg>
        <pc:spChg chg="add del mod">
          <ac:chgData name="Sara Muneeb" userId="29b624b1-a719-43f5-9b52-388cd4043c04" providerId="ADAL" clId="{92141329-D183-4FBC-A4C5-439AF6D228C3}" dt="2022-09-20T10:40:48.051" v="2815" actId="21"/>
          <ac:spMkLst>
            <pc:docMk/>
            <pc:sldMk cId="2581040809" sldId="341"/>
            <ac:spMk id="6" creationId="{5B9B260E-0BC5-5957-1C7B-36FD95B9D008}"/>
          </ac:spMkLst>
        </pc:spChg>
        <pc:spChg chg="add del mod">
          <ac:chgData name="Sara Muneeb" userId="29b624b1-a719-43f5-9b52-388cd4043c04" providerId="ADAL" clId="{92141329-D183-4FBC-A4C5-439AF6D228C3}" dt="2022-09-20T10:40:55.145" v="2821"/>
          <ac:spMkLst>
            <pc:docMk/>
            <pc:sldMk cId="2581040809" sldId="341"/>
            <ac:spMk id="7" creationId="{B6A71F52-2370-BA1B-E7B1-34B603CEBFB2}"/>
          </ac:spMkLst>
        </pc:spChg>
        <pc:spChg chg="add mod">
          <ac:chgData name="Sara Muneeb" userId="29b624b1-a719-43f5-9b52-388cd4043c04" providerId="ADAL" clId="{92141329-D183-4FBC-A4C5-439AF6D228C3}" dt="2022-09-20T10:40:57.263" v="2822"/>
          <ac:spMkLst>
            <pc:docMk/>
            <pc:sldMk cId="2581040809" sldId="341"/>
            <ac:spMk id="9" creationId="{978A52FE-AAA0-45FD-107B-C7D71C61E607}"/>
          </ac:spMkLst>
        </pc:spChg>
        <pc:picChg chg="add del">
          <ac:chgData name="Sara Muneeb" userId="29b624b1-a719-43f5-9b52-388cd4043c04" providerId="ADAL" clId="{92141329-D183-4FBC-A4C5-439AF6D228C3}" dt="2022-09-20T10:35:44.243" v="2589" actId="21"/>
          <ac:picMkLst>
            <pc:docMk/>
            <pc:sldMk cId="2581040809" sldId="341"/>
            <ac:picMk id="5" creationId="{FC9E616A-244C-7EFD-2674-46B68F017A8A}"/>
          </ac:picMkLst>
        </pc:picChg>
        <pc:picChg chg="add del mod">
          <ac:chgData name="Sara Muneeb" userId="29b624b1-a719-43f5-9b52-388cd4043c04" providerId="ADAL" clId="{92141329-D183-4FBC-A4C5-439AF6D228C3}" dt="2022-09-20T10:40:55.145" v="2821"/>
          <ac:picMkLst>
            <pc:docMk/>
            <pc:sldMk cId="2581040809" sldId="341"/>
            <ac:picMk id="8" creationId="{1F482937-6B30-0703-7C0E-22390482D384}"/>
          </ac:picMkLst>
        </pc:picChg>
        <pc:picChg chg="add mod">
          <ac:chgData name="Sara Muneeb" userId="29b624b1-a719-43f5-9b52-388cd4043c04" providerId="ADAL" clId="{92141329-D183-4FBC-A4C5-439AF6D228C3}" dt="2022-09-20T10:42:48.313" v="2848" actId="1076"/>
          <ac:picMkLst>
            <pc:docMk/>
            <pc:sldMk cId="2581040809" sldId="341"/>
            <ac:picMk id="10" creationId="{E86B8B60-7FF3-9EC1-CF8C-9FB3CCAC8201}"/>
          </ac:picMkLst>
        </pc:picChg>
        <pc:picChg chg="add del mod">
          <ac:chgData name="Sara Muneeb" userId="29b624b1-a719-43f5-9b52-388cd4043c04" providerId="ADAL" clId="{92141329-D183-4FBC-A4C5-439AF6D228C3}" dt="2022-09-20T10:40:48.463" v="2816"/>
          <ac:picMkLst>
            <pc:docMk/>
            <pc:sldMk cId="2581040809" sldId="341"/>
            <ac:picMk id="7170" creationId="{42496330-70E0-E2ED-3F04-DFAB9B43E18F}"/>
          </ac:picMkLst>
        </pc:picChg>
        <pc:picChg chg="add mod">
          <ac:chgData name="Sara Muneeb" userId="29b624b1-a719-43f5-9b52-388cd4043c04" providerId="ADAL" clId="{92141329-D183-4FBC-A4C5-439AF6D228C3}" dt="2022-09-20T10:43:02.984" v="2854" actId="1076"/>
          <ac:picMkLst>
            <pc:docMk/>
            <pc:sldMk cId="2581040809" sldId="341"/>
            <ac:picMk id="7172" creationId="{C4D4E90F-22A2-2625-C88B-925EB8001657}"/>
          </ac:picMkLst>
        </pc:picChg>
      </pc:sldChg>
      <pc:sldChg chg="addSp delSp modSp new mod">
        <pc:chgData name="Sara Muneeb" userId="29b624b1-a719-43f5-9b52-388cd4043c04" providerId="ADAL" clId="{92141329-D183-4FBC-A4C5-439AF6D228C3}" dt="2022-09-20T10:49:37.469" v="2886" actId="404"/>
        <pc:sldMkLst>
          <pc:docMk/>
          <pc:sldMk cId="2671139842" sldId="342"/>
        </pc:sldMkLst>
        <pc:spChg chg="mod">
          <ac:chgData name="Sara Muneeb" userId="29b624b1-a719-43f5-9b52-388cd4043c04" providerId="ADAL" clId="{92141329-D183-4FBC-A4C5-439AF6D228C3}" dt="2022-09-20T10:45:45.701" v="2871" actId="27636"/>
          <ac:spMkLst>
            <pc:docMk/>
            <pc:sldMk cId="2671139842" sldId="342"/>
            <ac:spMk id="2" creationId="{BA180B9E-C388-6225-6835-1E59416B5C7F}"/>
          </ac:spMkLst>
        </pc:spChg>
        <pc:spChg chg="del">
          <ac:chgData name="Sara Muneeb" userId="29b624b1-a719-43f5-9b52-388cd4043c04" providerId="ADAL" clId="{92141329-D183-4FBC-A4C5-439AF6D228C3}" dt="2022-09-20T10:46:44.783" v="2872"/>
          <ac:spMkLst>
            <pc:docMk/>
            <pc:sldMk cId="2671139842" sldId="342"/>
            <ac:spMk id="3" creationId="{4B647F70-848F-0E62-FC6C-BB9134AED915}"/>
          </ac:spMkLst>
        </pc:spChg>
        <pc:spChg chg="add del mod">
          <ac:chgData name="Sara Muneeb" userId="29b624b1-a719-43f5-9b52-388cd4043c04" providerId="ADAL" clId="{92141329-D183-4FBC-A4C5-439AF6D228C3}" dt="2022-09-20T10:48:08.971" v="2874"/>
          <ac:spMkLst>
            <pc:docMk/>
            <pc:sldMk cId="2671139842" sldId="342"/>
            <ac:spMk id="4" creationId="{DE01DB80-5562-1853-0D35-2E660B33B3CA}"/>
          </ac:spMkLst>
        </pc:spChg>
        <pc:spChg chg="add del mod">
          <ac:chgData name="Sara Muneeb" userId="29b624b1-a719-43f5-9b52-388cd4043c04" providerId="ADAL" clId="{92141329-D183-4FBC-A4C5-439AF6D228C3}" dt="2022-09-20T10:49:03.510" v="2879" actId="478"/>
          <ac:spMkLst>
            <pc:docMk/>
            <pc:sldMk cId="2671139842" sldId="342"/>
            <ac:spMk id="5" creationId="{023E89DC-D282-8793-CE47-4CB68AD3D82B}"/>
          </ac:spMkLst>
        </pc:spChg>
        <pc:spChg chg="add del">
          <ac:chgData name="Sara Muneeb" userId="29b624b1-a719-43f5-9b52-388cd4043c04" providerId="ADAL" clId="{92141329-D183-4FBC-A4C5-439AF6D228C3}" dt="2022-09-20T10:49:03.117" v="2878" actId="22"/>
          <ac:spMkLst>
            <pc:docMk/>
            <pc:sldMk cId="2671139842" sldId="342"/>
            <ac:spMk id="7" creationId="{83416B2C-E0E4-BB4B-8076-08CFF0217B41}"/>
          </ac:spMkLst>
        </pc:spChg>
        <pc:spChg chg="add mod">
          <ac:chgData name="Sara Muneeb" userId="29b624b1-a719-43f5-9b52-388cd4043c04" providerId="ADAL" clId="{92141329-D183-4FBC-A4C5-439AF6D228C3}" dt="2022-09-20T10:49:37.469" v="2886" actId="404"/>
          <ac:spMkLst>
            <pc:docMk/>
            <pc:sldMk cId="2671139842" sldId="342"/>
            <ac:spMk id="9" creationId="{5EFB173D-CC78-5F33-52ED-B50F3D08118D}"/>
          </ac:spMkLst>
        </pc:spChg>
        <pc:picChg chg="add del mod">
          <ac:chgData name="Sara Muneeb" userId="29b624b1-a719-43f5-9b52-388cd4043c04" providerId="ADAL" clId="{92141329-D183-4FBC-A4C5-439AF6D228C3}" dt="2022-09-20T10:46:46.070" v="2873" actId="21"/>
          <ac:picMkLst>
            <pc:docMk/>
            <pc:sldMk cId="2671139842" sldId="342"/>
            <ac:picMk id="8194" creationId="{418BECA1-82A4-82A9-0763-5C55055698B8}"/>
          </ac:picMkLst>
        </pc:picChg>
        <pc:picChg chg="add del mod">
          <ac:chgData name="Sara Muneeb" userId="29b624b1-a719-43f5-9b52-388cd4043c04" providerId="ADAL" clId="{92141329-D183-4FBC-A4C5-439AF6D228C3}" dt="2022-09-20T10:49:11.578" v="2882" actId="1076"/>
          <ac:picMkLst>
            <pc:docMk/>
            <pc:sldMk cId="2671139842" sldId="342"/>
            <ac:picMk id="8196" creationId="{F093AB57-D074-932C-E318-8422878E71DA}"/>
          </ac:picMkLst>
        </pc:picChg>
      </pc:sldChg>
      <pc:sldChg chg="addSp delSp modSp new mod">
        <pc:chgData name="Sara Muneeb" userId="29b624b1-a719-43f5-9b52-388cd4043c04" providerId="ADAL" clId="{92141329-D183-4FBC-A4C5-439AF6D228C3}" dt="2022-09-20T10:53:06.948" v="3000" actId="1076"/>
        <pc:sldMkLst>
          <pc:docMk/>
          <pc:sldMk cId="3207177132" sldId="343"/>
        </pc:sldMkLst>
        <pc:spChg chg="mod">
          <ac:chgData name="Sara Muneeb" userId="29b624b1-a719-43f5-9b52-388cd4043c04" providerId="ADAL" clId="{92141329-D183-4FBC-A4C5-439AF6D228C3}" dt="2022-09-20T10:49:45.581" v="2898" actId="20577"/>
          <ac:spMkLst>
            <pc:docMk/>
            <pc:sldMk cId="3207177132" sldId="343"/>
            <ac:spMk id="2" creationId="{765FB04D-571F-5370-6EF5-2C6F4D4086F4}"/>
          </ac:spMkLst>
        </pc:spChg>
        <pc:spChg chg="del">
          <ac:chgData name="Sara Muneeb" userId="29b624b1-a719-43f5-9b52-388cd4043c04" providerId="ADAL" clId="{92141329-D183-4FBC-A4C5-439AF6D228C3}" dt="2022-09-20T10:50:27.797" v="2899"/>
          <ac:spMkLst>
            <pc:docMk/>
            <pc:sldMk cId="3207177132" sldId="343"/>
            <ac:spMk id="3" creationId="{D821E772-7D21-BDA7-A8BB-AE1B6E971CF2}"/>
          </ac:spMkLst>
        </pc:spChg>
        <pc:spChg chg="add mod">
          <ac:chgData name="Sara Muneeb" userId="29b624b1-a719-43f5-9b52-388cd4043c04" providerId="ADAL" clId="{92141329-D183-4FBC-A4C5-439AF6D228C3}" dt="2022-09-20T10:53:01.259" v="2999" actId="20577"/>
          <ac:spMkLst>
            <pc:docMk/>
            <pc:sldMk cId="3207177132" sldId="343"/>
            <ac:spMk id="4" creationId="{E635A779-07DF-18C8-5D5D-E424B3BA4CA0}"/>
          </ac:spMkLst>
        </pc:spChg>
        <pc:picChg chg="add mod">
          <ac:chgData name="Sara Muneeb" userId="29b624b1-a719-43f5-9b52-388cd4043c04" providerId="ADAL" clId="{92141329-D183-4FBC-A4C5-439AF6D228C3}" dt="2022-09-20T10:53:06.948" v="3000" actId="1076"/>
          <ac:picMkLst>
            <pc:docMk/>
            <pc:sldMk cId="3207177132" sldId="343"/>
            <ac:picMk id="9218" creationId="{F74EFAAB-B8B3-0725-60A1-9D1F625CF6FE}"/>
          </ac:picMkLst>
        </pc:picChg>
      </pc:sldChg>
      <pc:sldChg chg="modSp new mod">
        <pc:chgData name="Sara Muneeb" userId="29b624b1-a719-43f5-9b52-388cd4043c04" providerId="ADAL" clId="{92141329-D183-4FBC-A4C5-439AF6D228C3}" dt="2022-09-20T10:54:41.845" v="3159" actId="5793"/>
        <pc:sldMkLst>
          <pc:docMk/>
          <pc:sldMk cId="1403215134" sldId="344"/>
        </pc:sldMkLst>
        <pc:spChg chg="mod">
          <ac:chgData name="Sara Muneeb" userId="29b624b1-a719-43f5-9b52-388cd4043c04" providerId="ADAL" clId="{92141329-D183-4FBC-A4C5-439AF6D228C3}" dt="2022-09-20T10:53:26.462" v="3038" actId="20577"/>
          <ac:spMkLst>
            <pc:docMk/>
            <pc:sldMk cId="1403215134" sldId="344"/>
            <ac:spMk id="2" creationId="{28C3D7D2-EC1D-4F96-41EA-0BA3DCA3B1A3}"/>
          </ac:spMkLst>
        </pc:spChg>
        <pc:spChg chg="mod">
          <ac:chgData name="Sara Muneeb" userId="29b624b1-a719-43f5-9b52-388cd4043c04" providerId="ADAL" clId="{92141329-D183-4FBC-A4C5-439AF6D228C3}" dt="2022-09-20T10:54:41.845" v="3159" actId="5793"/>
          <ac:spMkLst>
            <pc:docMk/>
            <pc:sldMk cId="1403215134" sldId="344"/>
            <ac:spMk id="3" creationId="{DD4F4A8D-FBBB-33BC-4202-04AA8875C870}"/>
          </ac:spMkLst>
        </pc:spChg>
      </pc:sldChg>
    </pc:docChg>
  </pc:docChgLst>
  <pc:docChgLst>
    <pc:chgData name="Sara Muneeb" userId="29b624b1-a719-43f5-9b52-388cd4043c04" providerId="ADAL" clId="{4EBDB337-B053-451B-BE3B-98111AAF493B}"/>
    <pc:docChg chg="undo custSel addSld delSld modSld sldOrd">
      <pc:chgData name="Sara Muneeb" userId="29b624b1-a719-43f5-9b52-388cd4043c04" providerId="ADAL" clId="{4EBDB337-B053-451B-BE3B-98111AAF493B}" dt="2022-12-23T07:53:05.870" v="4061" actId="20577"/>
      <pc:docMkLst>
        <pc:docMk/>
      </pc:docMkLst>
      <pc:sldChg chg="modSp mod">
        <pc:chgData name="Sara Muneeb" userId="29b624b1-a719-43f5-9b52-388cd4043c04" providerId="ADAL" clId="{4EBDB337-B053-451B-BE3B-98111AAF493B}" dt="2022-12-21T07:11:32.199" v="2780" actId="20577"/>
        <pc:sldMkLst>
          <pc:docMk/>
          <pc:sldMk cId="2984185032" sldId="256"/>
        </pc:sldMkLst>
        <pc:spChg chg="mod">
          <ac:chgData name="Sara Muneeb" userId="29b624b1-a719-43f5-9b52-388cd4043c04" providerId="ADAL" clId="{4EBDB337-B053-451B-BE3B-98111AAF493B}" dt="2022-12-21T07:11:32.199" v="2780" actId="20577"/>
          <ac:spMkLst>
            <pc:docMk/>
            <pc:sldMk cId="2984185032" sldId="256"/>
            <ac:spMk id="2" creationId="{00000000-0000-0000-0000-000000000000}"/>
          </ac:spMkLst>
        </pc:spChg>
      </pc:sldChg>
      <pc:sldChg chg="del">
        <pc:chgData name="Sara Muneeb" userId="29b624b1-a719-43f5-9b52-388cd4043c04" providerId="ADAL" clId="{4EBDB337-B053-451B-BE3B-98111AAF493B}" dt="2022-12-21T07:11:22.783" v="2747" actId="47"/>
        <pc:sldMkLst>
          <pc:docMk/>
          <pc:sldMk cId="3235644761" sldId="257"/>
        </pc:sldMkLst>
      </pc:sldChg>
      <pc:sldChg chg="modSp new mod">
        <pc:chgData name="Sara Muneeb" userId="29b624b1-a719-43f5-9b52-388cd4043c04" providerId="ADAL" clId="{4EBDB337-B053-451B-BE3B-98111AAF493B}" dt="2022-12-21T07:46:51.529" v="2826" actId="123"/>
        <pc:sldMkLst>
          <pc:docMk/>
          <pc:sldMk cId="4117837525" sldId="257"/>
        </pc:sldMkLst>
        <pc:spChg chg="mod">
          <ac:chgData name="Sara Muneeb" userId="29b624b1-a719-43f5-9b52-388cd4043c04" providerId="ADAL" clId="{4EBDB337-B053-451B-BE3B-98111AAF493B}" dt="2022-12-21T07:13:32.149" v="2797" actId="20577"/>
          <ac:spMkLst>
            <pc:docMk/>
            <pc:sldMk cId="4117837525" sldId="257"/>
            <ac:spMk id="2" creationId="{700A506B-AB89-3933-EA81-029895B690D4}"/>
          </ac:spMkLst>
        </pc:spChg>
        <pc:spChg chg="mod">
          <ac:chgData name="Sara Muneeb" userId="29b624b1-a719-43f5-9b52-388cd4043c04" providerId="ADAL" clId="{4EBDB337-B053-451B-BE3B-98111AAF493B}" dt="2022-12-21T07:46:51.529" v="2826" actId="123"/>
          <ac:spMkLst>
            <pc:docMk/>
            <pc:sldMk cId="4117837525" sldId="257"/>
            <ac:spMk id="3" creationId="{207E5611-3AA9-9EA8-FFB5-2AB0E286FB56}"/>
          </ac:spMkLst>
        </pc:spChg>
      </pc:sldChg>
      <pc:sldChg chg="del">
        <pc:chgData name="Sara Muneeb" userId="29b624b1-a719-43f5-9b52-388cd4043c04" providerId="ADAL" clId="{4EBDB337-B053-451B-BE3B-98111AAF493B}" dt="2022-12-21T07:11:22.783" v="2747" actId="47"/>
        <pc:sldMkLst>
          <pc:docMk/>
          <pc:sldMk cId="2084073474" sldId="258"/>
        </pc:sldMkLst>
      </pc:sldChg>
      <pc:sldChg chg="addSp modSp new mod">
        <pc:chgData name="Sara Muneeb" userId="29b624b1-a719-43f5-9b52-388cd4043c04" providerId="ADAL" clId="{4EBDB337-B053-451B-BE3B-98111AAF493B}" dt="2022-12-21T08:32:28.175" v="2928" actId="1076"/>
        <pc:sldMkLst>
          <pc:docMk/>
          <pc:sldMk cId="2546161201" sldId="258"/>
        </pc:sldMkLst>
        <pc:spChg chg="mod">
          <ac:chgData name="Sara Muneeb" userId="29b624b1-a719-43f5-9b52-388cd4043c04" providerId="ADAL" clId="{4EBDB337-B053-451B-BE3B-98111AAF493B}" dt="2022-12-21T07:47:21.679" v="2841" actId="20577"/>
          <ac:spMkLst>
            <pc:docMk/>
            <pc:sldMk cId="2546161201" sldId="258"/>
            <ac:spMk id="2" creationId="{530D75FC-8757-1962-7F6A-98E7CCFBAA3E}"/>
          </ac:spMkLst>
        </pc:spChg>
        <pc:spChg chg="mod">
          <ac:chgData name="Sara Muneeb" userId="29b624b1-a719-43f5-9b52-388cd4043c04" providerId="ADAL" clId="{4EBDB337-B053-451B-BE3B-98111AAF493B}" dt="2022-12-21T08:28:26.018" v="2923" actId="20577"/>
          <ac:spMkLst>
            <pc:docMk/>
            <pc:sldMk cId="2546161201" sldId="258"/>
            <ac:spMk id="3" creationId="{EA236D40-96B1-C027-934D-6F7DBC4B48D4}"/>
          </ac:spMkLst>
        </pc:spChg>
        <pc:picChg chg="add mod">
          <ac:chgData name="Sara Muneeb" userId="29b624b1-a719-43f5-9b52-388cd4043c04" providerId="ADAL" clId="{4EBDB337-B053-451B-BE3B-98111AAF493B}" dt="2022-12-21T08:32:28.175" v="2928" actId="1076"/>
          <ac:picMkLst>
            <pc:docMk/>
            <pc:sldMk cId="2546161201" sldId="258"/>
            <ac:picMk id="3074" creationId="{3F12E323-BE2F-7A11-25A4-F4FB2A04D70B}"/>
          </ac:picMkLst>
        </pc:picChg>
      </pc:sldChg>
      <pc:sldChg chg="addSp delSp modSp new mod">
        <pc:chgData name="Sara Muneeb" userId="29b624b1-a719-43f5-9b52-388cd4043c04" providerId="ADAL" clId="{4EBDB337-B053-451B-BE3B-98111AAF493B}" dt="2022-12-21T08:19:12.071" v="2893" actId="1076"/>
        <pc:sldMkLst>
          <pc:docMk/>
          <pc:sldMk cId="1534187846" sldId="259"/>
        </pc:sldMkLst>
        <pc:spChg chg="mod">
          <ac:chgData name="Sara Muneeb" userId="29b624b1-a719-43f5-9b52-388cd4043c04" providerId="ADAL" clId="{4EBDB337-B053-451B-BE3B-98111AAF493B}" dt="2022-12-21T08:11:45.950" v="2877" actId="20577"/>
          <ac:spMkLst>
            <pc:docMk/>
            <pc:sldMk cId="1534187846" sldId="259"/>
            <ac:spMk id="2" creationId="{D30DB9D8-EA95-7E91-8D9B-53CCE7C30DCD}"/>
          </ac:spMkLst>
        </pc:spChg>
        <pc:spChg chg="mod">
          <ac:chgData name="Sara Muneeb" userId="29b624b1-a719-43f5-9b52-388cd4043c04" providerId="ADAL" clId="{4EBDB337-B053-451B-BE3B-98111AAF493B}" dt="2022-12-21T08:11:53.004" v="2880" actId="20577"/>
          <ac:spMkLst>
            <pc:docMk/>
            <pc:sldMk cId="1534187846" sldId="259"/>
            <ac:spMk id="3" creationId="{81360AF7-EF11-BDC1-09F8-1CEAA3F38C61}"/>
          </ac:spMkLst>
        </pc:spChg>
        <pc:picChg chg="add del">
          <ac:chgData name="Sara Muneeb" userId="29b624b1-a719-43f5-9b52-388cd4043c04" providerId="ADAL" clId="{4EBDB337-B053-451B-BE3B-98111AAF493B}" dt="2022-12-21T08:11:50.666" v="2879"/>
          <ac:picMkLst>
            <pc:docMk/>
            <pc:sldMk cId="1534187846" sldId="259"/>
            <ac:picMk id="1026" creationId="{DB8DA0DA-B6FD-809B-BC2B-063FCDAAF9E2}"/>
          </ac:picMkLst>
        </pc:picChg>
        <pc:picChg chg="add mod">
          <ac:chgData name="Sara Muneeb" userId="29b624b1-a719-43f5-9b52-388cd4043c04" providerId="ADAL" clId="{4EBDB337-B053-451B-BE3B-98111AAF493B}" dt="2022-12-21T08:19:12.071" v="2893" actId="1076"/>
          <ac:picMkLst>
            <pc:docMk/>
            <pc:sldMk cId="1534187846" sldId="259"/>
            <ac:picMk id="1028" creationId="{8436F01F-1AAF-1938-F0F1-AFCEC17C2F11}"/>
          </ac:picMkLst>
        </pc:picChg>
      </pc:sldChg>
      <pc:sldChg chg="del">
        <pc:chgData name="Sara Muneeb" userId="29b624b1-a719-43f5-9b52-388cd4043c04" providerId="ADAL" clId="{4EBDB337-B053-451B-BE3B-98111AAF493B}" dt="2022-12-21T07:11:22.783" v="2747" actId="47"/>
        <pc:sldMkLst>
          <pc:docMk/>
          <pc:sldMk cId="2350102548" sldId="259"/>
        </pc:sldMkLst>
      </pc:sldChg>
      <pc:sldChg chg="addSp delSp modSp new mod">
        <pc:chgData name="Sara Muneeb" userId="29b624b1-a719-43f5-9b52-388cd4043c04" providerId="ADAL" clId="{4EBDB337-B053-451B-BE3B-98111AAF493B}" dt="2022-12-21T08:19:05.146" v="2891" actId="1076"/>
        <pc:sldMkLst>
          <pc:docMk/>
          <pc:sldMk cId="1346130405" sldId="260"/>
        </pc:sldMkLst>
        <pc:spChg chg="mod">
          <ac:chgData name="Sara Muneeb" userId="29b624b1-a719-43f5-9b52-388cd4043c04" providerId="ADAL" clId="{4EBDB337-B053-451B-BE3B-98111AAF493B}" dt="2022-12-21T08:00:48.361" v="2866" actId="20577"/>
          <ac:spMkLst>
            <pc:docMk/>
            <pc:sldMk cId="1346130405" sldId="260"/>
            <ac:spMk id="2" creationId="{60AA47AE-4538-8317-6A27-40246A8D1C03}"/>
          </ac:spMkLst>
        </pc:spChg>
        <pc:spChg chg="mod">
          <ac:chgData name="Sara Muneeb" userId="29b624b1-a719-43f5-9b52-388cd4043c04" providerId="ADAL" clId="{4EBDB337-B053-451B-BE3B-98111AAF493B}" dt="2022-12-21T08:01:06.260" v="2870" actId="20577"/>
          <ac:spMkLst>
            <pc:docMk/>
            <pc:sldMk cId="1346130405" sldId="260"/>
            <ac:spMk id="3" creationId="{AD6F2788-D082-E1C6-FECF-77710B9C0100}"/>
          </ac:spMkLst>
        </pc:spChg>
        <pc:spChg chg="add del">
          <ac:chgData name="Sara Muneeb" userId="29b624b1-a719-43f5-9b52-388cd4043c04" providerId="ADAL" clId="{4EBDB337-B053-451B-BE3B-98111AAF493B}" dt="2022-12-21T08:17:22.056" v="2887"/>
          <ac:spMkLst>
            <pc:docMk/>
            <pc:sldMk cId="1346130405" sldId="260"/>
            <ac:spMk id="4" creationId="{CFB90516-2DFF-0D90-8FEE-04AD360AA518}"/>
          </ac:spMkLst>
        </pc:spChg>
        <pc:picChg chg="add mod">
          <ac:chgData name="Sara Muneeb" userId="29b624b1-a719-43f5-9b52-388cd4043c04" providerId="ADAL" clId="{4EBDB337-B053-451B-BE3B-98111AAF493B}" dt="2022-12-21T08:19:05.146" v="2891" actId="1076"/>
          <ac:picMkLst>
            <pc:docMk/>
            <pc:sldMk cId="1346130405" sldId="260"/>
            <ac:picMk id="2052" creationId="{CB45317E-3DF8-88BC-FEFC-19015E91B958}"/>
          </ac:picMkLst>
        </pc:picChg>
      </pc:sldChg>
      <pc:sldChg chg="del">
        <pc:chgData name="Sara Muneeb" userId="29b624b1-a719-43f5-9b52-388cd4043c04" providerId="ADAL" clId="{4EBDB337-B053-451B-BE3B-98111AAF493B}" dt="2022-12-21T07:11:22.783" v="2747" actId="47"/>
        <pc:sldMkLst>
          <pc:docMk/>
          <pc:sldMk cId="3580873466" sldId="260"/>
        </pc:sldMkLst>
      </pc:sldChg>
      <pc:sldChg chg="del">
        <pc:chgData name="Sara Muneeb" userId="29b624b1-a719-43f5-9b52-388cd4043c04" providerId="ADAL" clId="{4EBDB337-B053-451B-BE3B-98111AAF493B}" dt="2022-12-21T07:11:22.783" v="2747" actId="47"/>
        <pc:sldMkLst>
          <pc:docMk/>
          <pc:sldMk cId="1900678095" sldId="261"/>
        </pc:sldMkLst>
      </pc:sldChg>
      <pc:sldChg chg="addSp modSp new mod">
        <pc:chgData name="Sara Muneeb" userId="29b624b1-a719-43f5-9b52-388cd4043c04" providerId="ADAL" clId="{4EBDB337-B053-451B-BE3B-98111AAF493B}" dt="2022-12-23T06:05:59.373" v="3035" actId="1076"/>
        <pc:sldMkLst>
          <pc:docMk/>
          <pc:sldMk cId="2596020674" sldId="261"/>
        </pc:sldMkLst>
        <pc:spChg chg="mod">
          <ac:chgData name="Sara Muneeb" userId="29b624b1-a719-43f5-9b52-388cd4043c04" providerId="ADAL" clId="{4EBDB337-B053-451B-BE3B-98111AAF493B}" dt="2022-12-23T05:27:07.793" v="2958" actId="20577"/>
          <ac:spMkLst>
            <pc:docMk/>
            <pc:sldMk cId="2596020674" sldId="261"/>
            <ac:spMk id="2" creationId="{BBB1544A-EE30-86E7-3ADE-093757D97A2C}"/>
          </ac:spMkLst>
        </pc:spChg>
        <pc:spChg chg="mod">
          <ac:chgData name="Sara Muneeb" userId="29b624b1-a719-43f5-9b52-388cd4043c04" providerId="ADAL" clId="{4EBDB337-B053-451B-BE3B-98111AAF493B}" dt="2022-12-23T06:05:53.323" v="3034" actId="404"/>
          <ac:spMkLst>
            <pc:docMk/>
            <pc:sldMk cId="2596020674" sldId="261"/>
            <ac:spMk id="3" creationId="{D42FEFB0-53D6-BDFE-822B-BC2A2A5143C3}"/>
          </ac:spMkLst>
        </pc:spChg>
        <pc:picChg chg="add mod">
          <ac:chgData name="Sara Muneeb" userId="29b624b1-a719-43f5-9b52-388cd4043c04" providerId="ADAL" clId="{4EBDB337-B053-451B-BE3B-98111AAF493B}" dt="2022-12-23T06:05:59.373" v="3035" actId="1076"/>
          <ac:picMkLst>
            <pc:docMk/>
            <pc:sldMk cId="2596020674" sldId="261"/>
            <ac:picMk id="1026" creationId="{16EBEF01-FC4C-AE8D-BF03-6E86416CC072}"/>
          </ac:picMkLst>
        </pc:picChg>
      </pc:sldChg>
      <pc:sldChg chg="modSp del mod">
        <pc:chgData name="Sara Muneeb" userId="29b624b1-a719-43f5-9b52-388cd4043c04" providerId="ADAL" clId="{4EBDB337-B053-451B-BE3B-98111AAF493B}" dt="2022-12-21T07:11:22.783" v="2747" actId="47"/>
        <pc:sldMkLst>
          <pc:docMk/>
          <pc:sldMk cId="360711380" sldId="262"/>
        </pc:sldMkLst>
        <pc:spChg chg="mod">
          <ac:chgData name="Sara Muneeb" userId="29b624b1-a719-43f5-9b52-388cd4043c04" providerId="ADAL" clId="{4EBDB337-B053-451B-BE3B-98111AAF493B}" dt="2022-12-20T05:03:35.327" v="54" actId="20577"/>
          <ac:spMkLst>
            <pc:docMk/>
            <pc:sldMk cId="360711380" sldId="262"/>
            <ac:spMk id="2" creationId="{FF117918-4F8D-E6E6-87A3-5AD34649E46F}"/>
          </ac:spMkLst>
        </pc:spChg>
        <pc:spChg chg="mod">
          <ac:chgData name="Sara Muneeb" userId="29b624b1-a719-43f5-9b52-388cd4043c04" providerId="ADAL" clId="{4EBDB337-B053-451B-BE3B-98111AAF493B}" dt="2022-12-20T05:03:29.518" v="40" actId="12"/>
          <ac:spMkLst>
            <pc:docMk/>
            <pc:sldMk cId="360711380" sldId="262"/>
            <ac:spMk id="3" creationId="{36160AC7-8CE7-7578-5970-B0B62E8FEB78}"/>
          </ac:spMkLst>
        </pc:spChg>
      </pc:sldChg>
      <pc:sldChg chg="addSp delSp modSp new mod">
        <pc:chgData name="Sara Muneeb" userId="29b624b1-a719-43f5-9b52-388cd4043c04" providerId="ADAL" clId="{4EBDB337-B053-451B-BE3B-98111AAF493B}" dt="2022-12-23T06:09:58.341" v="3064" actId="1076"/>
        <pc:sldMkLst>
          <pc:docMk/>
          <pc:sldMk cId="3265831773" sldId="262"/>
        </pc:sldMkLst>
        <pc:spChg chg="mod">
          <ac:chgData name="Sara Muneeb" userId="29b624b1-a719-43f5-9b52-388cd4043c04" providerId="ADAL" clId="{4EBDB337-B053-451B-BE3B-98111AAF493B}" dt="2022-12-23T06:06:14.731" v="3054" actId="20577"/>
          <ac:spMkLst>
            <pc:docMk/>
            <pc:sldMk cId="3265831773" sldId="262"/>
            <ac:spMk id="2" creationId="{11161383-B8F1-1B00-713A-0CAD1A5F7707}"/>
          </ac:spMkLst>
        </pc:spChg>
        <pc:spChg chg="mod">
          <ac:chgData name="Sara Muneeb" userId="29b624b1-a719-43f5-9b52-388cd4043c04" providerId="ADAL" clId="{4EBDB337-B053-451B-BE3B-98111AAF493B}" dt="2022-12-23T06:09:50.670" v="3061" actId="404"/>
          <ac:spMkLst>
            <pc:docMk/>
            <pc:sldMk cId="3265831773" sldId="262"/>
            <ac:spMk id="3" creationId="{BEB1F647-17E5-2AB4-E753-EE85D12689D5}"/>
          </ac:spMkLst>
        </pc:spChg>
        <pc:picChg chg="add del mod">
          <ac:chgData name="Sara Muneeb" userId="29b624b1-a719-43f5-9b52-388cd4043c04" providerId="ADAL" clId="{4EBDB337-B053-451B-BE3B-98111AAF493B}" dt="2022-12-23T06:08:11.203" v="3058" actId="478"/>
          <ac:picMkLst>
            <pc:docMk/>
            <pc:sldMk cId="3265831773" sldId="262"/>
            <ac:picMk id="2050" creationId="{47FCAC1F-ADCB-B434-68F8-4D09F086550B}"/>
          </ac:picMkLst>
        </pc:picChg>
        <pc:picChg chg="add mod">
          <ac:chgData name="Sara Muneeb" userId="29b624b1-a719-43f5-9b52-388cd4043c04" providerId="ADAL" clId="{4EBDB337-B053-451B-BE3B-98111AAF493B}" dt="2022-12-23T06:09:58.341" v="3064" actId="1076"/>
          <ac:picMkLst>
            <pc:docMk/>
            <pc:sldMk cId="3265831773" sldId="262"/>
            <ac:picMk id="2052" creationId="{E4575888-03C7-1825-FB4B-51BD81B40C07}"/>
          </ac:picMkLst>
        </pc:picChg>
      </pc:sldChg>
      <pc:sldChg chg="modSp new mod">
        <pc:chgData name="Sara Muneeb" userId="29b624b1-a719-43f5-9b52-388cd4043c04" providerId="ADAL" clId="{4EBDB337-B053-451B-BE3B-98111AAF493B}" dt="2022-12-23T06:26:40.930" v="3116" actId="5793"/>
        <pc:sldMkLst>
          <pc:docMk/>
          <pc:sldMk cId="1990245756" sldId="263"/>
        </pc:sldMkLst>
        <pc:spChg chg="mod">
          <ac:chgData name="Sara Muneeb" userId="29b624b1-a719-43f5-9b52-388cd4043c04" providerId="ADAL" clId="{4EBDB337-B053-451B-BE3B-98111AAF493B}" dt="2022-12-23T06:12:00.662" v="3090" actId="20577"/>
          <ac:spMkLst>
            <pc:docMk/>
            <pc:sldMk cId="1990245756" sldId="263"/>
            <ac:spMk id="2" creationId="{D84F7BA1-F972-95C3-8EC0-5BF2A5B0BB4F}"/>
          </ac:spMkLst>
        </pc:spChg>
        <pc:spChg chg="mod">
          <ac:chgData name="Sara Muneeb" userId="29b624b1-a719-43f5-9b52-388cd4043c04" providerId="ADAL" clId="{4EBDB337-B053-451B-BE3B-98111AAF493B}" dt="2022-12-23T06:26:40.930" v="3116" actId="5793"/>
          <ac:spMkLst>
            <pc:docMk/>
            <pc:sldMk cId="1990245756" sldId="263"/>
            <ac:spMk id="3" creationId="{D2DC70E1-8FC9-FD05-5BA2-E58E3E8FF99A}"/>
          </ac:spMkLst>
        </pc:spChg>
      </pc:sldChg>
      <pc:sldChg chg="addSp delSp modSp new del mod ord">
        <pc:chgData name="Sara Muneeb" userId="29b624b1-a719-43f5-9b52-388cd4043c04" providerId="ADAL" clId="{4EBDB337-B053-451B-BE3B-98111AAF493B}" dt="2022-12-21T07:11:22.783" v="2747" actId="47"/>
        <pc:sldMkLst>
          <pc:docMk/>
          <pc:sldMk cId="2244143579" sldId="263"/>
        </pc:sldMkLst>
        <pc:spChg chg="mod">
          <ac:chgData name="Sara Muneeb" userId="29b624b1-a719-43f5-9b52-388cd4043c04" providerId="ADAL" clId="{4EBDB337-B053-451B-BE3B-98111AAF493B}" dt="2022-12-20T05:05:48.466" v="64" actId="20577"/>
          <ac:spMkLst>
            <pc:docMk/>
            <pc:sldMk cId="2244143579" sldId="263"/>
            <ac:spMk id="2" creationId="{939AF28A-DF03-FD43-11D7-923F941C37CD}"/>
          </ac:spMkLst>
        </pc:spChg>
        <pc:spChg chg="del">
          <ac:chgData name="Sara Muneeb" userId="29b624b1-a719-43f5-9b52-388cd4043c04" providerId="ADAL" clId="{4EBDB337-B053-451B-BE3B-98111AAF493B}" dt="2022-12-20T05:05:43.339" v="56" actId="22"/>
          <ac:spMkLst>
            <pc:docMk/>
            <pc:sldMk cId="2244143579" sldId="263"/>
            <ac:spMk id="3" creationId="{BD7E0EC4-BD4C-4A5C-1853-23F915E87199}"/>
          </ac:spMkLst>
        </pc:spChg>
        <pc:spChg chg="add mod">
          <ac:chgData name="Sara Muneeb" userId="29b624b1-a719-43f5-9b52-388cd4043c04" providerId="ADAL" clId="{4EBDB337-B053-451B-BE3B-98111AAF493B}" dt="2022-12-20T05:09:17.196" v="234" actId="1076"/>
          <ac:spMkLst>
            <pc:docMk/>
            <pc:sldMk cId="2244143579" sldId="263"/>
            <ac:spMk id="7" creationId="{352491FE-820A-8C14-9267-DC75384884A7}"/>
          </ac:spMkLst>
        </pc:spChg>
        <pc:picChg chg="add mod ord">
          <ac:chgData name="Sara Muneeb" userId="29b624b1-a719-43f5-9b52-388cd4043c04" providerId="ADAL" clId="{4EBDB337-B053-451B-BE3B-98111AAF493B}" dt="2022-12-20T05:09:12.224" v="233" actId="1076"/>
          <ac:picMkLst>
            <pc:docMk/>
            <pc:sldMk cId="2244143579" sldId="263"/>
            <ac:picMk id="5" creationId="{1E8DA82A-AB6E-3A24-C50D-E1FF867DDB68}"/>
          </ac:picMkLst>
        </pc:picChg>
      </pc:sldChg>
      <pc:sldChg chg="addSp delSp modSp new mod">
        <pc:chgData name="Sara Muneeb" userId="29b624b1-a719-43f5-9b52-388cd4043c04" providerId="ADAL" clId="{4EBDB337-B053-451B-BE3B-98111AAF493B}" dt="2022-12-23T06:39:05.200" v="3133" actId="1076"/>
        <pc:sldMkLst>
          <pc:docMk/>
          <pc:sldMk cId="2461780615" sldId="264"/>
        </pc:sldMkLst>
        <pc:spChg chg="mod">
          <ac:chgData name="Sara Muneeb" userId="29b624b1-a719-43f5-9b52-388cd4043c04" providerId="ADAL" clId="{4EBDB337-B053-451B-BE3B-98111AAF493B}" dt="2022-12-23T06:39:00.768" v="3132" actId="20577"/>
          <ac:spMkLst>
            <pc:docMk/>
            <pc:sldMk cId="2461780615" sldId="264"/>
            <ac:spMk id="2" creationId="{F8B72353-445F-9C99-115F-73C49952C3E8}"/>
          </ac:spMkLst>
        </pc:spChg>
        <pc:spChg chg="del">
          <ac:chgData name="Sara Muneeb" userId="29b624b1-a719-43f5-9b52-388cd4043c04" providerId="ADAL" clId="{4EBDB337-B053-451B-BE3B-98111AAF493B}" dt="2022-12-23T06:38:50.721" v="3125" actId="22"/>
          <ac:spMkLst>
            <pc:docMk/>
            <pc:sldMk cId="2461780615" sldId="264"/>
            <ac:spMk id="3" creationId="{5220095A-1877-C2FE-9205-DFCC0576CAC9}"/>
          </ac:spMkLst>
        </pc:spChg>
        <pc:picChg chg="add mod ord">
          <ac:chgData name="Sara Muneeb" userId="29b624b1-a719-43f5-9b52-388cd4043c04" providerId="ADAL" clId="{4EBDB337-B053-451B-BE3B-98111AAF493B}" dt="2022-12-23T06:39:05.200" v="3133" actId="1076"/>
          <ac:picMkLst>
            <pc:docMk/>
            <pc:sldMk cId="2461780615" sldId="264"/>
            <ac:picMk id="5" creationId="{0A4F4216-84A0-4EE5-7086-D3227E6BA977}"/>
          </ac:picMkLst>
        </pc:picChg>
      </pc:sldChg>
      <pc:sldChg chg="addSp delSp modSp new del mod ord">
        <pc:chgData name="Sara Muneeb" userId="29b624b1-a719-43f5-9b52-388cd4043c04" providerId="ADAL" clId="{4EBDB337-B053-451B-BE3B-98111AAF493B}" dt="2022-12-21T07:11:22.783" v="2747" actId="47"/>
        <pc:sldMkLst>
          <pc:docMk/>
          <pc:sldMk cId="3450210475" sldId="264"/>
        </pc:sldMkLst>
        <pc:spChg chg="mod">
          <ac:chgData name="Sara Muneeb" userId="29b624b1-a719-43f5-9b52-388cd4043c04" providerId="ADAL" clId="{4EBDB337-B053-451B-BE3B-98111AAF493B}" dt="2022-12-20T05:07:46.084" v="83" actId="20577"/>
          <ac:spMkLst>
            <pc:docMk/>
            <pc:sldMk cId="3450210475" sldId="264"/>
            <ac:spMk id="2" creationId="{936581B7-2166-5C0B-D773-CD257BAD2A0F}"/>
          </ac:spMkLst>
        </pc:spChg>
        <pc:spChg chg="del">
          <ac:chgData name="Sara Muneeb" userId="29b624b1-a719-43f5-9b52-388cd4043c04" providerId="ADAL" clId="{4EBDB337-B053-451B-BE3B-98111AAF493B}" dt="2022-12-20T05:07:40.698" v="73"/>
          <ac:spMkLst>
            <pc:docMk/>
            <pc:sldMk cId="3450210475" sldId="264"/>
            <ac:spMk id="3" creationId="{F7B1D288-7ACC-97DB-D886-5F28F65EFDA2}"/>
          </ac:spMkLst>
        </pc:spChg>
        <pc:spChg chg="add mod">
          <ac:chgData name="Sara Muneeb" userId="29b624b1-a719-43f5-9b52-388cd4043c04" providerId="ADAL" clId="{4EBDB337-B053-451B-BE3B-98111AAF493B}" dt="2022-12-20T05:08:47.792" v="199" actId="14100"/>
          <ac:spMkLst>
            <pc:docMk/>
            <pc:sldMk cId="3450210475" sldId="264"/>
            <ac:spMk id="6" creationId="{97439B78-D74E-3CBE-B202-4801569BE552}"/>
          </ac:spMkLst>
        </pc:spChg>
        <pc:picChg chg="add mod">
          <ac:chgData name="Sara Muneeb" userId="29b624b1-a719-43f5-9b52-388cd4043c04" providerId="ADAL" clId="{4EBDB337-B053-451B-BE3B-98111AAF493B}" dt="2022-12-20T05:07:48.392" v="84" actId="1076"/>
          <ac:picMkLst>
            <pc:docMk/>
            <pc:sldMk cId="3450210475" sldId="264"/>
            <ac:picMk id="5" creationId="{C918164A-F82A-8DBB-6225-F2B190F7D063}"/>
          </ac:picMkLst>
        </pc:picChg>
      </pc:sldChg>
      <pc:sldChg chg="addSp modSp new del mod ord">
        <pc:chgData name="Sara Muneeb" userId="29b624b1-a719-43f5-9b52-388cd4043c04" providerId="ADAL" clId="{4EBDB337-B053-451B-BE3B-98111AAF493B}" dt="2022-12-21T07:11:22.783" v="2747" actId="47"/>
        <pc:sldMkLst>
          <pc:docMk/>
          <pc:sldMk cId="1464725487" sldId="265"/>
        </pc:sldMkLst>
        <pc:spChg chg="mod">
          <ac:chgData name="Sara Muneeb" userId="29b624b1-a719-43f5-9b52-388cd4043c04" providerId="ADAL" clId="{4EBDB337-B053-451B-BE3B-98111AAF493B}" dt="2022-12-20T05:09:42.417" v="258" actId="12"/>
          <ac:spMkLst>
            <pc:docMk/>
            <pc:sldMk cId="1464725487" sldId="265"/>
            <ac:spMk id="2" creationId="{D026C8DD-B94E-5E10-6625-FD352AFD717D}"/>
          </ac:spMkLst>
        </pc:spChg>
        <pc:spChg chg="mod">
          <ac:chgData name="Sara Muneeb" userId="29b624b1-a719-43f5-9b52-388cd4043c04" providerId="ADAL" clId="{4EBDB337-B053-451B-BE3B-98111AAF493B}" dt="2022-12-20T05:10:09.405" v="321" actId="5793"/>
          <ac:spMkLst>
            <pc:docMk/>
            <pc:sldMk cId="1464725487" sldId="265"/>
            <ac:spMk id="3" creationId="{9FC21554-D148-0C8E-AD17-DDB23BB971A3}"/>
          </ac:spMkLst>
        </pc:spChg>
        <pc:spChg chg="add mod">
          <ac:chgData name="Sara Muneeb" userId="29b624b1-a719-43f5-9b52-388cd4043c04" providerId="ADAL" clId="{4EBDB337-B053-451B-BE3B-98111AAF493B}" dt="2022-12-20T05:14:53.652" v="404" actId="571"/>
          <ac:spMkLst>
            <pc:docMk/>
            <pc:sldMk cId="1464725487" sldId="265"/>
            <ac:spMk id="4" creationId="{726A528C-C8E8-E814-700C-8092FB5C909E}"/>
          </ac:spMkLst>
        </pc:spChg>
        <pc:picChg chg="add mod">
          <ac:chgData name="Sara Muneeb" userId="29b624b1-a719-43f5-9b52-388cd4043c04" providerId="ADAL" clId="{4EBDB337-B053-451B-BE3B-98111AAF493B}" dt="2022-12-20T05:15:05.762" v="407" actId="1076"/>
          <ac:picMkLst>
            <pc:docMk/>
            <pc:sldMk cId="1464725487" sldId="265"/>
            <ac:picMk id="1026" creationId="{C24B0DEB-5F4A-6E9B-594E-5A3ADB139859}"/>
          </ac:picMkLst>
        </pc:picChg>
      </pc:sldChg>
      <pc:sldChg chg="addSp modSp new mod">
        <pc:chgData name="Sara Muneeb" userId="29b624b1-a719-43f5-9b52-388cd4043c04" providerId="ADAL" clId="{4EBDB337-B053-451B-BE3B-98111AAF493B}" dt="2022-12-23T06:46:13.861" v="3202" actId="27636"/>
        <pc:sldMkLst>
          <pc:docMk/>
          <pc:sldMk cId="3647362776" sldId="265"/>
        </pc:sldMkLst>
        <pc:spChg chg="mod">
          <ac:chgData name="Sara Muneeb" userId="29b624b1-a719-43f5-9b52-388cd4043c04" providerId="ADAL" clId="{4EBDB337-B053-451B-BE3B-98111AAF493B}" dt="2022-12-23T06:42:23.331" v="3180" actId="20577"/>
          <ac:spMkLst>
            <pc:docMk/>
            <pc:sldMk cId="3647362776" sldId="265"/>
            <ac:spMk id="2" creationId="{A50E3D5D-91FC-5875-416B-EB317F28BC7A}"/>
          </ac:spMkLst>
        </pc:spChg>
        <pc:spChg chg="mod">
          <ac:chgData name="Sara Muneeb" userId="29b624b1-a719-43f5-9b52-388cd4043c04" providerId="ADAL" clId="{4EBDB337-B053-451B-BE3B-98111AAF493B}" dt="2022-12-23T06:46:13.861" v="3202" actId="27636"/>
          <ac:spMkLst>
            <pc:docMk/>
            <pc:sldMk cId="3647362776" sldId="265"/>
            <ac:spMk id="3" creationId="{D403923E-2FBD-DAB7-27DC-BD08820EDCB7}"/>
          </ac:spMkLst>
        </pc:spChg>
        <pc:picChg chg="add mod">
          <ac:chgData name="Sara Muneeb" userId="29b624b1-a719-43f5-9b52-388cd4043c04" providerId="ADAL" clId="{4EBDB337-B053-451B-BE3B-98111AAF493B}" dt="2022-12-23T06:46:02.781" v="3200" actId="1038"/>
          <ac:picMkLst>
            <pc:docMk/>
            <pc:sldMk cId="3647362776" sldId="265"/>
            <ac:picMk id="3074" creationId="{9FA430B1-4DE9-1829-09C0-20AB910EB71F}"/>
          </ac:picMkLst>
        </pc:picChg>
      </pc:sldChg>
      <pc:sldChg chg="modSp new del mod">
        <pc:chgData name="Sara Muneeb" userId="29b624b1-a719-43f5-9b52-388cd4043c04" providerId="ADAL" clId="{4EBDB337-B053-451B-BE3B-98111AAF493B}" dt="2022-12-21T07:11:22.783" v="2747" actId="47"/>
        <pc:sldMkLst>
          <pc:docMk/>
          <pc:sldMk cId="2855976803" sldId="266"/>
        </pc:sldMkLst>
        <pc:spChg chg="mod">
          <ac:chgData name="Sara Muneeb" userId="29b624b1-a719-43f5-9b52-388cd4043c04" providerId="ADAL" clId="{4EBDB337-B053-451B-BE3B-98111AAF493B}" dt="2022-12-20T05:10:36.749" v="348" actId="27636"/>
          <ac:spMkLst>
            <pc:docMk/>
            <pc:sldMk cId="2855976803" sldId="266"/>
            <ac:spMk id="2" creationId="{AEF77975-5E87-9EDE-70D1-12B66B9514A9}"/>
          </ac:spMkLst>
        </pc:spChg>
        <pc:spChg chg="mod">
          <ac:chgData name="Sara Muneeb" userId="29b624b1-a719-43f5-9b52-388cd4043c04" providerId="ADAL" clId="{4EBDB337-B053-451B-BE3B-98111AAF493B}" dt="2022-12-20T05:13:41.727" v="397" actId="27636"/>
          <ac:spMkLst>
            <pc:docMk/>
            <pc:sldMk cId="2855976803" sldId="266"/>
            <ac:spMk id="3" creationId="{C4B8D4DE-DA70-922C-872F-0026518D582D}"/>
          </ac:spMkLst>
        </pc:spChg>
      </pc:sldChg>
      <pc:sldChg chg="modSp new mod">
        <pc:chgData name="Sara Muneeb" userId="29b624b1-a719-43f5-9b52-388cd4043c04" providerId="ADAL" clId="{4EBDB337-B053-451B-BE3B-98111AAF493B}" dt="2022-12-23T06:47:37.690" v="3234" actId="20577"/>
        <pc:sldMkLst>
          <pc:docMk/>
          <pc:sldMk cId="3675741726" sldId="266"/>
        </pc:sldMkLst>
        <pc:spChg chg="mod">
          <ac:chgData name="Sara Muneeb" userId="29b624b1-a719-43f5-9b52-388cd4043c04" providerId="ADAL" clId="{4EBDB337-B053-451B-BE3B-98111AAF493B}" dt="2022-12-23T06:46:27.950" v="3219" actId="20577"/>
          <ac:spMkLst>
            <pc:docMk/>
            <pc:sldMk cId="3675741726" sldId="266"/>
            <ac:spMk id="2" creationId="{18215B58-2DD9-C8F4-B9F7-AB541489DB8D}"/>
          </ac:spMkLst>
        </pc:spChg>
        <pc:spChg chg="mod">
          <ac:chgData name="Sara Muneeb" userId="29b624b1-a719-43f5-9b52-388cd4043c04" providerId="ADAL" clId="{4EBDB337-B053-451B-BE3B-98111AAF493B}" dt="2022-12-23T06:47:37.690" v="3234" actId="20577"/>
          <ac:spMkLst>
            <pc:docMk/>
            <pc:sldMk cId="3675741726" sldId="266"/>
            <ac:spMk id="3" creationId="{EF295DCC-E316-7FBC-D079-8F18866B0030}"/>
          </ac:spMkLst>
        </pc:spChg>
      </pc:sldChg>
      <pc:sldChg chg="addSp modSp new del mod">
        <pc:chgData name="Sara Muneeb" userId="29b624b1-a719-43f5-9b52-388cd4043c04" providerId="ADAL" clId="{4EBDB337-B053-451B-BE3B-98111AAF493B}" dt="2022-12-21T07:11:22.783" v="2747" actId="47"/>
        <pc:sldMkLst>
          <pc:docMk/>
          <pc:sldMk cId="1134802349" sldId="267"/>
        </pc:sldMkLst>
        <pc:spChg chg="mod">
          <ac:chgData name="Sara Muneeb" userId="29b624b1-a719-43f5-9b52-388cd4043c04" providerId="ADAL" clId="{4EBDB337-B053-451B-BE3B-98111AAF493B}" dt="2022-12-20T05:15:46.333" v="442" actId="5793"/>
          <ac:spMkLst>
            <pc:docMk/>
            <pc:sldMk cId="1134802349" sldId="267"/>
            <ac:spMk id="2" creationId="{B36D37A9-E3D6-3F83-A20F-C3316D3F7F59}"/>
          </ac:spMkLst>
        </pc:spChg>
        <pc:spChg chg="mod">
          <ac:chgData name="Sara Muneeb" userId="29b624b1-a719-43f5-9b52-388cd4043c04" providerId="ADAL" clId="{4EBDB337-B053-451B-BE3B-98111AAF493B}" dt="2022-12-20T05:17:49.784" v="453" actId="404"/>
          <ac:spMkLst>
            <pc:docMk/>
            <pc:sldMk cId="1134802349" sldId="267"/>
            <ac:spMk id="3" creationId="{BC7B2EF0-B870-012B-5C81-8815000BDB63}"/>
          </ac:spMkLst>
        </pc:spChg>
        <pc:spChg chg="add mod">
          <ac:chgData name="Sara Muneeb" userId="29b624b1-a719-43f5-9b52-388cd4043c04" providerId="ADAL" clId="{4EBDB337-B053-451B-BE3B-98111AAF493B}" dt="2022-12-20T05:18:39.375" v="464" actId="1076"/>
          <ac:spMkLst>
            <pc:docMk/>
            <pc:sldMk cId="1134802349" sldId="267"/>
            <ac:spMk id="7" creationId="{69D84A1A-DB8B-2816-E918-D5CB79785CCD}"/>
          </ac:spMkLst>
        </pc:spChg>
        <pc:picChg chg="add mod">
          <ac:chgData name="Sara Muneeb" userId="29b624b1-a719-43f5-9b52-388cd4043c04" providerId="ADAL" clId="{4EBDB337-B053-451B-BE3B-98111AAF493B}" dt="2022-12-20T05:18:34.225" v="463" actId="1076"/>
          <ac:picMkLst>
            <pc:docMk/>
            <pc:sldMk cId="1134802349" sldId="267"/>
            <ac:picMk id="5" creationId="{04AAEC98-0BBB-D8F2-5624-A0C358AB39D2}"/>
          </ac:picMkLst>
        </pc:picChg>
      </pc:sldChg>
      <pc:sldChg chg="addSp modSp new mod">
        <pc:chgData name="Sara Muneeb" userId="29b624b1-a719-43f5-9b52-388cd4043c04" providerId="ADAL" clId="{4EBDB337-B053-451B-BE3B-98111AAF493B}" dt="2022-12-23T07:01:09.493" v="3402" actId="5793"/>
        <pc:sldMkLst>
          <pc:docMk/>
          <pc:sldMk cId="3641625327" sldId="267"/>
        </pc:sldMkLst>
        <pc:spChg chg="mod">
          <ac:chgData name="Sara Muneeb" userId="29b624b1-a719-43f5-9b52-388cd4043c04" providerId="ADAL" clId="{4EBDB337-B053-451B-BE3B-98111AAF493B}" dt="2022-12-23T06:49:11.763" v="3269" actId="20577"/>
          <ac:spMkLst>
            <pc:docMk/>
            <pc:sldMk cId="3641625327" sldId="267"/>
            <ac:spMk id="2" creationId="{D989848C-4BF1-04E5-007D-8A9FF96061AC}"/>
          </ac:spMkLst>
        </pc:spChg>
        <pc:spChg chg="mod">
          <ac:chgData name="Sara Muneeb" userId="29b624b1-a719-43f5-9b52-388cd4043c04" providerId="ADAL" clId="{4EBDB337-B053-451B-BE3B-98111AAF493B}" dt="2022-12-23T07:01:09.493" v="3402" actId="5793"/>
          <ac:spMkLst>
            <pc:docMk/>
            <pc:sldMk cId="3641625327" sldId="267"/>
            <ac:spMk id="3" creationId="{096E775B-FE56-AE46-5B45-D38006F24B89}"/>
          </ac:spMkLst>
        </pc:spChg>
        <pc:picChg chg="add mod">
          <ac:chgData name="Sara Muneeb" userId="29b624b1-a719-43f5-9b52-388cd4043c04" providerId="ADAL" clId="{4EBDB337-B053-451B-BE3B-98111AAF493B}" dt="2022-12-23T07:01:01.480" v="3400" actId="1076"/>
          <ac:picMkLst>
            <pc:docMk/>
            <pc:sldMk cId="3641625327" sldId="267"/>
            <ac:picMk id="4098" creationId="{11727D88-5DB3-A328-9F60-1F8B4C183C06}"/>
          </ac:picMkLst>
        </pc:picChg>
      </pc:sldChg>
      <pc:sldChg chg="addSp delSp modSp new del mod">
        <pc:chgData name="Sara Muneeb" userId="29b624b1-a719-43f5-9b52-388cd4043c04" providerId="ADAL" clId="{4EBDB337-B053-451B-BE3B-98111AAF493B}" dt="2022-12-21T07:11:22.783" v="2747" actId="47"/>
        <pc:sldMkLst>
          <pc:docMk/>
          <pc:sldMk cId="1989449337" sldId="268"/>
        </pc:sldMkLst>
        <pc:spChg chg="mod">
          <ac:chgData name="Sara Muneeb" userId="29b624b1-a719-43f5-9b52-388cd4043c04" providerId="ADAL" clId="{4EBDB337-B053-451B-BE3B-98111AAF493B}" dt="2022-12-20T05:18:55.627" v="484" actId="20577"/>
          <ac:spMkLst>
            <pc:docMk/>
            <pc:sldMk cId="1989449337" sldId="268"/>
            <ac:spMk id="2" creationId="{8BD8D90A-602F-6E90-C5C0-586EF4D1A481}"/>
          </ac:spMkLst>
        </pc:spChg>
        <pc:spChg chg="mod">
          <ac:chgData name="Sara Muneeb" userId="29b624b1-a719-43f5-9b52-388cd4043c04" providerId="ADAL" clId="{4EBDB337-B053-451B-BE3B-98111AAF493B}" dt="2022-12-20T05:43:33.739" v="597" actId="20577"/>
          <ac:spMkLst>
            <pc:docMk/>
            <pc:sldMk cId="1989449337" sldId="268"/>
            <ac:spMk id="3" creationId="{3C35ACB5-B0DA-A89D-ED32-D61DA47DD168}"/>
          </ac:spMkLst>
        </pc:spChg>
        <pc:graphicFrameChg chg="add del modGraphic">
          <ac:chgData name="Sara Muneeb" userId="29b624b1-a719-43f5-9b52-388cd4043c04" providerId="ADAL" clId="{4EBDB337-B053-451B-BE3B-98111AAF493B}" dt="2022-12-20T05:40:26.463" v="500" actId="478"/>
          <ac:graphicFrameMkLst>
            <pc:docMk/>
            <pc:sldMk cId="1989449337" sldId="268"/>
            <ac:graphicFrameMk id="5" creationId="{53931A7B-3A46-20EB-F698-1E2A7224FB8B}"/>
          </ac:graphicFrameMkLst>
        </pc:graphicFrameChg>
        <pc:picChg chg="add mod ord">
          <ac:chgData name="Sara Muneeb" userId="29b624b1-a719-43f5-9b52-388cd4043c04" providerId="ADAL" clId="{4EBDB337-B053-451B-BE3B-98111AAF493B}" dt="2022-12-20T05:43:14.280" v="595" actId="167"/>
          <ac:picMkLst>
            <pc:docMk/>
            <pc:sldMk cId="1989449337" sldId="268"/>
            <ac:picMk id="7" creationId="{86ACA3C2-56A0-DECF-6FA6-1BE22C95CB07}"/>
          </ac:picMkLst>
        </pc:picChg>
      </pc:sldChg>
      <pc:sldChg chg="addSp delSp modSp new mod">
        <pc:chgData name="Sara Muneeb" userId="29b624b1-a719-43f5-9b52-388cd4043c04" providerId="ADAL" clId="{4EBDB337-B053-451B-BE3B-98111AAF493B}" dt="2022-12-23T07:02:14.199" v="3424" actId="1076"/>
        <pc:sldMkLst>
          <pc:docMk/>
          <pc:sldMk cId="2083047972" sldId="268"/>
        </pc:sldMkLst>
        <pc:spChg chg="mod">
          <ac:chgData name="Sara Muneeb" userId="29b624b1-a719-43f5-9b52-388cd4043c04" providerId="ADAL" clId="{4EBDB337-B053-451B-BE3B-98111AAF493B}" dt="2022-12-23T07:00:30.332" v="3389" actId="20577"/>
          <ac:spMkLst>
            <pc:docMk/>
            <pc:sldMk cId="2083047972" sldId="268"/>
            <ac:spMk id="2" creationId="{6B6FE064-8B13-693B-AFA3-C7D894AE5183}"/>
          </ac:spMkLst>
        </pc:spChg>
        <pc:spChg chg="del">
          <ac:chgData name="Sara Muneeb" userId="29b624b1-a719-43f5-9b52-388cd4043c04" providerId="ADAL" clId="{4EBDB337-B053-451B-BE3B-98111AAF493B}" dt="2022-12-23T06:58:49.152" v="3343" actId="22"/>
          <ac:spMkLst>
            <pc:docMk/>
            <pc:sldMk cId="2083047972" sldId="268"/>
            <ac:spMk id="3" creationId="{44B67162-AAD8-DDC6-2FF2-1686D44C50C4}"/>
          </ac:spMkLst>
        </pc:spChg>
        <pc:spChg chg="add del mod">
          <ac:chgData name="Sara Muneeb" userId="29b624b1-a719-43f5-9b52-388cd4043c04" providerId="ADAL" clId="{4EBDB337-B053-451B-BE3B-98111AAF493B}" dt="2022-12-23T07:01:54.242" v="3414" actId="478"/>
          <ac:spMkLst>
            <pc:docMk/>
            <pc:sldMk cId="2083047972" sldId="268"/>
            <ac:spMk id="7" creationId="{DF1D48EE-B72F-2FE8-2B22-FC9E942F1568}"/>
          </ac:spMkLst>
        </pc:spChg>
        <pc:spChg chg="add mod">
          <ac:chgData name="Sara Muneeb" userId="29b624b1-a719-43f5-9b52-388cd4043c04" providerId="ADAL" clId="{4EBDB337-B053-451B-BE3B-98111AAF493B}" dt="2022-12-23T07:02:06.402" v="3423" actId="20577"/>
          <ac:spMkLst>
            <pc:docMk/>
            <pc:sldMk cId="2083047972" sldId="268"/>
            <ac:spMk id="9" creationId="{694D9B8A-18E5-DACB-AE9C-32086A6F711C}"/>
          </ac:spMkLst>
        </pc:spChg>
        <pc:picChg chg="add mod ord">
          <ac:chgData name="Sara Muneeb" userId="29b624b1-a719-43f5-9b52-388cd4043c04" providerId="ADAL" clId="{4EBDB337-B053-451B-BE3B-98111AAF493B}" dt="2022-12-23T07:02:14.199" v="3424" actId="1076"/>
          <ac:picMkLst>
            <pc:docMk/>
            <pc:sldMk cId="2083047972" sldId="268"/>
            <ac:picMk id="5" creationId="{40AB79B4-4405-100B-EF19-470CEDF16128}"/>
          </ac:picMkLst>
        </pc:picChg>
      </pc:sldChg>
      <pc:sldChg chg="modSp new mod">
        <pc:chgData name="Sara Muneeb" userId="29b624b1-a719-43f5-9b52-388cd4043c04" providerId="ADAL" clId="{4EBDB337-B053-451B-BE3B-98111AAF493B}" dt="2022-12-23T07:00:49.396" v="3396" actId="123"/>
        <pc:sldMkLst>
          <pc:docMk/>
          <pc:sldMk cId="1980505882" sldId="269"/>
        </pc:sldMkLst>
        <pc:spChg chg="mod">
          <ac:chgData name="Sara Muneeb" userId="29b624b1-a719-43f5-9b52-388cd4043c04" providerId="ADAL" clId="{4EBDB337-B053-451B-BE3B-98111AAF493B}" dt="2022-12-23T06:59:06.751" v="3362" actId="5793"/>
          <ac:spMkLst>
            <pc:docMk/>
            <pc:sldMk cId="1980505882" sldId="269"/>
            <ac:spMk id="2" creationId="{81C8DD77-45BF-05B4-B4D7-9A09D41BE972}"/>
          </ac:spMkLst>
        </pc:spChg>
        <pc:spChg chg="mod">
          <ac:chgData name="Sara Muneeb" userId="29b624b1-a719-43f5-9b52-388cd4043c04" providerId="ADAL" clId="{4EBDB337-B053-451B-BE3B-98111AAF493B}" dt="2022-12-23T07:00:49.396" v="3396" actId="123"/>
          <ac:spMkLst>
            <pc:docMk/>
            <pc:sldMk cId="1980505882" sldId="269"/>
            <ac:spMk id="3" creationId="{B78D404D-852D-28D0-3464-61728751680B}"/>
          </ac:spMkLst>
        </pc:spChg>
      </pc:sldChg>
      <pc:sldChg chg="addSp delSp modSp new del mod">
        <pc:chgData name="Sara Muneeb" userId="29b624b1-a719-43f5-9b52-388cd4043c04" providerId="ADAL" clId="{4EBDB337-B053-451B-BE3B-98111AAF493B}" dt="2022-12-21T07:11:22.783" v="2747" actId="47"/>
        <pc:sldMkLst>
          <pc:docMk/>
          <pc:sldMk cId="2514737879" sldId="269"/>
        </pc:sldMkLst>
        <pc:spChg chg="mod">
          <ac:chgData name="Sara Muneeb" userId="29b624b1-a719-43f5-9b52-388cd4043c04" providerId="ADAL" clId="{4EBDB337-B053-451B-BE3B-98111AAF493B}" dt="2022-12-20T05:43:46.844" v="617" actId="20577"/>
          <ac:spMkLst>
            <pc:docMk/>
            <pc:sldMk cId="2514737879" sldId="269"/>
            <ac:spMk id="2" creationId="{37ED3C3B-2E5D-37BE-3C90-9DC97AC995F1}"/>
          </ac:spMkLst>
        </pc:spChg>
        <pc:spChg chg="mod">
          <ac:chgData name="Sara Muneeb" userId="29b624b1-a719-43f5-9b52-388cd4043c04" providerId="ADAL" clId="{4EBDB337-B053-451B-BE3B-98111AAF493B}" dt="2022-12-20T05:45:10.966" v="662" actId="20577"/>
          <ac:spMkLst>
            <pc:docMk/>
            <pc:sldMk cId="2514737879" sldId="269"/>
            <ac:spMk id="3" creationId="{7D33DDCA-4D8A-1BB1-4286-0F5A2F3642C1}"/>
          </ac:spMkLst>
        </pc:spChg>
        <pc:spChg chg="add del">
          <ac:chgData name="Sara Muneeb" userId="29b624b1-a719-43f5-9b52-388cd4043c04" providerId="ADAL" clId="{4EBDB337-B053-451B-BE3B-98111AAF493B}" dt="2022-12-20T08:19:30.761" v="1059" actId="22"/>
          <ac:spMkLst>
            <pc:docMk/>
            <pc:sldMk cId="2514737879" sldId="269"/>
            <ac:spMk id="5" creationId="{D72A85DB-F037-410D-EC01-47E7BBF157C3}"/>
          </ac:spMkLst>
        </pc:spChg>
      </pc:sldChg>
      <pc:sldChg chg="addSp modSp new del mod">
        <pc:chgData name="Sara Muneeb" userId="29b624b1-a719-43f5-9b52-388cd4043c04" providerId="ADAL" clId="{4EBDB337-B053-451B-BE3B-98111AAF493B}" dt="2022-12-21T07:11:22.783" v="2747" actId="47"/>
        <pc:sldMkLst>
          <pc:docMk/>
          <pc:sldMk cId="1382550889" sldId="270"/>
        </pc:sldMkLst>
        <pc:spChg chg="mod">
          <ac:chgData name="Sara Muneeb" userId="29b624b1-a719-43f5-9b52-388cd4043c04" providerId="ADAL" clId="{4EBDB337-B053-451B-BE3B-98111AAF493B}" dt="2022-12-20T05:50:19.999" v="683" actId="20577"/>
          <ac:spMkLst>
            <pc:docMk/>
            <pc:sldMk cId="1382550889" sldId="270"/>
            <ac:spMk id="2" creationId="{6C54893D-B19F-213D-A3A7-95D34578BBBE}"/>
          </ac:spMkLst>
        </pc:spChg>
        <pc:spChg chg="mod">
          <ac:chgData name="Sara Muneeb" userId="29b624b1-a719-43f5-9b52-388cd4043c04" providerId="ADAL" clId="{4EBDB337-B053-451B-BE3B-98111AAF493B}" dt="2022-12-20T05:55:09.921" v="700" actId="12"/>
          <ac:spMkLst>
            <pc:docMk/>
            <pc:sldMk cId="1382550889" sldId="270"/>
            <ac:spMk id="3" creationId="{9D279828-16D0-75C6-A8A1-49D2FA5DD0FD}"/>
          </ac:spMkLst>
        </pc:spChg>
        <pc:picChg chg="add mod">
          <ac:chgData name="Sara Muneeb" userId="29b624b1-a719-43f5-9b52-388cd4043c04" providerId="ADAL" clId="{4EBDB337-B053-451B-BE3B-98111AAF493B}" dt="2022-12-20T05:55:21.778" v="705" actId="167"/>
          <ac:picMkLst>
            <pc:docMk/>
            <pc:sldMk cId="1382550889" sldId="270"/>
            <ac:picMk id="2050" creationId="{A1EF6AF5-1DF2-1335-6C9C-D9D6E642F584}"/>
          </ac:picMkLst>
        </pc:picChg>
      </pc:sldChg>
      <pc:sldChg chg="modSp new mod">
        <pc:chgData name="Sara Muneeb" userId="29b624b1-a719-43f5-9b52-388cd4043c04" providerId="ADAL" clId="{4EBDB337-B053-451B-BE3B-98111AAF493B}" dt="2022-12-23T07:10:01.072" v="3498" actId="20577"/>
        <pc:sldMkLst>
          <pc:docMk/>
          <pc:sldMk cId="3116690834" sldId="270"/>
        </pc:sldMkLst>
        <pc:spChg chg="mod">
          <ac:chgData name="Sara Muneeb" userId="29b624b1-a719-43f5-9b52-388cd4043c04" providerId="ADAL" clId="{4EBDB337-B053-451B-BE3B-98111AAF493B}" dt="2022-12-23T07:10:01.072" v="3498" actId="20577"/>
          <ac:spMkLst>
            <pc:docMk/>
            <pc:sldMk cId="3116690834" sldId="270"/>
            <ac:spMk id="2" creationId="{A08124BF-DA1D-DCA6-0F40-B0F5762A2FF2}"/>
          </ac:spMkLst>
        </pc:spChg>
        <pc:spChg chg="mod">
          <ac:chgData name="Sara Muneeb" userId="29b624b1-a719-43f5-9b52-388cd4043c04" providerId="ADAL" clId="{4EBDB337-B053-451B-BE3B-98111AAF493B}" dt="2022-12-23T07:06:40.216" v="3474" actId="123"/>
          <ac:spMkLst>
            <pc:docMk/>
            <pc:sldMk cId="3116690834" sldId="270"/>
            <ac:spMk id="3" creationId="{D00ED499-B3C5-03F5-4127-2E861E95262D}"/>
          </ac:spMkLst>
        </pc:spChg>
      </pc:sldChg>
      <pc:sldChg chg="modSp new del mod">
        <pc:chgData name="Sara Muneeb" userId="29b624b1-a719-43f5-9b52-388cd4043c04" providerId="ADAL" clId="{4EBDB337-B053-451B-BE3B-98111AAF493B}" dt="2022-12-21T07:11:22.783" v="2747" actId="47"/>
        <pc:sldMkLst>
          <pc:docMk/>
          <pc:sldMk cId="825288344" sldId="271"/>
        </pc:sldMkLst>
        <pc:spChg chg="mod">
          <ac:chgData name="Sara Muneeb" userId="29b624b1-a719-43f5-9b52-388cd4043c04" providerId="ADAL" clId="{4EBDB337-B053-451B-BE3B-98111AAF493B}" dt="2022-12-20T05:56:58.854" v="733" actId="20577"/>
          <ac:spMkLst>
            <pc:docMk/>
            <pc:sldMk cId="825288344" sldId="271"/>
            <ac:spMk id="2" creationId="{6B055714-8886-6355-B04A-01433F541725}"/>
          </ac:spMkLst>
        </pc:spChg>
        <pc:spChg chg="mod">
          <ac:chgData name="Sara Muneeb" userId="29b624b1-a719-43f5-9b52-388cd4043c04" providerId="ADAL" clId="{4EBDB337-B053-451B-BE3B-98111AAF493B}" dt="2022-12-20T07:37:29.166" v="793" actId="12"/>
          <ac:spMkLst>
            <pc:docMk/>
            <pc:sldMk cId="825288344" sldId="271"/>
            <ac:spMk id="3" creationId="{48111478-9A51-72C6-2423-96BB342C4721}"/>
          </ac:spMkLst>
        </pc:spChg>
      </pc:sldChg>
      <pc:sldChg chg="addSp modSp new mod">
        <pc:chgData name="Sara Muneeb" userId="29b624b1-a719-43f5-9b52-388cd4043c04" providerId="ADAL" clId="{4EBDB337-B053-451B-BE3B-98111AAF493B}" dt="2022-12-23T07:18:44.147" v="3525" actId="5793"/>
        <pc:sldMkLst>
          <pc:docMk/>
          <pc:sldMk cId="4065582504" sldId="271"/>
        </pc:sldMkLst>
        <pc:spChg chg="mod">
          <ac:chgData name="Sara Muneeb" userId="29b624b1-a719-43f5-9b52-388cd4043c04" providerId="ADAL" clId="{4EBDB337-B053-451B-BE3B-98111AAF493B}" dt="2022-12-23T07:10:28.487" v="3513" actId="20577"/>
          <ac:spMkLst>
            <pc:docMk/>
            <pc:sldMk cId="4065582504" sldId="271"/>
            <ac:spMk id="2" creationId="{304BC246-EC8E-8328-E296-DE0859B44F9A}"/>
          </ac:spMkLst>
        </pc:spChg>
        <pc:spChg chg="mod">
          <ac:chgData name="Sara Muneeb" userId="29b624b1-a719-43f5-9b52-388cd4043c04" providerId="ADAL" clId="{4EBDB337-B053-451B-BE3B-98111AAF493B}" dt="2022-12-23T07:18:44.147" v="3525" actId="5793"/>
          <ac:spMkLst>
            <pc:docMk/>
            <pc:sldMk cId="4065582504" sldId="271"/>
            <ac:spMk id="3" creationId="{11F465E3-9433-96AF-BD57-A8F494743145}"/>
          </ac:spMkLst>
        </pc:spChg>
        <pc:picChg chg="add mod">
          <ac:chgData name="Sara Muneeb" userId="29b624b1-a719-43f5-9b52-388cd4043c04" providerId="ADAL" clId="{4EBDB337-B053-451B-BE3B-98111AAF493B}" dt="2022-12-23T07:18:42.817" v="3524" actId="1076"/>
          <ac:picMkLst>
            <pc:docMk/>
            <pc:sldMk cId="4065582504" sldId="271"/>
            <ac:picMk id="5122" creationId="{E02E1B56-E4F5-0E06-4763-B7A9F6F7738C}"/>
          </ac:picMkLst>
        </pc:picChg>
      </pc:sldChg>
      <pc:sldChg chg="modSp new mod">
        <pc:chgData name="Sara Muneeb" userId="29b624b1-a719-43f5-9b52-388cd4043c04" providerId="ADAL" clId="{4EBDB337-B053-451B-BE3B-98111AAF493B}" dt="2022-12-23T07:21:44.658" v="3629" actId="120"/>
        <pc:sldMkLst>
          <pc:docMk/>
          <pc:sldMk cId="1750990324" sldId="272"/>
        </pc:sldMkLst>
        <pc:spChg chg="mod">
          <ac:chgData name="Sara Muneeb" userId="29b624b1-a719-43f5-9b52-388cd4043c04" providerId="ADAL" clId="{4EBDB337-B053-451B-BE3B-98111AAF493B}" dt="2022-12-23T07:21:20.635" v="3615" actId="20577"/>
          <ac:spMkLst>
            <pc:docMk/>
            <pc:sldMk cId="1750990324" sldId="272"/>
            <ac:spMk id="2" creationId="{2B989346-C699-01C1-CC4C-7E00875ABA4B}"/>
          </ac:spMkLst>
        </pc:spChg>
        <pc:spChg chg="mod">
          <ac:chgData name="Sara Muneeb" userId="29b624b1-a719-43f5-9b52-388cd4043c04" providerId="ADAL" clId="{4EBDB337-B053-451B-BE3B-98111AAF493B}" dt="2022-12-23T07:21:44.658" v="3629" actId="120"/>
          <ac:spMkLst>
            <pc:docMk/>
            <pc:sldMk cId="1750990324" sldId="272"/>
            <ac:spMk id="3" creationId="{B0676D00-DD44-5635-4C58-69F5FD25D79C}"/>
          </ac:spMkLst>
        </pc:spChg>
      </pc:sldChg>
      <pc:sldChg chg="addSp delSp modSp new del mod">
        <pc:chgData name="Sara Muneeb" userId="29b624b1-a719-43f5-9b52-388cd4043c04" providerId="ADAL" clId="{4EBDB337-B053-451B-BE3B-98111AAF493B}" dt="2022-12-21T07:11:22.783" v="2747" actId="47"/>
        <pc:sldMkLst>
          <pc:docMk/>
          <pc:sldMk cId="3108766776" sldId="272"/>
        </pc:sldMkLst>
        <pc:spChg chg="mod">
          <ac:chgData name="Sara Muneeb" userId="29b624b1-a719-43f5-9b52-388cd4043c04" providerId="ADAL" clId="{4EBDB337-B053-451B-BE3B-98111AAF493B}" dt="2022-12-20T07:37:49.155" v="796"/>
          <ac:spMkLst>
            <pc:docMk/>
            <pc:sldMk cId="3108766776" sldId="272"/>
            <ac:spMk id="2" creationId="{AFDEC328-3F35-5B79-4D98-636CAEBD7068}"/>
          </ac:spMkLst>
        </pc:spChg>
        <pc:spChg chg="del">
          <ac:chgData name="Sara Muneeb" userId="29b624b1-a719-43f5-9b52-388cd4043c04" providerId="ADAL" clId="{4EBDB337-B053-451B-BE3B-98111AAF493B}" dt="2022-12-20T08:03:38.272" v="803" actId="22"/>
          <ac:spMkLst>
            <pc:docMk/>
            <pc:sldMk cId="3108766776" sldId="272"/>
            <ac:spMk id="3" creationId="{3AFE6E9F-C036-FFAE-B260-FB9C51131757}"/>
          </ac:spMkLst>
        </pc:spChg>
        <pc:picChg chg="add mod ord">
          <ac:chgData name="Sara Muneeb" userId="29b624b1-a719-43f5-9b52-388cd4043c04" providerId="ADAL" clId="{4EBDB337-B053-451B-BE3B-98111AAF493B}" dt="2022-12-20T08:03:43.847" v="804" actId="1076"/>
          <ac:picMkLst>
            <pc:docMk/>
            <pc:sldMk cId="3108766776" sldId="272"/>
            <ac:picMk id="5" creationId="{F6016C94-E9C8-D957-5EB9-4EB3E8F19E9C}"/>
          </ac:picMkLst>
        </pc:picChg>
      </pc:sldChg>
      <pc:sldChg chg="addSp delSp modSp new del mod">
        <pc:chgData name="Sara Muneeb" userId="29b624b1-a719-43f5-9b52-388cd4043c04" providerId="ADAL" clId="{4EBDB337-B053-451B-BE3B-98111AAF493B}" dt="2022-12-21T07:11:22.783" v="2747" actId="47"/>
        <pc:sldMkLst>
          <pc:docMk/>
          <pc:sldMk cId="4059740127" sldId="273"/>
        </pc:sldMkLst>
        <pc:spChg chg="mod">
          <ac:chgData name="Sara Muneeb" userId="29b624b1-a719-43f5-9b52-388cd4043c04" providerId="ADAL" clId="{4EBDB337-B053-451B-BE3B-98111AAF493B}" dt="2022-12-20T08:05:26.238" v="855" actId="20577"/>
          <ac:spMkLst>
            <pc:docMk/>
            <pc:sldMk cId="4059740127" sldId="273"/>
            <ac:spMk id="2" creationId="{C64643F8-660A-24A5-9846-0F56E3B540C6}"/>
          </ac:spMkLst>
        </pc:spChg>
        <pc:spChg chg="del">
          <ac:chgData name="Sara Muneeb" userId="29b624b1-a719-43f5-9b52-388cd4043c04" providerId="ADAL" clId="{4EBDB337-B053-451B-BE3B-98111AAF493B}" dt="2022-12-20T08:04:24.725" v="838" actId="22"/>
          <ac:spMkLst>
            <pc:docMk/>
            <pc:sldMk cId="4059740127" sldId="273"/>
            <ac:spMk id="3" creationId="{310F685A-24F8-2AA6-A477-B1AAF97B43E1}"/>
          </ac:spMkLst>
        </pc:spChg>
        <pc:picChg chg="add mod ord">
          <ac:chgData name="Sara Muneeb" userId="29b624b1-a719-43f5-9b52-388cd4043c04" providerId="ADAL" clId="{4EBDB337-B053-451B-BE3B-98111AAF493B}" dt="2022-12-20T08:04:24.725" v="838" actId="22"/>
          <ac:picMkLst>
            <pc:docMk/>
            <pc:sldMk cId="4059740127" sldId="273"/>
            <ac:picMk id="5" creationId="{0DF592A2-E9FF-7341-D52A-97106F2C2425}"/>
          </ac:picMkLst>
        </pc:picChg>
      </pc:sldChg>
      <pc:sldChg chg="addSp delSp modSp new mod">
        <pc:chgData name="Sara Muneeb" userId="29b624b1-a719-43f5-9b52-388cd4043c04" providerId="ADAL" clId="{4EBDB337-B053-451B-BE3B-98111AAF493B}" dt="2022-12-23T07:24:03.096" v="3654" actId="20577"/>
        <pc:sldMkLst>
          <pc:docMk/>
          <pc:sldMk cId="4093893643" sldId="273"/>
        </pc:sldMkLst>
        <pc:spChg chg="mod">
          <ac:chgData name="Sara Muneeb" userId="29b624b1-a719-43f5-9b52-388cd4043c04" providerId="ADAL" clId="{4EBDB337-B053-451B-BE3B-98111AAF493B}" dt="2022-12-23T07:24:03.096" v="3654" actId="20577"/>
          <ac:spMkLst>
            <pc:docMk/>
            <pc:sldMk cId="4093893643" sldId="273"/>
            <ac:spMk id="2" creationId="{82806EF3-D815-43C6-F105-2C0D58A2CF7D}"/>
          </ac:spMkLst>
        </pc:spChg>
        <pc:spChg chg="del">
          <ac:chgData name="Sara Muneeb" userId="29b624b1-a719-43f5-9b52-388cd4043c04" providerId="ADAL" clId="{4EBDB337-B053-451B-BE3B-98111AAF493B}" dt="2022-12-23T07:23:40.486" v="3638" actId="22"/>
          <ac:spMkLst>
            <pc:docMk/>
            <pc:sldMk cId="4093893643" sldId="273"/>
            <ac:spMk id="3" creationId="{1A89BC0D-ACFE-872A-C31E-4EBED003D383}"/>
          </ac:spMkLst>
        </pc:spChg>
        <pc:picChg chg="add mod ord">
          <ac:chgData name="Sara Muneeb" userId="29b624b1-a719-43f5-9b52-388cd4043c04" providerId="ADAL" clId="{4EBDB337-B053-451B-BE3B-98111AAF493B}" dt="2022-12-23T07:23:40.486" v="3638" actId="22"/>
          <ac:picMkLst>
            <pc:docMk/>
            <pc:sldMk cId="4093893643" sldId="273"/>
            <ac:picMk id="5" creationId="{373F2A72-B303-2B4A-61BB-FFCA2E81E27A}"/>
          </ac:picMkLst>
        </pc:picChg>
      </pc:sldChg>
      <pc:sldChg chg="addSp delSp modSp new del mod">
        <pc:chgData name="Sara Muneeb" userId="29b624b1-a719-43f5-9b52-388cd4043c04" providerId="ADAL" clId="{4EBDB337-B053-451B-BE3B-98111AAF493B}" dt="2022-12-21T07:11:22.783" v="2747" actId="47"/>
        <pc:sldMkLst>
          <pc:docMk/>
          <pc:sldMk cId="1821744365" sldId="274"/>
        </pc:sldMkLst>
        <pc:spChg chg="mod">
          <ac:chgData name="Sara Muneeb" userId="29b624b1-a719-43f5-9b52-388cd4043c04" providerId="ADAL" clId="{4EBDB337-B053-451B-BE3B-98111AAF493B}" dt="2022-12-20T08:05:36.534" v="858" actId="27636"/>
          <ac:spMkLst>
            <pc:docMk/>
            <pc:sldMk cId="1821744365" sldId="274"/>
            <ac:spMk id="2" creationId="{03767201-C0DA-0524-BB00-70708BA8F5BA}"/>
          </ac:spMkLst>
        </pc:spChg>
        <pc:spChg chg="del">
          <ac:chgData name="Sara Muneeb" userId="29b624b1-a719-43f5-9b52-388cd4043c04" providerId="ADAL" clId="{4EBDB337-B053-451B-BE3B-98111AAF493B}" dt="2022-12-20T08:05:49.477" v="859" actId="22"/>
          <ac:spMkLst>
            <pc:docMk/>
            <pc:sldMk cId="1821744365" sldId="274"/>
            <ac:spMk id="3" creationId="{3FA562F5-745F-7E32-D023-887B990567E6}"/>
          </ac:spMkLst>
        </pc:spChg>
        <pc:picChg chg="add mod ord">
          <ac:chgData name="Sara Muneeb" userId="29b624b1-a719-43f5-9b52-388cd4043c04" providerId="ADAL" clId="{4EBDB337-B053-451B-BE3B-98111AAF493B}" dt="2022-12-20T08:05:51.184" v="862" actId="1036"/>
          <ac:picMkLst>
            <pc:docMk/>
            <pc:sldMk cId="1821744365" sldId="274"/>
            <ac:picMk id="5" creationId="{C7F1B2E0-DA83-C190-0C48-7826AA90A1E8}"/>
          </ac:picMkLst>
        </pc:picChg>
      </pc:sldChg>
      <pc:sldChg chg="addSp delSp modSp new mod">
        <pc:chgData name="Sara Muneeb" userId="29b624b1-a719-43f5-9b52-388cd4043c04" providerId="ADAL" clId="{4EBDB337-B053-451B-BE3B-98111AAF493B}" dt="2022-12-23T07:24:50.916" v="3659" actId="22"/>
        <pc:sldMkLst>
          <pc:docMk/>
          <pc:sldMk cId="2952381559" sldId="274"/>
        </pc:sldMkLst>
        <pc:spChg chg="mod">
          <ac:chgData name="Sara Muneeb" userId="29b624b1-a719-43f5-9b52-388cd4043c04" providerId="ADAL" clId="{4EBDB337-B053-451B-BE3B-98111AAF493B}" dt="2022-12-23T07:24:12.746" v="3658" actId="20577"/>
          <ac:spMkLst>
            <pc:docMk/>
            <pc:sldMk cId="2952381559" sldId="274"/>
            <ac:spMk id="2" creationId="{EB47AE3F-03AC-2DC0-ED7B-E506090C19C8}"/>
          </ac:spMkLst>
        </pc:spChg>
        <pc:spChg chg="del">
          <ac:chgData name="Sara Muneeb" userId="29b624b1-a719-43f5-9b52-388cd4043c04" providerId="ADAL" clId="{4EBDB337-B053-451B-BE3B-98111AAF493B}" dt="2022-12-23T07:24:50.916" v="3659" actId="22"/>
          <ac:spMkLst>
            <pc:docMk/>
            <pc:sldMk cId="2952381559" sldId="274"/>
            <ac:spMk id="3" creationId="{93279298-DC0D-6550-9E6E-BBEDBE4CAB9A}"/>
          </ac:spMkLst>
        </pc:spChg>
        <pc:picChg chg="add mod ord">
          <ac:chgData name="Sara Muneeb" userId="29b624b1-a719-43f5-9b52-388cd4043c04" providerId="ADAL" clId="{4EBDB337-B053-451B-BE3B-98111AAF493B}" dt="2022-12-23T07:24:50.916" v="3659" actId="22"/>
          <ac:picMkLst>
            <pc:docMk/>
            <pc:sldMk cId="2952381559" sldId="274"/>
            <ac:picMk id="5" creationId="{7FDC21EE-CF72-ACCD-3D63-4B196992419B}"/>
          </ac:picMkLst>
        </pc:picChg>
      </pc:sldChg>
      <pc:sldChg chg="modSp new mod">
        <pc:chgData name="Sara Muneeb" userId="29b624b1-a719-43f5-9b52-388cd4043c04" providerId="ADAL" clId="{4EBDB337-B053-451B-BE3B-98111AAF493B}" dt="2022-12-23T07:27:52.767" v="3690" actId="123"/>
        <pc:sldMkLst>
          <pc:docMk/>
          <pc:sldMk cId="191396906" sldId="275"/>
        </pc:sldMkLst>
        <pc:spChg chg="mod">
          <ac:chgData name="Sara Muneeb" userId="29b624b1-a719-43f5-9b52-388cd4043c04" providerId="ADAL" clId="{4EBDB337-B053-451B-BE3B-98111AAF493B}" dt="2022-12-23T07:25:10.016" v="3662"/>
          <ac:spMkLst>
            <pc:docMk/>
            <pc:sldMk cId="191396906" sldId="275"/>
            <ac:spMk id="2" creationId="{B51A233F-C325-95E8-C345-1A9DEB045EE4}"/>
          </ac:spMkLst>
        </pc:spChg>
        <pc:spChg chg="mod">
          <ac:chgData name="Sara Muneeb" userId="29b624b1-a719-43f5-9b52-388cd4043c04" providerId="ADAL" clId="{4EBDB337-B053-451B-BE3B-98111AAF493B}" dt="2022-12-23T07:27:52.767" v="3690" actId="123"/>
          <ac:spMkLst>
            <pc:docMk/>
            <pc:sldMk cId="191396906" sldId="275"/>
            <ac:spMk id="3" creationId="{F7C8BB8B-602D-0200-95AB-0787B91BA987}"/>
          </ac:spMkLst>
        </pc:spChg>
      </pc:sldChg>
      <pc:sldChg chg="addSp modSp new del mod">
        <pc:chgData name="Sara Muneeb" userId="29b624b1-a719-43f5-9b52-388cd4043c04" providerId="ADAL" clId="{4EBDB337-B053-451B-BE3B-98111AAF493B}" dt="2022-12-21T07:11:22.783" v="2747" actId="47"/>
        <pc:sldMkLst>
          <pc:docMk/>
          <pc:sldMk cId="1311646265" sldId="275"/>
        </pc:sldMkLst>
        <pc:spChg chg="mod">
          <ac:chgData name="Sara Muneeb" userId="29b624b1-a719-43f5-9b52-388cd4043c04" providerId="ADAL" clId="{4EBDB337-B053-451B-BE3B-98111AAF493B}" dt="2022-12-20T08:25:44.737" v="1131" actId="20577"/>
          <ac:spMkLst>
            <pc:docMk/>
            <pc:sldMk cId="1311646265" sldId="275"/>
            <ac:spMk id="2" creationId="{946917EE-FDF1-FDD1-A88D-D8E2C118A525}"/>
          </ac:spMkLst>
        </pc:spChg>
        <pc:spChg chg="mod">
          <ac:chgData name="Sara Muneeb" userId="29b624b1-a719-43f5-9b52-388cd4043c04" providerId="ADAL" clId="{4EBDB337-B053-451B-BE3B-98111AAF493B}" dt="2022-12-20T08:27:33.134" v="1148" actId="27636"/>
          <ac:spMkLst>
            <pc:docMk/>
            <pc:sldMk cId="1311646265" sldId="275"/>
            <ac:spMk id="3" creationId="{04B375F6-EF37-9A3B-3D56-7A29A9E9C3AF}"/>
          </ac:spMkLst>
        </pc:spChg>
        <pc:picChg chg="add mod">
          <ac:chgData name="Sara Muneeb" userId="29b624b1-a719-43f5-9b52-388cd4043c04" providerId="ADAL" clId="{4EBDB337-B053-451B-BE3B-98111AAF493B}" dt="2022-12-20T08:27:48.480" v="1152" actId="1037"/>
          <ac:picMkLst>
            <pc:docMk/>
            <pc:sldMk cId="1311646265" sldId="275"/>
            <ac:picMk id="4" creationId="{E9246B0E-222C-31E2-3FB8-DB4C31572AE5}"/>
          </ac:picMkLst>
        </pc:picChg>
      </pc:sldChg>
      <pc:sldChg chg="addSp delSp modSp new mod">
        <pc:chgData name="Sara Muneeb" userId="29b624b1-a719-43f5-9b52-388cd4043c04" providerId="ADAL" clId="{4EBDB337-B053-451B-BE3B-98111AAF493B}" dt="2022-12-23T07:44:26.382" v="3802" actId="1076"/>
        <pc:sldMkLst>
          <pc:docMk/>
          <pc:sldMk cId="1239007380" sldId="276"/>
        </pc:sldMkLst>
        <pc:spChg chg="mod">
          <ac:chgData name="Sara Muneeb" userId="29b624b1-a719-43f5-9b52-388cd4043c04" providerId="ADAL" clId="{4EBDB337-B053-451B-BE3B-98111AAF493B}" dt="2022-12-23T07:36:13.604" v="3731" actId="20577"/>
          <ac:spMkLst>
            <pc:docMk/>
            <pc:sldMk cId="1239007380" sldId="276"/>
            <ac:spMk id="2" creationId="{B988324C-6016-9D5F-94A1-3E02DAF1618C}"/>
          </ac:spMkLst>
        </pc:spChg>
        <pc:spChg chg="mod">
          <ac:chgData name="Sara Muneeb" userId="29b624b1-a719-43f5-9b52-388cd4043c04" providerId="ADAL" clId="{4EBDB337-B053-451B-BE3B-98111AAF493B}" dt="2022-12-23T07:44:18.723" v="3800" actId="20577"/>
          <ac:spMkLst>
            <pc:docMk/>
            <pc:sldMk cId="1239007380" sldId="276"/>
            <ac:spMk id="3" creationId="{25191D8A-8D04-DCF7-A720-5C9BC818E5D9}"/>
          </ac:spMkLst>
        </pc:spChg>
        <pc:spChg chg="add del">
          <ac:chgData name="Sara Muneeb" userId="29b624b1-a719-43f5-9b52-388cd4043c04" providerId="ADAL" clId="{4EBDB337-B053-451B-BE3B-98111AAF493B}" dt="2022-12-23T07:39:59.558" v="3778"/>
          <ac:spMkLst>
            <pc:docMk/>
            <pc:sldMk cId="1239007380" sldId="276"/>
            <ac:spMk id="6" creationId="{936BA448-4F69-C652-E53A-28079A6249E0}"/>
          </ac:spMkLst>
        </pc:spChg>
        <pc:picChg chg="add mod">
          <ac:chgData name="Sara Muneeb" userId="29b624b1-a719-43f5-9b52-388cd4043c04" providerId="ADAL" clId="{4EBDB337-B053-451B-BE3B-98111AAF493B}" dt="2022-12-23T07:44:21.619" v="3801" actId="1076"/>
          <ac:picMkLst>
            <pc:docMk/>
            <pc:sldMk cId="1239007380" sldId="276"/>
            <ac:picMk id="5" creationId="{B30320BC-1DE5-22E7-FD25-49B7F265E843}"/>
          </ac:picMkLst>
        </pc:picChg>
        <pc:picChg chg="add del mod ord">
          <ac:chgData name="Sara Muneeb" userId="29b624b1-a719-43f5-9b52-388cd4043c04" providerId="ADAL" clId="{4EBDB337-B053-451B-BE3B-98111AAF493B}" dt="2022-12-23T07:44:10.610" v="3796" actId="478"/>
          <ac:picMkLst>
            <pc:docMk/>
            <pc:sldMk cId="1239007380" sldId="276"/>
            <ac:picMk id="8" creationId="{436BBFD1-0646-6A36-E633-F21B19D2A7FA}"/>
          </ac:picMkLst>
        </pc:picChg>
        <pc:picChg chg="add mod">
          <ac:chgData name="Sara Muneeb" userId="29b624b1-a719-43f5-9b52-388cd4043c04" providerId="ADAL" clId="{4EBDB337-B053-451B-BE3B-98111AAF493B}" dt="2022-12-23T07:44:26.382" v="3802" actId="1076"/>
          <ac:picMkLst>
            <pc:docMk/>
            <pc:sldMk cId="1239007380" sldId="276"/>
            <ac:picMk id="6148" creationId="{261167D3-3B15-144F-E317-DF0DB7201D81}"/>
          </ac:picMkLst>
        </pc:picChg>
      </pc:sldChg>
      <pc:sldChg chg="modSp new del mod">
        <pc:chgData name="Sara Muneeb" userId="29b624b1-a719-43f5-9b52-388cd4043c04" providerId="ADAL" clId="{4EBDB337-B053-451B-BE3B-98111AAF493B}" dt="2022-12-21T07:11:22.783" v="2747" actId="47"/>
        <pc:sldMkLst>
          <pc:docMk/>
          <pc:sldMk cId="3418049262" sldId="276"/>
        </pc:sldMkLst>
        <pc:spChg chg="mod">
          <ac:chgData name="Sara Muneeb" userId="29b624b1-a719-43f5-9b52-388cd4043c04" providerId="ADAL" clId="{4EBDB337-B053-451B-BE3B-98111AAF493B}" dt="2022-12-20T08:28:11.317" v="1158" actId="20577"/>
          <ac:spMkLst>
            <pc:docMk/>
            <pc:sldMk cId="3418049262" sldId="276"/>
            <ac:spMk id="2" creationId="{B9511396-0A20-1003-A874-8A844823C66D}"/>
          </ac:spMkLst>
        </pc:spChg>
        <pc:spChg chg="mod">
          <ac:chgData name="Sara Muneeb" userId="29b624b1-a719-43f5-9b52-388cd4043c04" providerId="ADAL" clId="{4EBDB337-B053-451B-BE3B-98111AAF493B}" dt="2022-12-20T08:16:38.789" v="1057" actId="20577"/>
          <ac:spMkLst>
            <pc:docMk/>
            <pc:sldMk cId="3418049262" sldId="276"/>
            <ac:spMk id="3" creationId="{1BECF359-D9F8-E6CC-73FA-BB0A58E1A7E5}"/>
          </ac:spMkLst>
        </pc:spChg>
      </pc:sldChg>
      <pc:sldChg chg="addSp delSp modSp new del mod modAnim">
        <pc:chgData name="Sara Muneeb" userId="29b624b1-a719-43f5-9b52-388cd4043c04" providerId="ADAL" clId="{4EBDB337-B053-451B-BE3B-98111AAF493B}" dt="2022-12-21T07:11:22.783" v="2747" actId="47"/>
        <pc:sldMkLst>
          <pc:docMk/>
          <pc:sldMk cId="1741141936" sldId="277"/>
        </pc:sldMkLst>
        <pc:spChg chg="mod">
          <ac:chgData name="Sara Muneeb" userId="29b624b1-a719-43f5-9b52-388cd4043c04" providerId="ADAL" clId="{4EBDB337-B053-451B-BE3B-98111AAF493B}" dt="2022-12-20T08:19:42.676" v="1070" actId="20577"/>
          <ac:spMkLst>
            <pc:docMk/>
            <pc:sldMk cId="1741141936" sldId="277"/>
            <ac:spMk id="2" creationId="{978AF479-226E-0583-F883-2CAC9E3BE5AF}"/>
          </ac:spMkLst>
        </pc:spChg>
        <pc:spChg chg="del mod">
          <ac:chgData name="Sara Muneeb" userId="29b624b1-a719-43f5-9b52-388cd4043c04" providerId="ADAL" clId="{4EBDB337-B053-451B-BE3B-98111AAF493B}" dt="2022-12-20T08:19:39.392" v="1063"/>
          <ac:spMkLst>
            <pc:docMk/>
            <pc:sldMk cId="1741141936" sldId="277"/>
            <ac:spMk id="3" creationId="{DED71310-30AC-99CE-2D3C-37CC07B6FD0F}"/>
          </ac:spMkLst>
        </pc:spChg>
        <pc:picChg chg="add mod">
          <ac:chgData name="Sara Muneeb" userId="29b624b1-a719-43f5-9b52-388cd4043c04" providerId="ADAL" clId="{4EBDB337-B053-451B-BE3B-98111AAF493B}" dt="2022-12-20T08:19:39.392" v="1063"/>
          <ac:picMkLst>
            <pc:docMk/>
            <pc:sldMk cId="1741141936" sldId="277"/>
            <ac:picMk id="4" creationId="{DC41324C-F508-0428-6C43-BCB226368FEA}"/>
          </ac:picMkLst>
        </pc:picChg>
      </pc:sldChg>
      <pc:sldChg chg="modSp new mod">
        <pc:chgData name="Sara Muneeb" userId="29b624b1-a719-43f5-9b52-388cd4043c04" providerId="ADAL" clId="{4EBDB337-B053-451B-BE3B-98111AAF493B}" dt="2022-12-23T07:47:25.360" v="3858" actId="20577"/>
        <pc:sldMkLst>
          <pc:docMk/>
          <pc:sldMk cId="4238784123" sldId="277"/>
        </pc:sldMkLst>
        <pc:spChg chg="mod">
          <ac:chgData name="Sara Muneeb" userId="29b624b1-a719-43f5-9b52-388cd4043c04" providerId="ADAL" clId="{4EBDB337-B053-451B-BE3B-98111AAF493B}" dt="2022-12-23T07:45:41.452" v="3808" actId="20577"/>
          <ac:spMkLst>
            <pc:docMk/>
            <pc:sldMk cId="4238784123" sldId="277"/>
            <ac:spMk id="2" creationId="{740E6AB7-B830-BA37-782B-FFFB9DD6F3A6}"/>
          </ac:spMkLst>
        </pc:spChg>
        <pc:spChg chg="mod">
          <ac:chgData name="Sara Muneeb" userId="29b624b1-a719-43f5-9b52-388cd4043c04" providerId="ADAL" clId="{4EBDB337-B053-451B-BE3B-98111AAF493B}" dt="2022-12-23T07:47:25.360" v="3858" actId="20577"/>
          <ac:spMkLst>
            <pc:docMk/>
            <pc:sldMk cId="4238784123" sldId="277"/>
            <ac:spMk id="3" creationId="{9C3D8AA4-36A4-181D-D68C-FFC66ABB4739}"/>
          </ac:spMkLst>
        </pc:spChg>
      </pc:sldChg>
      <pc:sldChg chg="addSp delSp modSp new del mod">
        <pc:chgData name="Sara Muneeb" userId="29b624b1-a719-43f5-9b52-388cd4043c04" providerId="ADAL" clId="{4EBDB337-B053-451B-BE3B-98111AAF493B}" dt="2022-12-21T07:11:22.783" v="2747" actId="47"/>
        <pc:sldMkLst>
          <pc:docMk/>
          <pc:sldMk cId="23899939" sldId="278"/>
        </pc:sldMkLst>
        <pc:spChg chg="mod">
          <ac:chgData name="Sara Muneeb" userId="29b624b1-a719-43f5-9b52-388cd4043c04" providerId="ADAL" clId="{4EBDB337-B053-451B-BE3B-98111AAF493B}" dt="2022-12-20T08:21:43.228" v="1088" actId="20577"/>
          <ac:spMkLst>
            <pc:docMk/>
            <pc:sldMk cId="23899939" sldId="278"/>
            <ac:spMk id="2" creationId="{E18446C9-BB40-DF68-0681-2637FD374431}"/>
          </ac:spMkLst>
        </pc:spChg>
        <pc:spChg chg="del">
          <ac:chgData name="Sara Muneeb" userId="29b624b1-a719-43f5-9b52-388cd4043c04" providerId="ADAL" clId="{4EBDB337-B053-451B-BE3B-98111AAF493B}" dt="2022-12-20T08:21:46.384" v="1089"/>
          <ac:spMkLst>
            <pc:docMk/>
            <pc:sldMk cId="23899939" sldId="278"/>
            <ac:spMk id="3" creationId="{1BC1306B-D19C-C8B5-9893-F02654AB749B}"/>
          </ac:spMkLst>
        </pc:spChg>
        <pc:picChg chg="add mod">
          <ac:chgData name="Sara Muneeb" userId="29b624b1-a719-43f5-9b52-388cd4043c04" providerId="ADAL" clId="{4EBDB337-B053-451B-BE3B-98111AAF493B}" dt="2022-12-20T08:21:52.270" v="1092" actId="1036"/>
          <ac:picMkLst>
            <pc:docMk/>
            <pc:sldMk cId="23899939" sldId="278"/>
            <ac:picMk id="3074" creationId="{5EC70BA7-A445-C968-06B5-C23B6A93FFCE}"/>
          </ac:picMkLst>
        </pc:picChg>
      </pc:sldChg>
      <pc:sldChg chg="modSp new mod">
        <pc:chgData name="Sara Muneeb" userId="29b624b1-a719-43f5-9b52-388cd4043c04" providerId="ADAL" clId="{4EBDB337-B053-451B-BE3B-98111AAF493B}" dt="2022-12-23T07:52:10.387" v="3946" actId="20577"/>
        <pc:sldMkLst>
          <pc:docMk/>
          <pc:sldMk cId="2125336047" sldId="278"/>
        </pc:sldMkLst>
        <pc:spChg chg="mod">
          <ac:chgData name="Sara Muneeb" userId="29b624b1-a719-43f5-9b52-388cd4043c04" providerId="ADAL" clId="{4EBDB337-B053-451B-BE3B-98111AAF493B}" dt="2022-12-23T07:48:25.846" v="3913" actId="20577"/>
          <ac:spMkLst>
            <pc:docMk/>
            <pc:sldMk cId="2125336047" sldId="278"/>
            <ac:spMk id="2" creationId="{80416443-1F9A-05FB-E27C-E62D523B3B4B}"/>
          </ac:spMkLst>
        </pc:spChg>
        <pc:spChg chg="mod">
          <ac:chgData name="Sara Muneeb" userId="29b624b1-a719-43f5-9b52-388cd4043c04" providerId="ADAL" clId="{4EBDB337-B053-451B-BE3B-98111AAF493B}" dt="2022-12-23T07:52:10.387" v="3946" actId="20577"/>
          <ac:spMkLst>
            <pc:docMk/>
            <pc:sldMk cId="2125336047" sldId="278"/>
            <ac:spMk id="3" creationId="{40E8C594-BC44-D266-84EB-D52F8AF87B66}"/>
          </ac:spMkLst>
        </pc:spChg>
      </pc:sldChg>
      <pc:sldChg chg="modSp new mod">
        <pc:chgData name="Sara Muneeb" userId="29b624b1-a719-43f5-9b52-388cd4043c04" providerId="ADAL" clId="{4EBDB337-B053-451B-BE3B-98111AAF493B}" dt="2022-12-23T07:53:05.870" v="4061" actId="20577"/>
        <pc:sldMkLst>
          <pc:docMk/>
          <pc:sldMk cId="424997479" sldId="279"/>
        </pc:sldMkLst>
        <pc:spChg chg="mod">
          <ac:chgData name="Sara Muneeb" userId="29b624b1-a719-43f5-9b52-388cd4043c04" providerId="ADAL" clId="{4EBDB337-B053-451B-BE3B-98111AAF493B}" dt="2022-12-23T07:52:20.788" v="3970" actId="20577"/>
          <ac:spMkLst>
            <pc:docMk/>
            <pc:sldMk cId="424997479" sldId="279"/>
            <ac:spMk id="2" creationId="{8738E7CE-33FD-DA00-FECC-8CC120E48502}"/>
          </ac:spMkLst>
        </pc:spChg>
        <pc:spChg chg="mod">
          <ac:chgData name="Sara Muneeb" userId="29b624b1-a719-43f5-9b52-388cd4043c04" providerId="ADAL" clId="{4EBDB337-B053-451B-BE3B-98111AAF493B}" dt="2022-12-23T07:53:05.870" v="4061" actId="20577"/>
          <ac:spMkLst>
            <pc:docMk/>
            <pc:sldMk cId="424997479" sldId="279"/>
            <ac:spMk id="3" creationId="{12E2C29A-4EEB-9315-D974-50804BB5711D}"/>
          </ac:spMkLst>
        </pc:spChg>
      </pc:sldChg>
      <pc:sldChg chg="modSp new del mod ord">
        <pc:chgData name="Sara Muneeb" userId="29b624b1-a719-43f5-9b52-388cd4043c04" providerId="ADAL" clId="{4EBDB337-B053-451B-BE3B-98111AAF493B}" dt="2022-12-21T07:11:22.783" v="2747" actId="47"/>
        <pc:sldMkLst>
          <pc:docMk/>
          <pc:sldMk cId="3196103122" sldId="279"/>
        </pc:sldMkLst>
        <pc:spChg chg="mod">
          <ac:chgData name="Sara Muneeb" userId="29b624b1-a719-43f5-9b52-388cd4043c04" providerId="ADAL" clId="{4EBDB337-B053-451B-BE3B-98111AAF493B}" dt="2022-12-20T09:16:40.663" v="1194" actId="20577"/>
          <ac:spMkLst>
            <pc:docMk/>
            <pc:sldMk cId="3196103122" sldId="279"/>
            <ac:spMk id="2" creationId="{5B13A3C6-E1AD-408B-E5CC-34D2FBBCAAF7}"/>
          </ac:spMkLst>
        </pc:spChg>
        <pc:spChg chg="mod">
          <ac:chgData name="Sara Muneeb" userId="29b624b1-a719-43f5-9b52-388cd4043c04" providerId="ADAL" clId="{4EBDB337-B053-451B-BE3B-98111AAF493B}" dt="2022-12-20T09:17:51.698" v="1217" actId="207"/>
          <ac:spMkLst>
            <pc:docMk/>
            <pc:sldMk cId="3196103122" sldId="279"/>
            <ac:spMk id="3" creationId="{66172DC9-EA5E-AB91-8EBB-D2148BC658B6}"/>
          </ac:spMkLst>
        </pc:spChg>
      </pc:sldChg>
      <pc:sldChg chg="new del">
        <pc:chgData name="Sara Muneeb" userId="29b624b1-a719-43f5-9b52-388cd4043c04" providerId="ADAL" clId="{4EBDB337-B053-451B-BE3B-98111AAF493B}" dt="2022-12-20T08:28:20.862" v="1162" actId="680"/>
        <pc:sldMkLst>
          <pc:docMk/>
          <pc:sldMk cId="3507449443" sldId="279"/>
        </pc:sldMkLst>
      </pc:sldChg>
      <pc:sldChg chg="new del">
        <pc:chgData name="Sara Muneeb" userId="29b624b1-a719-43f5-9b52-388cd4043c04" providerId="ADAL" clId="{4EBDB337-B053-451B-BE3B-98111AAF493B}" dt="2022-12-20T08:28:18.190" v="1161" actId="680"/>
        <pc:sldMkLst>
          <pc:docMk/>
          <pc:sldMk cId="1347083083" sldId="280"/>
        </pc:sldMkLst>
      </pc:sldChg>
      <pc:sldChg chg="modSp new del mod ord">
        <pc:chgData name="Sara Muneeb" userId="29b624b1-a719-43f5-9b52-388cd4043c04" providerId="ADAL" clId="{4EBDB337-B053-451B-BE3B-98111AAF493B}" dt="2022-12-21T07:11:22.783" v="2747" actId="47"/>
        <pc:sldMkLst>
          <pc:docMk/>
          <pc:sldMk cId="2913298056" sldId="280"/>
        </pc:sldMkLst>
        <pc:spChg chg="mod">
          <ac:chgData name="Sara Muneeb" userId="29b624b1-a719-43f5-9b52-388cd4043c04" providerId="ADAL" clId="{4EBDB337-B053-451B-BE3B-98111AAF493B}" dt="2022-12-20T09:18:50.533" v="1224" actId="20577"/>
          <ac:spMkLst>
            <pc:docMk/>
            <pc:sldMk cId="2913298056" sldId="280"/>
            <ac:spMk id="2" creationId="{7C622C49-A025-8596-2067-58671FF4D751}"/>
          </ac:spMkLst>
        </pc:spChg>
        <pc:spChg chg="mod">
          <ac:chgData name="Sara Muneeb" userId="29b624b1-a719-43f5-9b52-388cd4043c04" providerId="ADAL" clId="{4EBDB337-B053-451B-BE3B-98111AAF493B}" dt="2022-12-20T09:37:24.420" v="1397" actId="123"/>
          <ac:spMkLst>
            <pc:docMk/>
            <pc:sldMk cId="2913298056" sldId="280"/>
            <ac:spMk id="3" creationId="{EBC58741-388B-55F5-A420-53347F77A474}"/>
          </ac:spMkLst>
        </pc:spChg>
      </pc:sldChg>
      <pc:sldChg chg="addSp delSp modSp new del mod ord">
        <pc:chgData name="Sara Muneeb" userId="29b624b1-a719-43f5-9b52-388cd4043c04" providerId="ADAL" clId="{4EBDB337-B053-451B-BE3B-98111AAF493B}" dt="2022-12-21T07:11:22.783" v="2747" actId="47"/>
        <pc:sldMkLst>
          <pc:docMk/>
          <pc:sldMk cId="1365006384" sldId="281"/>
        </pc:sldMkLst>
        <pc:spChg chg="mod">
          <ac:chgData name="Sara Muneeb" userId="29b624b1-a719-43f5-9b52-388cd4043c04" providerId="ADAL" clId="{4EBDB337-B053-451B-BE3B-98111AAF493B}" dt="2022-12-20T09:42:02.123" v="1472" actId="20577"/>
          <ac:spMkLst>
            <pc:docMk/>
            <pc:sldMk cId="1365006384" sldId="281"/>
            <ac:spMk id="2" creationId="{F17D8F1B-F3FF-AFEA-4362-BCD43F49153B}"/>
          </ac:spMkLst>
        </pc:spChg>
        <pc:spChg chg="mod">
          <ac:chgData name="Sara Muneeb" userId="29b624b1-a719-43f5-9b52-388cd4043c04" providerId="ADAL" clId="{4EBDB337-B053-451B-BE3B-98111AAF493B}" dt="2022-12-20T10:38:10.669" v="2148" actId="20577"/>
          <ac:spMkLst>
            <pc:docMk/>
            <pc:sldMk cId="1365006384" sldId="281"/>
            <ac:spMk id="3" creationId="{0DECC99B-5FF1-60C1-0BDE-39C64381AD1B}"/>
          </ac:spMkLst>
        </pc:spChg>
        <pc:picChg chg="add del mod">
          <ac:chgData name="Sara Muneeb" userId="29b624b1-a719-43f5-9b52-388cd4043c04" providerId="ADAL" clId="{4EBDB337-B053-451B-BE3B-98111AAF493B}" dt="2022-12-20T09:47:32.895" v="1549" actId="21"/>
          <ac:picMkLst>
            <pc:docMk/>
            <pc:sldMk cId="1365006384" sldId="281"/>
            <ac:picMk id="1026" creationId="{4C5AC117-D36B-1E56-D744-9D5D1ADC95E1}"/>
          </ac:picMkLst>
        </pc:picChg>
      </pc:sldChg>
      <pc:sldChg chg="addSp modSp new del mod ord">
        <pc:chgData name="Sara Muneeb" userId="29b624b1-a719-43f5-9b52-388cd4043c04" providerId="ADAL" clId="{4EBDB337-B053-451B-BE3B-98111AAF493B}" dt="2022-12-21T07:11:22.783" v="2747" actId="47"/>
        <pc:sldMkLst>
          <pc:docMk/>
          <pc:sldMk cId="3949002943" sldId="282"/>
        </pc:sldMkLst>
        <pc:spChg chg="mod">
          <ac:chgData name="Sara Muneeb" userId="29b624b1-a719-43f5-9b52-388cd4043c04" providerId="ADAL" clId="{4EBDB337-B053-451B-BE3B-98111AAF493B}" dt="2022-12-20T09:42:49.791" v="1476" actId="27636"/>
          <ac:spMkLst>
            <pc:docMk/>
            <pc:sldMk cId="3949002943" sldId="282"/>
            <ac:spMk id="2" creationId="{11F61F54-0364-7E3A-0BB6-AACE1B735CD3}"/>
          </ac:spMkLst>
        </pc:spChg>
        <pc:spChg chg="mod">
          <ac:chgData name="Sara Muneeb" userId="29b624b1-a719-43f5-9b52-388cd4043c04" providerId="ADAL" clId="{4EBDB337-B053-451B-BE3B-98111AAF493B}" dt="2022-12-20T09:47:49.046" v="1554" actId="6549"/>
          <ac:spMkLst>
            <pc:docMk/>
            <pc:sldMk cId="3949002943" sldId="282"/>
            <ac:spMk id="3" creationId="{3492E85D-35D4-44C1-E7E5-75B6FA7B2E02}"/>
          </ac:spMkLst>
        </pc:spChg>
        <pc:picChg chg="add mod">
          <ac:chgData name="Sara Muneeb" userId="29b624b1-a719-43f5-9b52-388cd4043c04" providerId="ADAL" clId="{4EBDB337-B053-451B-BE3B-98111AAF493B}" dt="2022-12-20T09:49:53.564" v="1559" actId="1076"/>
          <ac:picMkLst>
            <pc:docMk/>
            <pc:sldMk cId="3949002943" sldId="282"/>
            <ac:picMk id="4" creationId="{5955BFC2-42B3-F541-2BE2-D5B815A589E3}"/>
          </ac:picMkLst>
        </pc:picChg>
      </pc:sldChg>
      <pc:sldChg chg="addSp modSp new del mod ord">
        <pc:chgData name="Sara Muneeb" userId="29b624b1-a719-43f5-9b52-388cd4043c04" providerId="ADAL" clId="{4EBDB337-B053-451B-BE3B-98111AAF493B}" dt="2022-12-21T07:11:22.783" v="2747" actId="47"/>
        <pc:sldMkLst>
          <pc:docMk/>
          <pc:sldMk cId="1732995186" sldId="283"/>
        </pc:sldMkLst>
        <pc:spChg chg="mod">
          <ac:chgData name="Sara Muneeb" userId="29b624b1-a719-43f5-9b52-388cd4043c04" providerId="ADAL" clId="{4EBDB337-B053-451B-BE3B-98111AAF493B}" dt="2022-12-20T09:50:24.384" v="1608" actId="313"/>
          <ac:spMkLst>
            <pc:docMk/>
            <pc:sldMk cId="1732995186" sldId="283"/>
            <ac:spMk id="2" creationId="{652B9015-9D25-48C2-7211-98F1D0CE6D42}"/>
          </ac:spMkLst>
        </pc:spChg>
        <pc:spChg chg="mod">
          <ac:chgData name="Sara Muneeb" userId="29b624b1-a719-43f5-9b52-388cd4043c04" providerId="ADAL" clId="{4EBDB337-B053-451B-BE3B-98111AAF493B}" dt="2022-12-20T09:56:02.542" v="1722" actId="12"/>
          <ac:spMkLst>
            <pc:docMk/>
            <pc:sldMk cId="1732995186" sldId="283"/>
            <ac:spMk id="3" creationId="{CFC41144-B65F-2C3A-A737-AF2D202DC1A2}"/>
          </ac:spMkLst>
        </pc:spChg>
        <pc:picChg chg="add mod">
          <ac:chgData name="Sara Muneeb" userId="29b624b1-a719-43f5-9b52-388cd4043c04" providerId="ADAL" clId="{4EBDB337-B053-451B-BE3B-98111AAF493B}" dt="2022-12-20T09:56:06.641" v="1723" actId="1076"/>
          <ac:picMkLst>
            <pc:docMk/>
            <pc:sldMk cId="1732995186" sldId="283"/>
            <ac:picMk id="2050" creationId="{1B7F1CAF-2802-DAB5-29CB-1F23AF33DD33}"/>
          </ac:picMkLst>
        </pc:picChg>
      </pc:sldChg>
      <pc:sldChg chg="modSp new del mod ord">
        <pc:chgData name="Sara Muneeb" userId="29b624b1-a719-43f5-9b52-388cd4043c04" providerId="ADAL" clId="{4EBDB337-B053-451B-BE3B-98111AAF493B}" dt="2022-12-21T07:11:22.783" v="2747" actId="47"/>
        <pc:sldMkLst>
          <pc:docMk/>
          <pc:sldMk cId="2413934603" sldId="284"/>
        </pc:sldMkLst>
        <pc:spChg chg="mod">
          <ac:chgData name="Sara Muneeb" userId="29b624b1-a719-43f5-9b52-388cd4043c04" providerId="ADAL" clId="{4EBDB337-B053-451B-BE3B-98111AAF493B}" dt="2022-12-20T09:54:31.506" v="1666" actId="20577"/>
          <ac:spMkLst>
            <pc:docMk/>
            <pc:sldMk cId="2413934603" sldId="284"/>
            <ac:spMk id="2" creationId="{24FF225D-CD30-2674-FE1F-D7C158884AA3}"/>
          </ac:spMkLst>
        </pc:spChg>
        <pc:spChg chg="mod">
          <ac:chgData name="Sara Muneeb" userId="29b624b1-a719-43f5-9b52-388cd4043c04" providerId="ADAL" clId="{4EBDB337-B053-451B-BE3B-98111AAF493B}" dt="2022-12-20T09:57:46.850" v="1755" actId="404"/>
          <ac:spMkLst>
            <pc:docMk/>
            <pc:sldMk cId="2413934603" sldId="284"/>
            <ac:spMk id="3" creationId="{0AC1DDC4-2463-1990-B3DE-C88C54597CB6}"/>
          </ac:spMkLst>
        </pc:spChg>
      </pc:sldChg>
      <pc:sldChg chg="modSp new del mod ord">
        <pc:chgData name="Sara Muneeb" userId="29b624b1-a719-43f5-9b52-388cd4043c04" providerId="ADAL" clId="{4EBDB337-B053-451B-BE3B-98111AAF493B}" dt="2022-12-21T07:11:22.783" v="2747" actId="47"/>
        <pc:sldMkLst>
          <pc:docMk/>
          <pc:sldMk cId="3022304083" sldId="285"/>
        </pc:sldMkLst>
        <pc:spChg chg="mod">
          <ac:chgData name="Sara Muneeb" userId="29b624b1-a719-43f5-9b52-388cd4043c04" providerId="ADAL" clId="{4EBDB337-B053-451B-BE3B-98111AAF493B}" dt="2022-12-20T10:28:32.585" v="1936" actId="20577"/>
          <ac:spMkLst>
            <pc:docMk/>
            <pc:sldMk cId="3022304083" sldId="285"/>
            <ac:spMk id="2" creationId="{4DC2E1EB-D66B-08AA-8A8D-785305BF31CB}"/>
          </ac:spMkLst>
        </pc:spChg>
        <pc:spChg chg="mod">
          <ac:chgData name="Sara Muneeb" userId="29b624b1-a719-43f5-9b52-388cd4043c04" providerId="ADAL" clId="{4EBDB337-B053-451B-BE3B-98111AAF493B}" dt="2022-12-20T10:29:32.282" v="1973" actId="20577"/>
          <ac:spMkLst>
            <pc:docMk/>
            <pc:sldMk cId="3022304083" sldId="285"/>
            <ac:spMk id="3" creationId="{9FB7354E-2443-A88B-5D1F-1C5876D12CD3}"/>
          </ac:spMkLst>
        </pc:spChg>
      </pc:sldChg>
      <pc:sldChg chg="modSp new del mod ord">
        <pc:chgData name="Sara Muneeb" userId="29b624b1-a719-43f5-9b52-388cd4043c04" providerId="ADAL" clId="{4EBDB337-B053-451B-BE3B-98111AAF493B}" dt="2022-12-21T07:11:22.783" v="2747" actId="47"/>
        <pc:sldMkLst>
          <pc:docMk/>
          <pc:sldMk cId="546823906" sldId="286"/>
        </pc:sldMkLst>
        <pc:spChg chg="mod">
          <ac:chgData name="Sara Muneeb" userId="29b624b1-a719-43f5-9b52-388cd4043c04" providerId="ADAL" clId="{4EBDB337-B053-451B-BE3B-98111AAF493B}" dt="2022-12-20T09:58:10.006" v="1788" actId="20577"/>
          <ac:spMkLst>
            <pc:docMk/>
            <pc:sldMk cId="546823906" sldId="286"/>
            <ac:spMk id="2" creationId="{B5ED45B1-C00B-FC1A-2FFF-3458ED070D31}"/>
          </ac:spMkLst>
        </pc:spChg>
        <pc:spChg chg="mod">
          <ac:chgData name="Sara Muneeb" userId="29b624b1-a719-43f5-9b52-388cd4043c04" providerId="ADAL" clId="{4EBDB337-B053-451B-BE3B-98111AAF493B}" dt="2022-12-20T09:59:17.090" v="1824" actId="27636"/>
          <ac:spMkLst>
            <pc:docMk/>
            <pc:sldMk cId="546823906" sldId="286"/>
            <ac:spMk id="3" creationId="{FCD855CD-9A83-BF66-7CA6-D80C5C6ADD55}"/>
          </ac:spMkLst>
        </pc:spChg>
      </pc:sldChg>
      <pc:sldChg chg="modSp new del mod ord">
        <pc:chgData name="Sara Muneeb" userId="29b624b1-a719-43f5-9b52-388cd4043c04" providerId="ADAL" clId="{4EBDB337-B053-451B-BE3B-98111AAF493B}" dt="2022-12-21T07:11:22.783" v="2747" actId="47"/>
        <pc:sldMkLst>
          <pc:docMk/>
          <pc:sldMk cId="2712720102" sldId="287"/>
        </pc:sldMkLst>
        <pc:spChg chg="mod">
          <ac:chgData name="Sara Muneeb" userId="29b624b1-a719-43f5-9b52-388cd4043c04" providerId="ADAL" clId="{4EBDB337-B053-451B-BE3B-98111AAF493B}" dt="2022-12-20T10:05:37.918" v="1842" actId="20577"/>
          <ac:spMkLst>
            <pc:docMk/>
            <pc:sldMk cId="2712720102" sldId="287"/>
            <ac:spMk id="2" creationId="{0DC161FC-5041-0608-6500-ACF84FF478EA}"/>
          </ac:spMkLst>
        </pc:spChg>
        <pc:spChg chg="mod">
          <ac:chgData name="Sara Muneeb" userId="29b624b1-a719-43f5-9b52-388cd4043c04" providerId="ADAL" clId="{4EBDB337-B053-451B-BE3B-98111AAF493B}" dt="2022-12-20T10:07:33.859" v="1890" actId="123"/>
          <ac:spMkLst>
            <pc:docMk/>
            <pc:sldMk cId="2712720102" sldId="287"/>
            <ac:spMk id="3" creationId="{B45D6DBA-4E57-8E22-23E7-0F5D81351023}"/>
          </ac:spMkLst>
        </pc:spChg>
      </pc:sldChg>
      <pc:sldChg chg="modSp new del mod ord">
        <pc:chgData name="Sara Muneeb" userId="29b624b1-a719-43f5-9b52-388cd4043c04" providerId="ADAL" clId="{4EBDB337-B053-451B-BE3B-98111AAF493B}" dt="2022-12-21T07:11:22.783" v="2747" actId="47"/>
        <pc:sldMkLst>
          <pc:docMk/>
          <pc:sldMk cId="2937640188" sldId="288"/>
        </pc:sldMkLst>
        <pc:spChg chg="mod">
          <ac:chgData name="Sara Muneeb" userId="29b624b1-a719-43f5-9b52-388cd4043c04" providerId="ADAL" clId="{4EBDB337-B053-451B-BE3B-98111AAF493B}" dt="2022-12-20T10:09:39.456" v="1906" actId="20577"/>
          <ac:spMkLst>
            <pc:docMk/>
            <pc:sldMk cId="2937640188" sldId="288"/>
            <ac:spMk id="2" creationId="{652BAF1F-1EC8-C2CC-9BE4-D54F6DBD7061}"/>
          </ac:spMkLst>
        </pc:spChg>
        <pc:spChg chg="mod">
          <ac:chgData name="Sara Muneeb" userId="29b624b1-a719-43f5-9b52-388cd4043c04" providerId="ADAL" clId="{4EBDB337-B053-451B-BE3B-98111AAF493B}" dt="2022-12-20T10:24:31.508" v="1914" actId="20577"/>
          <ac:spMkLst>
            <pc:docMk/>
            <pc:sldMk cId="2937640188" sldId="288"/>
            <ac:spMk id="3" creationId="{3BC827E3-24AB-A76C-6BD0-44D405B18397}"/>
          </ac:spMkLst>
        </pc:spChg>
      </pc:sldChg>
      <pc:sldChg chg="modSp new del mod ord">
        <pc:chgData name="Sara Muneeb" userId="29b624b1-a719-43f5-9b52-388cd4043c04" providerId="ADAL" clId="{4EBDB337-B053-451B-BE3B-98111AAF493B}" dt="2022-12-21T07:11:22.783" v="2747" actId="47"/>
        <pc:sldMkLst>
          <pc:docMk/>
          <pc:sldMk cId="3827446331" sldId="289"/>
        </pc:sldMkLst>
        <pc:spChg chg="mod">
          <ac:chgData name="Sara Muneeb" userId="29b624b1-a719-43f5-9b52-388cd4043c04" providerId="ADAL" clId="{4EBDB337-B053-451B-BE3B-98111AAF493B}" dt="2022-12-20T10:29:53.445" v="1976" actId="27636"/>
          <ac:spMkLst>
            <pc:docMk/>
            <pc:sldMk cId="3827446331" sldId="289"/>
            <ac:spMk id="2" creationId="{4EA535E4-DE22-1B93-461C-4B142AB79B31}"/>
          </ac:spMkLst>
        </pc:spChg>
        <pc:spChg chg="mod">
          <ac:chgData name="Sara Muneeb" userId="29b624b1-a719-43f5-9b52-388cd4043c04" providerId="ADAL" clId="{4EBDB337-B053-451B-BE3B-98111AAF493B}" dt="2022-12-20T10:35:45.773" v="2136" actId="20577"/>
          <ac:spMkLst>
            <pc:docMk/>
            <pc:sldMk cId="3827446331" sldId="289"/>
            <ac:spMk id="3" creationId="{F40FBA88-73A2-86D3-FA22-4E2B14D0A32A}"/>
          </ac:spMkLst>
        </pc:spChg>
      </pc:sldChg>
      <pc:sldChg chg="modSp new del mod ord">
        <pc:chgData name="Sara Muneeb" userId="29b624b1-a719-43f5-9b52-388cd4043c04" providerId="ADAL" clId="{4EBDB337-B053-451B-BE3B-98111AAF493B}" dt="2022-12-21T07:11:22.783" v="2747" actId="47"/>
        <pc:sldMkLst>
          <pc:docMk/>
          <pc:sldMk cId="1264615049" sldId="290"/>
        </pc:sldMkLst>
        <pc:spChg chg="mod">
          <ac:chgData name="Sara Muneeb" userId="29b624b1-a719-43f5-9b52-388cd4043c04" providerId="ADAL" clId="{4EBDB337-B053-451B-BE3B-98111AAF493B}" dt="2022-12-20T10:38:32.498" v="2180" actId="20577"/>
          <ac:spMkLst>
            <pc:docMk/>
            <pc:sldMk cId="1264615049" sldId="290"/>
            <ac:spMk id="2" creationId="{1865A154-0566-6311-BDC5-B6B16392195D}"/>
          </ac:spMkLst>
        </pc:spChg>
        <pc:spChg chg="mod">
          <ac:chgData name="Sara Muneeb" userId="29b624b1-a719-43f5-9b52-388cd4043c04" providerId="ADAL" clId="{4EBDB337-B053-451B-BE3B-98111AAF493B}" dt="2022-12-20T10:55:55.958" v="2387" actId="20577"/>
          <ac:spMkLst>
            <pc:docMk/>
            <pc:sldMk cId="1264615049" sldId="290"/>
            <ac:spMk id="3" creationId="{C9E60575-29C0-BA12-EFD5-31920717B3DD}"/>
          </ac:spMkLst>
        </pc:spChg>
      </pc:sldChg>
      <pc:sldChg chg="addSp delSp modSp new del mod">
        <pc:chgData name="Sara Muneeb" userId="29b624b1-a719-43f5-9b52-388cd4043c04" providerId="ADAL" clId="{4EBDB337-B053-451B-BE3B-98111AAF493B}" dt="2022-12-20T11:01:55.292" v="2514" actId="47"/>
        <pc:sldMkLst>
          <pc:docMk/>
          <pc:sldMk cId="2589648109" sldId="291"/>
        </pc:sldMkLst>
        <pc:spChg chg="mod">
          <ac:chgData name="Sara Muneeb" userId="29b624b1-a719-43f5-9b52-388cd4043c04" providerId="ADAL" clId="{4EBDB337-B053-451B-BE3B-98111AAF493B}" dt="2022-12-20T10:58:47.207" v="2475" actId="20577"/>
          <ac:spMkLst>
            <pc:docMk/>
            <pc:sldMk cId="2589648109" sldId="291"/>
            <ac:spMk id="2" creationId="{3DF22A09-5551-4D02-0EA9-9DAB7582DC14}"/>
          </ac:spMkLst>
        </pc:spChg>
        <pc:spChg chg="del mod">
          <ac:chgData name="Sara Muneeb" userId="29b624b1-a719-43f5-9b52-388cd4043c04" providerId="ADAL" clId="{4EBDB337-B053-451B-BE3B-98111AAF493B}" dt="2022-12-20T10:59:44.895" v="2476" actId="22"/>
          <ac:spMkLst>
            <pc:docMk/>
            <pc:sldMk cId="2589648109" sldId="291"/>
            <ac:spMk id="3" creationId="{7EE0145F-CDB5-E06C-089C-0E21D6DB0FE8}"/>
          </ac:spMkLst>
        </pc:spChg>
        <pc:picChg chg="add mod ord">
          <ac:chgData name="Sara Muneeb" userId="29b624b1-a719-43f5-9b52-388cd4043c04" providerId="ADAL" clId="{4EBDB337-B053-451B-BE3B-98111AAF493B}" dt="2022-12-20T10:59:47.129" v="2477" actId="1076"/>
          <ac:picMkLst>
            <pc:docMk/>
            <pc:sldMk cId="2589648109" sldId="291"/>
            <ac:picMk id="5" creationId="{EBFA5FEA-0B86-31E2-1781-981592B1B2D8}"/>
          </ac:picMkLst>
        </pc:picChg>
      </pc:sldChg>
      <pc:sldChg chg="modSp new del mod">
        <pc:chgData name="Sara Muneeb" userId="29b624b1-a719-43f5-9b52-388cd4043c04" providerId="ADAL" clId="{4EBDB337-B053-451B-BE3B-98111AAF493B}" dt="2022-12-21T07:11:22.783" v="2747" actId="47"/>
        <pc:sldMkLst>
          <pc:docMk/>
          <pc:sldMk cId="2630501231" sldId="291"/>
        </pc:sldMkLst>
        <pc:spChg chg="mod">
          <ac:chgData name="Sara Muneeb" userId="29b624b1-a719-43f5-9b52-388cd4043c04" providerId="ADAL" clId="{4EBDB337-B053-451B-BE3B-98111AAF493B}" dt="2022-12-20T11:02:07.494" v="2530" actId="20577"/>
          <ac:spMkLst>
            <pc:docMk/>
            <pc:sldMk cId="2630501231" sldId="291"/>
            <ac:spMk id="2" creationId="{8873EA3D-14AA-16BB-6F5B-C385D24ADCBC}"/>
          </ac:spMkLst>
        </pc:spChg>
        <pc:spChg chg="mod">
          <ac:chgData name="Sara Muneeb" userId="29b624b1-a719-43f5-9b52-388cd4043c04" providerId="ADAL" clId="{4EBDB337-B053-451B-BE3B-98111AAF493B}" dt="2022-12-20T11:05:06.947" v="2614" actId="20577"/>
          <ac:spMkLst>
            <pc:docMk/>
            <pc:sldMk cId="2630501231" sldId="291"/>
            <ac:spMk id="3" creationId="{50271733-3B73-C2BC-A837-B4CC0B8AD003}"/>
          </ac:spMkLst>
        </pc:spChg>
      </pc:sldChg>
      <pc:sldChg chg="addSp modSp new del mod">
        <pc:chgData name="Sara Muneeb" userId="29b624b1-a719-43f5-9b52-388cd4043c04" providerId="ADAL" clId="{4EBDB337-B053-451B-BE3B-98111AAF493B}" dt="2022-12-21T07:11:22.783" v="2747" actId="47"/>
        <pc:sldMkLst>
          <pc:docMk/>
          <pc:sldMk cId="2906062812" sldId="292"/>
        </pc:sldMkLst>
        <pc:spChg chg="mod">
          <ac:chgData name="Sara Muneeb" userId="29b624b1-a719-43f5-9b52-388cd4043c04" providerId="ADAL" clId="{4EBDB337-B053-451B-BE3B-98111AAF493B}" dt="2022-12-20T11:05:23.559" v="2617" actId="20577"/>
          <ac:spMkLst>
            <pc:docMk/>
            <pc:sldMk cId="2906062812" sldId="292"/>
            <ac:spMk id="2" creationId="{BE5EE9F9-1250-CC1D-81BB-5ED49DBA3423}"/>
          </ac:spMkLst>
        </pc:spChg>
        <pc:spChg chg="mod">
          <ac:chgData name="Sara Muneeb" userId="29b624b1-a719-43f5-9b52-388cd4043c04" providerId="ADAL" clId="{4EBDB337-B053-451B-BE3B-98111AAF493B}" dt="2022-12-20T11:06:36.837" v="2621" actId="20577"/>
          <ac:spMkLst>
            <pc:docMk/>
            <pc:sldMk cId="2906062812" sldId="292"/>
            <ac:spMk id="3" creationId="{AA0A322D-F723-4CC0-7F2D-633B43563046}"/>
          </ac:spMkLst>
        </pc:spChg>
        <pc:spChg chg="add mod">
          <ac:chgData name="Sara Muneeb" userId="29b624b1-a719-43f5-9b52-388cd4043c04" providerId="ADAL" clId="{4EBDB337-B053-451B-BE3B-98111AAF493B}" dt="2022-12-20T11:07:37.677" v="2625" actId="1076"/>
          <ac:spMkLst>
            <pc:docMk/>
            <pc:sldMk cId="2906062812" sldId="292"/>
            <ac:spMk id="7" creationId="{14FC745D-1C0B-F4AB-8025-E93C9825BAE6}"/>
          </ac:spMkLst>
        </pc:spChg>
        <pc:picChg chg="add mod">
          <ac:chgData name="Sara Muneeb" userId="29b624b1-a719-43f5-9b52-388cd4043c04" providerId="ADAL" clId="{4EBDB337-B053-451B-BE3B-98111AAF493B}" dt="2022-12-20T11:07:29.794" v="2623" actId="1076"/>
          <ac:picMkLst>
            <pc:docMk/>
            <pc:sldMk cId="2906062812" sldId="292"/>
            <ac:picMk id="5" creationId="{EC617C84-91A4-90C6-93D3-9F59F3DF4805}"/>
          </ac:picMkLst>
        </pc:picChg>
      </pc:sldChg>
      <pc:sldChg chg="addSp delSp modSp new del mod">
        <pc:chgData name="Sara Muneeb" userId="29b624b1-a719-43f5-9b52-388cd4043c04" providerId="ADAL" clId="{4EBDB337-B053-451B-BE3B-98111AAF493B}" dt="2022-12-20T11:01:57.204" v="2515" actId="47"/>
        <pc:sldMkLst>
          <pc:docMk/>
          <pc:sldMk cId="3806315531" sldId="292"/>
        </pc:sldMkLst>
        <pc:spChg chg="mod">
          <ac:chgData name="Sara Muneeb" userId="29b624b1-a719-43f5-9b52-388cd4043c04" providerId="ADAL" clId="{4EBDB337-B053-451B-BE3B-98111AAF493B}" dt="2022-12-20T11:00:58.384" v="2511" actId="20577"/>
          <ac:spMkLst>
            <pc:docMk/>
            <pc:sldMk cId="3806315531" sldId="292"/>
            <ac:spMk id="2" creationId="{47D36692-2097-134D-F86C-8059FFE9B711}"/>
          </ac:spMkLst>
        </pc:spChg>
        <pc:spChg chg="del">
          <ac:chgData name="Sara Muneeb" userId="29b624b1-a719-43f5-9b52-388cd4043c04" providerId="ADAL" clId="{4EBDB337-B053-451B-BE3B-98111AAF493B}" dt="2022-12-20T11:01:20.598" v="2512" actId="22"/>
          <ac:spMkLst>
            <pc:docMk/>
            <pc:sldMk cId="3806315531" sldId="292"/>
            <ac:spMk id="3" creationId="{097A44D5-39E4-C1FF-FDC1-9B05BDC1FB05}"/>
          </ac:spMkLst>
        </pc:spChg>
        <pc:picChg chg="add mod ord">
          <ac:chgData name="Sara Muneeb" userId="29b624b1-a719-43f5-9b52-388cd4043c04" providerId="ADAL" clId="{4EBDB337-B053-451B-BE3B-98111AAF493B}" dt="2022-12-20T11:01:35.212" v="2513" actId="1036"/>
          <ac:picMkLst>
            <pc:docMk/>
            <pc:sldMk cId="3806315531" sldId="292"/>
            <ac:picMk id="5" creationId="{3760D344-8961-E856-1995-D374C83BBF1D}"/>
          </ac:picMkLst>
        </pc:picChg>
      </pc:sldChg>
      <pc:sldChg chg="addSp modSp new del mod">
        <pc:chgData name="Sara Muneeb" userId="29b624b1-a719-43f5-9b52-388cd4043c04" providerId="ADAL" clId="{4EBDB337-B053-451B-BE3B-98111AAF493B}" dt="2022-12-21T07:11:22.783" v="2747" actId="47"/>
        <pc:sldMkLst>
          <pc:docMk/>
          <pc:sldMk cId="3746666086" sldId="293"/>
        </pc:sldMkLst>
        <pc:spChg chg="mod">
          <ac:chgData name="Sara Muneeb" userId="29b624b1-a719-43f5-9b52-388cd4043c04" providerId="ADAL" clId="{4EBDB337-B053-451B-BE3B-98111AAF493B}" dt="2022-12-20T11:07:50.534" v="2628" actId="27636"/>
          <ac:spMkLst>
            <pc:docMk/>
            <pc:sldMk cId="3746666086" sldId="293"/>
            <ac:spMk id="2" creationId="{F6EA3455-4595-747B-FBA3-5516488EB79A}"/>
          </ac:spMkLst>
        </pc:spChg>
        <pc:spChg chg="mod">
          <ac:chgData name="Sara Muneeb" userId="29b624b1-a719-43f5-9b52-388cd4043c04" providerId="ADAL" clId="{4EBDB337-B053-451B-BE3B-98111AAF493B}" dt="2022-12-20T11:09:01.526" v="2638" actId="404"/>
          <ac:spMkLst>
            <pc:docMk/>
            <pc:sldMk cId="3746666086" sldId="293"/>
            <ac:spMk id="3" creationId="{A7471E93-89EE-7C8F-0764-282C39DF1C28}"/>
          </ac:spMkLst>
        </pc:spChg>
        <pc:picChg chg="add mod">
          <ac:chgData name="Sara Muneeb" userId="29b624b1-a719-43f5-9b52-388cd4043c04" providerId="ADAL" clId="{4EBDB337-B053-451B-BE3B-98111AAF493B}" dt="2022-12-20T11:09:05.467" v="2639" actId="1076"/>
          <ac:picMkLst>
            <pc:docMk/>
            <pc:sldMk cId="3746666086" sldId="293"/>
            <ac:picMk id="1026" creationId="{E0217359-0149-5CCA-5B0B-7B6C6204EFE7}"/>
          </ac:picMkLst>
        </pc:picChg>
      </pc:sldChg>
      <pc:sldChg chg="modSp new del mod">
        <pc:chgData name="Sara Muneeb" userId="29b624b1-a719-43f5-9b52-388cd4043c04" providerId="ADAL" clId="{4EBDB337-B053-451B-BE3B-98111AAF493B}" dt="2022-12-21T07:11:22.783" v="2747" actId="47"/>
        <pc:sldMkLst>
          <pc:docMk/>
          <pc:sldMk cId="3259767129" sldId="294"/>
        </pc:sldMkLst>
        <pc:spChg chg="mod">
          <ac:chgData name="Sara Muneeb" userId="29b624b1-a719-43f5-9b52-388cd4043c04" providerId="ADAL" clId="{4EBDB337-B053-451B-BE3B-98111AAF493B}" dt="2022-12-20T11:09:17.723" v="2651" actId="20577"/>
          <ac:spMkLst>
            <pc:docMk/>
            <pc:sldMk cId="3259767129" sldId="294"/>
            <ac:spMk id="2" creationId="{5B21AABB-4798-6EC4-450A-6D47A74C92BB}"/>
          </ac:spMkLst>
        </pc:spChg>
        <pc:spChg chg="mod">
          <ac:chgData name="Sara Muneeb" userId="29b624b1-a719-43f5-9b52-388cd4043c04" providerId="ADAL" clId="{4EBDB337-B053-451B-BE3B-98111AAF493B}" dt="2022-12-20T11:15:07.155" v="2746" actId="20578"/>
          <ac:spMkLst>
            <pc:docMk/>
            <pc:sldMk cId="3259767129" sldId="294"/>
            <ac:spMk id="3" creationId="{26072E86-5B34-8A22-429C-CFAF7E35266E}"/>
          </ac:spMkLst>
        </pc:spChg>
      </pc:sldChg>
      <pc:sldChg chg="addSp delSp modSp new del mod">
        <pc:chgData name="Sara Muneeb" userId="29b624b1-a719-43f5-9b52-388cd4043c04" providerId="ADAL" clId="{4EBDB337-B053-451B-BE3B-98111AAF493B}" dt="2022-12-21T07:11:22.783" v="2747" actId="47"/>
        <pc:sldMkLst>
          <pc:docMk/>
          <pc:sldMk cId="3782526207" sldId="295"/>
        </pc:sldMkLst>
        <pc:spChg chg="mod">
          <ac:chgData name="Sara Muneeb" userId="29b624b1-a719-43f5-9b52-388cd4043c04" providerId="ADAL" clId="{4EBDB337-B053-451B-BE3B-98111AAF493B}" dt="2022-12-20T11:10:26.957" v="2740" actId="20577"/>
          <ac:spMkLst>
            <pc:docMk/>
            <pc:sldMk cId="3782526207" sldId="295"/>
            <ac:spMk id="2" creationId="{5DC0170E-C9B8-6473-7693-F454F8CA7805}"/>
          </ac:spMkLst>
        </pc:spChg>
        <pc:spChg chg="del">
          <ac:chgData name="Sara Muneeb" userId="29b624b1-a719-43f5-9b52-388cd4043c04" providerId="ADAL" clId="{4EBDB337-B053-451B-BE3B-98111AAF493B}" dt="2022-12-20T11:11:59.009" v="2741"/>
          <ac:spMkLst>
            <pc:docMk/>
            <pc:sldMk cId="3782526207" sldId="295"/>
            <ac:spMk id="3" creationId="{3B109AE0-2AB9-6AEE-2ECC-F9D7EC0C33FD}"/>
          </ac:spMkLst>
        </pc:spChg>
        <pc:picChg chg="add mod">
          <ac:chgData name="Sara Muneeb" userId="29b624b1-a719-43f5-9b52-388cd4043c04" providerId="ADAL" clId="{4EBDB337-B053-451B-BE3B-98111AAF493B}" dt="2022-12-20T11:12:03.566" v="2743" actId="1036"/>
          <ac:picMkLst>
            <pc:docMk/>
            <pc:sldMk cId="3782526207" sldId="295"/>
            <ac:picMk id="2050" creationId="{A4112123-E8C3-2B5B-06C5-F15189C53620}"/>
          </ac:picMkLst>
        </pc:picChg>
      </pc:sldChg>
    </pc:docChg>
  </pc:docChgLst>
  <pc:docChgLst>
    <pc:chgData name="Sara Muneeb" userId="29b624b1-a719-43f5-9b52-388cd4043c04" providerId="ADAL" clId="{B18980C9-B69F-43F8-8AE4-152619B45C55}"/>
    <pc:docChg chg="undo custSel addSld delSld modSld">
      <pc:chgData name="Sara Muneeb" userId="29b624b1-a719-43f5-9b52-388cd4043c04" providerId="ADAL" clId="{B18980C9-B69F-43F8-8AE4-152619B45C55}" dt="2022-12-20T02:10:07.685" v="318" actId="680"/>
      <pc:docMkLst>
        <pc:docMk/>
      </pc:docMkLst>
      <pc:sldChg chg="modSp mod">
        <pc:chgData name="Sara Muneeb" userId="29b624b1-a719-43f5-9b52-388cd4043c04" providerId="ADAL" clId="{B18980C9-B69F-43F8-8AE4-152619B45C55}" dt="2022-12-20T01:48:07.563" v="58" actId="20577"/>
        <pc:sldMkLst>
          <pc:docMk/>
          <pc:sldMk cId="2984185032" sldId="256"/>
        </pc:sldMkLst>
        <pc:spChg chg="mod">
          <ac:chgData name="Sara Muneeb" userId="29b624b1-a719-43f5-9b52-388cd4043c04" providerId="ADAL" clId="{B18980C9-B69F-43F8-8AE4-152619B45C55}" dt="2022-12-20T01:48:07.563" v="58" actId="20577"/>
          <ac:spMkLst>
            <pc:docMk/>
            <pc:sldMk cId="2984185032" sldId="256"/>
            <ac:spMk id="2" creationId="{00000000-0000-0000-0000-000000000000}"/>
          </ac:spMkLst>
        </pc:spChg>
      </pc:sldChg>
      <pc:sldChg chg="del">
        <pc:chgData name="Sara Muneeb" userId="29b624b1-a719-43f5-9b52-388cd4043c04" providerId="ADAL" clId="{B18980C9-B69F-43F8-8AE4-152619B45C55}" dt="2022-12-20T01:46:30.881" v="0" actId="47"/>
        <pc:sldMkLst>
          <pc:docMk/>
          <pc:sldMk cId="2712128638" sldId="257"/>
        </pc:sldMkLst>
      </pc:sldChg>
      <pc:sldChg chg="modSp new mod">
        <pc:chgData name="Sara Muneeb" userId="29b624b1-a719-43f5-9b52-388cd4043c04" providerId="ADAL" clId="{B18980C9-B69F-43F8-8AE4-152619B45C55}" dt="2022-12-20T01:56:19.646" v="185" actId="20577"/>
        <pc:sldMkLst>
          <pc:docMk/>
          <pc:sldMk cId="3235644761" sldId="257"/>
        </pc:sldMkLst>
        <pc:spChg chg="mod">
          <ac:chgData name="Sara Muneeb" userId="29b624b1-a719-43f5-9b52-388cd4043c04" providerId="ADAL" clId="{B18980C9-B69F-43F8-8AE4-152619B45C55}" dt="2022-12-20T01:47:04.559" v="13" actId="20577"/>
          <ac:spMkLst>
            <pc:docMk/>
            <pc:sldMk cId="3235644761" sldId="257"/>
            <ac:spMk id="2" creationId="{10F8E93C-68F2-A040-872A-5835E3650425}"/>
          </ac:spMkLst>
        </pc:spChg>
        <pc:spChg chg="mod">
          <ac:chgData name="Sara Muneeb" userId="29b624b1-a719-43f5-9b52-388cd4043c04" providerId="ADAL" clId="{B18980C9-B69F-43F8-8AE4-152619B45C55}" dt="2022-12-20T01:56:19.646" v="185" actId="20577"/>
          <ac:spMkLst>
            <pc:docMk/>
            <pc:sldMk cId="3235644761" sldId="257"/>
            <ac:spMk id="3" creationId="{0DDC6434-BB2B-32C6-85F3-926B029CA508}"/>
          </ac:spMkLst>
        </pc:spChg>
      </pc:sldChg>
      <pc:sldChg chg="modSp new mod">
        <pc:chgData name="Sara Muneeb" userId="29b624b1-a719-43f5-9b52-388cd4043c04" providerId="ADAL" clId="{B18980C9-B69F-43F8-8AE4-152619B45C55}" dt="2022-12-20T02:00:19.878" v="226" actId="20577"/>
        <pc:sldMkLst>
          <pc:docMk/>
          <pc:sldMk cId="2084073474" sldId="258"/>
        </pc:sldMkLst>
        <pc:spChg chg="mod">
          <ac:chgData name="Sara Muneeb" userId="29b624b1-a719-43f5-9b52-388cd4043c04" providerId="ADAL" clId="{B18980C9-B69F-43F8-8AE4-152619B45C55}" dt="2022-12-20T01:56:31.870" v="199" actId="20577"/>
          <ac:spMkLst>
            <pc:docMk/>
            <pc:sldMk cId="2084073474" sldId="258"/>
            <ac:spMk id="2" creationId="{DC982AE2-C58E-967E-9EE4-55214FFC3A5F}"/>
          </ac:spMkLst>
        </pc:spChg>
        <pc:spChg chg="mod">
          <ac:chgData name="Sara Muneeb" userId="29b624b1-a719-43f5-9b52-388cd4043c04" providerId="ADAL" clId="{B18980C9-B69F-43F8-8AE4-152619B45C55}" dt="2022-12-20T02:00:19.878" v="226" actId="20577"/>
          <ac:spMkLst>
            <pc:docMk/>
            <pc:sldMk cId="2084073474" sldId="258"/>
            <ac:spMk id="3" creationId="{C6722DFC-B9DC-A9D8-0F62-4EE9DED40425}"/>
          </ac:spMkLst>
        </pc:spChg>
      </pc:sldChg>
      <pc:sldChg chg="del">
        <pc:chgData name="Sara Muneeb" userId="29b624b1-a719-43f5-9b52-388cd4043c04" providerId="ADAL" clId="{B18980C9-B69F-43F8-8AE4-152619B45C55}" dt="2022-12-20T01:46:30.881" v="0" actId="47"/>
        <pc:sldMkLst>
          <pc:docMk/>
          <pc:sldMk cId="3269686779" sldId="258"/>
        </pc:sldMkLst>
      </pc:sldChg>
      <pc:sldChg chg="del">
        <pc:chgData name="Sara Muneeb" userId="29b624b1-a719-43f5-9b52-388cd4043c04" providerId="ADAL" clId="{B18980C9-B69F-43F8-8AE4-152619B45C55}" dt="2022-12-20T01:46:30.881" v="0" actId="47"/>
        <pc:sldMkLst>
          <pc:docMk/>
          <pc:sldMk cId="1138474640" sldId="259"/>
        </pc:sldMkLst>
      </pc:sldChg>
      <pc:sldChg chg="addSp modSp new mod">
        <pc:chgData name="Sara Muneeb" userId="29b624b1-a719-43f5-9b52-388cd4043c04" providerId="ADAL" clId="{B18980C9-B69F-43F8-8AE4-152619B45C55}" dt="2022-12-20T02:08:26.149" v="264" actId="20577"/>
        <pc:sldMkLst>
          <pc:docMk/>
          <pc:sldMk cId="2350102548" sldId="259"/>
        </pc:sldMkLst>
        <pc:spChg chg="mod">
          <ac:chgData name="Sara Muneeb" userId="29b624b1-a719-43f5-9b52-388cd4043c04" providerId="ADAL" clId="{B18980C9-B69F-43F8-8AE4-152619B45C55}" dt="2022-12-20T02:08:26.149" v="264" actId="20577"/>
          <ac:spMkLst>
            <pc:docMk/>
            <pc:sldMk cId="2350102548" sldId="259"/>
            <ac:spMk id="2" creationId="{623BC528-D9D1-A299-E79F-8554DAD37627}"/>
          </ac:spMkLst>
        </pc:spChg>
        <pc:spChg chg="mod">
          <ac:chgData name="Sara Muneeb" userId="29b624b1-a719-43f5-9b52-388cd4043c04" providerId="ADAL" clId="{B18980C9-B69F-43F8-8AE4-152619B45C55}" dt="2022-12-20T02:04:25.687" v="246"/>
          <ac:spMkLst>
            <pc:docMk/>
            <pc:sldMk cId="2350102548" sldId="259"/>
            <ac:spMk id="3" creationId="{E6F2F8D3-823B-AEBA-E042-3824AAF6B2CA}"/>
          </ac:spMkLst>
        </pc:spChg>
        <pc:spChg chg="add mod">
          <ac:chgData name="Sara Muneeb" userId="29b624b1-a719-43f5-9b52-388cd4043c04" providerId="ADAL" clId="{B18980C9-B69F-43F8-8AE4-152619B45C55}" dt="2022-12-20T02:04:35.913" v="249" actId="207"/>
          <ac:spMkLst>
            <pc:docMk/>
            <pc:sldMk cId="2350102548" sldId="259"/>
            <ac:spMk id="7" creationId="{35888F44-3291-B4A0-6976-B3C0D77C9B55}"/>
          </ac:spMkLst>
        </pc:spChg>
        <pc:picChg chg="add mod ord">
          <ac:chgData name="Sara Muneeb" userId="29b624b1-a719-43f5-9b52-388cd4043c04" providerId="ADAL" clId="{B18980C9-B69F-43F8-8AE4-152619B45C55}" dt="2022-12-20T02:04:08.599" v="244" actId="167"/>
          <ac:picMkLst>
            <pc:docMk/>
            <pc:sldMk cId="2350102548" sldId="259"/>
            <ac:picMk id="5" creationId="{5482302C-2329-0A2B-6BCB-ACE3F6C17704}"/>
          </ac:picMkLst>
        </pc:picChg>
      </pc:sldChg>
      <pc:sldChg chg="del">
        <pc:chgData name="Sara Muneeb" userId="29b624b1-a719-43f5-9b52-388cd4043c04" providerId="ADAL" clId="{B18980C9-B69F-43F8-8AE4-152619B45C55}" dt="2022-12-20T01:46:30.881" v="0" actId="47"/>
        <pc:sldMkLst>
          <pc:docMk/>
          <pc:sldMk cId="1656695851" sldId="260"/>
        </pc:sldMkLst>
      </pc:sldChg>
      <pc:sldChg chg="addSp delSp modSp new mod">
        <pc:chgData name="Sara Muneeb" userId="29b624b1-a719-43f5-9b52-388cd4043c04" providerId="ADAL" clId="{B18980C9-B69F-43F8-8AE4-152619B45C55}" dt="2022-12-20T02:08:32.115" v="273" actId="20577"/>
        <pc:sldMkLst>
          <pc:docMk/>
          <pc:sldMk cId="3580873466" sldId="260"/>
        </pc:sldMkLst>
        <pc:spChg chg="mod">
          <ac:chgData name="Sara Muneeb" userId="29b624b1-a719-43f5-9b52-388cd4043c04" providerId="ADAL" clId="{B18980C9-B69F-43F8-8AE4-152619B45C55}" dt="2022-12-20T02:08:32.115" v="273" actId="20577"/>
          <ac:spMkLst>
            <pc:docMk/>
            <pc:sldMk cId="3580873466" sldId="260"/>
            <ac:spMk id="2" creationId="{55E3284B-A84D-8998-2841-95B3AA2C9366}"/>
          </ac:spMkLst>
        </pc:spChg>
        <pc:spChg chg="del">
          <ac:chgData name="Sara Muneeb" userId="29b624b1-a719-43f5-9b52-388cd4043c04" providerId="ADAL" clId="{B18980C9-B69F-43F8-8AE4-152619B45C55}" dt="2022-12-20T02:07:11.616" v="251" actId="22"/>
          <ac:spMkLst>
            <pc:docMk/>
            <pc:sldMk cId="3580873466" sldId="260"/>
            <ac:spMk id="3" creationId="{89659B3F-0804-D60F-9A2C-1BE0F6C6476A}"/>
          </ac:spMkLst>
        </pc:spChg>
        <pc:picChg chg="add mod ord">
          <ac:chgData name="Sara Muneeb" userId="29b624b1-a719-43f5-9b52-388cd4043c04" providerId="ADAL" clId="{B18980C9-B69F-43F8-8AE4-152619B45C55}" dt="2022-12-20T02:07:11.616" v="251" actId="22"/>
          <ac:picMkLst>
            <pc:docMk/>
            <pc:sldMk cId="3580873466" sldId="260"/>
            <ac:picMk id="5" creationId="{19EF8ED5-27EE-6901-7CD0-8162BF132D7E}"/>
          </ac:picMkLst>
        </pc:picChg>
      </pc:sldChg>
      <pc:sldChg chg="addSp modSp new mod">
        <pc:chgData name="Sara Muneeb" userId="29b624b1-a719-43f5-9b52-388cd4043c04" providerId="ADAL" clId="{B18980C9-B69F-43F8-8AE4-152619B45C55}" dt="2022-12-20T02:09:57.715" v="317" actId="14100"/>
        <pc:sldMkLst>
          <pc:docMk/>
          <pc:sldMk cId="1900678095" sldId="261"/>
        </pc:sldMkLst>
        <pc:spChg chg="mod">
          <ac:chgData name="Sara Muneeb" userId="29b624b1-a719-43f5-9b52-388cd4043c04" providerId="ADAL" clId="{B18980C9-B69F-43F8-8AE4-152619B45C55}" dt="2022-12-20T02:08:43.084" v="288" actId="20577"/>
          <ac:spMkLst>
            <pc:docMk/>
            <pc:sldMk cId="1900678095" sldId="261"/>
            <ac:spMk id="2" creationId="{C279185E-AA2A-A7E7-42F2-2F5292DC374D}"/>
          </ac:spMkLst>
        </pc:spChg>
        <pc:spChg chg="mod">
          <ac:chgData name="Sara Muneeb" userId="29b624b1-a719-43f5-9b52-388cd4043c04" providerId="ADAL" clId="{B18980C9-B69F-43F8-8AE4-152619B45C55}" dt="2022-12-20T02:09:03.441" v="307" actId="123"/>
          <ac:spMkLst>
            <pc:docMk/>
            <pc:sldMk cId="1900678095" sldId="261"/>
            <ac:spMk id="3" creationId="{6A600298-A2E6-DFA5-6B32-2A831769B313}"/>
          </ac:spMkLst>
        </pc:spChg>
        <pc:picChg chg="add mod ord">
          <ac:chgData name="Sara Muneeb" userId="29b624b1-a719-43f5-9b52-388cd4043c04" providerId="ADAL" clId="{B18980C9-B69F-43F8-8AE4-152619B45C55}" dt="2022-12-20T02:09:57.715" v="317" actId="14100"/>
          <ac:picMkLst>
            <pc:docMk/>
            <pc:sldMk cId="1900678095" sldId="261"/>
            <ac:picMk id="5" creationId="{88F96B5A-8D30-4908-69C5-612400335DBE}"/>
          </ac:picMkLst>
        </pc:picChg>
      </pc:sldChg>
      <pc:sldChg chg="del">
        <pc:chgData name="Sara Muneeb" userId="29b624b1-a719-43f5-9b52-388cd4043c04" providerId="ADAL" clId="{B18980C9-B69F-43F8-8AE4-152619B45C55}" dt="2022-12-20T01:46:30.881" v="0" actId="47"/>
        <pc:sldMkLst>
          <pc:docMk/>
          <pc:sldMk cId="3233058487" sldId="261"/>
        </pc:sldMkLst>
      </pc:sldChg>
      <pc:sldChg chg="new">
        <pc:chgData name="Sara Muneeb" userId="29b624b1-a719-43f5-9b52-388cd4043c04" providerId="ADAL" clId="{B18980C9-B69F-43F8-8AE4-152619B45C55}" dt="2022-12-20T02:10:07.685" v="318" actId="680"/>
        <pc:sldMkLst>
          <pc:docMk/>
          <pc:sldMk cId="360711380" sldId="262"/>
        </pc:sldMkLst>
      </pc:sldChg>
      <pc:sldChg chg="del">
        <pc:chgData name="Sara Muneeb" userId="29b624b1-a719-43f5-9b52-388cd4043c04" providerId="ADAL" clId="{B18980C9-B69F-43F8-8AE4-152619B45C55}" dt="2022-12-20T01:46:30.881" v="0" actId="47"/>
        <pc:sldMkLst>
          <pc:docMk/>
          <pc:sldMk cId="2521153610" sldId="262"/>
        </pc:sldMkLst>
      </pc:sldChg>
      <pc:sldChg chg="del">
        <pc:chgData name="Sara Muneeb" userId="29b624b1-a719-43f5-9b52-388cd4043c04" providerId="ADAL" clId="{B18980C9-B69F-43F8-8AE4-152619B45C55}" dt="2022-12-20T01:46:30.881" v="0" actId="47"/>
        <pc:sldMkLst>
          <pc:docMk/>
          <pc:sldMk cId="727680694" sldId="263"/>
        </pc:sldMkLst>
      </pc:sldChg>
      <pc:sldChg chg="del">
        <pc:chgData name="Sara Muneeb" userId="29b624b1-a719-43f5-9b52-388cd4043c04" providerId="ADAL" clId="{B18980C9-B69F-43F8-8AE4-152619B45C55}" dt="2022-12-20T01:46:30.881" v="0" actId="47"/>
        <pc:sldMkLst>
          <pc:docMk/>
          <pc:sldMk cId="786008801" sldId="264"/>
        </pc:sldMkLst>
      </pc:sldChg>
      <pc:sldChg chg="del">
        <pc:chgData name="Sara Muneeb" userId="29b624b1-a719-43f5-9b52-388cd4043c04" providerId="ADAL" clId="{B18980C9-B69F-43F8-8AE4-152619B45C55}" dt="2022-12-20T01:46:30.881" v="0" actId="47"/>
        <pc:sldMkLst>
          <pc:docMk/>
          <pc:sldMk cId="1786857512" sldId="265"/>
        </pc:sldMkLst>
      </pc:sldChg>
      <pc:sldChg chg="del">
        <pc:chgData name="Sara Muneeb" userId="29b624b1-a719-43f5-9b52-388cd4043c04" providerId="ADAL" clId="{B18980C9-B69F-43F8-8AE4-152619B45C55}" dt="2022-12-20T01:46:30.881" v="0" actId="47"/>
        <pc:sldMkLst>
          <pc:docMk/>
          <pc:sldMk cId="4139956580" sldId="266"/>
        </pc:sldMkLst>
      </pc:sldChg>
      <pc:sldChg chg="del">
        <pc:chgData name="Sara Muneeb" userId="29b624b1-a719-43f5-9b52-388cd4043c04" providerId="ADAL" clId="{B18980C9-B69F-43F8-8AE4-152619B45C55}" dt="2022-12-20T01:46:30.881" v="0" actId="47"/>
        <pc:sldMkLst>
          <pc:docMk/>
          <pc:sldMk cId="655993881" sldId="267"/>
        </pc:sldMkLst>
      </pc:sldChg>
      <pc:sldChg chg="del">
        <pc:chgData name="Sara Muneeb" userId="29b624b1-a719-43f5-9b52-388cd4043c04" providerId="ADAL" clId="{B18980C9-B69F-43F8-8AE4-152619B45C55}" dt="2022-12-20T01:46:30.881" v="0" actId="47"/>
        <pc:sldMkLst>
          <pc:docMk/>
          <pc:sldMk cId="187108510" sldId="268"/>
        </pc:sldMkLst>
      </pc:sldChg>
      <pc:sldChg chg="del">
        <pc:chgData name="Sara Muneeb" userId="29b624b1-a719-43f5-9b52-388cd4043c04" providerId="ADAL" clId="{B18980C9-B69F-43F8-8AE4-152619B45C55}" dt="2022-12-20T01:46:30.881" v="0" actId="47"/>
        <pc:sldMkLst>
          <pc:docMk/>
          <pc:sldMk cId="2685620422" sldId="269"/>
        </pc:sldMkLst>
      </pc:sldChg>
      <pc:sldChg chg="del">
        <pc:chgData name="Sara Muneeb" userId="29b624b1-a719-43f5-9b52-388cd4043c04" providerId="ADAL" clId="{B18980C9-B69F-43F8-8AE4-152619B45C55}" dt="2022-12-20T01:46:30.881" v="0" actId="47"/>
        <pc:sldMkLst>
          <pc:docMk/>
          <pc:sldMk cId="1592908027" sldId="270"/>
        </pc:sldMkLst>
      </pc:sldChg>
      <pc:sldChg chg="del">
        <pc:chgData name="Sara Muneeb" userId="29b624b1-a719-43f5-9b52-388cd4043c04" providerId="ADAL" clId="{B18980C9-B69F-43F8-8AE4-152619B45C55}" dt="2022-12-20T01:46:30.881" v="0" actId="47"/>
        <pc:sldMkLst>
          <pc:docMk/>
          <pc:sldMk cId="3111914320" sldId="271"/>
        </pc:sldMkLst>
      </pc:sldChg>
      <pc:sldChg chg="del">
        <pc:chgData name="Sara Muneeb" userId="29b624b1-a719-43f5-9b52-388cd4043c04" providerId="ADAL" clId="{B18980C9-B69F-43F8-8AE4-152619B45C55}" dt="2022-12-20T01:46:30.881" v="0" actId="47"/>
        <pc:sldMkLst>
          <pc:docMk/>
          <pc:sldMk cId="4241662000" sldId="272"/>
        </pc:sldMkLst>
      </pc:sldChg>
      <pc:sldChg chg="del">
        <pc:chgData name="Sara Muneeb" userId="29b624b1-a719-43f5-9b52-388cd4043c04" providerId="ADAL" clId="{B18980C9-B69F-43F8-8AE4-152619B45C55}" dt="2022-12-20T01:46:30.881" v="0" actId="47"/>
        <pc:sldMkLst>
          <pc:docMk/>
          <pc:sldMk cId="1104730889" sldId="273"/>
        </pc:sldMkLst>
      </pc:sldChg>
      <pc:sldChg chg="del">
        <pc:chgData name="Sara Muneeb" userId="29b624b1-a719-43f5-9b52-388cd4043c04" providerId="ADAL" clId="{B18980C9-B69F-43F8-8AE4-152619B45C55}" dt="2022-12-20T01:46:30.881" v="0" actId="47"/>
        <pc:sldMkLst>
          <pc:docMk/>
          <pc:sldMk cId="1145746347" sldId="274"/>
        </pc:sldMkLst>
      </pc:sldChg>
      <pc:sldChg chg="del">
        <pc:chgData name="Sara Muneeb" userId="29b624b1-a719-43f5-9b52-388cd4043c04" providerId="ADAL" clId="{B18980C9-B69F-43F8-8AE4-152619B45C55}" dt="2022-12-20T01:46:30.881" v="0" actId="47"/>
        <pc:sldMkLst>
          <pc:docMk/>
          <pc:sldMk cId="410102142" sldId="275"/>
        </pc:sldMkLst>
      </pc:sldChg>
      <pc:sldChg chg="del">
        <pc:chgData name="Sara Muneeb" userId="29b624b1-a719-43f5-9b52-388cd4043c04" providerId="ADAL" clId="{B18980C9-B69F-43F8-8AE4-152619B45C55}" dt="2022-12-20T01:46:30.881" v="0" actId="47"/>
        <pc:sldMkLst>
          <pc:docMk/>
          <pc:sldMk cId="3090277031" sldId="276"/>
        </pc:sldMkLst>
      </pc:sldChg>
      <pc:sldChg chg="del">
        <pc:chgData name="Sara Muneeb" userId="29b624b1-a719-43f5-9b52-388cd4043c04" providerId="ADAL" clId="{B18980C9-B69F-43F8-8AE4-152619B45C55}" dt="2022-12-20T01:46:30.881" v="0" actId="47"/>
        <pc:sldMkLst>
          <pc:docMk/>
          <pc:sldMk cId="4153406677" sldId="277"/>
        </pc:sldMkLst>
      </pc:sldChg>
      <pc:sldChg chg="del">
        <pc:chgData name="Sara Muneeb" userId="29b624b1-a719-43f5-9b52-388cd4043c04" providerId="ADAL" clId="{B18980C9-B69F-43F8-8AE4-152619B45C55}" dt="2022-12-20T01:46:30.881" v="0" actId="47"/>
        <pc:sldMkLst>
          <pc:docMk/>
          <pc:sldMk cId="2389945778" sldId="278"/>
        </pc:sldMkLst>
      </pc:sldChg>
      <pc:sldChg chg="del">
        <pc:chgData name="Sara Muneeb" userId="29b624b1-a719-43f5-9b52-388cd4043c04" providerId="ADAL" clId="{B18980C9-B69F-43F8-8AE4-152619B45C55}" dt="2022-12-20T01:46:30.881" v="0" actId="47"/>
        <pc:sldMkLst>
          <pc:docMk/>
          <pc:sldMk cId="3912674407" sldId="279"/>
        </pc:sldMkLst>
      </pc:sldChg>
      <pc:sldChg chg="del">
        <pc:chgData name="Sara Muneeb" userId="29b624b1-a719-43f5-9b52-388cd4043c04" providerId="ADAL" clId="{B18980C9-B69F-43F8-8AE4-152619B45C55}" dt="2022-12-20T01:46:30.881" v="0" actId="47"/>
        <pc:sldMkLst>
          <pc:docMk/>
          <pc:sldMk cId="3072065120" sldId="280"/>
        </pc:sldMkLst>
      </pc:sldChg>
      <pc:sldChg chg="del">
        <pc:chgData name="Sara Muneeb" userId="29b624b1-a719-43f5-9b52-388cd4043c04" providerId="ADAL" clId="{B18980C9-B69F-43F8-8AE4-152619B45C55}" dt="2022-12-20T01:46:30.881" v="0" actId="47"/>
        <pc:sldMkLst>
          <pc:docMk/>
          <pc:sldMk cId="564349661" sldId="281"/>
        </pc:sldMkLst>
      </pc:sldChg>
      <pc:sldChg chg="del">
        <pc:chgData name="Sara Muneeb" userId="29b624b1-a719-43f5-9b52-388cd4043c04" providerId="ADAL" clId="{B18980C9-B69F-43F8-8AE4-152619B45C55}" dt="2022-12-20T01:46:30.881" v="0" actId="47"/>
        <pc:sldMkLst>
          <pc:docMk/>
          <pc:sldMk cId="2632875915" sldId="282"/>
        </pc:sldMkLst>
      </pc:sldChg>
      <pc:sldChg chg="del">
        <pc:chgData name="Sara Muneeb" userId="29b624b1-a719-43f5-9b52-388cd4043c04" providerId="ADAL" clId="{B18980C9-B69F-43F8-8AE4-152619B45C55}" dt="2022-12-20T01:46:30.881" v="0" actId="47"/>
        <pc:sldMkLst>
          <pc:docMk/>
          <pc:sldMk cId="1994472083" sldId="283"/>
        </pc:sldMkLst>
      </pc:sldChg>
      <pc:sldChg chg="del">
        <pc:chgData name="Sara Muneeb" userId="29b624b1-a719-43f5-9b52-388cd4043c04" providerId="ADAL" clId="{B18980C9-B69F-43F8-8AE4-152619B45C55}" dt="2022-12-20T01:46:30.881" v="0" actId="47"/>
        <pc:sldMkLst>
          <pc:docMk/>
          <pc:sldMk cId="1935204131" sldId="284"/>
        </pc:sldMkLst>
      </pc:sldChg>
      <pc:sldChg chg="del">
        <pc:chgData name="Sara Muneeb" userId="29b624b1-a719-43f5-9b52-388cd4043c04" providerId="ADAL" clId="{B18980C9-B69F-43F8-8AE4-152619B45C55}" dt="2022-12-20T01:46:30.881" v="0" actId="47"/>
        <pc:sldMkLst>
          <pc:docMk/>
          <pc:sldMk cId="1483931368" sldId="285"/>
        </pc:sldMkLst>
      </pc:sldChg>
      <pc:sldChg chg="del">
        <pc:chgData name="Sara Muneeb" userId="29b624b1-a719-43f5-9b52-388cd4043c04" providerId="ADAL" clId="{B18980C9-B69F-43F8-8AE4-152619B45C55}" dt="2022-12-20T01:46:30.881" v="0" actId="47"/>
        <pc:sldMkLst>
          <pc:docMk/>
          <pc:sldMk cId="3581349427" sldId="286"/>
        </pc:sldMkLst>
      </pc:sldChg>
      <pc:sldChg chg="del">
        <pc:chgData name="Sara Muneeb" userId="29b624b1-a719-43f5-9b52-388cd4043c04" providerId="ADAL" clId="{B18980C9-B69F-43F8-8AE4-152619B45C55}" dt="2022-12-20T01:46:30.881" v="0" actId="47"/>
        <pc:sldMkLst>
          <pc:docMk/>
          <pc:sldMk cId="3618331922" sldId="287"/>
        </pc:sldMkLst>
      </pc:sldChg>
      <pc:sldChg chg="del">
        <pc:chgData name="Sara Muneeb" userId="29b624b1-a719-43f5-9b52-388cd4043c04" providerId="ADAL" clId="{B18980C9-B69F-43F8-8AE4-152619B45C55}" dt="2022-12-20T01:46:30.881" v="0" actId="47"/>
        <pc:sldMkLst>
          <pc:docMk/>
          <pc:sldMk cId="3779645661" sldId="288"/>
        </pc:sldMkLst>
      </pc:sldChg>
      <pc:sldChg chg="del">
        <pc:chgData name="Sara Muneeb" userId="29b624b1-a719-43f5-9b52-388cd4043c04" providerId="ADAL" clId="{B18980C9-B69F-43F8-8AE4-152619B45C55}" dt="2022-12-20T01:46:30.881" v="0" actId="47"/>
        <pc:sldMkLst>
          <pc:docMk/>
          <pc:sldMk cId="4132694980" sldId="289"/>
        </pc:sldMkLst>
      </pc:sldChg>
      <pc:sldChg chg="del">
        <pc:chgData name="Sara Muneeb" userId="29b624b1-a719-43f5-9b52-388cd4043c04" providerId="ADAL" clId="{B18980C9-B69F-43F8-8AE4-152619B45C55}" dt="2022-12-20T01:46:30.881" v="0" actId="47"/>
        <pc:sldMkLst>
          <pc:docMk/>
          <pc:sldMk cId="375111435" sldId="290"/>
        </pc:sldMkLst>
      </pc:sldChg>
      <pc:sldChg chg="del">
        <pc:chgData name="Sara Muneeb" userId="29b624b1-a719-43f5-9b52-388cd4043c04" providerId="ADAL" clId="{B18980C9-B69F-43F8-8AE4-152619B45C55}" dt="2022-12-20T01:46:30.881" v="0" actId="47"/>
        <pc:sldMkLst>
          <pc:docMk/>
          <pc:sldMk cId="2769951071" sldId="291"/>
        </pc:sldMkLst>
      </pc:sldChg>
      <pc:sldChg chg="del">
        <pc:chgData name="Sara Muneeb" userId="29b624b1-a719-43f5-9b52-388cd4043c04" providerId="ADAL" clId="{B18980C9-B69F-43F8-8AE4-152619B45C55}" dt="2022-12-20T01:46:30.881" v="0" actId="47"/>
        <pc:sldMkLst>
          <pc:docMk/>
          <pc:sldMk cId="3827881925" sldId="292"/>
        </pc:sldMkLst>
      </pc:sldChg>
      <pc:sldChg chg="del">
        <pc:chgData name="Sara Muneeb" userId="29b624b1-a719-43f5-9b52-388cd4043c04" providerId="ADAL" clId="{B18980C9-B69F-43F8-8AE4-152619B45C55}" dt="2022-12-20T01:46:30.881" v="0" actId="47"/>
        <pc:sldMkLst>
          <pc:docMk/>
          <pc:sldMk cId="2450266765" sldId="293"/>
        </pc:sldMkLst>
      </pc:sldChg>
      <pc:sldChg chg="del">
        <pc:chgData name="Sara Muneeb" userId="29b624b1-a719-43f5-9b52-388cd4043c04" providerId="ADAL" clId="{B18980C9-B69F-43F8-8AE4-152619B45C55}" dt="2022-12-20T01:46:30.881" v="0" actId="47"/>
        <pc:sldMkLst>
          <pc:docMk/>
          <pc:sldMk cId="84299038" sldId="294"/>
        </pc:sldMkLst>
      </pc:sldChg>
      <pc:sldChg chg="del">
        <pc:chgData name="Sara Muneeb" userId="29b624b1-a719-43f5-9b52-388cd4043c04" providerId="ADAL" clId="{B18980C9-B69F-43F8-8AE4-152619B45C55}" dt="2022-12-20T01:46:30.881" v="0" actId="47"/>
        <pc:sldMkLst>
          <pc:docMk/>
          <pc:sldMk cId="2039830784" sldId="295"/>
        </pc:sldMkLst>
      </pc:sldChg>
      <pc:sldChg chg="del">
        <pc:chgData name="Sara Muneeb" userId="29b624b1-a719-43f5-9b52-388cd4043c04" providerId="ADAL" clId="{B18980C9-B69F-43F8-8AE4-152619B45C55}" dt="2022-12-20T01:46:30.881" v="0" actId="47"/>
        <pc:sldMkLst>
          <pc:docMk/>
          <pc:sldMk cId="1097523679" sldId="296"/>
        </pc:sldMkLst>
      </pc:sldChg>
      <pc:sldChg chg="del">
        <pc:chgData name="Sara Muneeb" userId="29b624b1-a719-43f5-9b52-388cd4043c04" providerId="ADAL" clId="{B18980C9-B69F-43F8-8AE4-152619B45C55}" dt="2022-12-20T01:46:30.881" v="0" actId="47"/>
        <pc:sldMkLst>
          <pc:docMk/>
          <pc:sldMk cId="1441549388" sldId="297"/>
        </pc:sldMkLst>
      </pc:sldChg>
      <pc:sldChg chg="del">
        <pc:chgData name="Sara Muneeb" userId="29b624b1-a719-43f5-9b52-388cd4043c04" providerId="ADAL" clId="{B18980C9-B69F-43F8-8AE4-152619B45C55}" dt="2022-12-20T01:46:30.881" v="0" actId="47"/>
        <pc:sldMkLst>
          <pc:docMk/>
          <pc:sldMk cId="215729763" sldId="298"/>
        </pc:sldMkLst>
      </pc:sldChg>
      <pc:sldChg chg="del">
        <pc:chgData name="Sara Muneeb" userId="29b624b1-a719-43f5-9b52-388cd4043c04" providerId="ADAL" clId="{B18980C9-B69F-43F8-8AE4-152619B45C55}" dt="2022-12-20T01:46:30.881" v="0" actId="47"/>
        <pc:sldMkLst>
          <pc:docMk/>
          <pc:sldMk cId="3590945726" sldId="299"/>
        </pc:sldMkLst>
      </pc:sldChg>
      <pc:sldChg chg="del">
        <pc:chgData name="Sara Muneeb" userId="29b624b1-a719-43f5-9b52-388cd4043c04" providerId="ADAL" clId="{B18980C9-B69F-43F8-8AE4-152619B45C55}" dt="2022-12-20T01:46:30.881" v="0" actId="47"/>
        <pc:sldMkLst>
          <pc:docMk/>
          <pc:sldMk cId="3671499884" sldId="300"/>
        </pc:sldMkLst>
      </pc:sldChg>
      <pc:sldChg chg="del">
        <pc:chgData name="Sara Muneeb" userId="29b624b1-a719-43f5-9b52-388cd4043c04" providerId="ADAL" clId="{B18980C9-B69F-43F8-8AE4-152619B45C55}" dt="2022-12-20T01:46:30.881" v="0" actId="47"/>
        <pc:sldMkLst>
          <pc:docMk/>
          <pc:sldMk cId="3206440598" sldId="301"/>
        </pc:sldMkLst>
      </pc:sldChg>
      <pc:sldChg chg="del">
        <pc:chgData name="Sara Muneeb" userId="29b624b1-a719-43f5-9b52-388cd4043c04" providerId="ADAL" clId="{B18980C9-B69F-43F8-8AE4-152619B45C55}" dt="2022-12-20T01:46:30.881" v="0" actId="47"/>
        <pc:sldMkLst>
          <pc:docMk/>
          <pc:sldMk cId="2152240933" sldId="302"/>
        </pc:sldMkLst>
      </pc:sldChg>
      <pc:sldChg chg="del">
        <pc:chgData name="Sara Muneeb" userId="29b624b1-a719-43f5-9b52-388cd4043c04" providerId="ADAL" clId="{B18980C9-B69F-43F8-8AE4-152619B45C55}" dt="2022-12-20T01:46:30.881" v="0" actId="47"/>
        <pc:sldMkLst>
          <pc:docMk/>
          <pc:sldMk cId="702773951" sldId="303"/>
        </pc:sldMkLst>
      </pc:sldChg>
      <pc:sldChg chg="del">
        <pc:chgData name="Sara Muneeb" userId="29b624b1-a719-43f5-9b52-388cd4043c04" providerId="ADAL" clId="{B18980C9-B69F-43F8-8AE4-152619B45C55}" dt="2022-12-20T01:46:30.881" v="0" actId="47"/>
        <pc:sldMkLst>
          <pc:docMk/>
          <pc:sldMk cId="102010681" sldId="304"/>
        </pc:sldMkLst>
      </pc:sldChg>
      <pc:sldChg chg="del">
        <pc:chgData name="Sara Muneeb" userId="29b624b1-a719-43f5-9b52-388cd4043c04" providerId="ADAL" clId="{B18980C9-B69F-43F8-8AE4-152619B45C55}" dt="2022-12-20T01:46:30.881" v="0" actId="47"/>
        <pc:sldMkLst>
          <pc:docMk/>
          <pc:sldMk cId="3182401857" sldId="305"/>
        </pc:sldMkLst>
      </pc:sldChg>
      <pc:sldChg chg="del">
        <pc:chgData name="Sara Muneeb" userId="29b624b1-a719-43f5-9b52-388cd4043c04" providerId="ADAL" clId="{B18980C9-B69F-43F8-8AE4-152619B45C55}" dt="2022-12-20T01:46:30.881" v="0" actId="47"/>
        <pc:sldMkLst>
          <pc:docMk/>
          <pc:sldMk cId="971481682" sldId="306"/>
        </pc:sldMkLst>
      </pc:sldChg>
      <pc:sldChg chg="del">
        <pc:chgData name="Sara Muneeb" userId="29b624b1-a719-43f5-9b52-388cd4043c04" providerId="ADAL" clId="{B18980C9-B69F-43F8-8AE4-152619B45C55}" dt="2022-12-20T01:46:30.881" v="0" actId="47"/>
        <pc:sldMkLst>
          <pc:docMk/>
          <pc:sldMk cId="3928695709" sldId="307"/>
        </pc:sldMkLst>
      </pc:sldChg>
      <pc:sldChg chg="del">
        <pc:chgData name="Sara Muneeb" userId="29b624b1-a719-43f5-9b52-388cd4043c04" providerId="ADAL" clId="{B18980C9-B69F-43F8-8AE4-152619B45C55}" dt="2022-12-20T01:46:30.881" v="0" actId="47"/>
        <pc:sldMkLst>
          <pc:docMk/>
          <pc:sldMk cId="286496004" sldId="308"/>
        </pc:sldMkLst>
      </pc:sldChg>
      <pc:sldChg chg="del">
        <pc:chgData name="Sara Muneeb" userId="29b624b1-a719-43f5-9b52-388cd4043c04" providerId="ADAL" clId="{B18980C9-B69F-43F8-8AE4-152619B45C55}" dt="2022-12-20T01:46:30.881" v="0" actId="47"/>
        <pc:sldMkLst>
          <pc:docMk/>
          <pc:sldMk cId="4004105715" sldId="309"/>
        </pc:sldMkLst>
      </pc:sldChg>
      <pc:sldChg chg="del">
        <pc:chgData name="Sara Muneeb" userId="29b624b1-a719-43f5-9b52-388cd4043c04" providerId="ADAL" clId="{B18980C9-B69F-43F8-8AE4-152619B45C55}" dt="2022-12-20T01:46:30.881" v="0" actId="47"/>
        <pc:sldMkLst>
          <pc:docMk/>
          <pc:sldMk cId="402388985" sldId="310"/>
        </pc:sldMkLst>
      </pc:sldChg>
    </pc:docChg>
  </pc:docChgLst>
  <pc:docChgLst>
    <pc:chgData name="Sara Muneeb" userId="29b624b1-a719-43f5-9b52-388cd4043c04" providerId="ADAL" clId="{10D3A54C-D4DA-44D3-89CD-8D707469CA0C}"/>
    <pc:docChg chg="addSld delSld modSld">
      <pc:chgData name="Sara Muneeb" userId="29b624b1-a719-43f5-9b52-388cd4043c04" providerId="ADAL" clId="{10D3A54C-D4DA-44D3-89CD-8D707469CA0C}" dt="2022-11-01T03:53:42.478" v="17" actId="680"/>
      <pc:docMkLst>
        <pc:docMk/>
      </pc:docMkLst>
      <pc:sldChg chg="modSp mod">
        <pc:chgData name="Sara Muneeb" userId="29b624b1-a719-43f5-9b52-388cd4043c04" providerId="ADAL" clId="{10D3A54C-D4DA-44D3-89CD-8D707469CA0C}" dt="2022-11-01T03:52:58.767" v="16" actId="20577"/>
        <pc:sldMkLst>
          <pc:docMk/>
          <pc:sldMk cId="2984185032" sldId="256"/>
        </pc:sldMkLst>
        <pc:spChg chg="mod">
          <ac:chgData name="Sara Muneeb" userId="29b624b1-a719-43f5-9b52-388cd4043c04" providerId="ADAL" clId="{10D3A54C-D4DA-44D3-89CD-8D707469CA0C}" dt="2022-11-01T03:52:58.767" v="16" actId="20577"/>
          <ac:spMkLst>
            <pc:docMk/>
            <pc:sldMk cId="2984185032" sldId="256"/>
            <ac:spMk id="2" creationId="{00000000-0000-0000-0000-000000000000}"/>
          </ac:spMkLst>
        </pc:spChg>
      </pc:sldChg>
      <pc:sldChg chg="new">
        <pc:chgData name="Sara Muneeb" userId="29b624b1-a719-43f5-9b52-388cd4043c04" providerId="ADAL" clId="{10D3A54C-D4DA-44D3-89CD-8D707469CA0C}" dt="2022-11-01T03:53:42.478" v="17" actId="680"/>
        <pc:sldMkLst>
          <pc:docMk/>
          <pc:sldMk cId="2231384248" sldId="257"/>
        </pc:sldMkLst>
      </pc:sldChg>
      <pc:sldChg chg="del">
        <pc:chgData name="Sara Muneeb" userId="29b624b1-a719-43f5-9b52-388cd4043c04" providerId="ADAL" clId="{10D3A54C-D4DA-44D3-89CD-8D707469CA0C}" dt="2022-11-01T03:52:50.038" v="0" actId="47"/>
        <pc:sldMkLst>
          <pc:docMk/>
          <pc:sldMk cId="3551309204" sldId="257"/>
        </pc:sldMkLst>
      </pc:sldChg>
      <pc:sldChg chg="del">
        <pc:chgData name="Sara Muneeb" userId="29b624b1-a719-43f5-9b52-388cd4043c04" providerId="ADAL" clId="{10D3A54C-D4DA-44D3-89CD-8D707469CA0C}" dt="2022-11-01T03:52:50.038" v="0" actId="47"/>
        <pc:sldMkLst>
          <pc:docMk/>
          <pc:sldMk cId="2024920055" sldId="258"/>
        </pc:sldMkLst>
      </pc:sldChg>
      <pc:sldChg chg="del">
        <pc:chgData name="Sara Muneeb" userId="29b624b1-a719-43f5-9b52-388cd4043c04" providerId="ADAL" clId="{10D3A54C-D4DA-44D3-89CD-8D707469CA0C}" dt="2022-11-01T03:52:50.038" v="0" actId="47"/>
        <pc:sldMkLst>
          <pc:docMk/>
          <pc:sldMk cId="3918807433" sldId="259"/>
        </pc:sldMkLst>
      </pc:sldChg>
      <pc:sldChg chg="del">
        <pc:chgData name="Sara Muneeb" userId="29b624b1-a719-43f5-9b52-388cd4043c04" providerId="ADAL" clId="{10D3A54C-D4DA-44D3-89CD-8D707469CA0C}" dt="2022-11-01T03:52:50.038" v="0" actId="47"/>
        <pc:sldMkLst>
          <pc:docMk/>
          <pc:sldMk cId="4186466395" sldId="260"/>
        </pc:sldMkLst>
      </pc:sldChg>
      <pc:sldChg chg="del">
        <pc:chgData name="Sara Muneeb" userId="29b624b1-a719-43f5-9b52-388cd4043c04" providerId="ADAL" clId="{10D3A54C-D4DA-44D3-89CD-8D707469CA0C}" dt="2022-11-01T03:52:50.038" v="0" actId="47"/>
        <pc:sldMkLst>
          <pc:docMk/>
          <pc:sldMk cId="3337870780" sldId="261"/>
        </pc:sldMkLst>
      </pc:sldChg>
      <pc:sldChg chg="del">
        <pc:chgData name="Sara Muneeb" userId="29b624b1-a719-43f5-9b52-388cd4043c04" providerId="ADAL" clId="{10D3A54C-D4DA-44D3-89CD-8D707469CA0C}" dt="2022-11-01T03:52:50.038" v="0" actId="47"/>
        <pc:sldMkLst>
          <pc:docMk/>
          <pc:sldMk cId="1654318215" sldId="262"/>
        </pc:sldMkLst>
      </pc:sldChg>
      <pc:sldChg chg="del">
        <pc:chgData name="Sara Muneeb" userId="29b624b1-a719-43f5-9b52-388cd4043c04" providerId="ADAL" clId="{10D3A54C-D4DA-44D3-89CD-8D707469CA0C}" dt="2022-11-01T03:52:50.038" v="0" actId="47"/>
        <pc:sldMkLst>
          <pc:docMk/>
          <pc:sldMk cId="4294319554" sldId="263"/>
        </pc:sldMkLst>
      </pc:sldChg>
      <pc:sldChg chg="del">
        <pc:chgData name="Sara Muneeb" userId="29b624b1-a719-43f5-9b52-388cd4043c04" providerId="ADAL" clId="{10D3A54C-D4DA-44D3-89CD-8D707469CA0C}" dt="2022-11-01T03:52:50.038" v="0" actId="47"/>
        <pc:sldMkLst>
          <pc:docMk/>
          <pc:sldMk cId="3609823631" sldId="264"/>
        </pc:sldMkLst>
      </pc:sldChg>
      <pc:sldChg chg="del">
        <pc:chgData name="Sara Muneeb" userId="29b624b1-a719-43f5-9b52-388cd4043c04" providerId="ADAL" clId="{10D3A54C-D4DA-44D3-89CD-8D707469CA0C}" dt="2022-11-01T03:52:50.038" v="0" actId="47"/>
        <pc:sldMkLst>
          <pc:docMk/>
          <pc:sldMk cId="3671922232" sldId="265"/>
        </pc:sldMkLst>
      </pc:sldChg>
      <pc:sldChg chg="del">
        <pc:chgData name="Sara Muneeb" userId="29b624b1-a719-43f5-9b52-388cd4043c04" providerId="ADAL" clId="{10D3A54C-D4DA-44D3-89CD-8D707469CA0C}" dt="2022-11-01T03:52:50.038" v="0" actId="47"/>
        <pc:sldMkLst>
          <pc:docMk/>
          <pc:sldMk cId="1666915946" sldId="266"/>
        </pc:sldMkLst>
      </pc:sldChg>
      <pc:sldChg chg="del">
        <pc:chgData name="Sara Muneeb" userId="29b624b1-a719-43f5-9b52-388cd4043c04" providerId="ADAL" clId="{10D3A54C-D4DA-44D3-89CD-8D707469CA0C}" dt="2022-11-01T03:52:50.038" v="0" actId="47"/>
        <pc:sldMkLst>
          <pc:docMk/>
          <pc:sldMk cId="662440185" sldId="267"/>
        </pc:sldMkLst>
      </pc:sldChg>
      <pc:sldChg chg="del">
        <pc:chgData name="Sara Muneeb" userId="29b624b1-a719-43f5-9b52-388cd4043c04" providerId="ADAL" clId="{10D3A54C-D4DA-44D3-89CD-8D707469CA0C}" dt="2022-11-01T03:52:50.038" v="0" actId="47"/>
        <pc:sldMkLst>
          <pc:docMk/>
          <pc:sldMk cId="1251303979" sldId="268"/>
        </pc:sldMkLst>
      </pc:sldChg>
      <pc:sldChg chg="del">
        <pc:chgData name="Sara Muneeb" userId="29b624b1-a719-43f5-9b52-388cd4043c04" providerId="ADAL" clId="{10D3A54C-D4DA-44D3-89CD-8D707469CA0C}" dt="2022-11-01T03:52:50.038" v="0" actId="47"/>
        <pc:sldMkLst>
          <pc:docMk/>
          <pc:sldMk cId="625244237" sldId="269"/>
        </pc:sldMkLst>
      </pc:sldChg>
      <pc:sldChg chg="del">
        <pc:chgData name="Sara Muneeb" userId="29b624b1-a719-43f5-9b52-388cd4043c04" providerId="ADAL" clId="{10D3A54C-D4DA-44D3-89CD-8D707469CA0C}" dt="2022-11-01T03:52:50.038" v="0" actId="47"/>
        <pc:sldMkLst>
          <pc:docMk/>
          <pc:sldMk cId="3689388705" sldId="270"/>
        </pc:sldMkLst>
      </pc:sldChg>
      <pc:sldChg chg="del">
        <pc:chgData name="Sara Muneeb" userId="29b624b1-a719-43f5-9b52-388cd4043c04" providerId="ADAL" clId="{10D3A54C-D4DA-44D3-89CD-8D707469CA0C}" dt="2022-11-01T03:52:50.038" v="0" actId="47"/>
        <pc:sldMkLst>
          <pc:docMk/>
          <pc:sldMk cId="2632452845" sldId="271"/>
        </pc:sldMkLst>
      </pc:sldChg>
    </pc:docChg>
  </pc:docChgLst>
  <pc:docChgLst>
    <pc:chgData name="Sara Muneeb" userId="29b624b1-a719-43f5-9b52-388cd4043c04" providerId="ADAL" clId="{DB3F8C76-9E84-425C-958D-57243E72E246}"/>
    <pc:docChg chg="undo redo custSel addSld delSld modSld sldOrd">
      <pc:chgData name="Sara Muneeb" userId="29b624b1-a719-43f5-9b52-388cd4043c04" providerId="ADAL" clId="{DB3F8C76-9E84-425C-958D-57243E72E246}" dt="2022-10-05T09:43:51.069" v="4128" actId="20577"/>
      <pc:docMkLst>
        <pc:docMk/>
      </pc:docMkLst>
      <pc:sldChg chg="addSp delSp modSp mod">
        <pc:chgData name="Sara Muneeb" userId="29b624b1-a719-43f5-9b52-388cd4043c04" providerId="ADAL" clId="{DB3F8C76-9E84-425C-958D-57243E72E246}" dt="2022-10-03T07:54:17.662" v="2504" actId="22"/>
        <pc:sldMkLst>
          <pc:docMk/>
          <pc:sldMk cId="2984185032" sldId="256"/>
        </pc:sldMkLst>
        <pc:spChg chg="mod">
          <ac:chgData name="Sara Muneeb" userId="29b624b1-a719-43f5-9b52-388cd4043c04" providerId="ADAL" clId="{DB3F8C76-9E84-425C-958D-57243E72E246}" dt="2022-09-27T04:50:44.953" v="16" actId="20577"/>
          <ac:spMkLst>
            <pc:docMk/>
            <pc:sldMk cId="2984185032" sldId="256"/>
            <ac:spMk id="2" creationId="{00000000-0000-0000-0000-000000000000}"/>
          </ac:spMkLst>
        </pc:spChg>
        <pc:spChg chg="add del">
          <ac:chgData name="Sara Muneeb" userId="29b624b1-a719-43f5-9b52-388cd4043c04" providerId="ADAL" clId="{DB3F8C76-9E84-425C-958D-57243E72E246}" dt="2022-10-03T07:54:17.662" v="2504" actId="22"/>
          <ac:spMkLst>
            <pc:docMk/>
            <pc:sldMk cId="2984185032" sldId="256"/>
            <ac:spMk id="5" creationId="{10F0A209-F952-8584-66C1-21FD3C7CEEF5}"/>
          </ac:spMkLst>
        </pc:spChg>
      </pc:sldChg>
      <pc:sldChg chg="addSp delSp modSp add del mod">
        <pc:chgData name="Sara Muneeb" userId="29b624b1-a719-43f5-9b52-388cd4043c04" providerId="ADAL" clId="{DB3F8C76-9E84-425C-958D-57243E72E246}" dt="2022-09-27T05:08:40.580" v="221" actId="1076"/>
        <pc:sldMkLst>
          <pc:docMk/>
          <pc:sldMk cId="4179302358" sldId="257"/>
        </pc:sldMkLst>
        <pc:spChg chg="mod">
          <ac:chgData name="Sara Muneeb" userId="29b624b1-a719-43f5-9b52-388cd4043c04" providerId="ADAL" clId="{DB3F8C76-9E84-425C-958D-57243E72E246}" dt="2022-09-27T05:05:33.035" v="177" actId="20577"/>
          <ac:spMkLst>
            <pc:docMk/>
            <pc:sldMk cId="4179302358" sldId="257"/>
            <ac:spMk id="2" creationId="{00000000-0000-0000-0000-000000000000}"/>
          </ac:spMkLst>
        </pc:spChg>
        <pc:spChg chg="mod">
          <ac:chgData name="Sara Muneeb" userId="29b624b1-a719-43f5-9b52-388cd4043c04" providerId="ADAL" clId="{DB3F8C76-9E84-425C-958D-57243E72E246}" dt="2022-09-27T05:08:36.504" v="220" actId="404"/>
          <ac:spMkLst>
            <pc:docMk/>
            <pc:sldMk cId="4179302358" sldId="257"/>
            <ac:spMk id="3" creationId="{00000000-0000-0000-0000-000000000000}"/>
          </ac:spMkLst>
        </pc:spChg>
        <pc:picChg chg="add del">
          <ac:chgData name="Sara Muneeb" userId="29b624b1-a719-43f5-9b52-388cd4043c04" providerId="ADAL" clId="{DB3F8C76-9E84-425C-958D-57243E72E246}" dt="2022-09-27T04:56:10.669" v="44" actId="478"/>
          <ac:picMkLst>
            <pc:docMk/>
            <pc:sldMk cId="4179302358" sldId="257"/>
            <ac:picMk id="5" creationId="{76E6F1F1-BB99-4F6B-577E-A83D6140B971}"/>
          </ac:picMkLst>
        </pc:picChg>
        <pc:picChg chg="add mod">
          <ac:chgData name="Sara Muneeb" userId="29b624b1-a719-43f5-9b52-388cd4043c04" providerId="ADAL" clId="{DB3F8C76-9E84-425C-958D-57243E72E246}" dt="2022-09-27T05:08:40.580" v="221" actId="1076"/>
          <ac:picMkLst>
            <pc:docMk/>
            <pc:sldMk cId="4179302358" sldId="257"/>
            <ac:picMk id="2050" creationId="{420C70A2-883E-8127-592B-8623767EC83B}"/>
          </ac:picMkLst>
        </pc:picChg>
      </pc:sldChg>
      <pc:sldChg chg="addSp modSp new mod ord">
        <pc:chgData name="Sara Muneeb" userId="29b624b1-a719-43f5-9b52-388cd4043c04" providerId="ADAL" clId="{DB3F8C76-9E84-425C-958D-57243E72E246}" dt="2022-09-27T05:05:14.481" v="152" actId="1076"/>
        <pc:sldMkLst>
          <pc:docMk/>
          <pc:sldMk cId="896610511" sldId="258"/>
        </pc:sldMkLst>
        <pc:spChg chg="mod">
          <ac:chgData name="Sara Muneeb" userId="29b624b1-a719-43f5-9b52-388cd4043c04" providerId="ADAL" clId="{DB3F8C76-9E84-425C-958D-57243E72E246}" dt="2022-09-27T05:05:02.097" v="148" actId="14100"/>
          <ac:spMkLst>
            <pc:docMk/>
            <pc:sldMk cId="896610511" sldId="258"/>
            <ac:spMk id="2" creationId="{1DBFA201-1A1E-9114-BBB2-05D554A068FF}"/>
          </ac:spMkLst>
        </pc:spChg>
        <pc:spChg chg="mod">
          <ac:chgData name="Sara Muneeb" userId="29b624b1-a719-43f5-9b52-388cd4043c04" providerId="ADAL" clId="{DB3F8C76-9E84-425C-958D-57243E72E246}" dt="2022-09-27T05:01:49.531" v="143" actId="123"/>
          <ac:spMkLst>
            <pc:docMk/>
            <pc:sldMk cId="896610511" sldId="258"/>
            <ac:spMk id="3" creationId="{FF892FFF-E309-B2E1-8FE8-35A659DAF1C8}"/>
          </ac:spMkLst>
        </pc:spChg>
        <pc:picChg chg="add mod">
          <ac:chgData name="Sara Muneeb" userId="29b624b1-a719-43f5-9b52-388cd4043c04" providerId="ADAL" clId="{DB3F8C76-9E84-425C-958D-57243E72E246}" dt="2022-09-27T05:05:14.481" v="152" actId="1076"/>
          <ac:picMkLst>
            <pc:docMk/>
            <pc:sldMk cId="896610511" sldId="258"/>
            <ac:picMk id="1026" creationId="{53BBCE92-56C1-E352-EB0F-B361CC61E674}"/>
          </ac:picMkLst>
        </pc:picChg>
      </pc:sldChg>
      <pc:sldChg chg="add del">
        <pc:chgData name="Sara Muneeb" userId="29b624b1-a719-43f5-9b52-388cd4043c04" providerId="ADAL" clId="{DB3F8C76-9E84-425C-958D-57243E72E246}" dt="2022-09-27T04:55:26.398" v="39" actId="47"/>
        <pc:sldMkLst>
          <pc:docMk/>
          <pc:sldMk cId="2934318247" sldId="258"/>
        </pc:sldMkLst>
      </pc:sldChg>
      <pc:sldChg chg="addSp delSp modSp new mod">
        <pc:chgData name="Sara Muneeb" userId="29b624b1-a719-43f5-9b52-388cd4043c04" providerId="ADAL" clId="{DB3F8C76-9E84-425C-958D-57243E72E246}" dt="2022-09-27T05:13:16.589" v="338" actId="20577"/>
        <pc:sldMkLst>
          <pc:docMk/>
          <pc:sldMk cId="3149991155" sldId="259"/>
        </pc:sldMkLst>
        <pc:spChg chg="mod">
          <ac:chgData name="Sara Muneeb" userId="29b624b1-a719-43f5-9b52-388cd4043c04" providerId="ADAL" clId="{DB3F8C76-9E84-425C-958D-57243E72E246}" dt="2022-09-27T05:05:49.369" v="206" actId="20577"/>
          <ac:spMkLst>
            <pc:docMk/>
            <pc:sldMk cId="3149991155" sldId="259"/>
            <ac:spMk id="2" creationId="{61CE6047-419E-39AA-55EF-692F5E376582}"/>
          </ac:spMkLst>
        </pc:spChg>
        <pc:spChg chg="mod">
          <ac:chgData name="Sara Muneeb" userId="29b624b1-a719-43f5-9b52-388cd4043c04" providerId="ADAL" clId="{DB3F8C76-9E84-425C-958D-57243E72E246}" dt="2022-09-27T05:13:16.589" v="338" actId="20577"/>
          <ac:spMkLst>
            <pc:docMk/>
            <pc:sldMk cId="3149991155" sldId="259"/>
            <ac:spMk id="3" creationId="{6E0F0E07-801A-C245-17DD-3012FACAC0D9}"/>
          </ac:spMkLst>
        </pc:spChg>
        <pc:picChg chg="add del">
          <ac:chgData name="Sara Muneeb" userId="29b624b1-a719-43f5-9b52-388cd4043c04" providerId="ADAL" clId="{DB3F8C76-9E84-425C-958D-57243E72E246}" dt="2022-09-27T05:11:22.290" v="225"/>
          <ac:picMkLst>
            <pc:docMk/>
            <pc:sldMk cId="3149991155" sldId="259"/>
            <ac:picMk id="3074" creationId="{02BF35CC-AD3C-1256-5B57-D67232BEFAD9}"/>
          </ac:picMkLst>
        </pc:picChg>
        <pc:picChg chg="add mod">
          <ac:chgData name="Sara Muneeb" userId="29b624b1-a719-43f5-9b52-388cd4043c04" providerId="ADAL" clId="{DB3F8C76-9E84-425C-958D-57243E72E246}" dt="2022-09-27T05:11:59.152" v="234" actId="1076"/>
          <ac:picMkLst>
            <pc:docMk/>
            <pc:sldMk cId="3149991155" sldId="259"/>
            <ac:picMk id="3076" creationId="{ED6AFE94-507F-8C07-9BC9-F4716204DA89}"/>
          </ac:picMkLst>
        </pc:picChg>
      </pc:sldChg>
      <pc:sldChg chg="addSp modSp new mod">
        <pc:chgData name="Sara Muneeb" userId="29b624b1-a719-43f5-9b52-388cd4043c04" providerId="ADAL" clId="{DB3F8C76-9E84-425C-958D-57243E72E246}" dt="2022-09-30T07:00:46.762" v="800" actId="1036"/>
        <pc:sldMkLst>
          <pc:docMk/>
          <pc:sldMk cId="198138684" sldId="260"/>
        </pc:sldMkLst>
        <pc:spChg chg="mod">
          <ac:chgData name="Sara Muneeb" userId="29b624b1-a719-43f5-9b52-388cd4043c04" providerId="ADAL" clId="{DB3F8C76-9E84-425C-958D-57243E72E246}" dt="2022-09-27T05:31:37.928" v="350" actId="20577"/>
          <ac:spMkLst>
            <pc:docMk/>
            <pc:sldMk cId="198138684" sldId="260"/>
            <ac:spMk id="2" creationId="{4DC9DDD7-C0AD-BCDE-1421-51C2944C463C}"/>
          </ac:spMkLst>
        </pc:spChg>
        <pc:spChg chg="mod">
          <ac:chgData name="Sara Muneeb" userId="29b624b1-a719-43f5-9b52-388cd4043c04" providerId="ADAL" clId="{DB3F8C76-9E84-425C-958D-57243E72E246}" dt="2022-09-30T07:00:37.065" v="797" actId="404"/>
          <ac:spMkLst>
            <pc:docMk/>
            <pc:sldMk cId="198138684" sldId="260"/>
            <ac:spMk id="3" creationId="{7F79777F-629B-B5BE-B882-A5E5B278E310}"/>
          </ac:spMkLst>
        </pc:spChg>
        <pc:picChg chg="add mod">
          <ac:chgData name="Sara Muneeb" userId="29b624b1-a719-43f5-9b52-388cd4043c04" providerId="ADAL" clId="{DB3F8C76-9E84-425C-958D-57243E72E246}" dt="2022-09-30T07:00:46.762" v="800" actId="1036"/>
          <ac:picMkLst>
            <pc:docMk/>
            <pc:sldMk cId="198138684" sldId="260"/>
            <ac:picMk id="1026" creationId="{FE160BF8-3C9C-688C-D19C-9824379B84AE}"/>
          </ac:picMkLst>
        </pc:picChg>
      </pc:sldChg>
      <pc:sldChg chg="addSp modSp new mod">
        <pc:chgData name="Sara Muneeb" userId="29b624b1-a719-43f5-9b52-388cd4043c04" providerId="ADAL" clId="{DB3F8C76-9E84-425C-958D-57243E72E246}" dt="2022-09-27T08:22:01.392" v="600" actId="14100"/>
        <pc:sldMkLst>
          <pc:docMk/>
          <pc:sldMk cId="2876332182" sldId="261"/>
        </pc:sldMkLst>
        <pc:spChg chg="mod">
          <ac:chgData name="Sara Muneeb" userId="29b624b1-a719-43f5-9b52-388cd4043c04" providerId="ADAL" clId="{DB3F8C76-9E84-425C-958D-57243E72E246}" dt="2022-09-27T05:39:46.953" v="416" actId="20577"/>
          <ac:spMkLst>
            <pc:docMk/>
            <pc:sldMk cId="2876332182" sldId="261"/>
            <ac:spMk id="2" creationId="{57797916-F397-C22B-A362-0E6028C6D159}"/>
          </ac:spMkLst>
        </pc:spChg>
        <pc:spChg chg="mod">
          <ac:chgData name="Sara Muneeb" userId="29b624b1-a719-43f5-9b52-388cd4043c04" providerId="ADAL" clId="{DB3F8C76-9E84-425C-958D-57243E72E246}" dt="2022-09-27T08:21:09.746" v="593" actId="20577"/>
          <ac:spMkLst>
            <pc:docMk/>
            <pc:sldMk cId="2876332182" sldId="261"/>
            <ac:spMk id="3" creationId="{27FD187C-4912-4080-A30F-D4BD8842255C}"/>
          </ac:spMkLst>
        </pc:spChg>
        <pc:picChg chg="add mod">
          <ac:chgData name="Sara Muneeb" userId="29b624b1-a719-43f5-9b52-388cd4043c04" providerId="ADAL" clId="{DB3F8C76-9E84-425C-958D-57243E72E246}" dt="2022-09-27T08:21:38.961" v="596" actId="1076"/>
          <ac:picMkLst>
            <pc:docMk/>
            <pc:sldMk cId="2876332182" sldId="261"/>
            <ac:picMk id="5" creationId="{1EBB1349-66A7-7F5F-8409-109C28AA9EBC}"/>
          </ac:picMkLst>
        </pc:picChg>
        <pc:picChg chg="add mod">
          <ac:chgData name="Sara Muneeb" userId="29b624b1-a719-43f5-9b52-388cd4043c04" providerId="ADAL" clId="{DB3F8C76-9E84-425C-958D-57243E72E246}" dt="2022-09-27T08:22:01.392" v="600" actId="14100"/>
          <ac:picMkLst>
            <pc:docMk/>
            <pc:sldMk cId="2876332182" sldId="261"/>
            <ac:picMk id="7" creationId="{3C4D674C-C3F4-AE72-3928-C093036A5531}"/>
          </ac:picMkLst>
        </pc:picChg>
      </pc:sldChg>
      <pc:sldChg chg="modSp new mod">
        <pc:chgData name="Sara Muneeb" userId="29b624b1-a719-43f5-9b52-388cd4043c04" providerId="ADAL" clId="{DB3F8C76-9E84-425C-958D-57243E72E246}" dt="2022-09-30T07:02:28.707" v="860" actId="20577"/>
        <pc:sldMkLst>
          <pc:docMk/>
          <pc:sldMk cId="601268" sldId="262"/>
        </pc:sldMkLst>
        <pc:spChg chg="mod">
          <ac:chgData name="Sara Muneeb" userId="29b624b1-a719-43f5-9b52-388cd4043c04" providerId="ADAL" clId="{DB3F8C76-9E84-425C-958D-57243E72E246}" dt="2022-09-30T07:02:28.707" v="860" actId="20577"/>
          <ac:spMkLst>
            <pc:docMk/>
            <pc:sldMk cId="601268" sldId="262"/>
            <ac:spMk id="2" creationId="{38BBCE8A-7623-7EA9-69AF-AEC8A55B5435}"/>
          </ac:spMkLst>
        </pc:spChg>
        <pc:spChg chg="mod">
          <ac:chgData name="Sara Muneeb" userId="29b624b1-a719-43f5-9b52-388cd4043c04" providerId="ADAL" clId="{DB3F8C76-9E84-425C-958D-57243E72E246}" dt="2022-09-30T06:42:17.413" v="687" actId="5793"/>
          <ac:spMkLst>
            <pc:docMk/>
            <pc:sldMk cId="601268" sldId="262"/>
            <ac:spMk id="3" creationId="{6CF71A2C-0100-0403-9758-45331499B96C}"/>
          </ac:spMkLst>
        </pc:spChg>
      </pc:sldChg>
      <pc:sldChg chg="addSp delSp modSp new mod">
        <pc:chgData name="Sara Muneeb" userId="29b624b1-a719-43f5-9b52-388cd4043c04" providerId="ADAL" clId="{DB3F8C76-9E84-425C-958D-57243E72E246}" dt="2022-09-30T06:59:48.087" v="791" actId="123"/>
        <pc:sldMkLst>
          <pc:docMk/>
          <pc:sldMk cId="2598016477" sldId="263"/>
        </pc:sldMkLst>
        <pc:spChg chg="mod">
          <ac:chgData name="Sara Muneeb" userId="29b624b1-a719-43f5-9b52-388cd4043c04" providerId="ADAL" clId="{DB3F8C76-9E84-425C-958D-57243E72E246}" dt="2022-09-30T06:46:36.403" v="699" actId="20577"/>
          <ac:spMkLst>
            <pc:docMk/>
            <pc:sldMk cId="2598016477" sldId="263"/>
            <ac:spMk id="2" creationId="{77664EA5-FCAF-2175-E475-2C50EDC78F82}"/>
          </ac:spMkLst>
        </pc:spChg>
        <pc:spChg chg="mod">
          <ac:chgData name="Sara Muneeb" userId="29b624b1-a719-43f5-9b52-388cd4043c04" providerId="ADAL" clId="{DB3F8C76-9E84-425C-958D-57243E72E246}" dt="2022-09-30T06:59:48.087" v="791" actId="123"/>
          <ac:spMkLst>
            <pc:docMk/>
            <pc:sldMk cId="2598016477" sldId="263"/>
            <ac:spMk id="3" creationId="{3C09A3EE-E2AD-7B66-78D5-453FF8B9E9F8}"/>
          </ac:spMkLst>
        </pc:spChg>
        <pc:picChg chg="add del">
          <ac:chgData name="Sara Muneeb" userId="29b624b1-a719-43f5-9b52-388cd4043c04" providerId="ADAL" clId="{DB3F8C76-9E84-425C-958D-57243E72E246}" dt="2022-09-30T06:56:16.312" v="745"/>
          <ac:picMkLst>
            <pc:docMk/>
            <pc:sldMk cId="2598016477" sldId="263"/>
            <ac:picMk id="2050" creationId="{7E7CDB23-7AF6-1B93-A7F1-7CCF37E6FEB5}"/>
          </ac:picMkLst>
        </pc:picChg>
        <pc:picChg chg="add del mod">
          <ac:chgData name="Sara Muneeb" userId="29b624b1-a719-43f5-9b52-388cd4043c04" providerId="ADAL" clId="{DB3F8C76-9E84-425C-958D-57243E72E246}" dt="2022-09-30T06:58:06.623" v="756" actId="478"/>
          <ac:picMkLst>
            <pc:docMk/>
            <pc:sldMk cId="2598016477" sldId="263"/>
            <ac:picMk id="2052" creationId="{41E87BC8-2DE6-4F13-DA43-1E6401EA8200}"/>
          </ac:picMkLst>
        </pc:picChg>
        <pc:picChg chg="add del">
          <ac:chgData name="Sara Muneeb" userId="29b624b1-a719-43f5-9b52-388cd4043c04" providerId="ADAL" clId="{DB3F8C76-9E84-425C-958D-57243E72E246}" dt="2022-09-30T06:57:08.327" v="750" actId="21"/>
          <ac:picMkLst>
            <pc:docMk/>
            <pc:sldMk cId="2598016477" sldId="263"/>
            <ac:picMk id="2054" creationId="{29D84C0D-ADDD-93BA-E5C6-4AD79F993FB7}"/>
          </ac:picMkLst>
        </pc:picChg>
        <pc:picChg chg="add del mod">
          <ac:chgData name="Sara Muneeb" userId="29b624b1-a719-43f5-9b52-388cd4043c04" providerId="ADAL" clId="{DB3F8C76-9E84-425C-958D-57243E72E246}" dt="2022-09-30T06:58:07.724" v="757" actId="478"/>
          <ac:picMkLst>
            <pc:docMk/>
            <pc:sldMk cId="2598016477" sldId="263"/>
            <ac:picMk id="2056" creationId="{697152A2-E7FA-E5F3-6527-8C5EC045040E}"/>
          </ac:picMkLst>
        </pc:picChg>
        <pc:picChg chg="add mod">
          <ac:chgData name="Sara Muneeb" userId="29b624b1-a719-43f5-9b52-388cd4043c04" providerId="ADAL" clId="{DB3F8C76-9E84-425C-958D-57243E72E246}" dt="2022-09-30T06:59:35.266" v="789" actId="1076"/>
          <ac:picMkLst>
            <pc:docMk/>
            <pc:sldMk cId="2598016477" sldId="263"/>
            <ac:picMk id="2058" creationId="{0FF28B30-3A3E-B97A-A25A-439235F9FDCA}"/>
          </ac:picMkLst>
        </pc:picChg>
      </pc:sldChg>
      <pc:sldChg chg="modSp new mod">
        <pc:chgData name="Sara Muneeb" userId="29b624b1-a719-43f5-9b52-388cd4043c04" providerId="ADAL" clId="{DB3F8C76-9E84-425C-958D-57243E72E246}" dt="2022-09-30T07:13:07.541" v="909" actId="5793"/>
        <pc:sldMkLst>
          <pc:docMk/>
          <pc:sldMk cId="2320396932" sldId="264"/>
        </pc:sldMkLst>
        <pc:spChg chg="mod">
          <ac:chgData name="Sara Muneeb" userId="29b624b1-a719-43f5-9b52-388cd4043c04" providerId="ADAL" clId="{DB3F8C76-9E84-425C-958D-57243E72E246}" dt="2022-09-30T07:02:22.500" v="858" actId="20577"/>
          <ac:spMkLst>
            <pc:docMk/>
            <pc:sldMk cId="2320396932" sldId="264"/>
            <ac:spMk id="2" creationId="{2ABF492E-40DA-B1B1-3C9E-9479337B0616}"/>
          </ac:spMkLst>
        </pc:spChg>
        <pc:spChg chg="mod">
          <ac:chgData name="Sara Muneeb" userId="29b624b1-a719-43f5-9b52-388cd4043c04" providerId="ADAL" clId="{DB3F8C76-9E84-425C-958D-57243E72E246}" dt="2022-09-30T07:13:07.541" v="909" actId="5793"/>
          <ac:spMkLst>
            <pc:docMk/>
            <pc:sldMk cId="2320396932" sldId="264"/>
            <ac:spMk id="3" creationId="{83A42140-6142-E88C-6D9A-35934E0A5BB6}"/>
          </ac:spMkLst>
        </pc:spChg>
      </pc:sldChg>
      <pc:sldChg chg="addSp delSp modSp new mod">
        <pc:chgData name="Sara Muneeb" userId="29b624b1-a719-43f5-9b52-388cd4043c04" providerId="ADAL" clId="{DB3F8C76-9E84-425C-958D-57243E72E246}" dt="2022-09-30T07:13:35.026" v="919" actId="20577"/>
        <pc:sldMkLst>
          <pc:docMk/>
          <pc:sldMk cId="766487697" sldId="265"/>
        </pc:sldMkLst>
        <pc:spChg chg="mod">
          <ac:chgData name="Sara Muneeb" userId="29b624b1-a719-43f5-9b52-388cd4043c04" providerId="ADAL" clId="{DB3F8C76-9E84-425C-958D-57243E72E246}" dt="2022-09-30T07:13:35.026" v="919" actId="20577"/>
          <ac:spMkLst>
            <pc:docMk/>
            <pc:sldMk cId="766487697" sldId="265"/>
            <ac:spMk id="2" creationId="{424B193B-3459-5F7A-4994-427D27A26801}"/>
          </ac:spMkLst>
        </pc:spChg>
        <pc:spChg chg="del">
          <ac:chgData name="Sara Muneeb" userId="29b624b1-a719-43f5-9b52-388cd4043c04" providerId="ADAL" clId="{DB3F8C76-9E84-425C-958D-57243E72E246}" dt="2022-09-30T07:13:32.280" v="911" actId="22"/>
          <ac:spMkLst>
            <pc:docMk/>
            <pc:sldMk cId="766487697" sldId="265"/>
            <ac:spMk id="3" creationId="{DB0DDE00-A9B6-A4AB-CDCE-08DB2D7EC201}"/>
          </ac:spMkLst>
        </pc:spChg>
        <pc:picChg chg="add mod ord">
          <ac:chgData name="Sara Muneeb" userId="29b624b1-a719-43f5-9b52-388cd4043c04" providerId="ADAL" clId="{DB3F8C76-9E84-425C-958D-57243E72E246}" dt="2022-09-30T07:13:32.280" v="911" actId="22"/>
          <ac:picMkLst>
            <pc:docMk/>
            <pc:sldMk cId="766487697" sldId="265"/>
            <ac:picMk id="5" creationId="{C1C2AD13-B763-9D6B-1C84-69F99E4C79C7}"/>
          </ac:picMkLst>
        </pc:picChg>
      </pc:sldChg>
      <pc:sldChg chg="add del">
        <pc:chgData name="Sara Muneeb" userId="29b624b1-a719-43f5-9b52-388cd4043c04" providerId="ADAL" clId="{DB3F8C76-9E84-425C-958D-57243E72E246}" dt="2022-09-27T04:55:26.398" v="39" actId="47"/>
        <pc:sldMkLst>
          <pc:docMk/>
          <pc:sldMk cId="2349585444" sldId="265"/>
        </pc:sldMkLst>
      </pc:sldChg>
      <pc:sldChg chg="addSp delSp modSp new mod">
        <pc:chgData name="Sara Muneeb" userId="29b624b1-a719-43f5-9b52-388cd4043c04" providerId="ADAL" clId="{DB3F8C76-9E84-425C-958D-57243E72E246}" dt="2022-09-30T07:27:19.787" v="941" actId="1076"/>
        <pc:sldMkLst>
          <pc:docMk/>
          <pc:sldMk cId="1657546060" sldId="266"/>
        </pc:sldMkLst>
        <pc:spChg chg="mod">
          <ac:chgData name="Sara Muneeb" userId="29b624b1-a719-43f5-9b52-388cd4043c04" providerId="ADAL" clId="{DB3F8C76-9E84-425C-958D-57243E72E246}" dt="2022-09-30T07:20:44.655" v="933" actId="20577"/>
          <ac:spMkLst>
            <pc:docMk/>
            <pc:sldMk cId="1657546060" sldId="266"/>
            <ac:spMk id="2" creationId="{1C0024DA-3C67-09C7-61AB-B34D7A697E8E}"/>
          </ac:spMkLst>
        </pc:spChg>
        <pc:spChg chg="del">
          <ac:chgData name="Sara Muneeb" userId="29b624b1-a719-43f5-9b52-388cd4043c04" providerId="ADAL" clId="{DB3F8C76-9E84-425C-958D-57243E72E246}" dt="2022-09-30T07:18:23.318" v="921" actId="931"/>
          <ac:spMkLst>
            <pc:docMk/>
            <pc:sldMk cId="1657546060" sldId="266"/>
            <ac:spMk id="3" creationId="{837DC85E-FA94-BA5D-BEBE-60E33E720277}"/>
          </ac:spMkLst>
        </pc:spChg>
        <pc:picChg chg="add mod modCrop">
          <ac:chgData name="Sara Muneeb" userId="29b624b1-a719-43f5-9b52-388cd4043c04" providerId="ADAL" clId="{DB3F8C76-9E84-425C-958D-57243E72E246}" dt="2022-09-30T07:27:19.787" v="941" actId="1076"/>
          <ac:picMkLst>
            <pc:docMk/>
            <pc:sldMk cId="1657546060" sldId="266"/>
            <ac:picMk id="5" creationId="{9B03CEC9-3355-B4E5-6E3D-E9926D4EE756}"/>
          </ac:picMkLst>
        </pc:picChg>
      </pc:sldChg>
      <pc:sldChg chg="addSp delSp modSp new del mod ord">
        <pc:chgData name="Sara Muneeb" userId="29b624b1-a719-43f5-9b52-388cd4043c04" providerId="ADAL" clId="{DB3F8C76-9E84-425C-958D-57243E72E246}" dt="2022-09-30T07:49:01.927" v="1134" actId="47"/>
        <pc:sldMkLst>
          <pc:docMk/>
          <pc:sldMk cId="2755250312" sldId="267"/>
        </pc:sldMkLst>
        <pc:spChg chg="mod">
          <ac:chgData name="Sara Muneeb" userId="29b624b1-a719-43f5-9b52-388cd4043c04" providerId="ADAL" clId="{DB3F8C76-9E84-425C-958D-57243E72E246}" dt="2022-09-30T07:27:27.140" v="949" actId="20577"/>
          <ac:spMkLst>
            <pc:docMk/>
            <pc:sldMk cId="2755250312" sldId="267"/>
            <ac:spMk id="2" creationId="{2BEFEEFF-7CE8-9BDD-D812-20CA068540BB}"/>
          </ac:spMkLst>
        </pc:spChg>
        <pc:spChg chg="del">
          <ac:chgData name="Sara Muneeb" userId="29b624b1-a719-43f5-9b52-388cd4043c04" providerId="ADAL" clId="{DB3F8C76-9E84-425C-958D-57243E72E246}" dt="2022-09-30T07:27:38.395" v="950" actId="931"/>
          <ac:spMkLst>
            <pc:docMk/>
            <pc:sldMk cId="2755250312" sldId="267"/>
            <ac:spMk id="3" creationId="{473FF9DE-E171-F85F-1461-6413043EDB1A}"/>
          </ac:spMkLst>
        </pc:spChg>
        <pc:spChg chg="add del mod">
          <ac:chgData name="Sara Muneeb" userId="29b624b1-a719-43f5-9b52-388cd4043c04" providerId="ADAL" clId="{DB3F8C76-9E84-425C-958D-57243E72E246}" dt="2022-09-30T07:28:10.696" v="954" actId="931"/>
          <ac:spMkLst>
            <pc:docMk/>
            <pc:sldMk cId="2755250312" sldId="267"/>
            <ac:spMk id="7" creationId="{788ACAD7-EE8A-B71F-9648-D50711D23EEC}"/>
          </ac:spMkLst>
        </pc:spChg>
        <pc:spChg chg="add del mod">
          <ac:chgData name="Sara Muneeb" userId="29b624b1-a719-43f5-9b52-388cd4043c04" providerId="ADAL" clId="{DB3F8C76-9E84-425C-958D-57243E72E246}" dt="2022-09-30T07:28:18.034" v="956" actId="931"/>
          <ac:spMkLst>
            <pc:docMk/>
            <pc:sldMk cId="2755250312" sldId="267"/>
            <ac:spMk id="11" creationId="{4BFBFAD5-B24A-3125-0E64-1EF727421041}"/>
          </ac:spMkLst>
        </pc:spChg>
        <pc:picChg chg="add del mod">
          <ac:chgData name="Sara Muneeb" userId="29b624b1-a719-43f5-9b52-388cd4043c04" providerId="ADAL" clId="{DB3F8C76-9E84-425C-958D-57243E72E246}" dt="2022-09-30T07:28:00.535" v="953" actId="478"/>
          <ac:picMkLst>
            <pc:docMk/>
            <pc:sldMk cId="2755250312" sldId="267"/>
            <ac:picMk id="5" creationId="{81E7BB62-0A7E-B4DC-9427-974E9A174361}"/>
          </ac:picMkLst>
        </pc:picChg>
        <pc:picChg chg="add del mod">
          <ac:chgData name="Sara Muneeb" userId="29b624b1-a719-43f5-9b52-388cd4043c04" providerId="ADAL" clId="{DB3F8C76-9E84-425C-958D-57243E72E246}" dt="2022-09-30T07:28:12.224" v="955" actId="478"/>
          <ac:picMkLst>
            <pc:docMk/>
            <pc:sldMk cId="2755250312" sldId="267"/>
            <ac:picMk id="9" creationId="{1E037131-DC60-07ED-A02B-FA895CD42922}"/>
          </ac:picMkLst>
        </pc:picChg>
        <pc:picChg chg="add mod">
          <ac:chgData name="Sara Muneeb" userId="29b624b1-a719-43f5-9b52-388cd4043c04" providerId="ADAL" clId="{DB3F8C76-9E84-425C-958D-57243E72E246}" dt="2022-09-30T07:28:19.260" v="958" actId="962"/>
          <ac:picMkLst>
            <pc:docMk/>
            <pc:sldMk cId="2755250312" sldId="267"/>
            <ac:picMk id="13" creationId="{D0168AE9-BDA6-63F5-DA71-FE8943A74528}"/>
          </ac:picMkLst>
        </pc:picChg>
      </pc:sldChg>
      <pc:sldChg chg="add">
        <pc:chgData name="Sara Muneeb" userId="29b624b1-a719-43f5-9b52-388cd4043c04" providerId="ADAL" clId="{DB3F8C76-9E84-425C-958D-57243E72E246}" dt="2022-10-03T08:41:05.849" v="2745"/>
        <pc:sldMkLst>
          <pc:docMk/>
          <pc:sldMk cId="3390644009" sldId="267"/>
        </pc:sldMkLst>
      </pc:sldChg>
      <pc:sldChg chg="add del">
        <pc:chgData name="Sara Muneeb" userId="29b624b1-a719-43f5-9b52-388cd4043c04" providerId="ADAL" clId="{DB3F8C76-9E84-425C-958D-57243E72E246}" dt="2022-09-30T09:37:38.309" v="1748" actId="47"/>
        <pc:sldMkLst>
          <pc:docMk/>
          <pc:sldMk cId="4026094092" sldId="267"/>
        </pc:sldMkLst>
      </pc:sldChg>
      <pc:sldChg chg="addSp delSp modSp new mod">
        <pc:chgData name="Sara Muneeb" userId="29b624b1-a719-43f5-9b52-388cd4043c04" providerId="ADAL" clId="{DB3F8C76-9E84-425C-958D-57243E72E246}" dt="2022-09-30T07:29:12.984" v="980" actId="1076"/>
        <pc:sldMkLst>
          <pc:docMk/>
          <pc:sldMk cId="3167281788" sldId="268"/>
        </pc:sldMkLst>
        <pc:spChg chg="mod">
          <ac:chgData name="Sara Muneeb" userId="29b624b1-a719-43f5-9b52-388cd4043c04" providerId="ADAL" clId="{DB3F8C76-9E84-425C-958D-57243E72E246}" dt="2022-09-30T07:28:34.698" v="970" actId="20577"/>
          <ac:spMkLst>
            <pc:docMk/>
            <pc:sldMk cId="3167281788" sldId="268"/>
            <ac:spMk id="2" creationId="{DAC72BB2-A330-4380-0646-7B10DA2ABE61}"/>
          </ac:spMkLst>
        </pc:spChg>
        <pc:spChg chg="del">
          <ac:chgData name="Sara Muneeb" userId="29b624b1-a719-43f5-9b52-388cd4043c04" providerId="ADAL" clId="{DB3F8C76-9E84-425C-958D-57243E72E246}" dt="2022-09-30T07:28:45.705" v="971" actId="931"/>
          <ac:spMkLst>
            <pc:docMk/>
            <pc:sldMk cId="3167281788" sldId="268"/>
            <ac:spMk id="3" creationId="{6827322B-01D6-BD1D-1578-3D78D68C6E52}"/>
          </ac:spMkLst>
        </pc:spChg>
        <pc:picChg chg="add mod">
          <ac:chgData name="Sara Muneeb" userId="29b624b1-a719-43f5-9b52-388cd4043c04" providerId="ADAL" clId="{DB3F8C76-9E84-425C-958D-57243E72E246}" dt="2022-09-30T07:29:12.984" v="980" actId="1076"/>
          <ac:picMkLst>
            <pc:docMk/>
            <pc:sldMk cId="3167281788" sldId="268"/>
            <ac:picMk id="5" creationId="{8860F711-5D42-18EB-E55D-7389521AE9AE}"/>
          </ac:picMkLst>
        </pc:picChg>
        <pc:picChg chg="add mod">
          <ac:chgData name="Sara Muneeb" userId="29b624b1-a719-43f5-9b52-388cd4043c04" providerId="ADAL" clId="{DB3F8C76-9E84-425C-958D-57243E72E246}" dt="2022-09-30T07:29:10.395" v="979" actId="1076"/>
          <ac:picMkLst>
            <pc:docMk/>
            <pc:sldMk cId="3167281788" sldId="268"/>
            <ac:picMk id="7" creationId="{94309AF5-EA75-FA8A-B264-641632B8EAC9}"/>
          </ac:picMkLst>
        </pc:picChg>
      </pc:sldChg>
      <pc:sldChg chg="addSp delSp modSp new mod">
        <pc:chgData name="Sara Muneeb" userId="29b624b1-a719-43f5-9b52-388cd4043c04" providerId="ADAL" clId="{DB3F8C76-9E84-425C-958D-57243E72E246}" dt="2022-09-30T07:30:50.593" v="1011" actId="1076"/>
        <pc:sldMkLst>
          <pc:docMk/>
          <pc:sldMk cId="3448848701" sldId="269"/>
        </pc:sldMkLst>
        <pc:spChg chg="mod">
          <ac:chgData name="Sara Muneeb" userId="29b624b1-a719-43f5-9b52-388cd4043c04" providerId="ADAL" clId="{DB3F8C76-9E84-425C-958D-57243E72E246}" dt="2022-09-30T07:29:24.133" v="988" actId="20577"/>
          <ac:spMkLst>
            <pc:docMk/>
            <pc:sldMk cId="3448848701" sldId="269"/>
            <ac:spMk id="2" creationId="{DC9928DB-761C-C86A-6F55-2519438579FE}"/>
          </ac:spMkLst>
        </pc:spChg>
        <pc:spChg chg="del">
          <ac:chgData name="Sara Muneeb" userId="29b624b1-a719-43f5-9b52-388cd4043c04" providerId="ADAL" clId="{DB3F8C76-9E84-425C-958D-57243E72E246}" dt="2022-09-30T07:29:30.810" v="989" actId="931"/>
          <ac:spMkLst>
            <pc:docMk/>
            <pc:sldMk cId="3448848701" sldId="269"/>
            <ac:spMk id="3" creationId="{59165B4E-ABEB-3818-BD71-1BF1C9D3142D}"/>
          </ac:spMkLst>
        </pc:spChg>
        <pc:picChg chg="add mod modCrop">
          <ac:chgData name="Sara Muneeb" userId="29b624b1-a719-43f5-9b52-388cd4043c04" providerId="ADAL" clId="{DB3F8C76-9E84-425C-958D-57243E72E246}" dt="2022-09-30T07:30:50.593" v="1011" actId="1076"/>
          <ac:picMkLst>
            <pc:docMk/>
            <pc:sldMk cId="3448848701" sldId="269"/>
            <ac:picMk id="5" creationId="{5C22C30A-66AD-DAA1-0F07-764797943574}"/>
          </ac:picMkLst>
        </pc:picChg>
        <pc:picChg chg="add mod">
          <ac:chgData name="Sara Muneeb" userId="29b624b1-a719-43f5-9b52-388cd4043c04" providerId="ADAL" clId="{DB3F8C76-9E84-425C-958D-57243E72E246}" dt="2022-09-30T07:30:46.636" v="1010" actId="1076"/>
          <ac:picMkLst>
            <pc:docMk/>
            <pc:sldMk cId="3448848701" sldId="269"/>
            <ac:picMk id="6" creationId="{07B26EC4-FA25-BC71-3666-D2DEA2A89C24}"/>
          </ac:picMkLst>
        </pc:picChg>
      </pc:sldChg>
      <pc:sldChg chg="addSp delSp modSp new mod">
        <pc:chgData name="Sara Muneeb" userId="29b624b1-a719-43f5-9b52-388cd4043c04" providerId="ADAL" clId="{DB3F8C76-9E84-425C-958D-57243E72E246}" dt="2022-09-30T07:52:04.719" v="1167" actId="1076"/>
        <pc:sldMkLst>
          <pc:docMk/>
          <pc:sldMk cId="4245632414" sldId="270"/>
        </pc:sldMkLst>
        <pc:spChg chg="mod">
          <ac:chgData name="Sara Muneeb" userId="29b624b1-a719-43f5-9b52-388cd4043c04" providerId="ADAL" clId="{DB3F8C76-9E84-425C-958D-57243E72E246}" dt="2022-09-30T07:35:13.664" v="1022" actId="20577"/>
          <ac:spMkLst>
            <pc:docMk/>
            <pc:sldMk cId="4245632414" sldId="270"/>
            <ac:spMk id="2" creationId="{39BFB678-AAED-8080-783D-D871E3AAD5C8}"/>
          </ac:spMkLst>
        </pc:spChg>
        <pc:spChg chg="del">
          <ac:chgData name="Sara Muneeb" userId="29b624b1-a719-43f5-9b52-388cd4043c04" providerId="ADAL" clId="{DB3F8C76-9E84-425C-958D-57243E72E246}" dt="2022-09-30T07:30:08.323" v="995" actId="931"/>
          <ac:spMkLst>
            <pc:docMk/>
            <pc:sldMk cId="4245632414" sldId="270"/>
            <ac:spMk id="3" creationId="{EAE398E3-3FF9-EC30-0F19-D415569EF8D7}"/>
          </ac:spMkLst>
        </pc:spChg>
        <pc:spChg chg="add del mod">
          <ac:chgData name="Sara Muneeb" userId="29b624b1-a719-43f5-9b52-388cd4043c04" providerId="ADAL" clId="{DB3F8C76-9E84-425C-958D-57243E72E246}" dt="2022-09-30T07:31:08.510" v="1012" actId="931"/>
          <ac:spMkLst>
            <pc:docMk/>
            <pc:sldMk cId="4245632414" sldId="270"/>
            <ac:spMk id="7" creationId="{AED58527-A207-23F7-BE9D-C04219061144}"/>
          </ac:spMkLst>
        </pc:spChg>
        <pc:spChg chg="add mod">
          <ac:chgData name="Sara Muneeb" userId="29b624b1-a719-43f5-9b52-388cd4043c04" providerId="ADAL" clId="{DB3F8C76-9E84-425C-958D-57243E72E246}" dt="2022-09-30T07:52:04.719" v="1167" actId="1076"/>
          <ac:spMkLst>
            <pc:docMk/>
            <pc:sldMk cId="4245632414" sldId="270"/>
            <ac:spMk id="12" creationId="{E9CBC40E-595C-A5B8-809E-C916C99655A8}"/>
          </ac:spMkLst>
        </pc:spChg>
        <pc:spChg chg="add mod">
          <ac:chgData name="Sara Muneeb" userId="29b624b1-a719-43f5-9b52-388cd4043c04" providerId="ADAL" clId="{DB3F8C76-9E84-425C-958D-57243E72E246}" dt="2022-09-30T07:52:00.303" v="1166" actId="1076"/>
          <ac:spMkLst>
            <pc:docMk/>
            <pc:sldMk cId="4245632414" sldId="270"/>
            <ac:spMk id="13" creationId="{1D11ACA7-D9BD-0217-1C80-8E73E2BEDC20}"/>
          </ac:spMkLst>
        </pc:spChg>
        <pc:picChg chg="add del mod">
          <ac:chgData name="Sara Muneeb" userId="29b624b1-a719-43f5-9b52-388cd4043c04" providerId="ADAL" clId="{DB3F8C76-9E84-425C-958D-57243E72E246}" dt="2022-09-30T07:30:21.841" v="1001" actId="21"/>
          <ac:picMkLst>
            <pc:docMk/>
            <pc:sldMk cId="4245632414" sldId="270"/>
            <ac:picMk id="5" creationId="{D78B7DB6-BCE8-3B20-07A4-57D1693A7437}"/>
          </ac:picMkLst>
        </pc:picChg>
        <pc:picChg chg="add mod modCrop">
          <ac:chgData name="Sara Muneeb" userId="29b624b1-a719-43f5-9b52-388cd4043c04" providerId="ADAL" clId="{DB3F8C76-9E84-425C-958D-57243E72E246}" dt="2022-09-30T07:51:25.843" v="1143" actId="732"/>
          <ac:picMkLst>
            <pc:docMk/>
            <pc:sldMk cId="4245632414" sldId="270"/>
            <ac:picMk id="9" creationId="{1C327852-3661-F7BD-42A5-249DFC68948E}"/>
          </ac:picMkLst>
        </pc:picChg>
        <pc:picChg chg="add mod">
          <ac:chgData name="Sara Muneeb" userId="29b624b1-a719-43f5-9b52-388cd4043c04" providerId="ADAL" clId="{DB3F8C76-9E84-425C-958D-57243E72E246}" dt="2022-09-30T07:51:12.865" v="1141" actId="1076"/>
          <ac:picMkLst>
            <pc:docMk/>
            <pc:sldMk cId="4245632414" sldId="270"/>
            <ac:picMk id="11" creationId="{118B4784-1423-ECA2-F25B-0883652E7962}"/>
          </ac:picMkLst>
        </pc:picChg>
      </pc:sldChg>
      <pc:sldChg chg="addSp delSp modSp new mod modAnim">
        <pc:chgData name="Sara Muneeb" userId="29b624b1-a719-43f5-9b52-388cd4043c04" providerId="ADAL" clId="{DB3F8C76-9E84-425C-958D-57243E72E246}" dt="2022-09-30T07:45:06.046" v="1082"/>
        <pc:sldMkLst>
          <pc:docMk/>
          <pc:sldMk cId="4006803244" sldId="271"/>
        </pc:sldMkLst>
        <pc:spChg chg="mod">
          <ac:chgData name="Sara Muneeb" userId="29b624b1-a719-43f5-9b52-388cd4043c04" providerId="ADAL" clId="{DB3F8C76-9E84-425C-958D-57243E72E246}" dt="2022-09-30T07:43:40.653" v="1069" actId="20577"/>
          <ac:spMkLst>
            <pc:docMk/>
            <pc:sldMk cId="4006803244" sldId="271"/>
            <ac:spMk id="2" creationId="{9EB6A928-53BE-3E47-7722-9CAA1C5272DC}"/>
          </ac:spMkLst>
        </pc:spChg>
        <pc:spChg chg="del">
          <ac:chgData name="Sara Muneeb" userId="29b624b1-a719-43f5-9b52-388cd4043c04" providerId="ADAL" clId="{DB3F8C76-9E84-425C-958D-57243E72E246}" dt="2022-09-30T07:35:45.192" v="1024" actId="931"/>
          <ac:spMkLst>
            <pc:docMk/>
            <pc:sldMk cId="4006803244" sldId="271"/>
            <ac:spMk id="3" creationId="{6F21A77E-24ED-9AB4-8E9C-AADBFACF7579}"/>
          </ac:spMkLst>
        </pc:spChg>
        <pc:spChg chg="add del mod">
          <ac:chgData name="Sara Muneeb" userId="29b624b1-a719-43f5-9b52-388cd4043c04" providerId="ADAL" clId="{DB3F8C76-9E84-425C-958D-57243E72E246}" dt="2022-09-30T07:43:57.346" v="1071" actId="931"/>
          <ac:spMkLst>
            <pc:docMk/>
            <pc:sldMk cId="4006803244" sldId="271"/>
            <ac:spMk id="7" creationId="{A6DDAF87-E745-36B8-C36B-19C3694A682A}"/>
          </ac:spMkLst>
        </pc:spChg>
        <pc:spChg chg="add del mod">
          <ac:chgData name="Sara Muneeb" userId="29b624b1-a719-43f5-9b52-388cd4043c04" providerId="ADAL" clId="{DB3F8C76-9E84-425C-958D-57243E72E246}" dt="2022-09-30T07:44:10.680" v="1073" actId="931"/>
          <ac:spMkLst>
            <pc:docMk/>
            <pc:sldMk cId="4006803244" sldId="271"/>
            <ac:spMk id="11" creationId="{2A293B4C-C976-2A0D-6980-98E59C180DE1}"/>
          </ac:spMkLst>
        </pc:spChg>
        <pc:spChg chg="add mod">
          <ac:chgData name="Sara Muneeb" userId="29b624b1-a719-43f5-9b52-388cd4043c04" providerId="ADAL" clId="{DB3F8C76-9E84-425C-958D-57243E72E246}" dt="2022-09-30T07:44:47.067" v="1078" actId="208"/>
          <ac:spMkLst>
            <pc:docMk/>
            <pc:sldMk cId="4006803244" sldId="271"/>
            <ac:spMk id="14" creationId="{EE253486-8B85-A872-1C9F-A7B6C6E8F906}"/>
          </ac:spMkLst>
        </pc:spChg>
        <pc:picChg chg="add del mod modCrop">
          <ac:chgData name="Sara Muneeb" userId="29b624b1-a719-43f5-9b52-388cd4043c04" providerId="ADAL" clId="{DB3F8C76-9E84-425C-958D-57243E72E246}" dt="2022-09-30T07:43:36.746" v="1062" actId="478"/>
          <ac:picMkLst>
            <pc:docMk/>
            <pc:sldMk cId="4006803244" sldId="271"/>
            <ac:picMk id="5" creationId="{6D4DBFA4-4112-B1EA-D791-0E1D4E12CD10}"/>
          </ac:picMkLst>
        </pc:picChg>
        <pc:picChg chg="add del mod">
          <ac:chgData name="Sara Muneeb" userId="29b624b1-a719-43f5-9b52-388cd4043c04" providerId="ADAL" clId="{DB3F8C76-9E84-425C-958D-57243E72E246}" dt="2022-09-30T07:43:59.356" v="1072" actId="478"/>
          <ac:picMkLst>
            <pc:docMk/>
            <pc:sldMk cId="4006803244" sldId="271"/>
            <ac:picMk id="9" creationId="{A8174382-4BE4-9293-5825-20C41FE56DA7}"/>
          </ac:picMkLst>
        </pc:picChg>
        <pc:picChg chg="add mod">
          <ac:chgData name="Sara Muneeb" userId="29b624b1-a719-43f5-9b52-388cd4043c04" providerId="ADAL" clId="{DB3F8C76-9E84-425C-958D-57243E72E246}" dt="2022-09-30T07:45:02.381" v="1081" actId="1076"/>
          <ac:picMkLst>
            <pc:docMk/>
            <pc:sldMk cId="4006803244" sldId="271"/>
            <ac:picMk id="13" creationId="{595199DE-C673-B0A5-103B-FE9E7AAE3F9C}"/>
          </ac:picMkLst>
        </pc:picChg>
      </pc:sldChg>
      <pc:sldChg chg="addSp delSp modSp new mod modAnim">
        <pc:chgData name="Sara Muneeb" userId="29b624b1-a719-43f5-9b52-388cd4043c04" providerId="ADAL" clId="{DB3F8C76-9E84-425C-958D-57243E72E246}" dt="2022-09-30T07:47:21.780" v="1111"/>
        <pc:sldMkLst>
          <pc:docMk/>
          <pc:sldMk cId="1424118343" sldId="272"/>
        </pc:sldMkLst>
        <pc:spChg chg="mod">
          <ac:chgData name="Sara Muneeb" userId="29b624b1-a719-43f5-9b52-388cd4043c04" providerId="ADAL" clId="{DB3F8C76-9E84-425C-958D-57243E72E246}" dt="2022-09-30T07:45:19.373" v="1090" actId="20577"/>
          <ac:spMkLst>
            <pc:docMk/>
            <pc:sldMk cId="1424118343" sldId="272"/>
            <ac:spMk id="2" creationId="{11F82EBB-97B5-5317-D7D9-C3FF74AB159C}"/>
          </ac:spMkLst>
        </pc:spChg>
        <pc:spChg chg="del">
          <ac:chgData name="Sara Muneeb" userId="29b624b1-a719-43f5-9b52-388cd4043c04" providerId="ADAL" clId="{DB3F8C76-9E84-425C-958D-57243E72E246}" dt="2022-09-30T07:45:30.730" v="1091" actId="931"/>
          <ac:spMkLst>
            <pc:docMk/>
            <pc:sldMk cId="1424118343" sldId="272"/>
            <ac:spMk id="3" creationId="{DE600EFF-B9A6-C300-5101-EFAFF588EF67}"/>
          </ac:spMkLst>
        </pc:spChg>
        <pc:spChg chg="add mod">
          <ac:chgData name="Sara Muneeb" userId="29b624b1-a719-43f5-9b52-388cd4043c04" providerId="ADAL" clId="{DB3F8C76-9E84-425C-958D-57243E72E246}" dt="2022-09-30T07:47:01.264" v="1110" actId="1076"/>
          <ac:spMkLst>
            <pc:docMk/>
            <pc:sldMk cId="1424118343" sldId="272"/>
            <ac:spMk id="8" creationId="{22C7AC43-CE20-D134-3DF6-2B066D95DF0F}"/>
          </ac:spMkLst>
        </pc:spChg>
        <pc:picChg chg="add mod">
          <ac:chgData name="Sara Muneeb" userId="29b624b1-a719-43f5-9b52-388cd4043c04" providerId="ADAL" clId="{DB3F8C76-9E84-425C-958D-57243E72E246}" dt="2022-09-30T07:45:41.382" v="1094" actId="1076"/>
          <ac:picMkLst>
            <pc:docMk/>
            <pc:sldMk cId="1424118343" sldId="272"/>
            <ac:picMk id="5" creationId="{1D0A59BC-9F9A-387E-EE04-B7DDFEAB1290}"/>
          </ac:picMkLst>
        </pc:picChg>
        <pc:picChg chg="add mod">
          <ac:chgData name="Sara Muneeb" userId="29b624b1-a719-43f5-9b52-388cd4043c04" providerId="ADAL" clId="{DB3F8C76-9E84-425C-958D-57243E72E246}" dt="2022-09-30T07:46:53.889" v="1109" actId="1076"/>
          <ac:picMkLst>
            <pc:docMk/>
            <pc:sldMk cId="1424118343" sldId="272"/>
            <ac:picMk id="7" creationId="{D04346AB-343F-9E84-8293-706D714C95AA}"/>
          </ac:picMkLst>
        </pc:picChg>
      </pc:sldChg>
      <pc:sldChg chg="addSp delSp modSp new mod">
        <pc:chgData name="Sara Muneeb" userId="29b624b1-a719-43f5-9b52-388cd4043c04" providerId="ADAL" clId="{DB3F8C76-9E84-425C-958D-57243E72E246}" dt="2022-09-30T07:48:27.698" v="1122" actId="962"/>
        <pc:sldMkLst>
          <pc:docMk/>
          <pc:sldMk cId="999133735" sldId="273"/>
        </pc:sldMkLst>
        <pc:spChg chg="mod">
          <ac:chgData name="Sara Muneeb" userId="29b624b1-a719-43f5-9b52-388cd4043c04" providerId="ADAL" clId="{DB3F8C76-9E84-425C-958D-57243E72E246}" dt="2022-09-30T07:47:36.640" v="1118" actId="20577"/>
          <ac:spMkLst>
            <pc:docMk/>
            <pc:sldMk cId="999133735" sldId="273"/>
            <ac:spMk id="2" creationId="{3B1A46A0-76D4-1FAB-6D57-CEDDBAB9EFE5}"/>
          </ac:spMkLst>
        </pc:spChg>
        <pc:spChg chg="del">
          <ac:chgData name="Sara Muneeb" userId="29b624b1-a719-43f5-9b52-388cd4043c04" providerId="ADAL" clId="{DB3F8C76-9E84-425C-958D-57243E72E246}" dt="2022-09-30T07:48:21.221" v="1119" actId="931"/>
          <ac:spMkLst>
            <pc:docMk/>
            <pc:sldMk cId="999133735" sldId="273"/>
            <ac:spMk id="3" creationId="{40C80F07-923F-DAC0-E66A-4E761C1EFA9F}"/>
          </ac:spMkLst>
        </pc:spChg>
        <pc:picChg chg="add mod">
          <ac:chgData name="Sara Muneeb" userId="29b624b1-a719-43f5-9b52-388cd4043c04" providerId="ADAL" clId="{DB3F8C76-9E84-425C-958D-57243E72E246}" dt="2022-09-30T07:48:27.698" v="1122" actId="962"/>
          <ac:picMkLst>
            <pc:docMk/>
            <pc:sldMk cId="999133735" sldId="273"/>
            <ac:picMk id="5" creationId="{B6A8878A-4819-E5E1-E073-8D55060623ED}"/>
          </ac:picMkLst>
        </pc:picChg>
      </pc:sldChg>
      <pc:sldChg chg="addSp delSp modSp new mod">
        <pc:chgData name="Sara Muneeb" userId="29b624b1-a719-43f5-9b52-388cd4043c04" providerId="ADAL" clId="{DB3F8C76-9E84-425C-958D-57243E72E246}" dt="2022-09-30T07:48:46.183" v="1133" actId="962"/>
        <pc:sldMkLst>
          <pc:docMk/>
          <pc:sldMk cId="2742577211" sldId="274"/>
        </pc:sldMkLst>
        <pc:spChg chg="mod">
          <ac:chgData name="Sara Muneeb" userId="29b624b1-a719-43f5-9b52-388cd4043c04" providerId="ADAL" clId="{DB3F8C76-9E84-425C-958D-57243E72E246}" dt="2022-09-30T07:48:32.110" v="1130" actId="20577"/>
          <ac:spMkLst>
            <pc:docMk/>
            <pc:sldMk cId="2742577211" sldId="274"/>
            <ac:spMk id="2" creationId="{5B13115B-716B-37C0-785D-0C1C8079C1EA}"/>
          </ac:spMkLst>
        </pc:spChg>
        <pc:spChg chg="del">
          <ac:chgData name="Sara Muneeb" userId="29b624b1-a719-43f5-9b52-388cd4043c04" providerId="ADAL" clId="{DB3F8C76-9E84-425C-958D-57243E72E246}" dt="2022-09-30T07:48:44.983" v="1131" actId="931"/>
          <ac:spMkLst>
            <pc:docMk/>
            <pc:sldMk cId="2742577211" sldId="274"/>
            <ac:spMk id="3" creationId="{A68E1FED-515C-1666-4F62-D2D3D35AD6C7}"/>
          </ac:spMkLst>
        </pc:spChg>
        <pc:picChg chg="add mod">
          <ac:chgData name="Sara Muneeb" userId="29b624b1-a719-43f5-9b52-388cd4043c04" providerId="ADAL" clId="{DB3F8C76-9E84-425C-958D-57243E72E246}" dt="2022-09-30T07:48:46.183" v="1133" actId="962"/>
          <ac:picMkLst>
            <pc:docMk/>
            <pc:sldMk cId="2742577211" sldId="274"/>
            <ac:picMk id="5" creationId="{CCD98EC6-F883-A72F-C242-88AC3512E466}"/>
          </ac:picMkLst>
        </pc:picChg>
      </pc:sldChg>
      <pc:sldChg chg="addSp modSp new mod">
        <pc:chgData name="Sara Muneeb" userId="29b624b1-a719-43f5-9b52-388cd4043c04" providerId="ADAL" clId="{DB3F8C76-9E84-425C-958D-57243E72E246}" dt="2022-09-30T08:35:04.424" v="1259" actId="1076"/>
        <pc:sldMkLst>
          <pc:docMk/>
          <pc:sldMk cId="3394791061" sldId="275"/>
        </pc:sldMkLst>
        <pc:spChg chg="mod">
          <ac:chgData name="Sara Muneeb" userId="29b624b1-a719-43f5-9b52-388cd4043c04" providerId="ADAL" clId="{DB3F8C76-9E84-425C-958D-57243E72E246}" dt="2022-09-30T07:53:29.945" v="1174" actId="20577"/>
          <ac:spMkLst>
            <pc:docMk/>
            <pc:sldMk cId="3394791061" sldId="275"/>
            <ac:spMk id="2" creationId="{F44ABA31-794F-4BD6-8D92-B7D1C1B8A392}"/>
          </ac:spMkLst>
        </pc:spChg>
        <pc:spChg chg="mod">
          <ac:chgData name="Sara Muneeb" userId="29b624b1-a719-43f5-9b52-388cd4043c04" providerId="ADAL" clId="{DB3F8C76-9E84-425C-958D-57243E72E246}" dt="2022-09-30T08:34:57.396" v="1258" actId="207"/>
          <ac:spMkLst>
            <pc:docMk/>
            <pc:sldMk cId="3394791061" sldId="275"/>
            <ac:spMk id="3" creationId="{A778FDB5-F19B-32BF-004F-16E319FF8A7D}"/>
          </ac:spMkLst>
        </pc:spChg>
        <pc:picChg chg="add mod">
          <ac:chgData name="Sara Muneeb" userId="29b624b1-a719-43f5-9b52-388cd4043c04" providerId="ADAL" clId="{DB3F8C76-9E84-425C-958D-57243E72E246}" dt="2022-09-30T08:35:04.424" v="1259" actId="1076"/>
          <ac:picMkLst>
            <pc:docMk/>
            <pc:sldMk cId="3394791061" sldId="275"/>
            <ac:picMk id="3074" creationId="{AC5D098A-E968-A073-061D-C8F0E69180A6}"/>
          </ac:picMkLst>
        </pc:picChg>
      </pc:sldChg>
      <pc:sldChg chg="addSp modSp new mod">
        <pc:chgData name="Sara Muneeb" userId="29b624b1-a719-43f5-9b52-388cd4043c04" providerId="ADAL" clId="{DB3F8C76-9E84-425C-958D-57243E72E246}" dt="2022-09-30T09:29:17.784" v="1648" actId="1076"/>
        <pc:sldMkLst>
          <pc:docMk/>
          <pc:sldMk cId="2278341385" sldId="276"/>
        </pc:sldMkLst>
        <pc:spChg chg="mod">
          <ac:chgData name="Sara Muneeb" userId="29b624b1-a719-43f5-9b52-388cd4043c04" providerId="ADAL" clId="{DB3F8C76-9E84-425C-958D-57243E72E246}" dt="2022-09-30T08:37:24.953" v="1366" actId="27636"/>
          <ac:spMkLst>
            <pc:docMk/>
            <pc:sldMk cId="2278341385" sldId="276"/>
            <ac:spMk id="2" creationId="{53243FD3-1EBC-EF79-D98D-83E32758046E}"/>
          </ac:spMkLst>
        </pc:spChg>
        <pc:spChg chg="mod">
          <ac:chgData name="Sara Muneeb" userId="29b624b1-a719-43f5-9b52-388cd4043c04" providerId="ADAL" clId="{DB3F8C76-9E84-425C-958D-57243E72E246}" dt="2022-09-30T09:29:13.722" v="1647" actId="404"/>
          <ac:spMkLst>
            <pc:docMk/>
            <pc:sldMk cId="2278341385" sldId="276"/>
            <ac:spMk id="3" creationId="{A1F344B6-3358-9FD9-DD5A-21060195BD6A}"/>
          </ac:spMkLst>
        </pc:spChg>
        <pc:picChg chg="add mod">
          <ac:chgData name="Sara Muneeb" userId="29b624b1-a719-43f5-9b52-388cd4043c04" providerId="ADAL" clId="{DB3F8C76-9E84-425C-958D-57243E72E246}" dt="2022-09-30T09:29:17.784" v="1648" actId="1076"/>
          <ac:picMkLst>
            <pc:docMk/>
            <pc:sldMk cId="2278341385" sldId="276"/>
            <ac:picMk id="4098" creationId="{24D75010-A97B-5A1D-215C-07DC08DF8B98}"/>
          </ac:picMkLst>
        </pc:picChg>
      </pc:sldChg>
      <pc:sldChg chg="addSp delSp modSp new mod">
        <pc:chgData name="Sara Muneeb" userId="29b624b1-a719-43f5-9b52-388cd4043c04" providerId="ADAL" clId="{DB3F8C76-9E84-425C-958D-57243E72E246}" dt="2022-09-30T09:32:58.463" v="1663" actId="1076"/>
        <pc:sldMkLst>
          <pc:docMk/>
          <pc:sldMk cId="1238051902" sldId="277"/>
        </pc:sldMkLst>
        <pc:spChg chg="mod">
          <ac:chgData name="Sara Muneeb" userId="29b624b1-a719-43f5-9b52-388cd4043c04" providerId="ADAL" clId="{DB3F8C76-9E84-425C-958D-57243E72E246}" dt="2022-09-30T09:29:58" v="1656" actId="20577"/>
          <ac:spMkLst>
            <pc:docMk/>
            <pc:sldMk cId="1238051902" sldId="277"/>
            <ac:spMk id="2" creationId="{CEC39E0F-20CB-CB55-2ED6-EC37245A60EB}"/>
          </ac:spMkLst>
        </pc:spChg>
        <pc:spChg chg="del mod">
          <ac:chgData name="Sara Muneeb" userId="29b624b1-a719-43f5-9b52-388cd4043c04" providerId="ADAL" clId="{DB3F8C76-9E84-425C-958D-57243E72E246}" dt="2022-09-30T09:30:16.645" v="1658" actId="22"/>
          <ac:spMkLst>
            <pc:docMk/>
            <pc:sldMk cId="1238051902" sldId="277"/>
            <ac:spMk id="3" creationId="{26C0DABC-A2D0-EE9F-C513-7AD872F24FB6}"/>
          </ac:spMkLst>
        </pc:spChg>
        <pc:spChg chg="add del mod">
          <ac:chgData name="Sara Muneeb" userId="29b624b1-a719-43f5-9b52-388cd4043c04" providerId="ADAL" clId="{DB3F8C76-9E84-425C-958D-57243E72E246}" dt="2022-09-30T09:32:53.178" v="1662" actId="478"/>
          <ac:spMkLst>
            <pc:docMk/>
            <pc:sldMk cId="1238051902" sldId="277"/>
            <ac:spMk id="9" creationId="{1A250871-A4CF-46DA-3F3C-3CA171C432DE}"/>
          </ac:spMkLst>
        </pc:spChg>
        <pc:picChg chg="add del mod ord">
          <ac:chgData name="Sara Muneeb" userId="29b624b1-a719-43f5-9b52-388cd4043c04" providerId="ADAL" clId="{DB3F8C76-9E84-425C-958D-57243E72E246}" dt="2022-09-30T09:32:44.786" v="1661" actId="478"/>
          <ac:picMkLst>
            <pc:docMk/>
            <pc:sldMk cId="1238051902" sldId="277"/>
            <ac:picMk id="5" creationId="{0332B971-3DD9-384F-39B9-F4BB1EC93D03}"/>
          </ac:picMkLst>
        </pc:picChg>
        <pc:picChg chg="add mod">
          <ac:chgData name="Sara Muneeb" userId="29b624b1-a719-43f5-9b52-388cd4043c04" providerId="ADAL" clId="{DB3F8C76-9E84-425C-958D-57243E72E246}" dt="2022-09-30T09:32:58.463" v="1663" actId="1076"/>
          <ac:picMkLst>
            <pc:docMk/>
            <pc:sldMk cId="1238051902" sldId="277"/>
            <ac:picMk id="7" creationId="{EB768C8D-0F7A-BE74-050D-242454231168}"/>
          </ac:picMkLst>
        </pc:picChg>
      </pc:sldChg>
      <pc:sldChg chg="addSp delSp modSp new mod">
        <pc:chgData name="Sara Muneeb" userId="29b624b1-a719-43f5-9b52-388cd4043c04" providerId="ADAL" clId="{DB3F8C76-9E84-425C-958D-57243E72E246}" dt="2022-09-30T09:35:37.845" v="1687" actId="1076"/>
        <pc:sldMkLst>
          <pc:docMk/>
          <pc:sldMk cId="1237888567" sldId="278"/>
        </pc:sldMkLst>
        <pc:spChg chg="mod">
          <ac:chgData name="Sara Muneeb" userId="29b624b1-a719-43f5-9b52-388cd4043c04" providerId="ADAL" clId="{DB3F8C76-9E84-425C-958D-57243E72E246}" dt="2022-09-30T09:34:59.194" v="1671" actId="20577"/>
          <ac:spMkLst>
            <pc:docMk/>
            <pc:sldMk cId="1237888567" sldId="278"/>
            <ac:spMk id="2" creationId="{BC73BCD1-F9C1-E666-21CE-8BCCB8375639}"/>
          </ac:spMkLst>
        </pc:spChg>
        <pc:spChg chg="del">
          <ac:chgData name="Sara Muneeb" userId="29b624b1-a719-43f5-9b52-388cd4043c04" providerId="ADAL" clId="{DB3F8C76-9E84-425C-958D-57243E72E246}" dt="2022-09-30T09:35:08.534" v="1672" actId="931"/>
          <ac:spMkLst>
            <pc:docMk/>
            <pc:sldMk cId="1237888567" sldId="278"/>
            <ac:spMk id="3" creationId="{C12A84B6-068C-99EF-2C74-E2ABEAE1FAE9}"/>
          </ac:spMkLst>
        </pc:spChg>
        <pc:picChg chg="add mod">
          <ac:chgData name="Sara Muneeb" userId="29b624b1-a719-43f5-9b52-388cd4043c04" providerId="ADAL" clId="{DB3F8C76-9E84-425C-958D-57243E72E246}" dt="2022-09-30T09:35:37.845" v="1687" actId="1076"/>
          <ac:picMkLst>
            <pc:docMk/>
            <pc:sldMk cId="1237888567" sldId="278"/>
            <ac:picMk id="5" creationId="{7CD2090F-A4DF-7FED-6A50-FA104D16022B}"/>
          </ac:picMkLst>
        </pc:picChg>
        <pc:picChg chg="add mod">
          <ac:chgData name="Sara Muneeb" userId="29b624b1-a719-43f5-9b52-388cd4043c04" providerId="ADAL" clId="{DB3F8C76-9E84-425C-958D-57243E72E246}" dt="2022-09-30T09:35:34.744" v="1686" actId="1076"/>
          <ac:picMkLst>
            <pc:docMk/>
            <pc:sldMk cId="1237888567" sldId="278"/>
            <ac:picMk id="7" creationId="{32DDC936-90F8-3629-706F-43DAEA768688}"/>
          </ac:picMkLst>
        </pc:picChg>
      </pc:sldChg>
      <pc:sldChg chg="addSp delSp modSp new del mod">
        <pc:chgData name="Sara Muneeb" userId="29b624b1-a719-43f5-9b52-388cd4043c04" providerId="ADAL" clId="{DB3F8C76-9E84-425C-958D-57243E72E246}" dt="2022-09-30T09:37:00.477" v="1721" actId="47"/>
        <pc:sldMkLst>
          <pc:docMk/>
          <pc:sldMk cId="24293221" sldId="279"/>
        </pc:sldMkLst>
        <pc:spChg chg="mod">
          <ac:chgData name="Sara Muneeb" userId="29b624b1-a719-43f5-9b52-388cd4043c04" providerId="ADAL" clId="{DB3F8C76-9E84-425C-958D-57243E72E246}" dt="2022-09-30T09:35:57.088" v="1717" actId="20577"/>
          <ac:spMkLst>
            <pc:docMk/>
            <pc:sldMk cId="24293221" sldId="279"/>
            <ac:spMk id="2" creationId="{588ED398-42EE-233A-28EC-487A56D66029}"/>
          </ac:spMkLst>
        </pc:spChg>
        <pc:picChg chg="add del">
          <ac:chgData name="Sara Muneeb" userId="29b624b1-a719-43f5-9b52-388cd4043c04" providerId="ADAL" clId="{DB3F8C76-9E84-425C-958D-57243E72E246}" dt="2022-09-30T09:36:48.603" v="1719" actId="22"/>
          <ac:picMkLst>
            <pc:docMk/>
            <pc:sldMk cId="24293221" sldId="279"/>
            <ac:picMk id="5" creationId="{00BAAE01-767D-4091-6F4E-6EC0CE92A487}"/>
          </ac:picMkLst>
        </pc:picChg>
      </pc:sldChg>
      <pc:sldChg chg="addSp delSp modSp add mod ord">
        <pc:chgData name="Sara Muneeb" userId="29b624b1-a719-43f5-9b52-388cd4043c04" providerId="ADAL" clId="{DB3F8C76-9E84-425C-958D-57243E72E246}" dt="2022-09-30T10:35:34.372" v="1771" actId="207"/>
        <pc:sldMkLst>
          <pc:docMk/>
          <pc:sldMk cId="3087496290" sldId="280"/>
        </pc:sldMkLst>
        <pc:spChg chg="mod">
          <ac:chgData name="Sara Muneeb" userId="29b624b1-a719-43f5-9b52-388cd4043c04" providerId="ADAL" clId="{DB3F8C76-9E84-425C-958D-57243E72E246}" dt="2022-09-30T09:37:18.968" v="1745" actId="21"/>
          <ac:spMkLst>
            <pc:docMk/>
            <pc:sldMk cId="3087496290" sldId="280"/>
            <ac:spMk id="2" creationId="{00000000-0000-0000-0000-000000000000}"/>
          </ac:spMkLst>
        </pc:spChg>
        <pc:spChg chg="add del mod">
          <ac:chgData name="Sara Muneeb" userId="29b624b1-a719-43f5-9b52-388cd4043c04" providerId="ADAL" clId="{DB3F8C76-9E84-425C-958D-57243E72E246}" dt="2022-09-30T09:38:32.952" v="1752" actId="478"/>
          <ac:spMkLst>
            <pc:docMk/>
            <pc:sldMk cId="3087496290" sldId="280"/>
            <ac:spMk id="3" creationId="{71373625-5279-19D1-8D79-2976E9CEBC08}"/>
          </ac:spMkLst>
        </pc:spChg>
        <pc:spChg chg="add mod">
          <ac:chgData name="Sara Muneeb" userId="29b624b1-a719-43f5-9b52-388cd4043c04" providerId="ADAL" clId="{DB3F8C76-9E84-425C-958D-57243E72E246}" dt="2022-09-30T10:35:34.372" v="1771" actId="207"/>
          <ac:spMkLst>
            <pc:docMk/>
            <pc:sldMk cId="3087496290" sldId="280"/>
            <ac:spMk id="4" creationId="{EE0A407C-4F82-C6AA-4743-F08CA2DB49D7}"/>
          </ac:spMkLst>
        </pc:spChg>
        <pc:picChg chg="add mod">
          <ac:chgData name="Sara Muneeb" userId="29b624b1-a719-43f5-9b52-388cd4043c04" providerId="ADAL" clId="{DB3F8C76-9E84-425C-958D-57243E72E246}" dt="2022-09-30T10:35:04.850" v="1769" actId="1076"/>
          <ac:picMkLst>
            <pc:docMk/>
            <pc:sldMk cId="3087496290" sldId="280"/>
            <ac:picMk id="5" creationId="{08F8134F-F3AE-4493-CA39-43E5BF9FD8AD}"/>
          </ac:picMkLst>
        </pc:picChg>
        <pc:picChg chg="add del mod">
          <ac:chgData name="Sara Muneeb" userId="29b624b1-a719-43f5-9b52-388cd4043c04" providerId="ADAL" clId="{DB3F8C76-9E84-425C-958D-57243E72E246}" dt="2022-09-30T09:38:37.453" v="1753" actId="21"/>
          <ac:picMkLst>
            <pc:docMk/>
            <pc:sldMk cId="3087496290" sldId="280"/>
            <ac:picMk id="8195" creationId="{00000000-0000-0000-0000-000000000000}"/>
          </ac:picMkLst>
        </pc:picChg>
      </pc:sldChg>
      <pc:sldChg chg="addSp delSp modSp add del ord">
        <pc:chgData name="Sara Muneeb" userId="29b624b1-a719-43f5-9b52-388cd4043c04" providerId="ADAL" clId="{DB3F8C76-9E84-425C-958D-57243E72E246}" dt="2022-10-05T09:38:35.379" v="4006" actId="47"/>
        <pc:sldMkLst>
          <pc:docMk/>
          <pc:sldMk cId="682799263" sldId="281"/>
        </pc:sldMkLst>
        <pc:picChg chg="add del mod">
          <ac:chgData name="Sara Muneeb" userId="29b624b1-a719-43f5-9b52-388cd4043c04" providerId="ADAL" clId="{DB3F8C76-9E84-425C-958D-57243E72E246}" dt="2022-09-30T10:34:59.864" v="1767" actId="21"/>
          <ac:picMkLst>
            <pc:docMk/>
            <pc:sldMk cId="682799263" sldId="281"/>
            <ac:picMk id="3" creationId="{A25269C2-7BCD-5DFB-CC99-FF92629A15BB}"/>
          </ac:picMkLst>
        </pc:picChg>
      </pc:sldChg>
      <pc:sldChg chg="add del">
        <pc:chgData name="Sara Muneeb" userId="29b624b1-a719-43f5-9b52-388cd4043c04" providerId="ADAL" clId="{DB3F8C76-9E84-425C-958D-57243E72E246}" dt="2022-10-03T08:55:36.018" v="2985" actId="47"/>
        <pc:sldMkLst>
          <pc:docMk/>
          <pc:sldMk cId="2342829795" sldId="282"/>
        </pc:sldMkLst>
      </pc:sldChg>
      <pc:sldChg chg="add del">
        <pc:chgData name="Sara Muneeb" userId="29b624b1-a719-43f5-9b52-388cd4043c04" providerId="ADAL" clId="{DB3F8C76-9E84-425C-958D-57243E72E246}" dt="2022-09-30T10:36:19.593" v="1774" actId="47"/>
        <pc:sldMkLst>
          <pc:docMk/>
          <pc:sldMk cId="2989175404" sldId="282"/>
        </pc:sldMkLst>
      </pc:sldChg>
      <pc:sldChg chg="add del ord">
        <pc:chgData name="Sara Muneeb" userId="29b624b1-a719-43f5-9b52-388cd4043c04" providerId="ADAL" clId="{DB3F8C76-9E84-425C-958D-57243E72E246}" dt="2022-10-03T09:02:47.954" v="3023" actId="47"/>
        <pc:sldMkLst>
          <pc:docMk/>
          <pc:sldMk cId="84272025" sldId="283"/>
        </pc:sldMkLst>
      </pc:sldChg>
      <pc:sldChg chg="add del">
        <pc:chgData name="Sara Muneeb" userId="29b624b1-a719-43f5-9b52-388cd4043c04" providerId="ADAL" clId="{DB3F8C76-9E84-425C-958D-57243E72E246}" dt="2022-09-30T10:36:21.754" v="1775" actId="47"/>
        <pc:sldMkLst>
          <pc:docMk/>
          <pc:sldMk cId="642507062" sldId="283"/>
        </pc:sldMkLst>
      </pc:sldChg>
      <pc:sldChg chg="modSp add mod ord">
        <pc:chgData name="Sara Muneeb" userId="29b624b1-a719-43f5-9b52-388cd4043c04" providerId="ADAL" clId="{DB3F8C76-9E84-425C-958D-57243E72E246}" dt="2022-09-30T10:37:04.438" v="1780"/>
        <pc:sldMkLst>
          <pc:docMk/>
          <pc:sldMk cId="938039169" sldId="284"/>
        </pc:sldMkLst>
        <pc:spChg chg="mod">
          <ac:chgData name="Sara Muneeb" userId="29b624b1-a719-43f5-9b52-388cd4043c04" providerId="ADAL" clId="{DB3F8C76-9E84-425C-958D-57243E72E246}" dt="2022-09-30T10:36:28.335" v="1776" actId="20577"/>
          <ac:spMkLst>
            <pc:docMk/>
            <pc:sldMk cId="938039169" sldId="284"/>
            <ac:spMk id="2" creationId="{00000000-0000-0000-0000-000000000000}"/>
          </ac:spMkLst>
        </pc:spChg>
      </pc:sldChg>
      <pc:sldChg chg="addSp delSp modSp add del">
        <pc:chgData name="Sara Muneeb" userId="29b624b1-a719-43f5-9b52-388cd4043c04" providerId="ADAL" clId="{DB3F8C76-9E84-425C-958D-57243E72E246}" dt="2022-09-30T10:44:00.240" v="1919" actId="47"/>
        <pc:sldMkLst>
          <pc:docMk/>
          <pc:sldMk cId="1064415316" sldId="285"/>
        </pc:sldMkLst>
        <pc:spChg chg="add mod">
          <ac:chgData name="Sara Muneeb" userId="29b624b1-a719-43f5-9b52-388cd4043c04" providerId="ADAL" clId="{DB3F8C76-9E84-425C-958D-57243E72E246}" dt="2022-09-30T10:43:46.086" v="1915" actId="21"/>
          <ac:spMkLst>
            <pc:docMk/>
            <pc:sldMk cId="1064415316" sldId="285"/>
            <ac:spMk id="3" creationId="{79E5B953-B904-86A0-81B6-ECD65CA80F6F}"/>
          </ac:spMkLst>
        </pc:spChg>
        <pc:picChg chg="del">
          <ac:chgData name="Sara Muneeb" userId="29b624b1-a719-43f5-9b52-388cd4043c04" providerId="ADAL" clId="{DB3F8C76-9E84-425C-958D-57243E72E246}" dt="2022-09-30T10:43:46.086" v="1915" actId="21"/>
          <ac:picMkLst>
            <pc:docMk/>
            <pc:sldMk cId="1064415316" sldId="285"/>
            <ac:picMk id="14338" creationId="{00000000-0000-0000-0000-000000000000}"/>
          </ac:picMkLst>
        </pc:picChg>
      </pc:sldChg>
      <pc:sldChg chg="modSp add mod">
        <pc:chgData name="Sara Muneeb" userId="29b624b1-a719-43f5-9b52-388cd4043c04" providerId="ADAL" clId="{DB3F8C76-9E84-425C-958D-57243E72E246}" dt="2022-09-30T10:44:58.715" v="1952" actId="1076"/>
        <pc:sldMkLst>
          <pc:docMk/>
          <pc:sldMk cId="2063745838" sldId="286"/>
        </pc:sldMkLst>
        <pc:spChg chg="mod">
          <ac:chgData name="Sara Muneeb" userId="29b624b1-a719-43f5-9b52-388cd4043c04" providerId="ADAL" clId="{DB3F8C76-9E84-425C-958D-57243E72E246}" dt="2022-09-30T10:44:09.257" v="1928" actId="20577"/>
          <ac:spMkLst>
            <pc:docMk/>
            <pc:sldMk cId="2063745838" sldId="286"/>
            <ac:spMk id="2" creationId="{00000000-0000-0000-0000-000000000000}"/>
          </ac:spMkLst>
        </pc:spChg>
        <pc:picChg chg="mod">
          <ac:chgData name="Sara Muneeb" userId="29b624b1-a719-43f5-9b52-388cd4043c04" providerId="ADAL" clId="{DB3F8C76-9E84-425C-958D-57243E72E246}" dt="2022-09-30T10:44:58.715" v="1952" actId="1076"/>
          <ac:picMkLst>
            <pc:docMk/>
            <pc:sldMk cId="2063745838" sldId="286"/>
            <ac:picMk id="15362" creationId="{00000000-0000-0000-0000-000000000000}"/>
          </ac:picMkLst>
        </pc:picChg>
      </pc:sldChg>
      <pc:sldChg chg="modSp add mod">
        <pc:chgData name="Sara Muneeb" userId="29b624b1-a719-43f5-9b52-388cd4043c04" providerId="ADAL" clId="{DB3F8C76-9E84-425C-958D-57243E72E246}" dt="2022-09-30T10:44:14.885" v="1937" actId="20577"/>
        <pc:sldMkLst>
          <pc:docMk/>
          <pc:sldMk cId="1044308845" sldId="287"/>
        </pc:sldMkLst>
        <pc:spChg chg="mod">
          <ac:chgData name="Sara Muneeb" userId="29b624b1-a719-43f5-9b52-388cd4043c04" providerId="ADAL" clId="{DB3F8C76-9E84-425C-958D-57243E72E246}" dt="2022-09-30T10:44:14.885" v="1937" actId="20577"/>
          <ac:spMkLst>
            <pc:docMk/>
            <pc:sldMk cId="1044308845" sldId="287"/>
            <ac:spMk id="2" creationId="{00000000-0000-0000-0000-000000000000}"/>
          </ac:spMkLst>
        </pc:spChg>
      </pc:sldChg>
      <pc:sldChg chg="addSp delSp modSp add del mod ord">
        <pc:chgData name="Sara Muneeb" userId="29b624b1-a719-43f5-9b52-388cd4043c04" providerId="ADAL" clId="{DB3F8C76-9E84-425C-958D-57243E72E246}" dt="2022-10-03T08:59:50.467" v="3012" actId="47"/>
        <pc:sldMkLst>
          <pc:docMk/>
          <pc:sldMk cId="879983306" sldId="288"/>
        </pc:sldMkLst>
        <pc:picChg chg="add del mod">
          <ac:chgData name="Sara Muneeb" userId="29b624b1-a719-43f5-9b52-388cd4043c04" providerId="ADAL" clId="{DB3F8C76-9E84-425C-958D-57243E72E246}" dt="2022-10-03T08:55:17.380" v="2979" actId="21"/>
          <ac:picMkLst>
            <pc:docMk/>
            <pc:sldMk cId="879983306" sldId="288"/>
            <ac:picMk id="3" creationId="{1DC4E51A-7B2B-4B26-89F4-CC4280598BC8}"/>
          </ac:picMkLst>
        </pc:picChg>
        <pc:picChg chg="mod">
          <ac:chgData name="Sara Muneeb" userId="29b624b1-a719-43f5-9b52-388cd4043c04" providerId="ADAL" clId="{DB3F8C76-9E84-425C-958D-57243E72E246}" dt="2022-10-03T08:55:30.621" v="2983" actId="1076"/>
          <ac:picMkLst>
            <pc:docMk/>
            <pc:sldMk cId="879983306" sldId="288"/>
            <ac:picMk id="2050" creationId="{00000000-0000-0000-0000-000000000000}"/>
          </ac:picMkLst>
        </pc:picChg>
      </pc:sldChg>
      <pc:sldChg chg="addSp delSp modSp add del mod ord">
        <pc:chgData name="Sara Muneeb" userId="29b624b1-a719-43f5-9b52-388cd4043c04" providerId="ADAL" clId="{DB3F8C76-9E84-425C-958D-57243E72E246}" dt="2022-10-03T08:59:54.890" v="3014"/>
        <pc:sldMkLst>
          <pc:docMk/>
          <pc:sldMk cId="1104968559" sldId="289"/>
        </pc:sldMkLst>
        <pc:picChg chg="add del mod">
          <ac:chgData name="Sara Muneeb" userId="29b624b1-a719-43f5-9b52-388cd4043c04" providerId="ADAL" clId="{DB3F8C76-9E84-425C-958D-57243E72E246}" dt="2022-10-03T08:56:32.827" v="2990" actId="21"/>
          <ac:picMkLst>
            <pc:docMk/>
            <pc:sldMk cId="1104968559" sldId="289"/>
            <ac:picMk id="4" creationId="{1710497A-8DD6-7A9C-494C-0DE7430E6B1C}"/>
          </ac:picMkLst>
        </pc:picChg>
        <pc:picChg chg="mod">
          <ac:chgData name="Sara Muneeb" userId="29b624b1-a719-43f5-9b52-388cd4043c04" providerId="ADAL" clId="{DB3F8C76-9E84-425C-958D-57243E72E246}" dt="2022-10-03T08:54:51.622" v="2972" actId="1076"/>
          <ac:picMkLst>
            <pc:docMk/>
            <pc:sldMk cId="1104968559" sldId="289"/>
            <ac:picMk id="3074" creationId="{00000000-0000-0000-0000-000000000000}"/>
          </ac:picMkLst>
        </pc:picChg>
        <pc:picChg chg="mod">
          <ac:chgData name="Sara Muneeb" userId="29b624b1-a719-43f5-9b52-388cd4043c04" providerId="ADAL" clId="{DB3F8C76-9E84-425C-958D-57243E72E246}" dt="2022-10-03T08:54:40.915" v="2969" actId="14100"/>
          <ac:picMkLst>
            <pc:docMk/>
            <pc:sldMk cId="1104968559" sldId="289"/>
            <ac:picMk id="3075" creationId="{00000000-0000-0000-0000-000000000000}"/>
          </ac:picMkLst>
        </pc:picChg>
      </pc:sldChg>
      <pc:sldChg chg="add">
        <pc:chgData name="Sara Muneeb" userId="29b624b1-a719-43f5-9b52-388cd4043c04" providerId="ADAL" clId="{DB3F8C76-9E84-425C-958D-57243E72E246}" dt="2022-10-03T08:41:05.849" v="2745"/>
        <pc:sldMkLst>
          <pc:docMk/>
          <pc:sldMk cId="52606917" sldId="292"/>
        </pc:sldMkLst>
      </pc:sldChg>
      <pc:sldChg chg="modSp add mod">
        <pc:chgData name="Sara Muneeb" userId="29b624b1-a719-43f5-9b52-388cd4043c04" providerId="ADAL" clId="{DB3F8C76-9E84-425C-958D-57243E72E246}" dt="2022-09-30T10:44:23.212" v="1945" actId="20577"/>
        <pc:sldMkLst>
          <pc:docMk/>
          <pc:sldMk cId="1356901708" sldId="293"/>
        </pc:sldMkLst>
        <pc:spChg chg="mod">
          <ac:chgData name="Sara Muneeb" userId="29b624b1-a719-43f5-9b52-388cd4043c04" providerId="ADAL" clId="{DB3F8C76-9E84-425C-958D-57243E72E246}" dt="2022-09-30T10:44:23.212" v="1945" actId="20577"/>
          <ac:spMkLst>
            <pc:docMk/>
            <pc:sldMk cId="1356901708" sldId="293"/>
            <ac:spMk id="2" creationId="{00000000-0000-0000-0000-000000000000}"/>
          </ac:spMkLst>
        </pc:spChg>
      </pc:sldChg>
      <pc:sldChg chg="modSp add">
        <pc:chgData name="Sara Muneeb" userId="29b624b1-a719-43f5-9b52-388cd4043c04" providerId="ADAL" clId="{DB3F8C76-9E84-425C-958D-57243E72E246}" dt="2022-09-30T10:44:38.471" v="1947" actId="1076"/>
        <pc:sldMkLst>
          <pc:docMk/>
          <pc:sldMk cId="3263305752" sldId="294"/>
        </pc:sldMkLst>
        <pc:picChg chg="mod">
          <ac:chgData name="Sara Muneeb" userId="29b624b1-a719-43f5-9b52-388cd4043c04" providerId="ADAL" clId="{DB3F8C76-9E84-425C-958D-57243E72E246}" dt="2022-09-30T10:44:38.471" v="1947" actId="1076"/>
          <ac:picMkLst>
            <pc:docMk/>
            <pc:sldMk cId="3263305752" sldId="294"/>
            <ac:picMk id="17410" creationId="{00000000-0000-0000-0000-000000000000}"/>
          </ac:picMkLst>
        </pc:picChg>
      </pc:sldChg>
      <pc:sldChg chg="modSp add">
        <pc:chgData name="Sara Muneeb" userId="29b624b1-a719-43f5-9b52-388cd4043c04" providerId="ADAL" clId="{DB3F8C76-9E84-425C-958D-57243E72E246}" dt="2022-09-30T10:44:46.999" v="1949" actId="1076"/>
        <pc:sldMkLst>
          <pc:docMk/>
          <pc:sldMk cId="415582154" sldId="295"/>
        </pc:sldMkLst>
        <pc:picChg chg="mod">
          <ac:chgData name="Sara Muneeb" userId="29b624b1-a719-43f5-9b52-388cd4043c04" providerId="ADAL" clId="{DB3F8C76-9E84-425C-958D-57243E72E246}" dt="2022-09-30T10:44:46.999" v="1949" actId="1076"/>
          <ac:picMkLst>
            <pc:docMk/>
            <pc:sldMk cId="415582154" sldId="295"/>
            <ac:picMk id="18435" creationId="{00000000-0000-0000-0000-000000000000}"/>
          </ac:picMkLst>
        </pc:picChg>
      </pc:sldChg>
      <pc:sldChg chg="modSp add">
        <pc:chgData name="Sara Muneeb" userId="29b624b1-a719-43f5-9b52-388cd4043c04" providerId="ADAL" clId="{DB3F8C76-9E84-425C-958D-57243E72E246}" dt="2022-09-30T10:45:11.809" v="1954" actId="1076"/>
        <pc:sldMkLst>
          <pc:docMk/>
          <pc:sldMk cId="4129240445" sldId="296"/>
        </pc:sldMkLst>
        <pc:picChg chg="mod">
          <ac:chgData name="Sara Muneeb" userId="29b624b1-a719-43f5-9b52-388cd4043c04" providerId="ADAL" clId="{DB3F8C76-9E84-425C-958D-57243E72E246}" dt="2022-09-30T10:45:11.809" v="1954" actId="1076"/>
          <ac:picMkLst>
            <pc:docMk/>
            <pc:sldMk cId="4129240445" sldId="296"/>
            <ac:picMk id="19458" creationId="{00000000-0000-0000-0000-000000000000}"/>
          </ac:picMkLst>
        </pc:picChg>
      </pc:sldChg>
      <pc:sldChg chg="modSp add">
        <pc:chgData name="Sara Muneeb" userId="29b624b1-a719-43f5-9b52-388cd4043c04" providerId="ADAL" clId="{DB3F8C76-9E84-425C-958D-57243E72E246}" dt="2022-09-30T10:45:38.842" v="1959" actId="1076"/>
        <pc:sldMkLst>
          <pc:docMk/>
          <pc:sldMk cId="538218730" sldId="297"/>
        </pc:sldMkLst>
        <pc:picChg chg="mod">
          <ac:chgData name="Sara Muneeb" userId="29b624b1-a719-43f5-9b52-388cd4043c04" providerId="ADAL" clId="{DB3F8C76-9E84-425C-958D-57243E72E246}" dt="2022-09-30T10:45:38.842" v="1959" actId="1076"/>
          <ac:picMkLst>
            <pc:docMk/>
            <pc:sldMk cId="538218730" sldId="297"/>
            <ac:picMk id="20482" creationId="{00000000-0000-0000-0000-000000000000}"/>
          </ac:picMkLst>
        </pc:picChg>
        <pc:picChg chg="mod">
          <ac:chgData name="Sara Muneeb" userId="29b624b1-a719-43f5-9b52-388cd4043c04" providerId="ADAL" clId="{DB3F8C76-9E84-425C-958D-57243E72E246}" dt="2022-09-30T10:45:38.842" v="1959" actId="1076"/>
          <ac:picMkLst>
            <pc:docMk/>
            <pc:sldMk cId="538218730" sldId="297"/>
            <ac:picMk id="20483" creationId="{00000000-0000-0000-0000-000000000000}"/>
          </ac:picMkLst>
        </pc:picChg>
      </pc:sldChg>
      <pc:sldChg chg="modSp add">
        <pc:chgData name="Sara Muneeb" userId="29b624b1-a719-43f5-9b52-388cd4043c04" providerId="ADAL" clId="{DB3F8C76-9E84-425C-958D-57243E72E246}" dt="2022-09-30T10:45:19.795" v="1956" actId="1076"/>
        <pc:sldMkLst>
          <pc:docMk/>
          <pc:sldMk cId="2682898875" sldId="298"/>
        </pc:sldMkLst>
        <pc:picChg chg="mod">
          <ac:chgData name="Sara Muneeb" userId="29b624b1-a719-43f5-9b52-388cd4043c04" providerId="ADAL" clId="{DB3F8C76-9E84-425C-958D-57243E72E246}" dt="2022-09-30T10:45:19.795" v="1956" actId="1076"/>
          <ac:picMkLst>
            <pc:docMk/>
            <pc:sldMk cId="2682898875" sldId="298"/>
            <ac:picMk id="21506" creationId="{00000000-0000-0000-0000-000000000000}"/>
          </ac:picMkLst>
        </pc:picChg>
      </pc:sldChg>
      <pc:sldChg chg="add del">
        <pc:chgData name="Sara Muneeb" userId="29b624b1-a719-43f5-9b52-388cd4043c04" providerId="ADAL" clId="{DB3F8C76-9E84-425C-958D-57243E72E246}" dt="2022-09-30T10:45:46.637" v="1960" actId="47"/>
        <pc:sldMkLst>
          <pc:docMk/>
          <pc:sldMk cId="2822380657" sldId="299"/>
        </pc:sldMkLst>
      </pc:sldChg>
      <pc:sldChg chg="add del">
        <pc:chgData name="Sara Muneeb" userId="29b624b1-a719-43f5-9b52-388cd4043c04" providerId="ADAL" clId="{DB3F8C76-9E84-425C-958D-57243E72E246}" dt="2022-09-30T11:34:08.052" v="2446" actId="47"/>
        <pc:sldMkLst>
          <pc:docMk/>
          <pc:sldMk cId="8593176" sldId="300"/>
        </pc:sldMkLst>
      </pc:sldChg>
      <pc:sldChg chg="add del">
        <pc:chgData name="Sara Muneeb" userId="29b624b1-a719-43f5-9b52-388cd4043c04" providerId="ADAL" clId="{DB3F8C76-9E84-425C-958D-57243E72E246}" dt="2022-09-27T04:55:26.398" v="39" actId="47"/>
        <pc:sldMkLst>
          <pc:docMk/>
          <pc:sldMk cId="2970711622" sldId="301"/>
        </pc:sldMkLst>
      </pc:sldChg>
      <pc:sldChg chg="addSp modSp new mod">
        <pc:chgData name="Sara Muneeb" userId="29b624b1-a719-43f5-9b52-388cd4043c04" providerId="ADAL" clId="{DB3F8C76-9E84-425C-958D-57243E72E246}" dt="2022-09-30T10:43:53.044" v="1918" actId="1076"/>
        <pc:sldMkLst>
          <pc:docMk/>
          <pc:sldMk cId="3403539787" sldId="301"/>
        </pc:sldMkLst>
        <pc:spChg chg="mod">
          <ac:chgData name="Sara Muneeb" userId="29b624b1-a719-43f5-9b52-388cd4043c04" providerId="ADAL" clId="{DB3F8C76-9E84-425C-958D-57243E72E246}" dt="2022-09-30T10:37:59.709" v="1813" actId="20577"/>
          <ac:spMkLst>
            <pc:docMk/>
            <pc:sldMk cId="3403539787" sldId="301"/>
            <ac:spMk id="2" creationId="{69B42A3F-A1A1-7E52-759D-87A60C33A1B8}"/>
          </ac:spMkLst>
        </pc:spChg>
        <pc:spChg chg="mod">
          <ac:chgData name="Sara Muneeb" userId="29b624b1-a719-43f5-9b52-388cd4043c04" providerId="ADAL" clId="{DB3F8C76-9E84-425C-958D-57243E72E246}" dt="2022-09-30T10:43:35.586" v="1914" actId="20577"/>
          <ac:spMkLst>
            <pc:docMk/>
            <pc:sldMk cId="3403539787" sldId="301"/>
            <ac:spMk id="3" creationId="{833315EF-3EED-87A1-D4EF-5D7BFB1D91B0}"/>
          </ac:spMkLst>
        </pc:spChg>
        <pc:picChg chg="add mod">
          <ac:chgData name="Sara Muneeb" userId="29b624b1-a719-43f5-9b52-388cd4043c04" providerId="ADAL" clId="{DB3F8C76-9E84-425C-958D-57243E72E246}" dt="2022-09-30T10:43:53.044" v="1918" actId="1076"/>
          <ac:picMkLst>
            <pc:docMk/>
            <pc:sldMk cId="3403539787" sldId="301"/>
            <ac:picMk id="4" creationId="{9429FA95-63CD-B985-E60C-8B2DD9677452}"/>
          </ac:picMkLst>
        </pc:picChg>
      </pc:sldChg>
      <pc:sldChg chg="addSp modSp new mod">
        <pc:chgData name="Sara Muneeb" userId="29b624b1-a719-43f5-9b52-388cd4043c04" providerId="ADAL" clId="{DB3F8C76-9E84-425C-958D-57243E72E246}" dt="2022-09-30T10:50:27.256" v="2054" actId="167"/>
        <pc:sldMkLst>
          <pc:docMk/>
          <pc:sldMk cId="3637490053" sldId="302"/>
        </pc:sldMkLst>
        <pc:spChg chg="mod">
          <ac:chgData name="Sara Muneeb" userId="29b624b1-a719-43f5-9b52-388cd4043c04" providerId="ADAL" clId="{DB3F8C76-9E84-425C-958D-57243E72E246}" dt="2022-09-30T10:46:02.299" v="1970" actId="20577"/>
          <ac:spMkLst>
            <pc:docMk/>
            <pc:sldMk cId="3637490053" sldId="302"/>
            <ac:spMk id="2" creationId="{DE3C9C45-FDB6-3179-DA05-18F5649D1CB9}"/>
          </ac:spMkLst>
        </pc:spChg>
        <pc:spChg chg="mod">
          <ac:chgData name="Sara Muneeb" userId="29b624b1-a719-43f5-9b52-388cd4043c04" providerId="ADAL" clId="{DB3F8C76-9E84-425C-958D-57243E72E246}" dt="2022-09-30T10:50:12.630" v="2051" actId="27636"/>
          <ac:spMkLst>
            <pc:docMk/>
            <pc:sldMk cId="3637490053" sldId="302"/>
            <ac:spMk id="3" creationId="{AE3D4DF1-A508-47E4-6A15-83DC507267AA}"/>
          </ac:spMkLst>
        </pc:spChg>
        <pc:picChg chg="add mod">
          <ac:chgData name="Sara Muneeb" userId="29b624b1-a719-43f5-9b52-388cd4043c04" providerId="ADAL" clId="{DB3F8C76-9E84-425C-958D-57243E72E246}" dt="2022-09-30T10:50:27.256" v="2054" actId="167"/>
          <ac:picMkLst>
            <pc:docMk/>
            <pc:sldMk cId="3637490053" sldId="302"/>
            <ac:picMk id="5122" creationId="{A3BAECEE-5369-3576-702F-F5E233F8D173}"/>
          </ac:picMkLst>
        </pc:picChg>
      </pc:sldChg>
      <pc:sldChg chg="modSp new mod">
        <pc:chgData name="Sara Muneeb" userId="29b624b1-a719-43f5-9b52-388cd4043c04" providerId="ADAL" clId="{DB3F8C76-9E84-425C-958D-57243E72E246}" dt="2022-09-30T10:51:30.854" v="2105" actId="404"/>
        <pc:sldMkLst>
          <pc:docMk/>
          <pc:sldMk cId="2876852152" sldId="303"/>
        </pc:sldMkLst>
        <pc:spChg chg="mod">
          <ac:chgData name="Sara Muneeb" userId="29b624b1-a719-43f5-9b52-388cd4043c04" providerId="ADAL" clId="{DB3F8C76-9E84-425C-958D-57243E72E246}" dt="2022-09-30T10:50:51.050" v="2090" actId="20577"/>
          <ac:spMkLst>
            <pc:docMk/>
            <pc:sldMk cId="2876852152" sldId="303"/>
            <ac:spMk id="2" creationId="{6B54EF0F-763F-F365-28F4-006742E94F5C}"/>
          </ac:spMkLst>
        </pc:spChg>
        <pc:spChg chg="mod">
          <ac:chgData name="Sara Muneeb" userId="29b624b1-a719-43f5-9b52-388cd4043c04" providerId="ADAL" clId="{DB3F8C76-9E84-425C-958D-57243E72E246}" dt="2022-09-30T10:51:30.854" v="2105" actId="404"/>
          <ac:spMkLst>
            <pc:docMk/>
            <pc:sldMk cId="2876852152" sldId="303"/>
            <ac:spMk id="3" creationId="{0484DCC7-BFE4-6F59-0A8D-8408B3D0719C}"/>
          </ac:spMkLst>
        </pc:spChg>
      </pc:sldChg>
      <pc:sldChg chg="addSp delSp modSp new mod">
        <pc:chgData name="Sara Muneeb" userId="29b624b1-a719-43f5-9b52-388cd4043c04" providerId="ADAL" clId="{DB3F8C76-9E84-425C-958D-57243E72E246}" dt="2022-09-30T11:08:58.812" v="2137" actId="22"/>
        <pc:sldMkLst>
          <pc:docMk/>
          <pc:sldMk cId="86923313" sldId="304"/>
        </pc:sldMkLst>
        <pc:spChg chg="mod">
          <ac:chgData name="Sara Muneeb" userId="29b624b1-a719-43f5-9b52-388cd4043c04" providerId="ADAL" clId="{DB3F8C76-9E84-425C-958D-57243E72E246}" dt="2022-09-30T11:03:44.361" v="2115" actId="20577"/>
          <ac:spMkLst>
            <pc:docMk/>
            <pc:sldMk cId="86923313" sldId="304"/>
            <ac:spMk id="2" creationId="{EA4E158F-3768-5AE7-050B-B9E5A46DAB48}"/>
          </ac:spMkLst>
        </pc:spChg>
        <pc:spChg chg="del">
          <ac:chgData name="Sara Muneeb" userId="29b624b1-a719-43f5-9b52-388cd4043c04" providerId="ADAL" clId="{DB3F8C76-9E84-425C-958D-57243E72E246}" dt="2022-09-30T11:06:44.317" v="2116" actId="931"/>
          <ac:spMkLst>
            <pc:docMk/>
            <pc:sldMk cId="86923313" sldId="304"/>
            <ac:spMk id="3" creationId="{8208184B-C00A-9902-87D9-AEEA4EB12FA2}"/>
          </ac:spMkLst>
        </pc:spChg>
        <pc:spChg chg="add del mod">
          <ac:chgData name="Sara Muneeb" userId="29b624b1-a719-43f5-9b52-388cd4043c04" providerId="ADAL" clId="{DB3F8C76-9E84-425C-958D-57243E72E246}" dt="2022-09-30T11:08:58.812" v="2137" actId="22"/>
          <ac:spMkLst>
            <pc:docMk/>
            <pc:sldMk cId="86923313" sldId="304"/>
            <ac:spMk id="7" creationId="{ADCC6D01-518C-2808-B2EC-4367173A48D2}"/>
          </ac:spMkLst>
        </pc:spChg>
        <pc:spChg chg="add del">
          <ac:chgData name="Sara Muneeb" userId="29b624b1-a719-43f5-9b52-388cd4043c04" providerId="ADAL" clId="{DB3F8C76-9E84-425C-958D-57243E72E246}" dt="2022-09-30T11:08:41.295" v="2136"/>
          <ac:spMkLst>
            <pc:docMk/>
            <pc:sldMk cId="86923313" sldId="304"/>
            <ac:spMk id="8" creationId="{99A25F69-1293-3585-8D47-07B28F449A36}"/>
          </ac:spMkLst>
        </pc:spChg>
        <pc:picChg chg="add del mod">
          <ac:chgData name="Sara Muneeb" userId="29b624b1-a719-43f5-9b52-388cd4043c04" providerId="ADAL" clId="{DB3F8C76-9E84-425C-958D-57243E72E246}" dt="2022-09-30T11:08:38.101" v="2134" actId="478"/>
          <ac:picMkLst>
            <pc:docMk/>
            <pc:sldMk cId="86923313" sldId="304"/>
            <ac:picMk id="5" creationId="{26417066-F32B-8E7F-44D0-AF0D755CFC7A}"/>
          </ac:picMkLst>
        </pc:picChg>
        <pc:picChg chg="add mod ord">
          <ac:chgData name="Sara Muneeb" userId="29b624b1-a719-43f5-9b52-388cd4043c04" providerId="ADAL" clId="{DB3F8C76-9E84-425C-958D-57243E72E246}" dt="2022-09-30T11:08:58.812" v="2137" actId="22"/>
          <ac:picMkLst>
            <pc:docMk/>
            <pc:sldMk cId="86923313" sldId="304"/>
            <ac:picMk id="10" creationId="{D3E00E07-1CF9-8A9B-174E-B27FDC828001}"/>
          </ac:picMkLst>
        </pc:picChg>
      </pc:sldChg>
      <pc:sldChg chg="addSp delSp modSp new mod">
        <pc:chgData name="Sara Muneeb" userId="29b624b1-a719-43f5-9b52-388cd4043c04" providerId="ADAL" clId="{DB3F8C76-9E84-425C-958D-57243E72E246}" dt="2022-09-30T11:07:10.911" v="2133" actId="1076"/>
        <pc:sldMkLst>
          <pc:docMk/>
          <pc:sldMk cId="4106586161" sldId="305"/>
        </pc:sldMkLst>
        <pc:spChg chg="mod">
          <ac:chgData name="Sara Muneeb" userId="29b624b1-a719-43f5-9b52-388cd4043c04" providerId="ADAL" clId="{DB3F8C76-9E84-425C-958D-57243E72E246}" dt="2022-09-30T11:06:56.169" v="2128" actId="20577"/>
          <ac:spMkLst>
            <pc:docMk/>
            <pc:sldMk cId="4106586161" sldId="305"/>
            <ac:spMk id="2" creationId="{FC40C399-77D8-6A49-D969-CC3CFB207347}"/>
          </ac:spMkLst>
        </pc:spChg>
        <pc:spChg chg="del">
          <ac:chgData name="Sara Muneeb" userId="29b624b1-a719-43f5-9b52-388cd4043c04" providerId="ADAL" clId="{DB3F8C76-9E84-425C-958D-57243E72E246}" dt="2022-09-30T11:07:04.246" v="2129" actId="931"/>
          <ac:spMkLst>
            <pc:docMk/>
            <pc:sldMk cId="4106586161" sldId="305"/>
            <ac:spMk id="3" creationId="{049CBD86-5AD8-90FA-469E-6C5840FFE0D7}"/>
          </ac:spMkLst>
        </pc:spChg>
        <pc:picChg chg="add mod">
          <ac:chgData name="Sara Muneeb" userId="29b624b1-a719-43f5-9b52-388cd4043c04" providerId="ADAL" clId="{DB3F8C76-9E84-425C-958D-57243E72E246}" dt="2022-09-30T11:07:10.911" v="2133" actId="1076"/>
          <ac:picMkLst>
            <pc:docMk/>
            <pc:sldMk cId="4106586161" sldId="305"/>
            <ac:picMk id="5" creationId="{FD83C9B8-4477-54AE-C1D8-1C109B6C6F48}"/>
          </ac:picMkLst>
        </pc:picChg>
      </pc:sldChg>
      <pc:sldChg chg="addSp delSp modSp new add del mod">
        <pc:chgData name="Sara Muneeb" userId="29b624b1-a719-43f5-9b52-388cd4043c04" providerId="ADAL" clId="{DB3F8C76-9E84-425C-958D-57243E72E246}" dt="2022-09-30T11:21:15.256" v="2274" actId="1076"/>
        <pc:sldMkLst>
          <pc:docMk/>
          <pc:sldMk cId="4157403971" sldId="306"/>
        </pc:sldMkLst>
        <pc:spChg chg="mod">
          <ac:chgData name="Sara Muneeb" userId="29b624b1-a719-43f5-9b52-388cd4043c04" providerId="ADAL" clId="{DB3F8C76-9E84-425C-958D-57243E72E246}" dt="2022-09-30T11:14:04.043" v="2173" actId="20577"/>
          <ac:spMkLst>
            <pc:docMk/>
            <pc:sldMk cId="4157403971" sldId="306"/>
            <ac:spMk id="2" creationId="{9F152DDC-953C-3C40-E6F5-026440D6D3D2}"/>
          </ac:spMkLst>
        </pc:spChg>
        <pc:spChg chg="del">
          <ac:chgData name="Sara Muneeb" userId="29b624b1-a719-43f5-9b52-388cd4043c04" providerId="ADAL" clId="{DB3F8C76-9E84-425C-958D-57243E72E246}" dt="2022-09-30T11:14:07.162" v="2174"/>
          <ac:spMkLst>
            <pc:docMk/>
            <pc:sldMk cId="4157403971" sldId="306"/>
            <ac:spMk id="3" creationId="{F5B1166C-19CC-78B2-EBDE-81BF8E143A35}"/>
          </ac:spMkLst>
        </pc:spChg>
        <pc:spChg chg="add mod">
          <ac:chgData name="Sara Muneeb" userId="29b624b1-a719-43f5-9b52-388cd4043c04" providerId="ADAL" clId="{DB3F8C76-9E84-425C-958D-57243E72E246}" dt="2022-09-30T11:21:00.197" v="2271" actId="1076"/>
          <ac:spMkLst>
            <pc:docMk/>
            <pc:sldMk cId="4157403971" sldId="306"/>
            <ac:spMk id="4" creationId="{4A30ABF4-6B58-546A-40E6-5986C5B4E3D2}"/>
          </ac:spMkLst>
        </pc:spChg>
        <pc:picChg chg="add del mod">
          <ac:chgData name="Sara Muneeb" userId="29b624b1-a719-43f5-9b52-388cd4043c04" providerId="ADAL" clId="{DB3F8C76-9E84-425C-958D-57243E72E246}" dt="2022-09-30T11:17:25.682" v="2233" actId="21"/>
          <ac:picMkLst>
            <pc:docMk/>
            <pc:sldMk cId="4157403971" sldId="306"/>
            <ac:picMk id="7170" creationId="{D1BF4F38-EF8E-3491-0676-2A494375E3F1}"/>
          </ac:picMkLst>
        </pc:picChg>
        <pc:picChg chg="add mod">
          <ac:chgData name="Sara Muneeb" userId="29b624b1-a719-43f5-9b52-388cd4043c04" providerId="ADAL" clId="{DB3F8C76-9E84-425C-958D-57243E72E246}" dt="2022-09-30T11:21:15.256" v="2274" actId="1076"/>
          <ac:picMkLst>
            <pc:docMk/>
            <pc:sldMk cId="4157403971" sldId="306"/>
            <ac:picMk id="7172" creationId="{1A339B99-D608-CCFD-1CE0-0A159E50E7A2}"/>
          </ac:picMkLst>
        </pc:picChg>
      </pc:sldChg>
      <pc:sldChg chg="modSp new mod">
        <pc:chgData name="Sara Muneeb" userId="29b624b1-a719-43f5-9b52-388cd4043c04" providerId="ADAL" clId="{DB3F8C76-9E84-425C-958D-57243E72E246}" dt="2022-09-30T11:17:01.870" v="2232" actId="404"/>
        <pc:sldMkLst>
          <pc:docMk/>
          <pc:sldMk cId="3279694682" sldId="307"/>
        </pc:sldMkLst>
        <pc:spChg chg="mod">
          <ac:chgData name="Sara Muneeb" userId="29b624b1-a719-43f5-9b52-388cd4043c04" providerId="ADAL" clId="{DB3F8C76-9E84-425C-958D-57243E72E246}" dt="2022-09-30T11:15:01.962" v="2206" actId="20577"/>
          <ac:spMkLst>
            <pc:docMk/>
            <pc:sldMk cId="3279694682" sldId="307"/>
            <ac:spMk id="2" creationId="{6571EA19-7D82-98AC-9994-CA1EA231116D}"/>
          </ac:spMkLst>
        </pc:spChg>
        <pc:spChg chg="mod">
          <ac:chgData name="Sara Muneeb" userId="29b624b1-a719-43f5-9b52-388cd4043c04" providerId="ADAL" clId="{DB3F8C76-9E84-425C-958D-57243E72E246}" dt="2022-09-30T11:17:01.870" v="2232" actId="404"/>
          <ac:spMkLst>
            <pc:docMk/>
            <pc:sldMk cId="3279694682" sldId="307"/>
            <ac:spMk id="3" creationId="{6531A40D-554F-B707-E039-1016C6842DF2}"/>
          </ac:spMkLst>
        </pc:spChg>
      </pc:sldChg>
      <pc:sldChg chg="add del">
        <pc:chgData name="Sara Muneeb" userId="29b624b1-a719-43f5-9b52-388cd4043c04" providerId="ADAL" clId="{DB3F8C76-9E84-425C-958D-57243E72E246}" dt="2022-09-30T11:17:36.326" v="2237"/>
        <pc:sldMkLst>
          <pc:docMk/>
          <pc:sldMk cId="1996025691" sldId="308"/>
        </pc:sldMkLst>
      </pc:sldChg>
      <pc:sldChg chg="add del">
        <pc:chgData name="Sara Muneeb" userId="29b624b1-a719-43f5-9b52-388cd4043c04" providerId="ADAL" clId="{DB3F8C76-9E84-425C-958D-57243E72E246}" dt="2022-09-30T11:17:33.461" v="2235"/>
        <pc:sldMkLst>
          <pc:docMk/>
          <pc:sldMk cId="2640086440" sldId="308"/>
        </pc:sldMkLst>
      </pc:sldChg>
      <pc:sldChg chg="addSp modSp new mod">
        <pc:chgData name="Sara Muneeb" userId="29b624b1-a719-43f5-9b52-388cd4043c04" providerId="ADAL" clId="{DB3F8C76-9E84-425C-958D-57243E72E246}" dt="2022-09-30T11:33:53.186" v="2445" actId="1076"/>
        <pc:sldMkLst>
          <pc:docMk/>
          <pc:sldMk cId="3534911287" sldId="308"/>
        </pc:sldMkLst>
        <pc:spChg chg="mod">
          <ac:chgData name="Sara Muneeb" userId="29b624b1-a719-43f5-9b52-388cd4043c04" providerId="ADAL" clId="{DB3F8C76-9E84-425C-958D-57243E72E246}" dt="2022-09-30T11:21:48.259" v="2336" actId="20577"/>
          <ac:spMkLst>
            <pc:docMk/>
            <pc:sldMk cId="3534911287" sldId="308"/>
            <ac:spMk id="2" creationId="{9A73CB06-E6F4-D8EA-17A5-63DE0836A621}"/>
          </ac:spMkLst>
        </pc:spChg>
        <pc:spChg chg="mod">
          <ac:chgData name="Sara Muneeb" userId="29b624b1-a719-43f5-9b52-388cd4043c04" providerId="ADAL" clId="{DB3F8C76-9E84-425C-958D-57243E72E246}" dt="2022-09-30T11:32:31.405" v="2438" actId="20577"/>
          <ac:spMkLst>
            <pc:docMk/>
            <pc:sldMk cId="3534911287" sldId="308"/>
            <ac:spMk id="3" creationId="{EDDA6EF6-7DA3-EB82-E961-B767805C414A}"/>
          </ac:spMkLst>
        </pc:spChg>
        <pc:picChg chg="add mod">
          <ac:chgData name="Sara Muneeb" userId="29b624b1-a719-43f5-9b52-388cd4043c04" providerId="ADAL" clId="{DB3F8C76-9E84-425C-958D-57243E72E246}" dt="2022-09-30T11:33:53.186" v="2445" actId="1076"/>
          <ac:picMkLst>
            <pc:docMk/>
            <pc:sldMk cId="3534911287" sldId="308"/>
            <ac:picMk id="4" creationId="{8E831EFC-472A-BDB9-495F-AEB2BBF854C2}"/>
          </ac:picMkLst>
        </pc:picChg>
      </pc:sldChg>
      <pc:sldChg chg="addSp delSp modSp new mod">
        <pc:chgData name="Sara Muneeb" userId="29b624b1-a719-43f5-9b52-388cd4043c04" providerId="ADAL" clId="{DB3F8C76-9E84-425C-958D-57243E72E246}" dt="2022-09-30T11:37:59.240" v="2502" actId="20577"/>
        <pc:sldMkLst>
          <pc:docMk/>
          <pc:sldMk cId="342350972" sldId="309"/>
        </pc:sldMkLst>
        <pc:spChg chg="mod">
          <ac:chgData name="Sara Muneeb" userId="29b624b1-a719-43f5-9b52-388cd4043c04" providerId="ADAL" clId="{DB3F8C76-9E84-425C-958D-57243E72E246}" dt="2022-09-30T11:27:31.450" v="2381" actId="27636"/>
          <ac:spMkLst>
            <pc:docMk/>
            <pc:sldMk cId="342350972" sldId="309"/>
            <ac:spMk id="2" creationId="{1ACC1270-1223-76A0-0378-4886E6636DB9}"/>
          </ac:spMkLst>
        </pc:spChg>
        <pc:spChg chg="mod">
          <ac:chgData name="Sara Muneeb" userId="29b624b1-a719-43f5-9b52-388cd4043c04" providerId="ADAL" clId="{DB3F8C76-9E84-425C-958D-57243E72E246}" dt="2022-09-30T11:37:59.240" v="2502" actId="20577"/>
          <ac:spMkLst>
            <pc:docMk/>
            <pc:sldMk cId="342350972" sldId="309"/>
            <ac:spMk id="3" creationId="{E9198B8F-D562-A0C6-6310-7F86BD99DD98}"/>
          </ac:spMkLst>
        </pc:spChg>
        <pc:picChg chg="add del">
          <ac:chgData name="Sara Muneeb" userId="29b624b1-a719-43f5-9b52-388cd4043c04" providerId="ADAL" clId="{DB3F8C76-9E84-425C-958D-57243E72E246}" dt="2022-09-30T11:33:04.372" v="2439" actId="21"/>
          <ac:picMkLst>
            <pc:docMk/>
            <pc:sldMk cId="342350972" sldId="309"/>
            <ac:picMk id="8194" creationId="{C1C18E72-9234-4630-3D04-D5649666537A}"/>
          </ac:picMkLst>
        </pc:picChg>
      </pc:sldChg>
      <pc:sldChg chg="addSp delSp modSp new mod">
        <pc:chgData name="Sara Muneeb" userId="29b624b1-a719-43f5-9b52-388cd4043c04" providerId="ADAL" clId="{DB3F8C76-9E84-425C-958D-57243E72E246}" dt="2022-09-30T11:37:22.195" v="2463" actId="20577"/>
        <pc:sldMkLst>
          <pc:docMk/>
          <pc:sldMk cId="3045204456" sldId="310"/>
        </pc:sldMkLst>
        <pc:spChg chg="mod">
          <ac:chgData name="Sara Muneeb" userId="29b624b1-a719-43f5-9b52-388cd4043c04" providerId="ADAL" clId="{DB3F8C76-9E84-425C-958D-57243E72E246}" dt="2022-09-30T11:37:22.195" v="2463" actId="20577"/>
          <ac:spMkLst>
            <pc:docMk/>
            <pc:sldMk cId="3045204456" sldId="310"/>
            <ac:spMk id="2" creationId="{A4E60751-2FA0-5E9C-BA60-A61BAB26661B}"/>
          </ac:spMkLst>
        </pc:spChg>
        <pc:spChg chg="del">
          <ac:chgData name="Sara Muneeb" userId="29b624b1-a719-43f5-9b52-388cd4043c04" providerId="ADAL" clId="{DB3F8C76-9E84-425C-958D-57243E72E246}" dt="2022-09-30T11:35:14.468" v="2450" actId="931"/>
          <ac:spMkLst>
            <pc:docMk/>
            <pc:sldMk cId="3045204456" sldId="310"/>
            <ac:spMk id="3" creationId="{B6C47C78-D2B3-3B7C-5629-3272BC6A496F}"/>
          </ac:spMkLst>
        </pc:spChg>
        <pc:spChg chg="add del mod">
          <ac:chgData name="Sara Muneeb" userId="29b624b1-a719-43f5-9b52-388cd4043c04" providerId="ADAL" clId="{DB3F8C76-9E84-425C-958D-57243E72E246}" dt="2022-09-30T11:37:18.503" v="2454" actId="931"/>
          <ac:spMkLst>
            <pc:docMk/>
            <pc:sldMk cId="3045204456" sldId="310"/>
            <ac:spMk id="7" creationId="{6E73DA4B-4278-63F1-F6CE-94BAC8271ED9}"/>
          </ac:spMkLst>
        </pc:spChg>
        <pc:picChg chg="add del mod">
          <ac:chgData name="Sara Muneeb" userId="29b624b1-a719-43f5-9b52-388cd4043c04" providerId="ADAL" clId="{DB3F8C76-9E84-425C-958D-57243E72E246}" dt="2022-09-30T11:37:12.656" v="2453" actId="478"/>
          <ac:picMkLst>
            <pc:docMk/>
            <pc:sldMk cId="3045204456" sldId="310"/>
            <ac:picMk id="5" creationId="{CDDF55C9-C969-1DFE-35DB-7497D2958212}"/>
          </ac:picMkLst>
        </pc:picChg>
        <pc:picChg chg="add mod">
          <ac:chgData name="Sara Muneeb" userId="29b624b1-a719-43f5-9b52-388cd4043c04" providerId="ADAL" clId="{DB3F8C76-9E84-425C-958D-57243E72E246}" dt="2022-09-30T11:37:21.077" v="2455" actId="27614"/>
          <ac:picMkLst>
            <pc:docMk/>
            <pc:sldMk cId="3045204456" sldId="310"/>
            <ac:picMk id="9" creationId="{514700B3-88EC-4B5D-8EBB-6D9BE9652705}"/>
          </ac:picMkLst>
        </pc:picChg>
      </pc:sldChg>
      <pc:sldChg chg="addSp delSp modSp new mod">
        <pc:chgData name="Sara Muneeb" userId="29b624b1-a719-43f5-9b52-388cd4043c04" providerId="ADAL" clId="{DB3F8C76-9E84-425C-958D-57243E72E246}" dt="2022-10-03T07:54:26.741" v="2506" actId="22"/>
        <pc:sldMkLst>
          <pc:docMk/>
          <pc:sldMk cId="1345374263" sldId="311"/>
        </pc:sldMkLst>
        <pc:spChg chg="mod">
          <ac:chgData name="Sara Muneeb" userId="29b624b1-a719-43f5-9b52-388cd4043c04" providerId="ADAL" clId="{DB3F8C76-9E84-425C-958D-57243E72E246}" dt="2022-09-30T11:37:25.984" v="2471" actId="20577"/>
          <ac:spMkLst>
            <pc:docMk/>
            <pc:sldMk cId="1345374263" sldId="311"/>
            <ac:spMk id="2" creationId="{854B68EE-61FE-BD1C-76C3-A7C3DA5B852D}"/>
          </ac:spMkLst>
        </pc:spChg>
        <pc:spChg chg="del">
          <ac:chgData name="Sara Muneeb" userId="29b624b1-a719-43f5-9b52-388cd4043c04" providerId="ADAL" clId="{DB3F8C76-9E84-425C-958D-57243E72E246}" dt="2022-09-30T11:37:36.113" v="2472" actId="931"/>
          <ac:spMkLst>
            <pc:docMk/>
            <pc:sldMk cId="1345374263" sldId="311"/>
            <ac:spMk id="3" creationId="{0F8F4BC8-F2C9-720F-B07E-A5BA5D3054B4}"/>
          </ac:spMkLst>
        </pc:spChg>
        <pc:spChg chg="add del">
          <ac:chgData name="Sara Muneeb" userId="29b624b1-a719-43f5-9b52-388cd4043c04" providerId="ADAL" clId="{DB3F8C76-9E84-425C-958D-57243E72E246}" dt="2022-10-03T07:54:26.741" v="2506" actId="22"/>
          <ac:spMkLst>
            <pc:docMk/>
            <pc:sldMk cId="1345374263" sldId="311"/>
            <ac:spMk id="4" creationId="{38E5D484-3F1C-E555-F91E-1239AF7ADB0B}"/>
          </ac:spMkLst>
        </pc:spChg>
        <pc:picChg chg="add mod">
          <ac:chgData name="Sara Muneeb" userId="29b624b1-a719-43f5-9b52-388cd4043c04" providerId="ADAL" clId="{DB3F8C76-9E84-425C-958D-57243E72E246}" dt="2022-09-30T11:37:39.856" v="2474" actId="1076"/>
          <ac:picMkLst>
            <pc:docMk/>
            <pc:sldMk cId="1345374263" sldId="311"/>
            <ac:picMk id="5" creationId="{60B714FE-CC7B-6ECE-B3AF-9F3075E25455}"/>
          </ac:picMkLst>
        </pc:picChg>
      </pc:sldChg>
      <pc:sldChg chg="modSp new mod">
        <pc:chgData name="Sara Muneeb" userId="29b624b1-a719-43f5-9b52-388cd4043c04" providerId="ADAL" clId="{DB3F8C76-9E84-425C-958D-57243E72E246}" dt="2022-10-03T07:58:44.783" v="2726" actId="20577"/>
        <pc:sldMkLst>
          <pc:docMk/>
          <pc:sldMk cId="2694764269" sldId="312"/>
        </pc:sldMkLst>
        <pc:spChg chg="mod">
          <ac:chgData name="Sara Muneeb" userId="29b624b1-a719-43f5-9b52-388cd4043c04" providerId="ADAL" clId="{DB3F8C76-9E84-425C-958D-57243E72E246}" dt="2022-10-03T07:54:49.573" v="2548" actId="20577"/>
          <ac:spMkLst>
            <pc:docMk/>
            <pc:sldMk cId="2694764269" sldId="312"/>
            <ac:spMk id="2" creationId="{6BDAFC30-CA56-F1AB-B8AE-D3E4686B058A}"/>
          </ac:spMkLst>
        </pc:spChg>
        <pc:spChg chg="mod">
          <ac:chgData name="Sara Muneeb" userId="29b624b1-a719-43f5-9b52-388cd4043c04" providerId="ADAL" clId="{DB3F8C76-9E84-425C-958D-57243E72E246}" dt="2022-10-03T07:58:44.783" v="2726" actId="20577"/>
          <ac:spMkLst>
            <pc:docMk/>
            <pc:sldMk cId="2694764269" sldId="312"/>
            <ac:spMk id="3" creationId="{D4B97FC1-9C11-E0AB-25B7-85F36F67E73F}"/>
          </ac:spMkLst>
        </pc:spChg>
      </pc:sldChg>
      <pc:sldChg chg="modSp new del mod">
        <pc:chgData name="Sara Muneeb" userId="29b624b1-a719-43f5-9b52-388cd4043c04" providerId="ADAL" clId="{DB3F8C76-9E84-425C-958D-57243E72E246}" dt="2022-10-03T08:32:25.391" v="2742" actId="47"/>
        <pc:sldMkLst>
          <pc:docMk/>
          <pc:sldMk cId="4287223368" sldId="313"/>
        </pc:sldMkLst>
        <pc:spChg chg="mod">
          <ac:chgData name="Sara Muneeb" userId="29b624b1-a719-43f5-9b52-388cd4043c04" providerId="ADAL" clId="{DB3F8C76-9E84-425C-958D-57243E72E246}" dt="2022-10-03T07:58:50.647" v="2740" actId="20577"/>
          <ac:spMkLst>
            <pc:docMk/>
            <pc:sldMk cId="4287223368" sldId="313"/>
            <ac:spMk id="2" creationId="{AA182EEB-AAF5-ABCF-30EC-DB4D50BC5DE2}"/>
          </ac:spMkLst>
        </pc:spChg>
      </pc:sldChg>
      <pc:sldChg chg="add ord">
        <pc:chgData name="Sara Muneeb" userId="29b624b1-a719-43f5-9b52-388cd4043c04" providerId="ADAL" clId="{DB3F8C76-9E84-425C-958D-57243E72E246}" dt="2022-10-05T08:26:07.268" v="3469"/>
        <pc:sldMkLst>
          <pc:docMk/>
          <pc:sldMk cId="2773881193" sldId="314"/>
        </pc:sldMkLst>
      </pc:sldChg>
      <pc:sldChg chg="modSp add del mod">
        <pc:chgData name="Sara Muneeb" userId="29b624b1-a719-43f5-9b52-388cd4043c04" providerId="ADAL" clId="{DB3F8C76-9E84-425C-958D-57243E72E246}" dt="2022-10-05T09:43:19.577" v="4110" actId="47"/>
        <pc:sldMkLst>
          <pc:docMk/>
          <pc:sldMk cId="1482266729" sldId="315"/>
        </pc:sldMkLst>
        <pc:spChg chg="mod">
          <ac:chgData name="Sara Muneeb" userId="29b624b1-a719-43f5-9b52-388cd4043c04" providerId="ADAL" clId="{DB3F8C76-9E84-425C-958D-57243E72E246}" dt="2022-10-05T09:43:11.319" v="4108" actId="20577"/>
          <ac:spMkLst>
            <pc:docMk/>
            <pc:sldMk cId="1482266729" sldId="315"/>
            <ac:spMk id="3" creationId="{00000000-0000-0000-0000-000000000000}"/>
          </ac:spMkLst>
        </pc:spChg>
      </pc:sldChg>
      <pc:sldChg chg="add del">
        <pc:chgData name="Sara Muneeb" userId="29b624b1-a719-43f5-9b52-388cd4043c04" providerId="ADAL" clId="{DB3F8C76-9E84-425C-958D-57243E72E246}" dt="2022-09-27T04:55:26.398" v="39" actId="47"/>
        <pc:sldMkLst>
          <pc:docMk/>
          <pc:sldMk cId="3978508472" sldId="315"/>
        </pc:sldMkLst>
      </pc:sldChg>
      <pc:sldChg chg="modSp add del mod">
        <pc:chgData name="Sara Muneeb" userId="29b624b1-a719-43f5-9b52-388cd4043c04" providerId="ADAL" clId="{DB3F8C76-9E84-425C-958D-57243E72E246}" dt="2022-10-05T09:43:21.153" v="4111" actId="47"/>
        <pc:sldMkLst>
          <pc:docMk/>
          <pc:sldMk cId="2687923633" sldId="316"/>
        </pc:sldMkLst>
        <pc:spChg chg="mod">
          <ac:chgData name="Sara Muneeb" userId="29b624b1-a719-43f5-9b52-388cd4043c04" providerId="ADAL" clId="{DB3F8C76-9E84-425C-958D-57243E72E246}" dt="2022-10-05T09:41:50.756" v="4023" actId="21"/>
          <ac:spMkLst>
            <pc:docMk/>
            <pc:sldMk cId="2687923633" sldId="316"/>
            <ac:spMk id="3" creationId="{00000000-0000-0000-0000-000000000000}"/>
          </ac:spMkLst>
        </pc:spChg>
      </pc:sldChg>
      <pc:sldChg chg="modSp add del mod">
        <pc:chgData name="Sara Muneeb" userId="29b624b1-a719-43f5-9b52-388cd4043c04" providerId="ADAL" clId="{DB3F8C76-9E84-425C-958D-57243E72E246}" dt="2022-10-05T09:43:39.748" v="4114" actId="47"/>
        <pc:sldMkLst>
          <pc:docMk/>
          <pc:sldMk cId="2649403169" sldId="317"/>
        </pc:sldMkLst>
        <pc:spChg chg="mod">
          <ac:chgData name="Sara Muneeb" userId="29b624b1-a719-43f5-9b52-388cd4043c04" providerId="ADAL" clId="{DB3F8C76-9E84-425C-958D-57243E72E246}" dt="2022-10-05T09:43:34.523" v="4113" actId="6549"/>
          <ac:spMkLst>
            <pc:docMk/>
            <pc:sldMk cId="2649403169" sldId="317"/>
            <ac:spMk id="3" creationId="{00000000-0000-0000-0000-000000000000}"/>
          </ac:spMkLst>
        </pc:spChg>
      </pc:sldChg>
      <pc:sldChg chg="modSp add mod">
        <pc:chgData name="Sara Muneeb" userId="29b624b1-a719-43f5-9b52-388cd4043c04" providerId="ADAL" clId="{DB3F8C76-9E84-425C-958D-57243E72E246}" dt="2022-10-05T09:43:51.069" v="4128" actId="20577"/>
        <pc:sldMkLst>
          <pc:docMk/>
          <pc:sldMk cId="34162203" sldId="318"/>
        </pc:sldMkLst>
        <pc:spChg chg="mod">
          <ac:chgData name="Sara Muneeb" userId="29b624b1-a719-43f5-9b52-388cd4043c04" providerId="ADAL" clId="{DB3F8C76-9E84-425C-958D-57243E72E246}" dt="2022-10-05T09:43:51.069" v="4128" actId="20577"/>
          <ac:spMkLst>
            <pc:docMk/>
            <pc:sldMk cId="34162203" sldId="318"/>
            <ac:spMk id="2" creationId="{00000000-0000-0000-0000-000000000000}"/>
          </ac:spMkLst>
        </pc:spChg>
      </pc:sldChg>
      <pc:sldChg chg="add">
        <pc:chgData name="Sara Muneeb" userId="29b624b1-a719-43f5-9b52-388cd4043c04" providerId="ADAL" clId="{DB3F8C76-9E84-425C-958D-57243E72E246}" dt="2022-10-03T08:32:28.013" v="2743"/>
        <pc:sldMkLst>
          <pc:docMk/>
          <pc:sldMk cId="2945653139" sldId="319"/>
        </pc:sldMkLst>
      </pc:sldChg>
      <pc:sldChg chg="addSp delSp modSp add mod">
        <pc:chgData name="Sara Muneeb" userId="29b624b1-a719-43f5-9b52-388cd4043c04" providerId="ADAL" clId="{DB3F8C76-9E84-425C-958D-57243E72E246}" dt="2022-10-05T09:09:16.988" v="3735" actId="20577"/>
        <pc:sldMkLst>
          <pc:docMk/>
          <pc:sldMk cId="854609834" sldId="320"/>
        </pc:sldMkLst>
        <pc:spChg chg="mod">
          <ac:chgData name="Sara Muneeb" userId="29b624b1-a719-43f5-9b52-388cd4043c04" providerId="ADAL" clId="{DB3F8C76-9E84-425C-958D-57243E72E246}" dt="2022-10-05T09:09:16.988" v="3735" actId="20577"/>
          <ac:spMkLst>
            <pc:docMk/>
            <pc:sldMk cId="854609834" sldId="320"/>
            <ac:spMk id="2" creationId="{9503276D-DA16-4EA9-93A4-5F16D0DF3875}"/>
          </ac:spMkLst>
        </pc:spChg>
        <pc:spChg chg="add del">
          <ac:chgData name="Sara Muneeb" userId="29b624b1-a719-43f5-9b52-388cd4043c04" providerId="ADAL" clId="{DB3F8C76-9E84-425C-958D-57243E72E246}" dt="2022-10-05T09:02:58.030" v="3714" actId="21"/>
          <ac:spMkLst>
            <pc:docMk/>
            <pc:sldMk cId="854609834" sldId="320"/>
            <ac:spMk id="3" creationId="{09145D55-CB9C-3337-1014-5778751F7F87}"/>
          </ac:spMkLst>
        </pc:spChg>
        <pc:spChg chg="add del mod">
          <ac:chgData name="Sara Muneeb" userId="29b624b1-a719-43f5-9b52-388cd4043c04" providerId="ADAL" clId="{DB3F8C76-9E84-425C-958D-57243E72E246}" dt="2022-10-05T09:06:05.496" v="3718" actId="931"/>
          <ac:spMkLst>
            <pc:docMk/>
            <pc:sldMk cId="854609834" sldId="320"/>
            <ac:spMk id="7" creationId="{0900F1AB-36B2-40E4-BC73-6482A66CB19D}"/>
          </ac:spMkLst>
        </pc:spChg>
        <pc:spChg chg="add del mod">
          <ac:chgData name="Sara Muneeb" userId="29b624b1-a719-43f5-9b52-388cd4043c04" providerId="ADAL" clId="{DB3F8C76-9E84-425C-958D-57243E72E246}" dt="2022-10-05T09:06:19.436" v="3722" actId="931"/>
          <ac:spMkLst>
            <pc:docMk/>
            <pc:sldMk cId="854609834" sldId="320"/>
            <ac:spMk id="11" creationId="{16738BD0-A6C8-E59A-97F9-C29333D82FD5}"/>
          </ac:spMkLst>
        </pc:spChg>
        <pc:picChg chg="del mod">
          <ac:chgData name="Sara Muneeb" userId="29b624b1-a719-43f5-9b52-388cd4043c04" providerId="ADAL" clId="{DB3F8C76-9E84-425C-958D-57243E72E246}" dt="2022-10-05T09:05:59.288" v="3717" actId="478"/>
          <ac:picMkLst>
            <pc:docMk/>
            <pc:sldMk cId="854609834" sldId="320"/>
            <ac:picMk id="4" creationId="{0644885C-E19B-4847-B53A-61E094CD61C0}"/>
          </ac:picMkLst>
        </pc:picChg>
        <pc:picChg chg="del mod">
          <ac:chgData name="Sara Muneeb" userId="29b624b1-a719-43f5-9b52-388cd4043c04" providerId="ADAL" clId="{DB3F8C76-9E84-425C-958D-57243E72E246}" dt="2022-10-05T09:02:51.457" v="3712" actId="478"/>
          <ac:picMkLst>
            <pc:docMk/>
            <pc:sldMk cId="854609834" sldId="320"/>
            <ac:picMk id="5" creationId="{BA20838B-E9FE-481A-82C9-A4BD9A30908F}"/>
          </ac:picMkLst>
        </pc:picChg>
        <pc:picChg chg="add del mod">
          <ac:chgData name="Sara Muneeb" userId="29b624b1-a719-43f5-9b52-388cd4043c04" providerId="ADAL" clId="{DB3F8C76-9E84-425C-958D-57243E72E246}" dt="2022-10-05T09:06:09.745" v="3721" actId="478"/>
          <ac:picMkLst>
            <pc:docMk/>
            <pc:sldMk cId="854609834" sldId="320"/>
            <ac:picMk id="9" creationId="{F3BA7766-7801-9EF2-D279-604FF74DE4A3}"/>
          </ac:picMkLst>
        </pc:picChg>
        <pc:picChg chg="add mod">
          <ac:chgData name="Sara Muneeb" userId="29b624b1-a719-43f5-9b52-388cd4043c04" providerId="ADAL" clId="{DB3F8C76-9E84-425C-958D-57243E72E246}" dt="2022-10-05T09:08:59.492" v="3729" actId="1076"/>
          <ac:picMkLst>
            <pc:docMk/>
            <pc:sldMk cId="854609834" sldId="320"/>
            <ac:picMk id="13" creationId="{4EF693B5-9EF3-77E0-6A1A-72224F034E14}"/>
          </ac:picMkLst>
        </pc:picChg>
        <pc:picChg chg="add mod">
          <ac:chgData name="Sara Muneeb" userId="29b624b1-a719-43f5-9b52-388cd4043c04" providerId="ADAL" clId="{DB3F8C76-9E84-425C-958D-57243E72E246}" dt="2022-10-05T09:09:15.459" v="3734" actId="27614"/>
          <ac:picMkLst>
            <pc:docMk/>
            <pc:sldMk cId="854609834" sldId="320"/>
            <ac:picMk id="15" creationId="{3E6715EE-F7E5-5669-B7AE-AFA03A82E991}"/>
          </ac:picMkLst>
        </pc:picChg>
        <pc:picChg chg="add mod">
          <ac:chgData name="Sara Muneeb" userId="29b624b1-a719-43f5-9b52-388cd4043c04" providerId="ADAL" clId="{DB3F8C76-9E84-425C-958D-57243E72E246}" dt="2022-10-05T09:09:01.290" v="3730" actId="1076"/>
          <ac:picMkLst>
            <pc:docMk/>
            <pc:sldMk cId="854609834" sldId="320"/>
            <ac:picMk id="3076" creationId="{B67FE095-22E1-0CFB-02FF-B23B1C186ED1}"/>
          </ac:picMkLst>
        </pc:picChg>
      </pc:sldChg>
      <pc:sldChg chg="addSp modSp add mod">
        <pc:chgData name="Sara Muneeb" userId="29b624b1-a719-43f5-9b52-388cd4043c04" providerId="ADAL" clId="{DB3F8C76-9E84-425C-958D-57243E72E246}" dt="2022-10-05T08:32:22.853" v="3485" actId="1076"/>
        <pc:sldMkLst>
          <pc:docMk/>
          <pc:sldMk cId="406449667" sldId="321"/>
        </pc:sldMkLst>
        <pc:picChg chg="add mod">
          <ac:chgData name="Sara Muneeb" userId="29b624b1-a719-43f5-9b52-388cd4043c04" providerId="ADAL" clId="{DB3F8C76-9E84-425C-958D-57243E72E246}" dt="2022-10-05T08:32:20.466" v="3484" actId="1076"/>
          <ac:picMkLst>
            <pc:docMk/>
            <pc:sldMk cId="406449667" sldId="321"/>
            <ac:picMk id="3" creationId="{01D37097-8753-7955-2136-074CC135495C}"/>
          </ac:picMkLst>
        </pc:picChg>
        <pc:picChg chg="mod">
          <ac:chgData name="Sara Muneeb" userId="29b624b1-a719-43f5-9b52-388cd4043c04" providerId="ADAL" clId="{DB3F8C76-9E84-425C-958D-57243E72E246}" dt="2022-10-05T08:32:22.853" v="3485" actId="1076"/>
          <ac:picMkLst>
            <pc:docMk/>
            <pc:sldMk cId="406449667" sldId="321"/>
            <ac:picMk id="4" creationId="{96C8F24E-FC45-41B8-9879-78E68AFD11EF}"/>
          </ac:picMkLst>
        </pc:picChg>
      </pc:sldChg>
      <pc:sldChg chg="addSp delSp modSp add del mod">
        <pc:chgData name="Sara Muneeb" userId="29b624b1-a719-43f5-9b52-388cd4043c04" providerId="ADAL" clId="{DB3F8C76-9E84-425C-958D-57243E72E246}" dt="2022-10-05T08:34:12.640" v="3504" actId="47"/>
        <pc:sldMkLst>
          <pc:docMk/>
          <pc:sldMk cId="590313255" sldId="322"/>
        </pc:sldMkLst>
        <pc:spChg chg="add mod">
          <ac:chgData name="Sara Muneeb" userId="29b624b1-a719-43f5-9b52-388cd4043c04" providerId="ADAL" clId="{DB3F8C76-9E84-425C-958D-57243E72E246}" dt="2022-10-05T08:34:11.186" v="3503" actId="21"/>
          <ac:spMkLst>
            <pc:docMk/>
            <pc:sldMk cId="590313255" sldId="322"/>
            <ac:spMk id="5" creationId="{462A6DE5-8ABF-B063-93B4-9B6FFEAA2CCC}"/>
          </ac:spMkLst>
        </pc:spChg>
        <pc:picChg chg="del">
          <ac:chgData name="Sara Muneeb" userId="29b624b1-a719-43f5-9b52-388cd4043c04" providerId="ADAL" clId="{DB3F8C76-9E84-425C-958D-57243E72E246}" dt="2022-10-05T08:34:11.186" v="3503" actId="21"/>
          <ac:picMkLst>
            <pc:docMk/>
            <pc:sldMk cId="590313255" sldId="322"/>
            <ac:picMk id="4" creationId="{ED3ADA1F-DEB4-490E-A926-7E18F4EF8128}"/>
          </ac:picMkLst>
        </pc:picChg>
      </pc:sldChg>
      <pc:sldChg chg="add">
        <pc:chgData name="Sara Muneeb" userId="29b624b1-a719-43f5-9b52-388cd4043c04" providerId="ADAL" clId="{DB3F8C76-9E84-425C-958D-57243E72E246}" dt="2022-10-03T08:32:28.013" v="2743"/>
        <pc:sldMkLst>
          <pc:docMk/>
          <pc:sldMk cId="1151827555" sldId="323"/>
        </pc:sldMkLst>
      </pc:sldChg>
      <pc:sldChg chg="add del">
        <pc:chgData name="Sara Muneeb" userId="29b624b1-a719-43f5-9b52-388cd4043c04" providerId="ADAL" clId="{DB3F8C76-9E84-425C-958D-57243E72E246}" dt="2022-10-03T08:44:32.724" v="2815" actId="47"/>
        <pc:sldMkLst>
          <pc:docMk/>
          <pc:sldMk cId="1888767272" sldId="324"/>
        </pc:sldMkLst>
      </pc:sldChg>
      <pc:sldChg chg="modSp add mod">
        <pc:chgData name="Sara Muneeb" userId="29b624b1-a719-43f5-9b52-388cd4043c04" providerId="ADAL" clId="{DB3F8C76-9E84-425C-958D-57243E72E246}" dt="2022-10-03T08:44:42.174" v="2833" actId="20577"/>
        <pc:sldMkLst>
          <pc:docMk/>
          <pc:sldMk cId="566433223" sldId="325"/>
        </pc:sldMkLst>
        <pc:spChg chg="mod">
          <ac:chgData name="Sara Muneeb" userId="29b624b1-a719-43f5-9b52-388cd4043c04" providerId="ADAL" clId="{DB3F8C76-9E84-425C-958D-57243E72E246}" dt="2022-10-03T08:44:42.174" v="2833" actId="20577"/>
          <ac:spMkLst>
            <pc:docMk/>
            <pc:sldMk cId="566433223" sldId="325"/>
            <ac:spMk id="2" creationId="{00000000-0000-0000-0000-000000000000}"/>
          </ac:spMkLst>
        </pc:spChg>
      </pc:sldChg>
      <pc:sldChg chg="add del">
        <pc:chgData name="Sara Muneeb" userId="29b624b1-a719-43f5-9b52-388cd4043c04" providerId="ADAL" clId="{DB3F8C76-9E84-425C-958D-57243E72E246}" dt="2022-10-03T08:45:15.741" v="2838" actId="47"/>
        <pc:sldMkLst>
          <pc:docMk/>
          <pc:sldMk cId="1629450809" sldId="326"/>
        </pc:sldMkLst>
      </pc:sldChg>
      <pc:sldChg chg="add del">
        <pc:chgData name="Sara Muneeb" userId="29b624b1-a719-43f5-9b52-388cd4043c04" providerId="ADAL" clId="{DB3F8C76-9E84-425C-958D-57243E72E246}" dt="2022-10-03T08:45:13.399" v="2837" actId="47"/>
        <pc:sldMkLst>
          <pc:docMk/>
          <pc:sldMk cId="3425390869" sldId="327"/>
        </pc:sldMkLst>
      </pc:sldChg>
      <pc:sldChg chg="add">
        <pc:chgData name="Sara Muneeb" userId="29b624b1-a719-43f5-9b52-388cd4043c04" providerId="ADAL" clId="{DB3F8C76-9E84-425C-958D-57243E72E246}" dt="2022-10-03T08:41:05.849" v="2745"/>
        <pc:sldMkLst>
          <pc:docMk/>
          <pc:sldMk cId="3494110084" sldId="328"/>
        </pc:sldMkLst>
      </pc:sldChg>
      <pc:sldChg chg="add del">
        <pc:chgData name="Sara Muneeb" userId="29b624b1-a719-43f5-9b52-388cd4043c04" providerId="ADAL" clId="{DB3F8C76-9E84-425C-958D-57243E72E246}" dt="2022-10-03T08:45:21.951" v="2839" actId="47"/>
        <pc:sldMkLst>
          <pc:docMk/>
          <pc:sldMk cId="2152467212" sldId="329"/>
        </pc:sldMkLst>
      </pc:sldChg>
      <pc:sldChg chg="addSp delSp add mod">
        <pc:chgData name="Sara Muneeb" userId="29b624b1-a719-43f5-9b52-388cd4043c04" providerId="ADAL" clId="{DB3F8C76-9E84-425C-958D-57243E72E246}" dt="2022-10-03T08:45:53.262" v="2841" actId="22"/>
        <pc:sldMkLst>
          <pc:docMk/>
          <pc:sldMk cId="3427912561" sldId="330"/>
        </pc:sldMkLst>
        <pc:picChg chg="add del">
          <ac:chgData name="Sara Muneeb" userId="29b624b1-a719-43f5-9b52-388cd4043c04" providerId="ADAL" clId="{DB3F8C76-9E84-425C-958D-57243E72E246}" dt="2022-10-03T08:45:53.262" v="2841" actId="22"/>
          <ac:picMkLst>
            <pc:docMk/>
            <pc:sldMk cId="3427912561" sldId="330"/>
            <ac:picMk id="4" creationId="{B00AD290-54F1-A2B1-B01A-BF7759636E5F}"/>
          </ac:picMkLst>
        </pc:picChg>
      </pc:sldChg>
      <pc:sldChg chg="addSp modSp new mod">
        <pc:chgData name="Sara Muneeb" userId="29b624b1-a719-43f5-9b52-388cd4043c04" providerId="ADAL" clId="{DB3F8C76-9E84-425C-958D-57243E72E246}" dt="2022-10-03T08:44:26.049" v="2814" actId="1076"/>
        <pc:sldMkLst>
          <pc:docMk/>
          <pc:sldMk cId="3349574719" sldId="331"/>
        </pc:sldMkLst>
        <pc:spChg chg="mod">
          <ac:chgData name="Sara Muneeb" userId="29b624b1-a719-43f5-9b52-388cd4043c04" providerId="ADAL" clId="{DB3F8C76-9E84-425C-958D-57243E72E246}" dt="2022-10-03T08:42:44.114" v="2785" actId="20577"/>
          <ac:spMkLst>
            <pc:docMk/>
            <pc:sldMk cId="3349574719" sldId="331"/>
            <ac:spMk id="2" creationId="{BDF42397-FB23-DBDD-9EF6-9540B52654E4}"/>
          </ac:spMkLst>
        </pc:spChg>
        <pc:spChg chg="mod">
          <ac:chgData name="Sara Muneeb" userId="29b624b1-a719-43f5-9b52-388cd4043c04" providerId="ADAL" clId="{DB3F8C76-9E84-425C-958D-57243E72E246}" dt="2022-10-03T08:44:08.473" v="2811" actId="20577"/>
          <ac:spMkLst>
            <pc:docMk/>
            <pc:sldMk cId="3349574719" sldId="331"/>
            <ac:spMk id="3" creationId="{54B22514-635C-5D94-AF86-87E4697184DC}"/>
          </ac:spMkLst>
        </pc:spChg>
        <pc:picChg chg="add mod">
          <ac:chgData name="Sara Muneeb" userId="29b624b1-a719-43f5-9b52-388cd4043c04" providerId="ADAL" clId="{DB3F8C76-9E84-425C-958D-57243E72E246}" dt="2022-10-03T08:44:26.049" v="2814" actId="1076"/>
          <ac:picMkLst>
            <pc:docMk/>
            <pc:sldMk cId="3349574719" sldId="331"/>
            <ac:picMk id="5" creationId="{2AA5373B-0293-5863-52B4-C7F2BEFF8DAE}"/>
          </ac:picMkLst>
        </pc:picChg>
      </pc:sldChg>
      <pc:sldChg chg="addSp delSp modSp new mod">
        <pc:chgData name="Sara Muneeb" userId="29b624b1-a719-43f5-9b52-388cd4043c04" providerId="ADAL" clId="{DB3F8C76-9E84-425C-958D-57243E72E246}" dt="2022-10-03T08:47:58.138" v="2874" actId="1076"/>
        <pc:sldMkLst>
          <pc:docMk/>
          <pc:sldMk cId="3430477893" sldId="332"/>
        </pc:sldMkLst>
        <pc:spChg chg="mod">
          <ac:chgData name="Sara Muneeb" userId="29b624b1-a719-43f5-9b52-388cd4043c04" providerId="ADAL" clId="{DB3F8C76-9E84-425C-958D-57243E72E246}" dt="2022-10-03T08:46:02.443" v="2865" actId="20577"/>
          <ac:spMkLst>
            <pc:docMk/>
            <pc:sldMk cId="3430477893" sldId="332"/>
            <ac:spMk id="2" creationId="{1BA14503-2877-4ED8-B221-911B3A18F1B6}"/>
          </ac:spMkLst>
        </pc:spChg>
        <pc:spChg chg="del">
          <ac:chgData name="Sara Muneeb" userId="29b624b1-a719-43f5-9b52-388cd4043c04" providerId="ADAL" clId="{DB3F8C76-9E84-425C-958D-57243E72E246}" dt="2022-10-03T08:46:03.889" v="2866" actId="22"/>
          <ac:spMkLst>
            <pc:docMk/>
            <pc:sldMk cId="3430477893" sldId="332"/>
            <ac:spMk id="3" creationId="{E64851BA-2A65-5500-C2D2-4727D3CDAD72}"/>
          </ac:spMkLst>
        </pc:spChg>
        <pc:picChg chg="add mod ord">
          <ac:chgData name="Sara Muneeb" userId="29b624b1-a719-43f5-9b52-388cd4043c04" providerId="ADAL" clId="{DB3F8C76-9E84-425C-958D-57243E72E246}" dt="2022-10-03T08:47:24.621" v="2869" actId="1076"/>
          <ac:picMkLst>
            <pc:docMk/>
            <pc:sldMk cId="3430477893" sldId="332"/>
            <ac:picMk id="5" creationId="{23B13542-863B-4B1A-7EC6-424EDC135963}"/>
          </ac:picMkLst>
        </pc:picChg>
        <pc:picChg chg="add mod">
          <ac:chgData name="Sara Muneeb" userId="29b624b1-a719-43f5-9b52-388cd4043c04" providerId="ADAL" clId="{DB3F8C76-9E84-425C-958D-57243E72E246}" dt="2022-10-03T08:47:58.138" v="2874" actId="1076"/>
          <ac:picMkLst>
            <pc:docMk/>
            <pc:sldMk cId="3430477893" sldId="332"/>
            <ac:picMk id="7" creationId="{0CE85A44-E9E5-F249-5169-170745F91064}"/>
          </ac:picMkLst>
        </pc:picChg>
      </pc:sldChg>
      <pc:sldChg chg="addSp delSp modSp new mod">
        <pc:chgData name="Sara Muneeb" userId="29b624b1-a719-43f5-9b52-388cd4043c04" providerId="ADAL" clId="{DB3F8C76-9E84-425C-958D-57243E72E246}" dt="2022-10-03T08:53:53.093" v="2965"/>
        <pc:sldMkLst>
          <pc:docMk/>
          <pc:sldMk cId="3917894372" sldId="333"/>
        </pc:sldMkLst>
        <pc:spChg chg="mod">
          <ac:chgData name="Sara Muneeb" userId="29b624b1-a719-43f5-9b52-388cd4043c04" providerId="ADAL" clId="{DB3F8C76-9E84-425C-958D-57243E72E246}" dt="2022-10-03T08:48:31.717" v="2904" actId="20577"/>
          <ac:spMkLst>
            <pc:docMk/>
            <pc:sldMk cId="3917894372" sldId="333"/>
            <ac:spMk id="2" creationId="{8C9BF00C-DE08-05B4-94B7-21F99DF181F5}"/>
          </ac:spMkLst>
        </pc:spChg>
        <pc:spChg chg="mod">
          <ac:chgData name="Sara Muneeb" userId="29b624b1-a719-43f5-9b52-388cd4043c04" providerId="ADAL" clId="{DB3F8C76-9E84-425C-958D-57243E72E246}" dt="2022-10-03T08:51:54.874" v="2915" actId="1076"/>
          <ac:spMkLst>
            <pc:docMk/>
            <pc:sldMk cId="3917894372" sldId="333"/>
            <ac:spMk id="3" creationId="{1FCBA3A4-B640-FD0C-C7ED-C462A6F5F329}"/>
          </ac:spMkLst>
        </pc:spChg>
        <pc:picChg chg="add mod">
          <ac:chgData name="Sara Muneeb" userId="29b624b1-a719-43f5-9b52-388cd4043c04" providerId="ADAL" clId="{DB3F8C76-9E84-425C-958D-57243E72E246}" dt="2022-10-03T08:52:15.660" v="2920" actId="1076"/>
          <ac:picMkLst>
            <pc:docMk/>
            <pc:sldMk cId="3917894372" sldId="333"/>
            <ac:picMk id="1026" creationId="{482A12D2-8096-3518-B78C-3D4BBAAD0454}"/>
          </ac:picMkLst>
        </pc:picChg>
        <pc:picChg chg="add del">
          <ac:chgData name="Sara Muneeb" userId="29b624b1-a719-43f5-9b52-388cd4043c04" providerId="ADAL" clId="{DB3F8C76-9E84-425C-958D-57243E72E246}" dt="2022-10-03T08:53:53.093" v="2965"/>
          <ac:picMkLst>
            <pc:docMk/>
            <pc:sldMk cId="3917894372" sldId="333"/>
            <ac:picMk id="1028" creationId="{9E1F1E16-A9D5-C013-404E-CAF433CAF6D0}"/>
          </ac:picMkLst>
        </pc:picChg>
      </pc:sldChg>
      <pc:sldChg chg="modSp new del mod">
        <pc:chgData name="Sara Muneeb" userId="29b624b1-a719-43f5-9b52-388cd4043c04" providerId="ADAL" clId="{DB3F8C76-9E84-425C-958D-57243E72E246}" dt="2022-10-03T09:02:56.545" v="3026" actId="47"/>
        <pc:sldMkLst>
          <pc:docMk/>
          <pc:sldMk cId="1807911425" sldId="334"/>
        </pc:sldMkLst>
        <pc:spChg chg="mod">
          <ac:chgData name="Sara Muneeb" userId="29b624b1-a719-43f5-9b52-388cd4043c04" providerId="ADAL" clId="{DB3F8C76-9E84-425C-958D-57243E72E246}" dt="2022-10-03T08:52:40.895" v="2963" actId="20577"/>
          <ac:spMkLst>
            <pc:docMk/>
            <pc:sldMk cId="1807911425" sldId="334"/>
            <ac:spMk id="2" creationId="{DFD9F9C7-D4B2-0938-60E4-036D0673C0A4}"/>
          </ac:spMkLst>
        </pc:spChg>
      </pc:sldChg>
      <pc:sldChg chg="add ord">
        <pc:chgData name="Sara Muneeb" userId="29b624b1-a719-43f5-9b52-388cd4043c04" providerId="ADAL" clId="{DB3F8C76-9E84-425C-958D-57243E72E246}" dt="2022-10-03T08:59:54.890" v="3014"/>
        <pc:sldMkLst>
          <pc:docMk/>
          <pc:sldMk cId="8593176" sldId="335"/>
        </pc:sldMkLst>
      </pc:sldChg>
      <pc:sldChg chg="delSp add del mod">
        <pc:chgData name="Sara Muneeb" userId="29b624b1-a719-43f5-9b52-388cd4043c04" providerId="ADAL" clId="{DB3F8C76-9E84-425C-958D-57243E72E246}" dt="2022-10-03T08:55:34.364" v="2984" actId="47"/>
        <pc:sldMkLst>
          <pc:docMk/>
          <pc:sldMk cId="1678163868" sldId="336"/>
        </pc:sldMkLst>
        <pc:picChg chg="del">
          <ac:chgData name="Sara Muneeb" userId="29b624b1-a719-43f5-9b52-388cd4043c04" providerId="ADAL" clId="{DB3F8C76-9E84-425C-958D-57243E72E246}" dt="2022-10-03T08:55:04.476" v="2975" actId="21"/>
          <ac:picMkLst>
            <pc:docMk/>
            <pc:sldMk cId="1678163868" sldId="336"/>
            <ac:picMk id="6" creationId="{3E1EB4D4-5BED-49C0-A5AC-F1F095AC48B6}"/>
          </ac:picMkLst>
        </pc:picChg>
      </pc:sldChg>
      <pc:sldChg chg="addSp modSp add mod ord">
        <pc:chgData name="Sara Muneeb" userId="29b624b1-a719-43f5-9b52-388cd4043c04" providerId="ADAL" clId="{DB3F8C76-9E84-425C-958D-57243E72E246}" dt="2022-10-03T08:57:21.278" v="3006"/>
        <pc:sldMkLst>
          <pc:docMk/>
          <pc:sldMk cId="633161056" sldId="337"/>
        </pc:sldMkLst>
        <pc:picChg chg="add mod">
          <ac:chgData name="Sara Muneeb" userId="29b624b1-a719-43f5-9b52-388cd4043c04" providerId="ADAL" clId="{DB3F8C76-9E84-425C-958D-57243E72E246}" dt="2022-10-03T08:55:25.233" v="2982" actId="1076"/>
          <ac:picMkLst>
            <pc:docMk/>
            <pc:sldMk cId="633161056" sldId="337"/>
            <ac:picMk id="3" creationId="{7A700882-33BE-8D82-2022-A9F02B8D2171}"/>
          </ac:picMkLst>
        </pc:picChg>
      </pc:sldChg>
      <pc:sldChg chg="add del ord">
        <pc:chgData name="Sara Muneeb" userId="29b624b1-a719-43f5-9b52-388cd4043c04" providerId="ADAL" clId="{DB3F8C76-9E84-425C-958D-57243E72E246}" dt="2022-10-03T09:02:16.244" v="3019" actId="47"/>
        <pc:sldMkLst>
          <pc:docMk/>
          <pc:sldMk cId="1444182912" sldId="338"/>
        </pc:sldMkLst>
      </pc:sldChg>
      <pc:sldChg chg="add del">
        <pc:chgData name="Sara Muneeb" userId="29b624b1-a719-43f5-9b52-388cd4043c04" providerId="ADAL" clId="{DB3F8C76-9E84-425C-958D-57243E72E246}" dt="2022-10-03T09:02:52.252" v="3024" actId="47"/>
        <pc:sldMkLst>
          <pc:docMk/>
          <pc:sldMk cId="1127259162" sldId="339"/>
        </pc:sldMkLst>
      </pc:sldChg>
      <pc:sldChg chg="add del">
        <pc:chgData name="Sara Muneeb" userId="29b624b1-a719-43f5-9b52-388cd4043c04" providerId="ADAL" clId="{DB3F8C76-9E84-425C-958D-57243E72E246}" dt="2022-10-03T09:02:54.031" v="3025" actId="47"/>
        <pc:sldMkLst>
          <pc:docMk/>
          <pc:sldMk cId="3128309874" sldId="340"/>
        </pc:sldMkLst>
      </pc:sldChg>
      <pc:sldChg chg="addSp delSp modSp new mod">
        <pc:chgData name="Sara Muneeb" userId="29b624b1-a719-43f5-9b52-388cd4043c04" providerId="ADAL" clId="{DB3F8C76-9E84-425C-958D-57243E72E246}" dt="2022-10-03T08:56:42.446" v="3002" actId="20577"/>
        <pc:sldMkLst>
          <pc:docMk/>
          <pc:sldMk cId="3882494558" sldId="341"/>
        </pc:sldMkLst>
        <pc:spChg chg="mod">
          <ac:chgData name="Sara Muneeb" userId="29b624b1-a719-43f5-9b52-388cd4043c04" providerId="ADAL" clId="{DB3F8C76-9E84-425C-958D-57243E72E246}" dt="2022-10-03T08:56:42.446" v="3002" actId="20577"/>
          <ac:spMkLst>
            <pc:docMk/>
            <pc:sldMk cId="3882494558" sldId="341"/>
            <ac:spMk id="2" creationId="{900C8EA5-CB76-0D65-2A62-FAB0F51B6C6A}"/>
          </ac:spMkLst>
        </pc:spChg>
        <pc:spChg chg="del">
          <ac:chgData name="Sara Muneeb" userId="29b624b1-a719-43f5-9b52-388cd4043c04" providerId="ADAL" clId="{DB3F8C76-9E84-425C-958D-57243E72E246}" dt="2022-10-03T08:56:36.828" v="2992"/>
          <ac:spMkLst>
            <pc:docMk/>
            <pc:sldMk cId="3882494558" sldId="341"/>
            <ac:spMk id="3" creationId="{CE71EB3E-6D7C-64EE-DE6D-6BC420E101E5}"/>
          </ac:spMkLst>
        </pc:spChg>
        <pc:picChg chg="add mod">
          <ac:chgData name="Sara Muneeb" userId="29b624b1-a719-43f5-9b52-388cd4043c04" providerId="ADAL" clId="{DB3F8C76-9E84-425C-958D-57243E72E246}" dt="2022-10-03T08:56:38.990" v="2993" actId="1076"/>
          <ac:picMkLst>
            <pc:docMk/>
            <pc:sldMk cId="3882494558" sldId="341"/>
            <ac:picMk id="4" creationId="{7FE13403-25A8-499D-8D7A-4A0A17D56BFF}"/>
          </ac:picMkLst>
        </pc:picChg>
      </pc:sldChg>
      <pc:sldChg chg="modSp new mod">
        <pc:chgData name="Sara Muneeb" userId="29b624b1-a719-43f5-9b52-388cd4043c04" providerId="ADAL" clId="{DB3F8C76-9E84-425C-958D-57243E72E246}" dt="2022-10-03T09:05:02.703" v="3080" actId="20577"/>
        <pc:sldMkLst>
          <pc:docMk/>
          <pc:sldMk cId="2698458265" sldId="342"/>
        </pc:sldMkLst>
        <pc:spChg chg="mod">
          <ac:chgData name="Sara Muneeb" userId="29b624b1-a719-43f5-9b52-388cd4043c04" providerId="ADAL" clId="{DB3F8C76-9E84-425C-958D-57243E72E246}" dt="2022-10-03T09:03:02.764" v="3045" actId="20577"/>
          <ac:spMkLst>
            <pc:docMk/>
            <pc:sldMk cId="2698458265" sldId="342"/>
            <ac:spMk id="2" creationId="{01F3F972-9024-B371-9CA6-DA46689C9DB0}"/>
          </ac:spMkLst>
        </pc:spChg>
        <pc:spChg chg="mod">
          <ac:chgData name="Sara Muneeb" userId="29b624b1-a719-43f5-9b52-388cd4043c04" providerId="ADAL" clId="{DB3F8C76-9E84-425C-958D-57243E72E246}" dt="2022-10-03T09:05:02.703" v="3080" actId="20577"/>
          <ac:spMkLst>
            <pc:docMk/>
            <pc:sldMk cId="2698458265" sldId="342"/>
            <ac:spMk id="3" creationId="{47523A51-222B-D760-044E-31DAD03EC92D}"/>
          </ac:spMkLst>
        </pc:spChg>
      </pc:sldChg>
      <pc:sldChg chg="addSp modSp new mod">
        <pc:chgData name="Sara Muneeb" userId="29b624b1-a719-43f5-9b52-388cd4043c04" providerId="ADAL" clId="{DB3F8C76-9E84-425C-958D-57243E72E246}" dt="2022-10-05T09:36:14.644" v="4004" actId="1076"/>
        <pc:sldMkLst>
          <pc:docMk/>
          <pc:sldMk cId="2513089267" sldId="343"/>
        </pc:sldMkLst>
        <pc:spChg chg="mod">
          <ac:chgData name="Sara Muneeb" userId="29b624b1-a719-43f5-9b52-388cd4043c04" providerId="ADAL" clId="{DB3F8C76-9E84-425C-958D-57243E72E246}" dt="2022-10-03T09:06:51.350" v="3107" actId="20577"/>
          <ac:spMkLst>
            <pc:docMk/>
            <pc:sldMk cId="2513089267" sldId="343"/>
            <ac:spMk id="2" creationId="{B33EB936-0A5A-BB71-A154-09E6BF2CBFBA}"/>
          </ac:spMkLst>
        </pc:spChg>
        <pc:spChg chg="mod">
          <ac:chgData name="Sara Muneeb" userId="29b624b1-a719-43f5-9b52-388cd4043c04" providerId="ADAL" clId="{DB3F8C76-9E84-425C-958D-57243E72E246}" dt="2022-10-03T09:08:07.154" v="3145" actId="20577"/>
          <ac:spMkLst>
            <pc:docMk/>
            <pc:sldMk cId="2513089267" sldId="343"/>
            <ac:spMk id="3" creationId="{4378ECCD-6E32-28CC-F140-D8B52EBD59DB}"/>
          </ac:spMkLst>
        </pc:spChg>
        <pc:picChg chg="add mod">
          <ac:chgData name="Sara Muneeb" userId="29b624b1-a719-43f5-9b52-388cd4043c04" providerId="ADAL" clId="{DB3F8C76-9E84-425C-958D-57243E72E246}" dt="2022-10-05T09:36:14.644" v="4004" actId="1076"/>
          <ac:picMkLst>
            <pc:docMk/>
            <pc:sldMk cId="2513089267" sldId="343"/>
            <ac:picMk id="5" creationId="{80DDCA12-1AB6-3101-19FC-88F43DA66A57}"/>
          </ac:picMkLst>
        </pc:picChg>
        <pc:picChg chg="add mod">
          <ac:chgData name="Sara Muneeb" userId="29b624b1-a719-43f5-9b52-388cd4043c04" providerId="ADAL" clId="{DB3F8C76-9E84-425C-958D-57243E72E246}" dt="2022-10-05T09:36:13.025" v="4003" actId="1076"/>
          <ac:picMkLst>
            <pc:docMk/>
            <pc:sldMk cId="2513089267" sldId="343"/>
            <ac:picMk id="4098" creationId="{45A26E9E-0A75-188F-C0D0-195B94759800}"/>
          </ac:picMkLst>
        </pc:picChg>
      </pc:sldChg>
      <pc:sldChg chg="modSp new mod">
        <pc:chgData name="Sara Muneeb" userId="29b624b1-a719-43f5-9b52-388cd4043c04" providerId="ADAL" clId="{DB3F8C76-9E84-425C-958D-57243E72E246}" dt="2022-10-03T09:11:31.145" v="3238" actId="20577"/>
        <pc:sldMkLst>
          <pc:docMk/>
          <pc:sldMk cId="405946211" sldId="344"/>
        </pc:sldMkLst>
        <pc:spChg chg="mod">
          <ac:chgData name="Sara Muneeb" userId="29b624b1-a719-43f5-9b52-388cd4043c04" providerId="ADAL" clId="{DB3F8C76-9E84-425C-958D-57243E72E246}" dt="2022-10-03T09:10:56.438" v="3172" actId="20577"/>
          <ac:spMkLst>
            <pc:docMk/>
            <pc:sldMk cId="405946211" sldId="344"/>
            <ac:spMk id="2" creationId="{D7F4F228-B9C5-AB12-8C5D-37D043A48061}"/>
          </ac:spMkLst>
        </pc:spChg>
        <pc:spChg chg="mod">
          <ac:chgData name="Sara Muneeb" userId="29b624b1-a719-43f5-9b52-388cd4043c04" providerId="ADAL" clId="{DB3F8C76-9E84-425C-958D-57243E72E246}" dt="2022-10-03T09:11:31.145" v="3238" actId="20577"/>
          <ac:spMkLst>
            <pc:docMk/>
            <pc:sldMk cId="405946211" sldId="344"/>
            <ac:spMk id="3" creationId="{148D8B6E-F25B-9E23-0BB0-71561C53E27C}"/>
          </ac:spMkLst>
        </pc:spChg>
      </pc:sldChg>
      <pc:sldChg chg="addSp delSp modSp new mod">
        <pc:chgData name="Sara Muneeb" userId="29b624b1-a719-43f5-9b52-388cd4043c04" providerId="ADAL" clId="{DB3F8C76-9E84-425C-958D-57243E72E246}" dt="2022-10-05T08:12:39.420" v="3352" actId="1076"/>
        <pc:sldMkLst>
          <pc:docMk/>
          <pc:sldMk cId="2989140334" sldId="345"/>
        </pc:sldMkLst>
        <pc:spChg chg="mod">
          <ac:chgData name="Sara Muneeb" userId="29b624b1-a719-43f5-9b52-388cd4043c04" providerId="ADAL" clId="{DB3F8C76-9E84-425C-958D-57243E72E246}" dt="2022-10-05T08:05:37.194" v="3271" actId="20577"/>
          <ac:spMkLst>
            <pc:docMk/>
            <pc:sldMk cId="2989140334" sldId="345"/>
            <ac:spMk id="2" creationId="{392477F7-0B8B-8390-05A3-8CD5AB838E38}"/>
          </ac:spMkLst>
        </pc:spChg>
        <pc:spChg chg="del">
          <ac:chgData name="Sara Muneeb" userId="29b624b1-a719-43f5-9b52-388cd4043c04" providerId="ADAL" clId="{DB3F8C76-9E84-425C-958D-57243E72E246}" dt="2022-10-05T08:06:27.345" v="3272" actId="931"/>
          <ac:spMkLst>
            <pc:docMk/>
            <pc:sldMk cId="2989140334" sldId="345"/>
            <ac:spMk id="3" creationId="{D2F8713B-CCD3-197F-54BD-6B1BD231FA0C}"/>
          </ac:spMkLst>
        </pc:spChg>
        <pc:spChg chg="add del mod">
          <ac:chgData name="Sara Muneeb" userId="29b624b1-a719-43f5-9b52-388cd4043c04" providerId="ADAL" clId="{DB3F8C76-9E84-425C-958D-57243E72E246}" dt="2022-10-05T08:06:39.963" v="3274" actId="931"/>
          <ac:spMkLst>
            <pc:docMk/>
            <pc:sldMk cId="2989140334" sldId="345"/>
            <ac:spMk id="7" creationId="{18ACB324-814C-082D-194E-AD0A6AC47F8C}"/>
          </ac:spMkLst>
        </pc:spChg>
        <pc:spChg chg="add del mod">
          <ac:chgData name="Sara Muneeb" userId="29b624b1-a719-43f5-9b52-388cd4043c04" providerId="ADAL" clId="{DB3F8C76-9E84-425C-958D-57243E72E246}" dt="2022-10-05T08:09:54.284" v="3278"/>
          <ac:spMkLst>
            <pc:docMk/>
            <pc:sldMk cId="2989140334" sldId="345"/>
            <ac:spMk id="11" creationId="{1F0A3461-A205-B476-E693-5B6C0D2E2F77}"/>
          </ac:spMkLst>
        </pc:spChg>
        <pc:spChg chg="add mod">
          <ac:chgData name="Sara Muneeb" userId="29b624b1-a719-43f5-9b52-388cd4043c04" providerId="ADAL" clId="{DB3F8C76-9E84-425C-958D-57243E72E246}" dt="2022-10-05T08:12:39.420" v="3352" actId="1076"/>
          <ac:spMkLst>
            <pc:docMk/>
            <pc:sldMk cId="2989140334" sldId="345"/>
            <ac:spMk id="12" creationId="{BBDF8F95-6B91-434D-6850-8B1CFE1AE336}"/>
          </ac:spMkLst>
        </pc:spChg>
        <pc:spChg chg="add mod">
          <ac:chgData name="Sara Muneeb" userId="29b624b1-a719-43f5-9b52-388cd4043c04" providerId="ADAL" clId="{DB3F8C76-9E84-425C-958D-57243E72E246}" dt="2022-10-05T08:12:04.765" v="3329" actId="1076"/>
          <ac:spMkLst>
            <pc:docMk/>
            <pc:sldMk cId="2989140334" sldId="345"/>
            <ac:spMk id="13" creationId="{315B168A-801E-C457-2852-1F6087995B06}"/>
          </ac:spMkLst>
        </pc:spChg>
        <pc:spChg chg="add mod">
          <ac:chgData name="Sara Muneeb" userId="29b624b1-a719-43f5-9b52-388cd4043c04" providerId="ADAL" clId="{DB3F8C76-9E84-425C-958D-57243E72E246}" dt="2022-10-05T08:12:33.899" v="3351" actId="20577"/>
          <ac:spMkLst>
            <pc:docMk/>
            <pc:sldMk cId="2989140334" sldId="345"/>
            <ac:spMk id="14" creationId="{1816D2A7-A716-EB11-6CE4-1E61B5756780}"/>
          </ac:spMkLst>
        </pc:spChg>
        <pc:picChg chg="add del mod">
          <ac:chgData name="Sara Muneeb" userId="29b624b1-a719-43f5-9b52-388cd4043c04" providerId="ADAL" clId="{DB3F8C76-9E84-425C-958D-57243E72E246}" dt="2022-10-05T08:06:30.460" v="3273" actId="478"/>
          <ac:picMkLst>
            <pc:docMk/>
            <pc:sldMk cId="2989140334" sldId="345"/>
            <ac:picMk id="5" creationId="{5D0D8EBF-7C1E-00F6-D086-F6BADFAD1E8E}"/>
          </ac:picMkLst>
        </pc:picChg>
        <pc:picChg chg="add del mod">
          <ac:chgData name="Sara Muneeb" userId="29b624b1-a719-43f5-9b52-388cd4043c04" providerId="ADAL" clId="{DB3F8C76-9E84-425C-958D-57243E72E246}" dt="2022-10-05T08:07:04.184" v="3277" actId="478"/>
          <ac:picMkLst>
            <pc:docMk/>
            <pc:sldMk cId="2989140334" sldId="345"/>
            <ac:picMk id="9" creationId="{4CEABCE9-43D6-BD0F-51A3-62953CC46FA5}"/>
          </ac:picMkLst>
        </pc:picChg>
        <pc:picChg chg="add mod">
          <ac:chgData name="Sara Muneeb" userId="29b624b1-a719-43f5-9b52-388cd4043c04" providerId="ADAL" clId="{DB3F8C76-9E84-425C-958D-57243E72E246}" dt="2022-10-05T08:11:52.382" v="3325" actId="1076"/>
          <ac:picMkLst>
            <pc:docMk/>
            <pc:sldMk cId="2989140334" sldId="345"/>
            <ac:picMk id="1026" creationId="{AB0650A4-C377-36D3-6AF2-5B85234CEC4D}"/>
          </ac:picMkLst>
        </pc:picChg>
        <pc:picChg chg="add mod">
          <ac:chgData name="Sara Muneeb" userId="29b624b1-a719-43f5-9b52-388cd4043c04" providerId="ADAL" clId="{DB3F8C76-9E84-425C-958D-57243E72E246}" dt="2022-10-05T08:12:01.427" v="3328" actId="1076"/>
          <ac:picMkLst>
            <pc:docMk/>
            <pc:sldMk cId="2989140334" sldId="345"/>
            <ac:picMk id="1028" creationId="{EA91969B-9429-2313-63A6-C17810AB2D55}"/>
          </ac:picMkLst>
        </pc:picChg>
        <pc:picChg chg="add mod">
          <ac:chgData name="Sara Muneeb" userId="29b624b1-a719-43f5-9b52-388cd4043c04" providerId="ADAL" clId="{DB3F8C76-9E84-425C-958D-57243E72E246}" dt="2022-10-05T08:12:08.326" v="3330" actId="1076"/>
          <ac:picMkLst>
            <pc:docMk/>
            <pc:sldMk cId="2989140334" sldId="345"/>
            <ac:picMk id="1030" creationId="{85055336-535E-226B-96C6-AA479A5DE744}"/>
          </ac:picMkLst>
        </pc:picChg>
      </pc:sldChg>
      <pc:sldChg chg="add del">
        <pc:chgData name="Sara Muneeb" userId="29b624b1-a719-43f5-9b52-388cd4043c04" providerId="ADAL" clId="{DB3F8C76-9E84-425C-958D-57243E72E246}" dt="2022-09-27T04:55:26.398" v="39" actId="47"/>
        <pc:sldMkLst>
          <pc:docMk/>
          <pc:sldMk cId="4246156943" sldId="345"/>
        </pc:sldMkLst>
      </pc:sldChg>
      <pc:sldChg chg="add del">
        <pc:chgData name="Sara Muneeb" userId="29b624b1-a719-43f5-9b52-388cd4043c04" providerId="ADAL" clId="{DB3F8C76-9E84-425C-958D-57243E72E246}" dt="2022-09-27T04:55:26.398" v="39" actId="47"/>
        <pc:sldMkLst>
          <pc:docMk/>
          <pc:sldMk cId="2366367615" sldId="346"/>
        </pc:sldMkLst>
      </pc:sldChg>
      <pc:sldChg chg="addSp delSp modSp new mod ord">
        <pc:chgData name="Sara Muneeb" userId="29b624b1-a719-43f5-9b52-388cd4043c04" providerId="ADAL" clId="{DB3F8C76-9E84-425C-958D-57243E72E246}" dt="2022-10-05T09:00:16.582" v="3704" actId="20577"/>
        <pc:sldMkLst>
          <pc:docMk/>
          <pc:sldMk cId="3678470995" sldId="346"/>
        </pc:sldMkLst>
        <pc:spChg chg="mod">
          <ac:chgData name="Sara Muneeb" userId="29b624b1-a719-43f5-9b52-388cd4043c04" providerId="ADAL" clId="{DB3F8C76-9E84-425C-958D-57243E72E246}" dt="2022-10-05T09:00:16.582" v="3704" actId="20577"/>
          <ac:spMkLst>
            <pc:docMk/>
            <pc:sldMk cId="3678470995" sldId="346"/>
            <ac:spMk id="2" creationId="{68D8302F-F7F4-B54F-028C-7EADCB5C643C}"/>
          </ac:spMkLst>
        </pc:spChg>
        <pc:spChg chg="del">
          <ac:chgData name="Sara Muneeb" userId="29b624b1-a719-43f5-9b52-388cd4043c04" providerId="ADAL" clId="{DB3F8C76-9E84-425C-958D-57243E72E246}" dt="2022-10-05T08:13:02.231" v="3369" actId="931"/>
          <ac:spMkLst>
            <pc:docMk/>
            <pc:sldMk cId="3678470995" sldId="346"/>
            <ac:spMk id="3" creationId="{014FE765-D7F8-EDC7-D82C-6AC3B2392F36}"/>
          </ac:spMkLst>
        </pc:spChg>
        <pc:spChg chg="add del mod">
          <ac:chgData name="Sara Muneeb" userId="29b624b1-a719-43f5-9b52-388cd4043c04" providerId="ADAL" clId="{DB3F8C76-9E84-425C-958D-57243E72E246}" dt="2022-10-05T08:13:32.113" v="3371" actId="931"/>
          <ac:spMkLst>
            <pc:docMk/>
            <pc:sldMk cId="3678470995" sldId="346"/>
            <ac:spMk id="7" creationId="{1ABE854F-B00B-2E96-F692-8290588BC053}"/>
          </ac:spMkLst>
        </pc:spChg>
        <pc:picChg chg="add del mod">
          <ac:chgData name="Sara Muneeb" userId="29b624b1-a719-43f5-9b52-388cd4043c04" providerId="ADAL" clId="{DB3F8C76-9E84-425C-958D-57243E72E246}" dt="2022-10-05T08:13:04.090" v="3370" actId="478"/>
          <ac:picMkLst>
            <pc:docMk/>
            <pc:sldMk cId="3678470995" sldId="346"/>
            <ac:picMk id="5" creationId="{FA04A942-42BB-F07B-A6CD-A794D0021886}"/>
          </ac:picMkLst>
        </pc:picChg>
        <pc:picChg chg="add mod">
          <ac:chgData name="Sara Muneeb" userId="29b624b1-a719-43f5-9b52-388cd4043c04" providerId="ADAL" clId="{DB3F8C76-9E84-425C-958D-57243E72E246}" dt="2022-10-05T08:13:36.999" v="3372" actId="27614"/>
          <ac:picMkLst>
            <pc:docMk/>
            <pc:sldMk cId="3678470995" sldId="346"/>
            <ac:picMk id="9" creationId="{7A66B900-9D53-8F01-1D8D-E76C324F7C90}"/>
          </ac:picMkLst>
        </pc:picChg>
      </pc:sldChg>
      <pc:sldChg chg="add del">
        <pc:chgData name="Sara Muneeb" userId="29b624b1-a719-43f5-9b52-388cd4043c04" providerId="ADAL" clId="{DB3F8C76-9E84-425C-958D-57243E72E246}" dt="2022-09-27T04:55:26.398" v="39" actId="47"/>
        <pc:sldMkLst>
          <pc:docMk/>
          <pc:sldMk cId="1655376747" sldId="347"/>
        </pc:sldMkLst>
      </pc:sldChg>
      <pc:sldChg chg="addSp delSp modSp new mod">
        <pc:chgData name="Sara Muneeb" userId="29b624b1-a719-43f5-9b52-388cd4043c04" providerId="ADAL" clId="{DB3F8C76-9E84-425C-958D-57243E72E246}" dt="2022-10-05T08:13:58.122" v="3384" actId="27614"/>
        <pc:sldMkLst>
          <pc:docMk/>
          <pc:sldMk cId="2185956998" sldId="347"/>
        </pc:sldMkLst>
        <pc:spChg chg="mod">
          <ac:chgData name="Sara Muneeb" userId="29b624b1-a719-43f5-9b52-388cd4043c04" providerId="ADAL" clId="{DB3F8C76-9E84-425C-958D-57243E72E246}" dt="2022-10-05T08:13:39.916" v="3380" actId="20577"/>
          <ac:spMkLst>
            <pc:docMk/>
            <pc:sldMk cId="2185956998" sldId="347"/>
            <ac:spMk id="2" creationId="{9B55C5E3-057C-3F89-06B2-63F1035A144B}"/>
          </ac:spMkLst>
        </pc:spChg>
        <pc:spChg chg="del">
          <ac:chgData name="Sara Muneeb" userId="29b624b1-a719-43f5-9b52-388cd4043c04" providerId="ADAL" clId="{DB3F8C76-9E84-425C-958D-57243E72E246}" dt="2022-10-05T08:13:50.019" v="3381" actId="931"/>
          <ac:spMkLst>
            <pc:docMk/>
            <pc:sldMk cId="2185956998" sldId="347"/>
            <ac:spMk id="3" creationId="{7F92B9E8-17EF-1C38-5E25-D88653700F46}"/>
          </ac:spMkLst>
        </pc:spChg>
        <pc:picChg chg="add mod">
          <ac:chgData name="Sara Muneeb" userId="29b624b1-a719-43f5-9b52-388cd4043c04" providerId="ADAL" clId="{DB3F8C76-9E84-425C-958D-57243E72E246}" dt="2022-10-05T08:13:58.122" v="3384" actId="27614"/>
          <ac:picMkLst>
            <pc:docMk/>
            <pc:sldMk cId="2185956998" sldId="347"/>
            <ac:picMk id="5" creationId="{EA3945A9-91A4-C907-11BA-B9A7105E6533}"/>
          </ac:picMkLst>
        </pc:picChg>
      </pc:sldChg>
      <pc:sldChg chg="add del">
        <pc:chgData name="Sara Muneeb" userId="29b624b1-a719-43f5-9b52-388cd4043c04" providerId="ADAL" clId="{DB3F8C76-9E84-425C-958D-57243E72E246}" dt="2022-09-27T04:55:26.398" v="39" actId="47"/>
        <pc:sldMkLst>
          <pc:docMk/>
          <pc:sldMk cId="341212743" sldId="348"/>
        </pc:sldMkLst>
      </pc:sldChg>
      <pc:sldChg chg="addSp delSp modSp new mod">
        <pc:chgData name="Sara Muneeb" userId="29b624b1-a719-43f5-9b52-388cd4043c04" providerId="ADAL" clId="{DB3F8C76-9E84-425C-958D-57243E72E246}" dt="2022-10-05T09:09:32.442" v="3736" actId="1076"/>
        <pc:sldMkLst>
          <pc:docMk/>
          <pc:sldMk cId="1296041024" sldId="348"/>
        </pc:sldMkLst>
        <pc:spChg chg="mod">
          <ac:chgData name="Sara Muneeb" userId="29b624b1-a719-43f5-9b52-388cd4043c04" providerId="ADAL" clId="{DB3F8C76-9E84-425C-958D-57243E72E246}" dt="2022-10-05T08:15:37.323" v="3407" actId="20577"/>
          <ac:spMkLst>
            <pc:docMk/>
            <pc:sldMk cId="1296041024" sldId="348"/>
            <ac:spMk id="2" creationId="{70FC4C67-37FB-2EF9-4FC9-765CA2BB8509}"/>
          </ac:spMkLst>
        </pc:spChg>
        <pc:spChg chg="del">
          <ac:chgData name="Sara Muneeb" userId="29b624b1-a719-43f5-9b52-388cd4043c04" providerId="ADAL" clId="{DB3F8C76-9E84-425C-958D-57243E72E246}" dt="2022-10-05T08:15:48.920" v="3408" actId="931"/>
          <ac:spMkLst>
            <pc:docMk/>
            <pc:sldMk cId="1296041024" sldId="348"/>
            <ac:spMk id="3" creationId="{353AA707-FE47-465B-4E6B-B16A4FE87414}"/>
          </ac:spMkLst>
        </pc:spChg>
        <pc:picChg chg="add mod">
          <ac:chgData name="Sara Muneeb" userId="29b624b1-a719-43f5-9b52-388cd4043c04" providerId="ADAL" clId="{DB3F8C76-9E84-425C-958D-57243E72E246}" dt="2022-10-05T09:09:32.442" v="3736" actId="1076"/>
          <ac:picMkLst>
            <pc:docMk/>
            <pc:sldMk cId="1296041024" sldId="348"/>
            <ac:picMk id="5" creationId="{B8C364B4-C060-9CBD-F0F8-1D5750F2BC0E}"/>
          </ac:picMkLst>
        </pc:picChg>
      </pc:sldChg>
      <pc:sldChg chg="modSp new del mod">
        <pc:chgData name="Sara Muneeb" userId="29b624b1-a719-43f5-9b52-388cd4043c04" providerId="ADAL" clId="{DB3F8C76-9E84-425C-958D-57243E72E246}" dt="2022-10-05T08:15:23.587" v="3395" actId="47"/>
        <pc:sldMkLst>
          <pc:docMk/>
          <pc:sldMk cId="3916154426" sldId="348"/>
        </pc:sldMkLst>
        <pc:spChg chg="mod">
          <ac:chgData name="Sara Muneeb" userId="29b624b1-a719-43f5-9b52-388cd4043c04" providerId="ADAL" clId="{DB3F8C76-9E84-425C-958D-57243E72E246}" dt="2022-10-05T08:14:31.852" v="3392" actId="20577"/>
          <ac:spMkLst>
            <pc:docMk/>
            <pc:sldMk cId="3916154426" sldId="348"/>
            <ac:spMk id="2" creationId="{241FFD2B-47C6-6333-617E-9376399ECF80}"/>
          </ac:spMkLst>
        </pc:spChg>
      </pc:sldChg>
      <pc:sldChg chg="add del">
        <pc:chgData name="Sara Muneeb" userId="29b624b1-a719-43f5-9b52-388cd4043c04" providerId="ADAL" clId="{DB3F8C76-9E84-425C-958D-57243E72E246}" dt="2022-09-27T04:55:26.398" v="39" actId="47"/>
        <pc:sldMkLst>
          <pc:docMk/>
          <pc:sldMk cId="451696442" sldId="349"/>
        </pc:sldMkLst>
      </pc:sldChg>
      <pc:sldChg chg="addSp delSp modSp new del mod">
        <pc:chgData name="Sara Muneeb" userId="29b624b1-a719-43f5-9b52-388cd4043c04" providerId="ADAL" clId="{DB3F8C76-9E84-425C-958D-57243E72E246}" dt="2022-10-05T08:32:26.128" v="3486" actId="47"/>
        <pc:sldMkLst>
          <pc:docMk/>
          <pc:sldMk cId="4087087579" sldId="349"/>
        </pc:sldMkLst>
        <pc:spChg chg="mod">
          <ac:chgData name="Sara Muneeb" userId="29b624b1-a719-43f5-9b52-388cd4043c04" providerId="ADAL" clId="{DB3F8C76-9E84-425C-958D-57243E72E246}" dt="2022-10-05T08:16:54.019" v="3418" actId="20577"/>
          <ac:spMkLst>
            <pc:docMk/>
            <pc:sldMk cId="4087087579" sldId="349"/>
            <ac:spMk id="2" creationId="{3BA63BCA-1C5B-57C0-9E70-192178689C3C}"/>
          </ac:spMkLst>
        </pc:spChg>
        <pc:spChg chg="del">
          <ac:chgData name="Sara Muneeb" userId="29b624b1-a719-43f5-9b52-388cd4043c04" providerId="ADAL" clId="{DB3F8C76-9E84-425C-958D-57243E72E246}" dt="2022-10-05T08:16:58.866" v="3419" actId="931"/>
          <ac:spMkLst>
            <pc:docMk/>
            <pc:sldMk cId="4087087579" sldId="349"/>
            <ac:spMk id="3" creationId="{0274124B-4B5E-6E6D-4450-B8F3ACE9AD7D}"/>
          </ac:spMkLst>
        </pc:spChg>
        <pc:spChg chg="add mod">
          <ac:chgData name="Sara Muneeb" userId="29b624b1-a719-43f5-9b52-388cd4043c04" providerId="ADAL" clId="{DB3F8C76-9E84-425C-958D-57243E72E246}" dt="2022-10-05T08:32:14.576" v="3482" actId="21"/>
          <ac:spMkLst>
            <pc:docMk/>
            <pc:sldMk cId="4087087579" sldId="349"/>
            <ac:spMk id="4" creationId="{C7FC2E7A-09FA-0EAD-6AD1-F6271CC4F2FA}"/>
          </ac:spMkLst>
        </pc:spChg>
        <pc:spChg chg="add del mod">
          <ac:chgData name="Sara Muneeb" userId="29b624b1-a719-43f5-9b52-388cd4043c04" providerId="ADAL" clId="{DB3F8C76-9E84-425C-958D-57243E72E246}" dt="2022-10-05T08:18:34.094" v="3423" actId="931"/>
          <ac:spMkLst>
            <pc:docMk/>
            <pc:sldMk cId="4087087579" sldId="349"/>
            <ac:spMk id="7" creationId="{87E7195A-3A61-570A-84C4-60E9048E2B3A}"/>
          </ac:spMkLst>
        </pc:spChg>
        <pc:picChg chg="add del mod">
          <ac:chgData name="Sara Muneeb" userId="29b624b1-a719-43f5-9b52-388cd4043c04" providerId="ADAL" clId="{DB3F8C76-9E84-425C-958D-57243E72E246}" dt="2022-10-05T08:17:01.469" v="3422" actId="478"/>
          <ac:picMkLst>
            <pc:docMk/>
            <pc:sldMk cId="4087087579" sldId="349"/>
            <ac:picMk id="5" creationId="{F9503CC2-D7CF-05F4-6217-96FF51D2D268}"/>
          </ac:picMkLst>
        </pc:picChg>
        <pc:picChg chg="add del mod">
          <ac:chgData name="Sara Muneeb" userId="29b624b1-a719-43f5-9b52-388cd4043c04" providerId="ADAL" clId="{DB3F8C76-9E84-425C-958D-57243E72E246}" dt="2022-10-05T08:32:14.576" v="3482" actId="21"/>
          <ac:picMkLst>
            <pc:docMk/>
            <pc:sldMk cId="4087087579" sldId="349"/>
            <ac:picMk id="9" creationId="{16A6966E-4748-76B3-6ABD-102F7E9EC946}"/>
          </ac:picMkLst>
        </pc:picChg>
        <pc:picChg chg="add del mod">
          <ac:chgData name="Sara Muneeb" userId="29b624b1-a719-43f5-9b52-388cd4043c04" providerId="ADAL" clId="{DB3F8C76-9E84-425C-958D-57243E72E246}" dt="2022-10-05T08:18:45.870" v="3432" actId="21"/>
          <ac:picMkLst>
            <pc:docMk/>
            <pc:sldMk cId="4087087579" sldId="349"/>
            <ac:picMk id="11" creationId="{938D9DE5-9907-0EDA-586E-BA9D68B14140}"/>
          </ac:picMkLst>
        </pc:picChg>
        <pc:picChg chg="add del mod">
          <ac:chgData name="Sara Muneeb" userId="29b624b1-a719-43f5-9b52-388cd4043c04" providerId="ADAL" clId="{DB3F8C76-9E84-425C-958D-57243E72E246}" dt="2022-10-05T08:18:40.706" v="3429" actId="21"/>
          <ac:picMkLst>
            <pc:docMk/>
            <pc:sldMk cId="4087087579" sldId="349"/>
            <ac:picMk id="13" creationId="{16EB66D4-C9E2-6CF8-C847-A83BDB6B77F9}"/>
          </ac:picMkLst>
        </pc:picChg>
      </pc:sldChg>
      <pc:sldChg chg="addSp delSp modSp new mod">
        <pc:chgData name="Sara Muneeb" userId="29b624b1-a719-43f5-9b52-388cd4043c04" providerId="ADAL" clId="{DB3F8C76-9E84-425C-958D-57243E72E246}" dt="2022-10-05T09:09:41.088" v="3737" actId="20577"/>
        <pc:sldMkLst>
          <pc:docMk/>
          <pc:sldMk cId="1638390018" sldId="350"/>
        </pc:sldMkLst>
        <pc:spChg chg="mod">
          <ac:chgData name="Sara Muneeb" userId="29b624b1-a719-43f5-9b52-388cd4043c04" providerId="ADAL" clId="{DB3F8C76-9E84-425C-958D-57243E72E246}" dt="2022-10-05T09:09:41.088" v="3737" actId="20577"/>
          <ac:spMkLst>
            <pc:docMk/>
            <pc:sldMk cId="1638390018" sldId="350"/>
            <ac:spMk id="2" creationId="{4D7E9606-E9EE-6799-6237-91007AE2E29A}"/>
          </ac:spMkLst>
        </pc:spChg>
        <pc:spChg chg="add del">
          <ac:chgData name="Sara Muneeb" userId="29b624b1-a719-43f5-9b52-388cd4043c04" providerId="ADAL" clId="{DB3F8C76-9E84-425C-958D-57243E72E246}" dt="2022-10-05T08:32:53.001" v="3488"/>
          <ac:spMkLst>
            <pc:docMk/>
            <pc:sldMk cId="1638390018" sldId="350"/>
            <ac:spMk id="3" creationId="{03C3FFAF-C222-4E9A-FC1F-2900627190FF}"/>
          </ac:spMkLst>
        </pc:spChg>
        <pc:spChg chg="del">
          <ac:chgData name="Sara Muneeb" userId="29b624b1-a719-43f5-9b52-388cd4043c04" providerId="ADAL" clId="{DB3F8C76-9E84-425C-958D-57243E72E246}" dt="2022-10-05T08:20:11.315" v="3446" actId="478"/>
          <ac:spMkLst>
            <pc:docMk/>
            <pc:sldMk cId="1638390018" sldId="350"/>
            <ac:spMk id="3" creationId="{9A5A3CCA-D332-65F9-1F30-5831191CC051}"/>
          </ac:spMkLst>
        </pc:spChg>
        <pc:spChg chg="add del">
          <ac:chgData name="Sara Muneeb" userId="29b624b1-a719-43f5-9b52-388cd4043c04" providerId="ADAL" clId="{DB3F8C76-9E84-425C-958D-57243E72E246}" dt="2022-10-05T08:32:59.681" v="3490"/>
          <ac:spMkLst>
            <pc:docMk/>
            <pc:sldMk cId="1638390018" sldId="350"/>
            <ac:spMk id="6" creationId="{C0B68DCA-26EC-B57B-748B-AB6C1663F063}"/>
          </ac:spMkLst>
        </pc:spChg>
        <pc:picChg chg="add mod">
          <ac:chgData name="Sara Muneeb" userId="29b624b1-a719-43f5-9b52-388cd4043c04" providerId="ADAL" clId="{DB3F8C76-9E84-425C-958D-57243E72E246}" dt="2022-10-05T08:26:31.691" v="3474" actId="1076"/>
          <ac:picMkLst>
            <pc:docMk/>
            <pc:sldMk cId="1638390018" sldId="350"/>
            <ac:picMk id="4" creationId="{AED209C7-4476-8643-0EC8-5A67267801D2}"/>
          </ac:picMkLst>
        </pc:picChg>
        <pc:picChg chg="add mod modCrop">
          <ac:chgData name="Sara Muneeb" userId="29b624b1-a719-43f5-9b52-388cd4043c04" providerId="ADAL" clId="{DB3F8C76-9E84-425C-958D-57243E72E246}" dt="2022-10-05T08:21:56.861" v="3456" actId="1076"/>
          <ac:picMkLst>
            <pc:docMk/>
            <pc:sldMk cId="1638390018" sldId="350"/>
            <ac:picMk id="5" creationId="{C3DF1B4E-540E-21E7-9AE2-AFFDF6D3A713}"/>
          </ac:picMkLst>
        </pc:picChg>
        <pc:picChg chg="add mod">
          <ac:chgData name="Sara Muneeb" userId="29b624b1-a719-43f5-9b52-388cd4043c04" providerId="ADAL" clId="{DB3F8C76-9E84-425C-958D-57243E72E246}" dt="2022-10-05T08:34:29.982" v="3511" actId="1076"/>
          <ac:picMkLst>
            <pc:docMk/>
            <pc:sldMk cId="1638390018" sldId="350"/>
            <ac:picMk id="7" creationId="{D5E8B81C-5AA1-18C5-4FD9-64DD3E9F835A}"/>
          </ac:picMkLst>
        </pc:picChg>
        <pc:picChg chg="add mod">
          <ac:chgData name="Sara Muneeb" userId="29b624b1-a719-43f5-9b52-388cd4043c04" providerId="ADAL" clId="{DB3F8C76-9E84-425C-958D-57243E72E246}" dt="2022-10-05T08:34:25.537" v="3510" actId="1076"/>
          <ac:picMkLst>
            <pc:docMk/>
            <pc:sldMk cId="1638390018" sldId="350"/>
            <ac:picMk id="1030" creationId="{BAE3C677-C711-F0C1-DF2C-1E9FE6BD5FF3}"/>
          </ac:picMkLst>
        </pc:picChg>
        <pc:picChg chg="add mod">
          <ac:chgData name="Sara Muneeb" userId="29b624b1-a719-43f5-9b52-388cd4043c04" providerId="ADAL" clId="{DB3F8C76-9E84-425C-958D-57243E72E246}" dt="2022-10-05T08:26:43.447" v="3478" actId="1076"/>
          <ac:picMkLst>
            <pc:docMk/>
            <pc:sldMk cId="1638390018" sldId="350"/>
            <ac:picMk id="2050" creationId="{DB5A2F16-4EA8-DE04-DCB8-70ABF0B538CA}"/>
          </ac:picMkLst>
        </pc:picChg>
      </pc:sldChg>
      <pc:sldChg chg="add del">
        <pc:chgData name="Sara Muneeb" userId="29b624b1-a719-43f5-9b52-388cd4043c04" providerId="ADAL" clId="{DB3F8C76-9E84-425C-958D-57243E72E246}" dt="2022-09-27T04:55:26.398" v="39" actId="47"/>
        <pc:sldMkLst>
          <pc:docMk/>
          <pc:sldMk cId="3205214481" sldId="350"/>
        </pc:sldMkLst>
      </pc:sldChg>
      <pc:sldChg chg="new del">
        <pc:chgData name="Sara Muneeb" userId="29b624b1-a719-43f5-9b52-388cd4043c04" providerId="ADAL" clId="{DB3F8C76-9E84-425C-958D-57243E72E246}" dt="2022-10-05T08:25:36.639" v="3467" actId="680"/>
        <pc:sldMkLst>
          <pc:docMk/>
          <pc:sldMk cId="2005015887" sldId="351"/>
        </pc:sldMkLst>
      </pc:sldChg>
      <pc:sldChg chg="addSp delSp modSp new mod">
        <pc:chgData name="Sara Muneeb" userId="29b624b1-a719-43f5-9b52-388cd4043c04" providerId="ADAL" clId="{DB3F8C76-9E84-425C-958D-57243E72E246}" dt="2022-10-05T08:38:54.112" v="3541" actId="1076"/>
        <pc:sldMkLst>
          <pc:docMk/>
          <pc:sldMk cId="2210810185" sldId="351"/>
        </pc:sldMkLst>
        <pc:spChg chg="mod">
          <ac:chgData name="Sara Muneeb" userId="29b624b1-a719-43f5-9b52-388cd4043c04" providerId="ADAL" clId="{DB3F8C76-9E84-425C-958D-57243E72E246}" dt="2022-10-05T08:35:41.081" v="3524" actId="20577"/>
          <ac:spMkLst>
            <pc:docMk/>
            <pc:sldMk cId="2210810185" sldId="351"/>
            <ac:spMk id="2" creationId="{AA2C4E9D-8143-13E8-D0C4-360852E57E5C}"/>
          </ac:spMkLst>
        </pc:spChg>
        <pc:spChg chg="del">
          <ac:chgData name="Sara Muneeb" userId="29b624b1-a719-43f5-9b52-388cd4043c04" providerId="ADAL" clId="{DB3F8C76-9E84-425C-958D-57243E72E246}" dt="2022-10-05T08:35:45.045" v="3525"/>
          <ac:spMkLst>
            <pc:docMk/>
            <pc:sldMk cId="2210810185" sldId="351"/>
            <ac:spMk id="3" creationId="{678FF081-2628-EBA6-130E-E2E373590265}"/>
          </ac:spMkLst>
        </pc:spChg>
        <pc:picChg chg="add mod">
          <ac:chgData name="Sara Muneeb" userId="29b624b1-a719-43f5-9b52-388cd4043c04" providerId="ADAL" clId="{DB3F8C76-9E84-425C-958D-57243E72E246}" dt="2022-10-05T08:37:19.428" v="3528" actId="1076"/>
          <ac:picMkLst>
            <pc:docMk/>
            <pc:sldMk cId="2210810185" sldId="351"/>
            <ac:picMk id="2050" creationId="{B2DF8CFE-554D-25A2-37A7-8FA5A794B1C3}"/>
          </ac:picMkLst>
        </pc:picChg>
        <pc:picChg chg="add mod">
          <ac:chgData name="Sara Muneeb" userId="29b624b1-a719-43f5-9b52-388cd4043c04" providerId="ADAL" clId="{DB3F8C76-9E84-425C-958D-57243E72E246}" dt="2022-10-05T08:38:54.112" v="3541" actId="1076"/>
          <ac:picMkLst>
            <pc:docMk/>
            <pc:sldMk cId="2210810185" sldId="351"/>
            <ac:picMk id="2052" creationId="{32EA5284-EF3C-5656-EE69-FCA3D0346C04}"/>
          </ac:picMkLst>
        </pc:picChg>
        <pc:picChg chg="add mod">
          <ac:chgData name="Sara Muneeb" userId="29b624b1-a719-43f5-9b52-388cd4043c04" providerId="ADAL" clId="{DB3F8C76-9E84-425C-958D-57243E72E246}" dt="2022-10-05T08:38:51.954" v="3540" actId="1076"/>
          <ac:picMkLst>
            <pc:docMk/>
            <pc:sldMk cId="2210810185" sldId="351"/>
            <ac:picMk id="2054" creationId="{87C0F714-CA19-3990-A3F6-35F04D2A23F4}"/>
          </ac:picMkLst>
        </pc:picChg>
      </pc:sldChg>
      <pc:sldChg chg="addSp delSp modSp new del mod">
        <pc:chgData name="Sara Muneeb" userId="29b624b1-a719-43f5-9b52-388cd4043c04" providerId="ADAL" clId="{DB3F8C76-9E84-425C-958D-57243E72E246}" dt="2022-10-05T08:19:19.435" v="3440" actId="47"/>
        <pc:sldMkLst>
          <pc:docMk/>
          <pc:sldMk cId="2723552793" sldId="351"/>
        </pc:sldMkLst>
        <pc:picChg chg="add del mod">
          <ac:chgData name="Sara Muneeb" userId="29b624b1-a719-43f5-9b52-388cd4043c04" providerId="ADAL" clId="{DB3F8C76-9E84-425C-958D-57243E72E246}" dt="2022-10-05T08:19:16.478" v="3439" actId="21"/>
          <ac:picMkLst>
            <pc:docMk/>
            <pc:sldMk cId="2723552793" sldId="351"/>
            <ac:picMk id="4" creationId="{0647633E-44AB-295E-0E5C-0367B75E86B0}"/>
          </ac:picMkLst>
        </pc:picChg>
      </pc:sldChg>
      <pc:sldChg chg="add del">
        <pc:chgData name="Sara Muneeb" userId="29b624b1-a719-43f5-9b52-388cd4043c04" providerId="ADAL" clId="{DB3F8C76-9E84-425C-958D-57243E72E246}" dt="2022-09-27T04:55:26.398" v="39" actId="47"/>
        <pc:sldMkLst>
          <pc:docMk/>
          <pc:sldMk cId="3040880707" sldId="351"/>
        </pc:sldMkLst>
      </pc:sldChg>
      <pc:sldChg chg="addSp delSp modSp new mod">
        <pc:chgData name="Sara Muneeb" userId="29b624b1-a719-43f5-9b52-388cd4043c04" providerId="ADAL" clId="{DB3F8C76-9E84-425C-958D-57243E72E246}" dt="2022-10-05T08:39:44.476" v="3555" actId="732"/>
        <pc:sldMkLst>
          <pc:docMk/>
          <pc:sldMk cId="1182734953" sldId="352"/>
        </pc:sldMkLst>
        <pc:spChg chg="mod">
          <ac:chgData name="Sara Muneeb" userId="29b624b1-a719-43f5-9b52-388cd4043c04" providerId="ADAL" clId="{DB3F8C76-9E84-425C-958D-57243E72E246}" dt="2022-10-05T08:39:00.429" v="3550" actId="20577"/>
          <ac:spMkLst>
            <pc:docMk/>
            <pc:sldMk cId="1182734953" sldId="352"/>
            <ac:spMk id="2" creationId="{7CBED6BC-B230-BFA3-7D8B-7ABAE2342C9B}"/>
          </ac:spMkLst>
        </pc:spChg>
        <pc:spChg chg="del">
          <ac:chgData name="Sara Muneeb" userId="29b624b1-a719-43f5-9b52-388cd4043c04" providerId="ADAL" clId="{DB3F8C76-9E84-425C-958D-57243E72E246}" dt="2022-10-05T08:39:24.061" v="3551" actId="22"/>
          <ac:spMkLst>
            <pc:docMk/>
            <pc:sldMk cId="1182734953" sldId="352"/>
            <ac:spMk id="3" creationId="{4D9E7108-0734-7558-B4B9-E7A7FDBB3516}"/>
          </ac:spMkLst>
        </pc:spChg>
        <pc:picChg chg="add mod ord modCrop">
          <ac:chgData name="Sara Muneeb" userId="29b624b1-a719-43f5-9b52-388cd4043c04" providerId="ADAL" clId="{DB3F8C76-9E84-425C-958D-57243E72E246}" dt="2022-10-05T08:39:44.476" v="3555" actId="732"/>
          <ac:picMkLst>
            <pc:docMk/>
            <pc:sldMk cId="1182734953" sldId="352"/>
            <ac:picMk id="5" creationId="{31E2F4C5-E307-DA0D-5BFE-0A420CB4C886}"/>
          </ac:picMkLst>
        </pc:picChg>
      </pc:sldChg>
      <pc:sldChg chg="new del">
        <pc:chgData name="Sara Muneeb" userId="29b624b1-a719-43f5-9b52-388cd4043c04" providerId="ADAL" clId="{DB3F8C76-9E84-425C-958D-57243E72E246}" dt="2022-10-05T08:25:36.125" v="3466" actId="680"/>
        <pc:sldMkLst>
          <pc:docMk/>
          <pc:sldMk cId="1535556229" sldId="352"/>
        </pc:sldMkLst>
      </pc:sldChg>
      <pc:sldChg chg="add del">
        <pc:chgData name="Sara Muneeb" userId="29b624b1-a719-43f5-9b52-388cd4043c04" providerId="ADAL" clId="{DB3F8C76-9E84-425C-958D-57243E72E246}" dt="2022-09-27T04:55:26.398" v="39" actId="47"/>
        <pc:sldMkLst>
          <pc:docMk/>
          <pc:sldMk cId="2346777497" sldId="352"/>
        </pc:sldMkLst>
      </pc:sldChg>
      <pc:sldChg chg="add del">
        <pc:chgData name="Sara Muneeb" userId="29b624b1-a719-43f5-9b52-388cd4043c04" providerId="ADAL" clId="{DB3F8C76-9E84-425C-958D-57243E72E246}" dt="2022-09-27T04:55:26.398" v="39" actId="47"/>
        <pc:sldMkLst>
          <pc:docMk/>
          <pc:sldMk cId="647525035" sldId="353"/>
        </pc:sldMkLst>
      </pc:sldChg>
      <pc:sldChg chg="addSp delSp modSp new mod ord">
        <pc:chgData name="Sara Muneeb" userId="29b624b1-a719-43f5-9b52-388cd4043c04" providerId="ADAL" clId="{DB3F8C76-9E84-425C-958D-57243E72E246}" dt="2022-10-05T08:47:05.665" v="3608"/>
        <pc:sldMkLst>
          <pc:docMk/>
          <pc:sldMk cId="3733716193" sldId="353"/>
        </pc:sldMkLst>
        <pc:spChg chg="mod">
          <ac:chgData name="Sara Muneeb" userId="29b624b1-a719-43f5-9b52-388cd4043c04" providerId="ADAL" clId="{DB3F8C76-9E84-425C-958D-57243E72E246}" dt="2022-10-05T08:40:16.820" v="3563" actId="20577"/>
          <ac:spMkLst>
            <pc:docMk/>
            <pc:sldMk cId="3733716193" sldId="353"/>
            <ac:spMk id="2" creationId="{E02CB801-AD5C-04DF-E04A-13DDB4247471}"/>
          </ac:spMkLst>
        </pc:spChg>
        <pc:spChg chg="del">
          <ac:chgData name="Sara Muneeb" userId="29b624b1-a719-43f5-9b52-388cd4043c04" providerId="ADAL" clId="{DB3F8C76-9E84-425C-958D-57243E72E246}" dt="2022-10-05T08:42:40.923" v="3564" actId="931"/>
          <ac:spMkLst>
            <pc:docMk/>
            <pc:sldMk cId="3733716193" sldId="353"/>
            <ac:spMk id="3" creationId="{0B32DBA1-C626-901F-F5AD-A928C3BDB02F}"/>
          </ac:spMkLst>
        </pc:spChg>
        <pc:spChg chg="add del mod">
          <ac:chgData name="Sara Muneeb" userId="29b624b1-a719-43f5-9b52-388cd4043c04" providerId="ADAL" clId="{DB3F8C76-9E84-425C-958D-57243E72E246}" dt="2022-10-05T08:43:52.763" v="3579" actId="931"/>
          <ac:spMkLst>
            <pc:docMk/>
            <pc:sldMk cId="3733716193" sldId="353"/>
            <ac:spMk id="7" creationId="{0E24E576-2A83-0871-570B-093BFECF2ABF}"/>
          </ac:spMkLst>
        </pc:spChg>
        <pc:picChg chg="add del mod">
          <ac:chgData name="Sara Muneeb" userId="29b624b1-a719-43f5-9b52-388cd4043c04" providerId="ADAL" clId="{DB3F8C76-9E84-425C-958D-57243E72E246}" dt="2022-10-05T08:43:17.583" v="3578" actId="478"/>
          <ac:picMkLst>
            <pc:docMk/>
            <pc:sldMk cId="3733716193" sldId="353"/>
            <ac:picMk id="5" creationId="{68EE8DDF-A8CF-A829-B0F6-81780F9679AF}"/>
          </ac:picMkLst>
        </pc:picChg>
        <pc:picChg chg="add mod">
          <ac:chgData name="Sara Muneeb" userId="29b624b1-a719-43f5-9b52-388cd4043c04" providerId="ADAL" clId="{DB3F8C76-9E84-425C-958D-57243E72E246}" dt="2022-10-05T08:43:55.076" v="3580" actId="27614"/>
          <ac:picMkLst>
            <pc:docMk/>
            <pc:sldMk cId="3733716193" sldId="353"/>
            <ac:picMk id="9" creationId="{1B8DCBA6-73D2-330A-1A68-5C4EF66E6E6E}"/>
          </ac:picMkLst>
        </pc:picChg>
      </pc:sldChg>
      <pc:sldChg chg="add del">
        <pc:chgData name="Sara Muneeb" userId="29b624b1-a719-43f5-9b52-388cd4043c04" providerId="ADAL" clId="{DB3F8C76-9E84-425C-958D-57243E72E246}" dt="2022-09-27T04:55:26.398" v="39" actId="47"/>
        <pc:sldMkLst>
          <pc:docMk/>
          <pc:sldMk cId="1129123376" sldId="354"/>
        </pc:sldMkLst>
      </pc:sldChg>
      <pc:sldChg chg="addSp delSp modSp new mod ord">
        <pc:chgData name="Sara Muneeb" userId="29b624b1-a719-43f5-9b52-388cd4043c04" providerId="ADAL" clId="{DB3F8C76-9E84-425C-958D-57243E72E246}" dt="2022-10-05T08:44:03.216" v="3584" actId="27614"/>
        <pc:sldMkLst>
          <pc:docMk/>
          <pc:sldMk cId="2260623248" sldId="354"/>
        </pc:sldMkLst>
        <pc:spChg chg="mod">
          <ac:chgData name="Sara Muneeb" userId="29b624b1-a719-43f5-9b52-388cd4043c04" providerId="ADAL" clId="{DB3F8C76-9E84-425C-958D-57243E72E246}" dt="2022-10-05T08:42:57.286" v="3574" actId="20577"/>
          <ac:spMkLst>
            <pc:docMk/>
            <pc:sldMk cId="2260623248" sldId="354"/>
            <ac:spMk id="2" creationId="{D5EAA592-14DA-213E-1C69-FE0AFD9C09C8}"/>
          </ac:spMkLst>
        </pc:spChg>
        <pc:spChg chg="del">
          <ac:chgData name="Sara Muneeb" userId="29b624b1-a719-43f5-9b52-388cd4043c04" providerId="ADAL" clId="{DB3F8C76-9E84-425C-958D-57243E72E246}" dt="2022-10-05T08:43:06.180" v="3575" actId="931"/>
          <ac:spMkLst>
            <pc:docMk/>
            <pc:sldMk cId="2260623248" sldId="354"/>
            <ac:spMk id="3" creationId="{A26264FB-D63C-6CD1-C1CB-03DCC4F701B7}"/>
          </ac:spMkLst>
        </pc:spChg>
        <pc:spChg chg="add del mod">
          <ac:chgData name="Sara Muneeb" userId="29b624b1-a719-43f5-9b52-388cd4043c04" providerId="ADAL" clId="{DB3F8C76-9E84-425C-958D-57243E72E246}" dt="2022-10-05T08:44:00.625" v="3581" actId="931"/>
          <ac:spMkLst>
            <pc:docMk/>
            <pc:sldMk cId="2260623248" sldId="354"/>
            <ac:spMk id="7" creationId="{39A444B3-9A75-D0BE-9224-4525E06B0DD4}"/>
          </ac:spMkLst>
        </pc:spChg>
        <pc:picChg chg="add del mod">
          <ac:chgData name="Sara Muneeb" userId="29b624b1-a719-43f5-9b52-388cd4043c04" providerId="ADAL" clId="{DB3F8C76-9E84-425C-958D-57243E72E246}" dt="2022-10-05T08:43:11.942" v="3577" actId="478"/>
          <ac:picMkLst>
            <pc:docMk/>
            <pc:sldMk cId="2260623248" sldId="354"/>
            <ac:picMk id="5" creationId="{51B10D65-923D-772A-DC46-FE4F2A9B0915}"/>
          </ac:picMkLst>
        </pc:picChg>
        <pc:picChg chg="add mod">
          <ac:chgData name="Sara Muneeb" userId="29b624b1-a719-43f5-9b52-388cd4043c04" providerId="ADAL" clId="{DB3F8C76-9E84-425C-958D-57243E72E246}" dt="2022-10-05T08:44:03.216" v="3584" actId="27614"/>
          <ac:picMkLst>
            <pc:docMk/>
            <pc:sldMk cId="2260623248" sldId="354"/>
            <ac:picMk id="9" creationId="{D845F769-1406-28A8-D92B-3C35C9761213}"/>
          </ac:picMkLst>
        </pc:picChg>
      </pc:sldChg>
      <pc:sldChg chg="addSp delSp modSp new mod">
        <pc:chgData name="Sara Muneeb" userId="29b624b1-a719-43f5-9b52-388cd4043c04" providerId="ADAL" clId="{DB3F8C76-9E84-425C-958D-57243E72E246}" dt="2022-10-05T08:46:46.637" v="3606" actId="1076"/>
        <pc:sldMkLst>
          <pc:docMk/>
          <pc:sldMk cId="2264247476" sldId="355"/>
        </pc:sldMkLst>
        <pc:spChg chg="mod">
          <ac:chgData name="Sara Muneeb" userId="29b624b1-a719-43f5-9b52-388cd4043c04" providerId="ADAL" clId="{DB3F8C76-9E84-425C-958D-57243E72E246}" dt="2022-10-05T08:46:16.010" v="3593" actId="20577"/>
          <ac:spMkLst>
            <pc:docMk/>
            <pc:sldMk cId="2264247476" sldId="355"/>
            <ac:spMk id="2" creationId="{0E224BE2-6360-B710-AB6B-6FAF4303DAC9}"/>
          </ac:spMkLst>
        </pc:spChg>
        <pc:spChg chg="del">
          <ac:chgData name="Sara Muneeb" userId="29b624b1-a719-43f5-9b52-388cd4043c04" providerId="ADAL" clId="{DB3F8C76-9E84-425C-958D-57243E72E246}" dt="2022-10-05T08:46:25.185" v="3594" actId="931"/>
          <ac:spMkLst>
            <pc:docMk/>
            <pc:sldMk cId="2264247476" sldId="355"/>
            <ac:spMk id="3" creationId="{E636F91D-55FA-5B45-2D40-A086AD946210}"/>
          </ac:spMkLst>
        </pc:spChg>
        <pc:picChg chg="add mod">
          <ac:chgData name="Sara Muneeb" userId="29b624b1-a719-43f5-9b52-388cd4043c04" providerId="ADAL" clId="{DB3F8C76-9E84-425C-958D-57243E72E246}" dt="2022-10-05T08:46:30.784" v="3600" actId="1076"/>
          <ac:picMkLst>
            <pc:docMk/>
            <pc:sldMk cId="2264247476" sldId="355"/>
            <ac:picMk id="5" creationId="{2B4878D2-A806-6621-C2DA-666DA587F6E6}"/>
          </ac:picMkLst>
        </pc:picChg>
        <pc:picChg chg="add mod">
          <ac:chgData name="Sara Muneeb" userId="29b624b1-a719-43f5-9b52-388cd4043c04" providerId="ADAL" clId="{DB3F8C76-9E84-425C-958D-57243E72E246}" dt="2022-10-05T08:46:46.637" v="3606" actId="1076"/>
          <ac:picMkLst>
            <pc:docMk/>
            <pc:sldMk cId="2264247476" sldId="355"/>
            <ac:picMk id="7" creationId="{F1AD0568-C2F1-82AD-712F-5D22BB521430}"/>
          </ac:picMkLst>
        </pc:picChg>
      </pc:sldChg>
      <pc:sldChg chg="add del">
        <pc:chgData name="Sara Muneeb" userId="29b624b1-a719-43f5-9b52-388cd4043c04" providerId="ADAL" clId="{DB3F8C76-9E84-425C-958D-57243E72E246}" dt="2022-09-27T04:55:26.398" v="39" actId="47"/>
        <pc:sldMkLst>
          <pc:docMk/>
          <pc:sldMk cId="2529333528" sldId="355"/>
        </pc:sldMkLst>
      </pc:sldChg>
      <pc:sldChg chg="addSp delSp modSp new mod ord">
        <pc:chgData name="Sara Muneeb" userId="29b624b1-a719-43f5-9b52-388cd4043c04" providerId="ADAL" clId="{DB3F8C76-9E84-425C-958D-57243E72E246}" dt="2022-10-05T09:09:57.729" v="3738" actId="20577"/>
        <pc:sldMkLst>
          <pc:docMk/>
          <pc:sldMk cId="1908950209" sldId="356"/>
        </pc:sldMkLst>
        <pc:spChg chg="mod">
          <ac:chgData name="Sara Muneeb" userId="29b624b1-a719-43f5-9b52-388cd4043c04" providerId="ADAL" clId="{DB3F8C76-9E84-425C-958D-57243E72E246}" dt="2022-10-05T09:09:57.729" v="3738" actId="20577"/>
          <ac:spMkLst>
            <pc:docMk/>
            <pc:sldMk cId="1908950209" sldId="356"/>
            <ac:spMk id="2" creationId="{451498CD-AD19-AF19-3E36-370F0336BE41}"/>
          </ac:spMkLst>
        </pc:spChg>
        <pc:spChg chg="del">
          <ac:chgData name="Sara Muneeb" userId="29b624b1-a719-43f5-9b52-388cd4043c04" providerId="ADAL" clId="{DB3F8C76-9E84-425C-958D-57243E72E246}" dt="2022-10-05T08:53:14.523" v="3618" actId="931"/>
          <ac:spMkLst>
            <pc:docMk/>
            <pc:sldMk cId="1908950209" sldId="356"/>
            <ac:spMk id="3" creationId="{080D58E1-51C0-A38B-D708-51A834CA7F2D}"/>
          </ac:spMkLst>
        </pc:spChg>
        <pc:picChg chg="add mod">
          <ac:chgData name="Sara Muneeb" userId="29b624b1-a719-43f5-9b52-388cd4043c04" providerId="ADAL" clId="{DB3F8C76-9E84-425C-958D-57243E72E246}" dt="2022-10-05T08:53:19.921" v="3621" actId="1076"/>
          <ac:picMkLst>
            <pc:docMk/>
            <pc:sldMk cId="1908950209" sldId="356"/>
            <ac:picMk id="5" creationId="{880A3F85-C41D-69F2-592A-1F3A0E74B566}"/>
          </ac:picMkLst>
        </pc:picChg>
      </pc:sldChg>
      <pc:sldChg chg="add del">
        <pc:chgData name="Sara Muneeb" userId="29b624b1-a719-43f5-9b52-388cd4043c04" providerId="ADAL" clId="{DB3F8C76-9E84-425C-958D-57243E72E246}" dt="2022-09-27T04:55:26.398" v="39" actId="47"/>
        <pc:sldMkLst>
          <pc:docMk/>
          <pc:sldMk cId="4291740093" sldId="356"/>
        </pc:sldMkLst>
      </pc:sldChg>
      <pc:sldChg chg="add del">
        <pc:chgData name="Sara Muneeb" userId="29b624b1-a719-43f5-9b52-388cd4043c04" providerId="ADAL" clId="{DB3F8C76-9E84-425C-958D-57243E72E246}" dt="2022-09-27T04:55:26.398" v="39" actId="47"/>
        <pc:sldMkLst>
          <pc:docMk/>
          <pc:sldMk cId="54550552" sldId="357"/>
        </pc:sldMkLst>
      </pc:sldChg>
      <pc:sldChg chg="new del">
        <pc:chgData name="Sara Muneeb" userId="29b624b1-a719-43f5-9b52-388cd4043c04" providerId="ADAL" clId="{DB3F8C76-9E84-425C-958D-57243E72E246}" dt="2022-10-05T08:57:02.104" v="3625" actId="47"/>
        <pc:sldMkLst>
          <pc:docMk/>
          <pc:sldMk cId="1842136554" sldId="357"/>
        </pc:sldMkLst>
      </pc:sldChg>
      <pc:sldChg chg="addSp delSp modSp new mod">
        <pc:chgData name="Sara Muneeb" userId="29b624b1-a719-43f5-9b52-388cd4043c04" providerId="ADAL" clId="{DB3F8C76-9E84-425C-958D-57243E72E246}" dt="2022-10-05T08:57:26.121" v="3636" actId="962"/>
        <pc:sldMkLst>
          <pc:docMk/>
          <pc:sldMk cId="2628421753" sldId="357"/>
        </pc:sldMkLst>
        <pc:spChg chg="mod">
          <ac:chgData name="Sara Muneeb" userId="29b624b1-a719-43f5-9b52-388cd4043c04" providerId="ADAL" clId="{DB3F8C76-9E84-425C-958D-57243E72E246}" dt="2022-10-05T08:57:14.136" v="3633" actId="20577"/>
          <ac:spMkLst>
            <pc:docMk/>
            <pc:sldMk cId="2628421753" sldId="357"/>
            <ac:spMk id="2" creationId="{59975951-43FE-3E14-D50D-7CBD5DD15A38}"/>
          </ac:spMkLst>
        </pc:spChg>
        <pc:spChg chg="del">
          <ac:chgData name="Sara Muneeb" userId="29b624b1-a719-43f5-9b52-388cd4043c04" providerId="ADAL" clId="{DB3F8C76-9E84-425C-958D-57243E72E246}" dt="2022-10-05T08:57:24.127" v="3634" actId="931"/>
          <ac:spMkLst>
            <pc:docMk/>
            <pc:sldMk cId="2628421753" sldId="357"/>
            <ac:spMk id="3" creationId="{941DDE59-0D80-7386-5577-E2B873705948}"/>
          </ac:spMkLst>
        </pc:spChg>
        <pc:picChg chg="add mod">
          <ac:chgData name="Sara Muneeb" userId="29b624b1-a719-43f5-9b52-388cd4043c04" providerId="ADAL" clId="{DB3F8C76-9E84-425C-958D-57243E72E246}" dt="2022-10-05T08:57:26.121" v="3636" actId="962"/>
          <ac:picMkLst>
            <pc:docMk/>
            <pc:sldMk cId="2628421753" sldId="357"/>
            <ac:picMk id="5" creationId="{84BA6D1D-4189-B694-F57C-B8CC88A3C017}"/>
          </ac:picMkLst>
        </pc:picChg>
      </pc:sldChg>
      <pc:sldChg chg="addSp delSp modSp add mod">
        <pc:chgData name="Sara Muneeb" userId="29b624b1-a719-43f5-9b52-388cd4043c04" providerId="ADAL" clId="{DB3F8C76-9E84-425C-958D-57243E72E246}" dt="2022-10-05T08:57:40.089" v="3641" actId="962"/>
        <pc:sldMkLst>
          <pc:docMk/>
          <pc:sldMk cId="4206157969" sldId="358"/>
        </pc:sldMkLst>
        <pc:spChg chg="add del mod">
          <ac:chgData name="Sara Muneeb" userId="29b624b1-a719-43f5-9b52-388cd4043c04" providerId="ADAL" clId="{DB3F8C76-9E84-425C-958D-57243E72E246}" dt="2022-10-05T08:57:39.119" v="3639" actId="931"/>
          <ac:spMkLst>
            <pc:docMk/>
            <pc:sldMk cId="4206157969" sldId="358"/>
            <ac:spMk id="4" creationId="{DFEA2EF9-7FB2-70F3-EF29-2102B1758C97}"/>
          </ac:spMkLst>
        </pc:spChg>
        <pc:picChg chg="del">
          <ac:chgData name="Sara Muneeb" userId="29b624b1-a719-43f5-9b52-388cd4043c04" providerId="ADAL" clId="{DB3F8C76-9E84-425C-958D-57243E72E246}" dt="2022-10-05T08:57:32.786" v="3638" actId="478"/>
          <ac:picMkLst>
            <pc:docMk/>
            <pc:sldMk cId="4206157969" sldId="358"/>
            <ac:picMk id="5" creationId="{84BA6D1D-4189-B694-F57C-B8CC88A3C017}"/>
          </ac:picMkLst>
        </pc:picChg>
        <pc:picChg chg="add mod">
          <ac:chgData name="Sara Muneeb" userId="29b624b1-a719-43f5-9b52-388cd4043c04" providerId="ADAL" clId="{DB3F8C76-9E84-425C-958D-57243E72E246}" dt="2022-10-05T08:57:40.089" v="3641" actId="962"/>
          <ac:picMkLst>
            <pc:docMk/>
            <pc:sldMk cId="4206157969" sldId="358"/>
            <ac:picMk id="7" creationId="{64BF2EF3-025E-53E6-0DCE-F78306FB0B44}"/>
          </ac:picMkLst>
        </pc:picChg>
      </pc:sldChg>
      <pc:sldChg chg="add del">
        <pc:chgData name="Sara Muneeb" userId="29b624b1-a719-43f5-9b52-388cd4043c04" providerId="ADAL" clId="{DB3F8C76-9E84-425C-958D-57243E72E246}" dt="2022-09-27T04:55:26.398" v="39" actId="47"/>
        <pc:sldMkLst>
          <pc:docMk/>
          <pc:sldMk cId="4289276877" sldId="358"/>
        </pc:sldMkLst>
      </pc:sldChg>
      <pc:sldChg chg="add del">
        <pc:chgData name="Sara Muneeb" userId="29b624b1-a719-43f5-9b52-388cd4043c04" providerId="ADAL" clId="{DB3F8C76-9E84-425C-958D-57243E72E246}" dt="2022-09-27T04:55:26.398" v="39" actId="47"/>
        <pc:sldMkLst>
          <pc:docMk/>
          <pc:sldMk cId="229001700" sldId="359"/>
        </pc:sldMkLst>
      </pc:sldChg>
      <pc:sldChg chg="addSp delSp modSp new mod ord">
        <pc:chgData name="Sara Muneeb" userId="29b624b1-a719-43f5-9b52-388cd4043c04" providerId="ADAL" clId="{DB3F8C76-9E84-425C-958D-57243E72E246}" dt="2022-10-05T08:59:59.221" v="3695"/>
        <pc:sldMkLst>
          <pc:docMk/>
          <pc:sldMk cId="487906918" sldId="359"/>
        </pc:sldMkLst>
        <pc:spChg chg="mod">
          <ac:chgData name="Sara Muneeb" userId="29b624b1-a719-43f5-9b52-388cd4043c04" providerId="ADAL" clId="{DB3F8C76-9E84-425C-958D-57243E72E246}" dt="2022-10-05T08:57:47.959" v="3649" actId="20577"/>
          <ac:spMkLst>
            <pc:docMk/>
            <pc:sldMk cId="487906918" sldId="359"/>
            <ac:spMk id="2" creationId="{40A56E50-813F-259B-DC9E-BA1E6F66F752}"/>
          </ac:spMkLst>
        </pc:spChg>
        <pc:spChg chg="del">
          <ac:chgData name="Sara Muneeb" userId="29b624b1-a719-43f5-9b52-388cd4043c04" providerId="ADAL" clId="{DB3F8C76-9E84-425C-958D-57243E72E246}" dt="2022-10-05T08:57:54.907" v="3650" actId="931"/>
          <ac:spMkLst>
            <pc:docMk/>
            <pc:sldMk cId="487906918" sldId="359"/>
            <ac:spMk id="3" creationId="{E7CFBCAF-2F56-9405-576E-3EB5A17BCD27}"/>
          </ac:spMkLst>
        </pc:spChg>
        <pc:picChg chg="add mod">
          <ac:chgData name="Sara Muneeb" userId="29b624b1-a719-43f5-9b52-388cd4043c04" providerId="ADAL" clId="{DB3F8C76-9E84-425C-958D-57243E72E246}" dt="2022-10-05T08:58:23.184" v="3659" actId="1076"/>
          <ac:picMkLst>
            <pc:docMk/>
            <pc:sldMk cId="487906918" sldId="359"/>
            <ac:picMk id="5" creationId="{072BAF82-032E-D81F-934B-E383164F422F}"/>
          </ac:picMkLst>
        </pc:picChg>
        <pc:picChg chg="add mod">
          <ac:chgData name="Sara Muneeb" userId="29b624b1-a719-43f5-9b52-388cd4043c04" providerId="ADAL" clId="{DB3F8C76-9E84-425C-958D-57243E72E246}" dt="2022-10-05T08:58:19.901" v="3658" actId="1076"/>
          <ac:picMkLst>
            <pc:docMk/>
            <pc:sldMk cId="487906918" sldId="359"/>
            <ac:picMk id="7" creationId="{AC77478D-DAFC-9407-E941-0AB853384088}"/>
          </ac:picMkLst>
        </pc:picChg>
      </pc:sldChg>
      <pc:sldChg chg="addSp delSp modSp new mod ord">
        <pc:chgData name="Sara Muneeb" userId="29b624b1-a719-43f5-9b52-388cd4043c04" providerId="ADAL" clId="{DB3F8C76-9E84-425C-958D-57243E72E246}" dt="2022-10-05T08:59:59.221" v="3695"/>
        <pc:sldMkLst>
          <pc:docMk/>
          <pc:sldMk cId="518102146" sldId="360"/>
        </pc:sldMkLst>
        <pc:spChg chg="mod">
          <ac:chgData name="Sara Muneeb" userId="29b624b1-a719-43f5-9b52-388cd4043c04" providerId="ADAL" clId="{DB3F8C76-9E84-425C-958D-57243E72E246}" dt="2022-10-05T08:59:00.455" v="3681" actId="20577"/>
          <ac:spMkLst>
            <pc:docMk/>
            <pc:sldMk cId="518102146" sldId="360"/>
            <ac:spMk id="2" creationId="{8394E069-3B28-8755-008F-80C92601701D}"/>
          </ac:spMkLst>
        </pc:spChg>
        <pc:spChg chg="del">
          <ac:chgData name="Sara Muneeb" userId="29b624b1-a719-43f5-9b52-388cd4043c04" providerId="ADAL" clId="{DB3F8C76-9E84-425C-958D-57243E72E246}" dt="2022-10-05T08:58:37.503" v="3661" actId="931"/>
          <ac:spMkLst>
            <pc:docMk/>
            <pc:sldMk cId="518102146" sldId="360"/>
            <ac:spMk id="3" creationId="{843ED3C4-DDBC-6F3E-E86B-3D6E4CA1C17E}"/>
          </ac:spMkLst>
        </pc:spChg>
        <pc:picChg chg="add mod">
          <ac:chgData name="Sara Muneeb" userId="29b624b1-a719-43f5-9b52-388cd4043c04" providerId="ADAL" clId="{DB3F8C76-9E84-425C-958D-57243E72E246}" dt="2022-10-05T08:59:27.759" v="3692" actId="1076"/>
          <ac:picMkLst>
            <pc:docMk/>
            <pc:sldMk cId="518102146" sldId="360"/>
            <ac:picMk id="5" creationId="{DE21127B-77D5-4421-04AF-524C36D3CCD4}"/>
          </ac:picMkLst>
        </pc:picChg>
        <pc:picChg chg="add mod">
          <ac:chgData name="Sara Muneeb" userId="29b624b1-a719-43f5-9b52-388cd4043c04" providerId="ADAL" clId="{DB3F8C76-9E84-425C-958D-57243E72E246}" dt="2022-10-05T08:59:30.972" v="3693" actId="1076"/>
          <ac:picMkLst>
            <pc:docMk/>
            <pc:sldMk cId="518102146" sldId="360"/>
            <ac:picMk id="6" creationId="{24442947-2DD7-B9C2-B992-691B0D5984E1}"/>
          </ac:picMkLst>
        </pc:picChg>
      </pc:sldChg>
      <pc:sldChg chg="add del">
        <pc:chgData name="Sara Muneeb" userId="29b624b1-a719-43f5-9b52-388cd4043c04" providerId="ADAL" clId="{DB3F8C76-9E84-425C-958D-57243E72E246}" dt="2022-09-27T04:55:26.398" v="39" actId="47"/>
        <pc:sldMkLst>
          <pc:docMk/>
          <pc:sldMk cId="1469553589" sldId="360"/>
        </pc:sldMkLst>
      </pc:sldChg>
      <pc:sldChg chg="add del">
        <pc:chgData name="Sara Muneeb" userId="29b624b1-a719-43f5-9b52-388cd4043c04" providerId="ADAL" clId="{DB3F8C76-9E84-425C-958D-57243E72E246}" dt="2022-09-27T04:55:26.398" v="39" actId="47"/>
        <pc:sldMkLst>
          <pc:docMk/>
          <pc:sldMk cId="2619516327" sldId="361"/>
        </pc:sldMkLst>
      </pc:sldChg>
      <pc:sldChg chg="addSp delSp modSp new del mod">
        <pc:chgData name="Sara Muneeb" userId="29b624b1-a719-43f5-9b52-388cd4043c04" providerId="ADAL" clId="{DB3F8C76-9E84-425C-958D-57243E72E246}" dt="2022-10-05T08:59:04.973" v="3683" actId="47"/>
        <pc:sldMkLst>
          <pc:docMk/>
          <pc:sldMk cId="3626622085" sldId="361"/>
        </pc:sldMkLst>
        <pc:spChg chg="del">
          <ac:chgData name="Sara Muneeb" userId="29b624b1-a719-43f5-9b52-388cd4043c04" providerId="ADAL" clId="{DB3F8C76-9E84-425C-958D-57243E72E246}" dt="2022-10-05T08:58:48.638" v="3665" actId="931"/>
          <ac:spMkLst>
            <pc:docMk/>
            <pc:sldMk cId="3626622085" sldId="361"/>
            <ac:spMk id="3" creationId="{59E2344C-4D51-16EA-5482-2F38B7F1356E}"/>
          </ac:spMkLst>
        </pc:spChg>
        <pc:spChg chg="add mod">
          <ac:chgData name="Sara Muneeb" userId="29b624b1-a719-43f5-9b52-388cd4043c04" providerId="ADAL" clId="{DB3F8C76-9E84-425C-958D-57243E72E246}" dt="2022-10-05T08:59:03.596" v="3682" actId="21"/>
          <ac:spMkLst>
            <pc:docMk/>
            <pc:sldMk cId="3626622085" sldId="361"/>
            <ac:spMk id="7" creationId="{9BC12655-CD42-12FA-4B2B-D32FC719CE06}"/>
          </ac:spMkLst>
        </pc:spChg>
        <pc:picChg chg="add del mod">
          <ac:chgData name="Sara Muneeb" userId="29b624b1-a719-43f5-9b52-388cd4043c04" providerId="ADAL" clId="{DB3F8C76-9E84-425C-958D-57243E72E246}" dt="2022-10-05T08:59:03.596" v="3682" actId="21"/>
          <ac:picMkLst>
            <pc:docMk/>
            <pc:sldMk cId="3626622085" sldId="361"/>
            <ac:picMk id="5" creationId="{55BD7B81-0DE1-0B97-2167-D6B79D9B2C68}"/>
          </ac:picMkLst>
        </pc:picChg>
      </pc:sldChg>
      <pc:sldChg chg="addSp delSp modSp new mod">
        <pc:chgData name="Sara Muneeb" userId="29b624b1-a719-43f5-9b52-388cd4043c04" providerId="ADAL" clId="{DB3F8C76-9E84-425C-958D-57243E72E246}" dt="2022-10-05T09:26:20.447" v="3795" actId="20577"/>
        <pc:sldMkLst>
          <pc:docMk/>
          <pc:sldMk cId="3846287848" sldId="361"/>
        </pc:sldMkLst>
        <pc:spChg chg="mod">
          <ac:chgData name="Sara Muneeb" userId="29b624b1-a719-43f5-9b52-388cd4043c04" providerId="ADAL" clId="{DB3F8C76-9E84-425C-958D-57243E72E246}" dt="2022-10-05T09:26:20.447" v="3795" actId="20577"/>
          <ac:spMkLst>
            <pc:docMk/>
            <pc:sldMk cId="3846287848" sldId="361"/>
            <ac:spMk id="2" creationId="{CFFD1403-AFFE-E94F-B956-3A9BE1FCB08E}"/>
          </ac:spMkLst>
        </pc:spChg>
        <pc:spChg chg="del">
          <ac:chgData name="Sara Muneeb" userId="29b624b1-a719-43f5-9b52-388cd4043c04" providerId="ADAL" clId="{DB3F8C76-9E84-425C-958D-57243E72E246}" dt="2022-10-05T09:25:00.498" v="3740" actId="931"/>
          <ac:spMkLst>
            <pc:docMk/>
            <pc:sldMk cId="3846287848" sldId="361"/>
            <ac:spMk id="3" creationId="{3A08123D-9F03-4DD8-AB56-FF70B49AC66C}"/>
          </ac:spMkLst>
        </pc:spChg>
        <pc:picChg chg="add mod">
          <ac:chgData name="Sara Muneeb" userId="29b624b1-a719-43f5-9b52-388cd4043c04" providerId="ADAL" clId="{DB3F8C76-9E84-425C-958D-57243E72E246}" dt="2022-10-05T09:25:04.708" v="3742" actId="962"/>
          <ac:picMkLst>
            <pc:docMk/>
            <pc:sldMk cId="3846287848" sldId="361"/>
            <ac:picMk id="5" creationId="{5F74DDB1-49D2-5940-4F36-3AA5A67A3505}"/>
          </ac:picMkLst>
        </pc:picChg>
      </pc:sldChg>
      <pc:sldChg chg="addSp delSp modSp new mod">
        <pc:chgData name="Sara Muneeb" userId="29b624b1-a719-43f5-9b52-388cd4043c04" providerId="ADAL" clId="{DB3F8C76-9E84-425C-958D-57243E72E246}" dt="2022-10-05T09:27:25.280" v="3815" actId="20577"/>
        <pc:sldMkLst>
          <pc:docMk/>
          <pc:sldMk cId="3058882324" sldId="362"/>
        </pc:sldMkLst>
        <pc:spChg chg="mod">
          <ac:chgData name="Sara Muneeb" userId="29b624b1-a719-43f5-9b52-388cd4043c04" providerId="ADAL" clId="{DB3F8C76-9E84-425C-958D-57243E72E246}" dt="2022-10-05T09:27:25.280" v="3815" actId="20577"/>
          <ac:spMkLst>
            <pc:docMk/>
            <pc:sldMk cId="3058882324" sldId="362"/>
            <ac:spMk id="2" creationId="{8EAFBB0C-9809-A554-F1C7-A4819906DFB8}"/>
          </ac:spMkLst>
        </pc:spChg>
        <pc:spChg chg="del">
          <ac:chgData name="Sara Muneeb" userId="29b624b1-a719-43f5-9b52-388cd4043c04" providerId="ADAL" clId="{DB3F8C76-9E84-425C-958D-57243E72E246}" dt="2022-10-05T09:26:32.543" v="3796" actId="931"/>
          <ac:spMkLst>
            <pc:docMk/>
            <pc:sldMk cId="3058882324" sldId="362"/>
            <ac:spMk id="3" creationId="{D602A315-B245-08C5-0F8D-D7A28961E41D}"/>
          </ac:spMkLst>
        </pc:spChg>
        <pc:spChg chg="add del mod">
          <ac:chgData name="Sara Muneeb" userId="29b624b1-a719-43f5-9b52-388cd4043c04" providerId="ADAL" clId="{DB3F8C76-9E84-425C-958D-57243E72E246}" dt="2022-10-05T09:26:49.882" v="3800" actId="931"/>
          <ac:spMkLst>
            <pc:docMk/>
            <pc:sldMk cId="3058882324" sldId="362"/>
            <ac:spMk id="7" creationId="{299E2DED-DA2A-76D7-AC9B-1811DA39E6DA}"/>
          </ac:spMkLst>
        </pc:spChg>
        <pc:spChg chg="add del mod">
          <ac:chgData name="Sara Muneeb" userId="29b624b1-a719-43f5-9b52-388cd4043c04" providerId="ADAL" clId="{DB3F8C76-9E84-425C-958D-57243E72E246}" dt="2022-10-05T09:27:05.437" v="3802" actId="931"/>
          <ac:spMkLst>
            <pc:docMk/>
            <pc:sldMk cId="3058882324" sldId="362"/>
            <ac:spMk id="11" creationId="{661611A2-5633-BDC1-4786-DB404361B949}"/>
          </ac:spMkLst>
        </pc:spChg>
        <pc:spChg chg="add del mod">
          <ac:chgData name="Sara Muneeb" userId="29b624b1-a719-43f5-9b52-388cd4043c04" providerId="ADAL" clId="{DB3F8C76-9E84-425C-958D-57243E72E246}" dt="2022-10-05T09:27:14.608" v="3804" actId="931"/>
          <ac:spMkLst>
            <pc:docMk/>
            <pc:sldMk cId="3058882324" sldId="362"/>
            <ac:spMk id="15" creationId="{12B9D517-5449-EF02-FA8E-94930B0CC378}"/>
          </ac:spMkLst>
        </pc:spChg>
        <pc:picChg chg="add del mod">
          <ac:chgData name="Sara Muneeb" userId="29b624b1-a719-43f5-9b52-388cd4043c04" providerId="ADAL" clId="{DB3F8C76-9E84-425C-958D-57243E72E246}" dt="2022-10-05T09:26:39.905" v="3799" actId="478"/>
          <ac:picMkLst>
            <pc:docMk/>
            <pc:sldMk cId="3058882324" sldId="362"/>
            <ac:picMk id="5" creationId="{E0EBB546-28A9-8D1A-F253-4CE99492F7CB}"/>
          </ac:picMkLst>
        </pc:picChg>
        <pc:picChg chg="add del mod">
          <ac:chgData name="Sara Muneeb" userId="29b624b1-a719-43f5-9b52-388cd4043c04" providerId="ADAL" clId="{DB3F8C76-9E84-425C-958D-57243E72E246}" dt="2022-10-05T09:26:51.482" v="3801" actId="478"/>
          <ac:picMkLst>
            <pc:docMk/>
            <pc:sldMk cId="3058882324" sldId="362"/>
            <ac:picMk id="9" creationId="{30026DBB-25B3-E95E-2E33-171BAAFD6C7C}"/>
          </ac:picMkLst>
        </pc:picChg>
        <pc:picChg chg="add del mod">
          <ac:chgData name="Sara Muneeb" userId="29b624b1-a719-43f5-9b52-388cd4043c04" providerId="ADAL" clId="{DB3F8C76-9E84-425C-958D-57243E72E246}" dt="2022-10-05T09:27:06.630" v="3803" actId="478"/>
          <ac:picMkLst>
            <pc:docMk/>
            <pc:sldMk cId="3058882324" sldId="362"/>
            <ac:picMk id="13" creationId="{8D65634F-DBD1-9F4D-E426-A20DD34B7AB7}"/>
          </ac:picMkLst>
        </pc:picChg>
        <pc:picChg chg="add mod">
          <ac:chgData name="Sara Muneeb" userId="29b624b1-a719-43f5-9b52-388cd4043c04" providerId="ADAL" clId="{DB3F8C76-9E84-425C-958D-57243E72E246}" dt="2022-10-05T09:27:19.317" v="3808" actId="1076"/>
          <ac:picMkLst>
            <pc:docMk/>
            <pc:sldMk cId="3058882324" sldId="362"/>
            <ac:picMk id="17" creationId="{64DC2503-DE68-656B-8071-9E98817C2F6B}"/>
          </ac:picMkLst>
        </pc:picChg>
      </pc:sldChg>
      <pc:sldChg chg="add del">
        <pc:chgData name="Sara Muneeb" userId="29b624b1-a719-43f5-9b52-388cd4043c04" providerId="ADAL" clId="{DB3F8C76-9E84-425C-958D-57243E72E246}" dt="2022-09-27T04:55:26.398" v="39" actId="47"/>
        <pc:sldMkLst>
          <pc:docMk/>
          <pc:sldMk cId="4180375240" sldId="362"/>
        </pc:sldMkLst>
      </pc:sldChg>
      <pc:sldChg chg="addSp delSp modSp new mod">
        <pc:chgData name="Sara Muneeb" userId="29b624b1-a719-43f5-9b52-388cd4043c04" providerId="ADAL" clId="{DB3F8C76-9E84-425C-958D-57243E72E246}" dt="2022-10-05T09:28:22.786" v="3841" actId="20577"/>
        <pc:sldMkLst>
          <pc:docMk/>
          <pc:sldMk cId="2788614881" sldId="363"/>
        </pc:sldMkLst>
        <pc:spChg chg="mod">
          <ac:chgData name="Sara Muneeb" userId="29b624b1-a719-43f5-9b52-388cd4043c04" providerId="ADAL" clId="{DB3F8C76-9E84-425C-958D-57243E72E246}" dt="2022-10-05T09:28:22.786" v="3841" actId="20577"/>
          <ac:spMkLst>
            <pc:docMk/>
            <pc:sldMk cId="2788614881" sldId="363"/>
            <ac:spMk id="2" creationId="{F64805DF-5DC1-80F8-7445-BD26312E9B4A}"/>
          </ac:spMkLst>
        </pc:spChg>
        <pc:spChg chg="del">
          <ac:chgData name="Sara Muneeb" userId="29b624b1-a719-43f5-9b52-388cd4043c04" providerId="ADAL" clId="{DB3F8C76-9E84-425C-958D-57243E72E246}" dt="2022-10-05T09:27:35.461" v="3817" actId="931"/>
          <ac:spMkLst>
            <pc:docMk/>
            <pc:sldMk cId="2788614881" sldId="363"/>
            <ac:spMk id="3" creationId="{00983DD5-69C5-51EF-E0FE-550AF81671D2}"/>
          </ac:spMkLst>
        </pc:spChg>
        <pc:spChg chg="add del mod">
          <ac:chgData name="Sara Muneeb" userId="29b624b1-a719-43f5-9b52-388cd4043c04" providerId="ADAL" clId="{DB3F8C76-9E84-425C-958D-57243E72E246}" dt="2022-10-05T09:27:47.489" v="3821" actId="931"/>
          <ac:spMkLst>
            <pc:docMk/>
            <pc:sldMk cId="2788614881" sldId="363"/>
            <ac:spMk id="7" creationId="{289AFB15-B55F-3CA3-5CC9-5EBDA8225467}"/>
          </ac:spMkLst>
        </pc:spChg>
        <pc:picChg chg="add del mod">
          <ac:chgData name="Sara Muneeb" userId="29b624b1-a719-43f5-9b52-388cd4043c04" providerId="ADAL" clId="{DB3F8C76-9E84-425C-958D-57243E72E246}" dt="2022-10-05T09:27:38.243" v="3820" actId="478"/>
          <ac:picMkLst>
            <pc:docMk/>
            <pc:sldMk cId="2788614881" sldId="363"/>
            <ac:picMk id="5" creationId="{1A1DF8F5-2310-B013-9426-889C6700A977}"/>
          </ac:picMkLst>
        </pc:picChg>
        <pc:picChg chg="add mod">
          <ac:chgData name="Sara Muneeb" userId="29b624b1-a719-43f5-9b52-388cd4043c04" providerId="ADAL" clId="{DB3F8C76-9E84-425C-958D-57243E72E246}" dt="2022-10-05T09:27:50.859" v="3824" actId="1076"/>
          <ac:picMkLst>
            <pc:docMk/>
            <pc:sldMk cId="2788614881" sldId="363"/>
            <ac:picMk id="9" creationId="{E1F6C502-7BD4-686D-0ACD-FB4E959A3CA6}"/>
          </ac:picMkLst>
        </pc:picChg>
        <pc:picChg chg="add mod">
          <ac:chgData name="Sara Muneeb" userId="29b624b1-a719-43f5-9b52-388cd4043c04" providerId="ADAL" clId="{DB3F8C76-9E84-425C-958D-57243E72E246}" dt="2022-10-05T09:28:16.121" v="3831" actId="1076"/>
          <ac:picMkLst>
            <pc:docMk/>
            <pc:sldMk cId="2788614881" sldId="363"/>
            <ac:picMk id="11" creationId="{56607D9F-A84D-D090-A231-9447AABCF4E5}"/>
          </ac:picMkLst>
        </pc:picChg>
      </pc:sldChg>
      <pc:sldChg chg="addSp delSp modSp new mod">
        <pc:chgData name="Sara Muneeb" userId="29b624b1-a719-43f5-9b52-388cd4043c04" providerId="ADAL" clId="{DB3F8C76-9E84-425C-958D-57243E72E246}" dt="2022-10-05T09:32:36.111" v="3879" actId="1076"/>
        <pc:sldMkLst>
          <pc:docMk/>
          <pc:sldMk cId="3550203735" sldId="364"/>
        </pc:sldMkLst>
        <pc:spChg chg="mod">
          <ac:chgData name="Sara Muneeb" userId="29b624b1-a719-43f5-9b52-388cd4043c04" providerId="ADAL" clId="{DB3F8C76-9E84-425C-958D-57243E72E246}" dt="2022-10-05T09:31:48.483" v="3861" actId="20577"/>
          <ac:spMkLst>
            <pc:docMk/>
            <pc:sldMk cId="3550203735" sldId="364"/>
            <ac:spMk id="2" creationId="{0190D6B3-1C43-583E-9F05-A831028D0E3E}"/>
          </ac:spMkLst>
        </pc:spChg>
        <pc:spChg chg="del">
          <ac:chgData name="Sara Muneeb" userId="29b624b1-a719-43f5-9b52-388cd4043c04" providerId="ADAL" clId="{DB3F8C76-9E84-425C-958D-57243E72E246}" dt="2022-10-05T09:31:28.022" v="3850" actId="931"/>
          <ac:spMkLst>
            <pc:docMk/>
            <pc:sldMk cId="3550203735" sldId="364"/>
            <ac:spMk id="3" creationId="{0511C0BF-C7A4-0633-D53C-4AFF887DE333}"/>
          </ac:spMkLst>
        </pc:spChg>
        <pc:picChg chg="add mod">
          <ac:chgData name="Sara Muneeb" userId="29b624b1-a719-43f5-9b52-388cd4043c04" providerId="ADAL" clId="{DB3F8C76-9E84-425C-958D-57243E72E246}" dt="2022-10-05T09:32:36.111" v="3879" actId="1076"/>
          <ac:picMkLst>
            <pc:docMk/>
            <pc:sldMk cId="3550203735" sldId="364"/>
            <ac:picMk id="5" creationId="{1CAC9FB9-1730-8D22-8D64-D6A5A23384D2}"/>
          </ac:picMkLst>
        </pc:picChg>
        <pc:picChg chg="add del mod">
          <ac:chgData name="Sara Muneeb" userId="29b624b1-a719-43f5-9b52-388cd4043c04" providerId="ADAL" clId="{DB3F8C76-9E84-425C-958D-57243E72E246}" dt="2022-10-05T09:32:26.216" v="3874" actId="21"/>
          <ac:picMkLst>
            <pc:docMk/>
            <pc:sldMk cId="3550203735" sldId="364"/>
            <ac:picMk id="7" creationId="{CBB87536-6F65-C640-8C84-58EF488C378A}"/>
          </ac:picMkLst>
        </pc:picChg>
        <pc:picChg chg="add mod">
          <ac:chgData name="Sara Muneeb" userId="29b624b1-a719-43f5-9b52-388cd4043c04" providerId="ADAL" clId="{DB3F8C76-9E84-425C-958D-57243E72E246}" dt="2022-10-05T09:32:34.135" v="3878" actId="1076"/>
          <ac:picMkLst>
            <pc:docMk/>
            <pc:sldMk cId="3550203735" sldId="364"/>
            <ac:picMk id="8" creationId="{EAA6703B-75F8-2EE9-5163-07BB03D0683D}"/>
          </ac:picMkLst>
        </pc:picChg>
      </pc:sldChg>
      <pc:sldChg chg="new del">
        <pc:chgData name="Sara Muneeb" userId="29b624b1-a719-43f5-9b52-388cd4043c04" providerId="ADAL" clId="{DB3F8C76-9E84-425C-958D-57243E72E246}" dt="2022-10-05T09:27:57.827" v="3826" actId="680"/>
        <pc:sldMkLst>
          <pc:docMk/>
          <pc:sldMk cId="4183661900" sldId="364"/>
        </pc:sldMkLst>
      </pc:sldChg>
      <pc:sldChg chg="addSp delSp modSp new mod">
        <pc:chgData name="Sara Muneeb" userId="29b624b1-a719-43f5-9b52-388cd4043c04" providerId="ADAL" clId="{DB3F8C76-9E84-425C-958D-57243E72E246}" dt="2022-10-05T09:32:50.313" v="3889" actId="20577"/>
        <pc:sldMkLst>
          <pc:docMk/>
          <pc:sldMk cId="3084047886" sldId="365"/>
        </pc:sldMkLst>
        <pc:spChg chg="mod">
          <ac:chgData name="Sara Muneeb" userId="29b624b1-a719-43f5-9b52-388cd4043c04" providerId="ADAL" clId="{DB3F8C76-9E84-425C-958D-57243E72E246}" dt="2022-10-05T09:32:50.313" v="3889" actId="20577"/>
          <ac:spMkLst>
            <pc:docMk/>
            <pc:sldMk cId="3084047886" sldId="365"/>
            <ac:spMk id="2" creationId="{C4B46D87-04DF-8B43-65CC-05C898183A89}"/>
          </ac:spMkLst>
        </pc:spChg>
        <pc:spChg chg="del">
          <ac:chgData name="Sara Muneeb" userId="29b624b1-a719-43f5-9b52-388cd4043c04" providerId="ADAL" clId="{DB3F8C76-9E84-425C-958D-57243E72E246}" dt="2022-10-05T09:31:56.362" v="3863" actId="931"/>
          <ac:spMkLst>
            <pc:docMk/>
            <pc:sldMk cId="3084047886" sldId="365"/>
            <ac:spMk id="3" creationId="{69331456-7F7A-FE29-2FD4-85C092ADBDBC}"/>
          </ac:spMkLst>
        </pc:spChg>
        <pc:spChg chg="add del mod">
          <ac:chgData name="Sara Muneeb" userId="29b624b1-a719-43f5-9b52-388cd4043c04" providerId="ADAL" clId="{DB3F8C76-9E84-425C-958D-57243E72E246}" dt="2022-10-05T09:32:09.294" v="3868" actId="931"/>
          <ac:spMkLst>
            <pc:docMk/>
            <pc:sldMk cId="3084047886" sldId="365"/>
            <ac:spMk id="7" creationId="{9DE90F27-93E5-41E1-218F-E347A14B96D1}"/>
          </ac:spMkLst>
        </pc:spChg>
        <pc:spChg chg="add del mod">
          <ac:chgData name="Sara Muneeb" userId="29b624b1-a719-43f5-9b52-388cd4043c04" providerId="ADAL" clId="{DB3F8C76-9E84-425C-958D-57243E72E246}" dt="2022-10-05T09:32:18.537" v="3870" actId="931"/>
          <ac:spMkLst>
            <pc:docMk/>
            <pc:sldMk cId="3084047886" sldId="365"/>
            <ac:spMk id="11" creationId="{66605A14-819B-3AAC-E1C9-306774147BDB}"/>
          </ac:spMkLst>
        </pc:spChg>
        <pc:spChg chg="add mod">
          <ac:chgData name="Sara Muneeb" userId="29b624b1-a719-43f5-9b52-388cd4043c04" providerId="ADAL" clId="{DB3F8C76-9E84-425C-958D-57243E72E246}" dt="2022-10-05T09:32:20.727" v="3872" actId="21"/>
          <ac:spMkLst>
            <pc:docMk/>
            <pc:sldMk cId="3084047886" sldId="365"/>
            <ac:spMk id="15" creationId="{44313A75-AEF0-1202-1D12-3E9851C18903}"/>
          </ac:spMkLst>
        </pc:spChg>
        <pc:picChg chg="add del mod">
          <ac:chgData name="Sara Muneeb" userId="29b624b1-a719-43f5-9b52-388cd4043c04" providerId="ADAL" clId="{DB3F8C76-9E84-425C-958D-57243E72E246}" dt="2022-10-05T09:32:02.097" v="3867" actId="478"/>
          <ac:picMkLst>
            <pc:docMk/>
            <pc:sldMk cId="3084047886" sldId="365"/>
            <ac:picMk id="5" creationId="{93C785B4-E07E-4487-BD35-045BA58744FB}"/>
          </ac:picMkLst>
        </pc:picChg>
        <pc:picChg chg="add del mod">
          <ac:chgData name="Sara Muneeb" userId="29b624b1-a719-43f5-9b52-388cd4043c04" providerId="ADAL" clId="{DB3F8C76-9E84-425C-958D-57243E72E246}" dt="2022-10-05T09:32:10.953" v="3869" actId="478"/>
          <ac:picMkLst>
            <pc:docMk/>
            <pc:sldMk cId="3084047886" sldId="365"/>
            <ac:picMk id="9" creationId="{1A413442-A3BF-6CF3-686E-EC5F1AAC94C7}"/>
          </ac:picMkLst>
        </pc:picChg>
        <pc:picChg chg="add del mod">
          <ac:chgData name="Sara Muneeb" userId="29b624b1-a719-43f5-9b52-388cd4043c04" providerId="ADAL" clId="{DB3F8C76-9E84-425C-958D-57243E72E246}" dt="2022-10-05T09:32:20.727" v="3872" actId="21"/>
          <ac:picMkLst>
            <pc:docMk/>
            <pc:sldMk cId="3084047886" sldId="365"/>
            <ac:picMk id="13" creationId="{E5C4053C-7BCB-E1E2-665E-A3CFCF8DEFD6}"/>
          </ac:picMkLst>
        </pc:picChg>
        <pc:picChg chg="add mod">
          <ac:chgData name="Sara Muneeb" userId="29b624b1-a719-43f5-9b52-388cd4043c04" providerId="ADAL" clId="{DB3F8C76-9E84-425C-958D-57243E72E246}" dt="2022-10-05T09:32:48.354" v="3882" actId="14100"/>
          <ac:picMkLst>
            <pc:docMk/>
            <pc:sldMk cId="3084047886" sldId="365"/>
            <ac:picMk id="16" creationId="{32A4DE7D-91A6-9AA9-70E3-3BA72430AF37}"/>
          </ac:picMkLst>
        </pc:picChg>
      </pc:sldChg>
      <pc:sldChg chg="addSp delSp modSp new mod">
        <pc:chgData name="Sara Muneeb" userId="29b624b1-a719-43f5-9b52-388cd4043c04" providerId="ADAL" clId="{DB3F8C76-9E84-425C-958D-57243E72E246}" dt="2022-10-05T09:33:36.397" v="3912" actId="20577"/>
        <pc:sldMkLst>
          <pc:docMk/>
          <pc:sldMk cId="704692413" sldId="366"/>
        </pc:sldMkLst>
        <pc:spChg chg="mod">
          <ac:chgData name="Sara Muneeb" userId="29b624b1-a719-43f5-9b52-388cd4043c04" providerId="ADAL" clId="{DB3F8C76-9E84-425C-958D-57243E72E246}" dt="2022-10-05T09:33:36.397" v="3912" actId="20577"/>
          <ac:spMkLst>
            <pc:docMk/>
            <pc:sldMk cId="704692413" sldId="366"/>
            <ac:spMk id="2" creationId="{273589F9-6F20-B2B7-B956-F8DDC272EFD7}"/>
          </ac:spMkLst>
        </pc:spChg>
        <pc:spChg chg="del">
          <ac:chgData name="Sara Muneeb" userId="29b624b1-a719-43f5-9b52-388cd4043c04" providerId="ADAL" clId="{DB3F8C76-9E84-425C-958D-57243E72E246}" dt="2022-10-05T09:33:02.625" v="3891" actId="931"/>
          <ac:spMkLst>
            <pc:docMk/>
            <pc:sldMk cId="704692413" sldId="366"/>
            <ac:spMk id="3" creationId="{FB23FCF5-C026-B6B1-288F-4DBCD25F8E7A}"/>
          </ac:spMkLst>
        </pc:spChg>
        <pc:spChg chg="add del mod">
          <ac:chgData name="Sara Muneeb" userId="29b624b1-a719-43f5-9b52-388cd4043c04" providerId="ADAL" clId="{DB3F8C76-9E84-425C-958D-57243E72E246}" dt="2022-10-05T09:33:09.120" v="3893" actId="931"/>
          <ac:spMkLst>
            <pc:docMk/>
            <pc:sldMk cId="704692413" sldId="366"/>
            <ac:spMk id="7" creationId="{FE01A818-045D-693F-55BB-AD3553963AA9}"/>
          </ac:spMkLst>
        </pc:spChg>
        <pc:picChg chg="add del mod">
          <ac:chgData name="Sara Muneeb" userId="29b624b1-a719-43f5-9b52-388cd4043c04" providerId="ADAL" clId="{DB3F8C76-9E84-425C-958D-57243E72E246}" dt="2022-10-05T09:33:03.649" v="3892" actId="478"/>
          <ac:picMkLst>
            <pc:docMk/>
            <pc:sldMk cId="704692413" sldId="366"/>
            <ac:picMk id="5" creationId="{90654D1E-CED6-B4AC-A1BC-48CF2D38760B}"/>
          </ac:picMkLst>
        </pc:picChg>
        <pc:picChg chg="add mod">
          <ac:chgData name="Sara Muneeb" userId="29b624b1-a719-43f5-9b52-388cd4043c04" providerId="ADAL" clId="{DB3F8C76-9E84-425C-958D-57243E72E246}" dt="2022-10-05T09:33:31.292" v="3903" actId="1076"/>
          <ac:picMkLst>
            <pc:docMk/>
            <pc:sldMk cId="704692413" sldId="366"/>
            <ac:picMk id="9" creationId="{4F157825-7E34-6DA6-EAB3-E5AA89317094}"/>
          </ac:picMkLst>
        </pc:picChg>
        <pc:picChg chg="add mod">
          <ac:chgData name="Sara Muneeb" userId="29b624b1-a719-43f5-9b52-388cd4043c04" providerId="ADAL" clId="{DB3F8C76-9E84-425C-958D-57243E72E246}" dt="2022-10-05T09:33:33.450" v="3904" actId="1076"/>
          <ac:picMkLst>
            <pc:docMk/>
            <pc:sldMk cId="704692413" sldId="366"/>
            <ac:picMk id="11" creationId="{B17FDA99-87F0-EF4C-8F12-B7A5B03597DB}"/>
          </ac:picMkLst>
        </pc:picChg>
      </pc:sldChg>
      <pc:sldChg chg="addSp delSp modSp new mod ord">
        <pc:chgData name="Sara Muneeb" userId="29b624b1-a719-43f5-9b52-388cd4043c04" providerId="ADAL" clId="{DB3F8C76-9E84-425C-958D-57243E72E246}" dt="2022-10-05T09:35:18.798" v="3995" actId="20577"/>
        <pc:sldMkLst>
          <pc:docMk/>
          <pc:sldMk cId="1996185751" sldId="367"/>
        </pc:sldMkLst>
        <pc:spChg chg="mod">
          <ac:chgData name="Sara Muneeb" userId="29b624b1-a719-43f5-9b52-388cd4043c04" providerId="ADAL" clId="{DB3F8C76-9E84-425C-958D-57243E72E246}" dt="2022-10-05T09:35:18.798" v="3995" actId="20577"/>
          <ac:spMkLst>
            <pc:docMk/>
            <pc:sldMk cId="1996185751" sldId="367"/>
            <ac:spMk id="2" creationId="{DCF7D0F4-AA09-2F3C-BE50-8A00B8B88546}"/>
          </ac:spMkLst>
        </pc:spChg>
        <pc:spChg chg="del">
          <ac:chgData name="Sara Muneeb" userId="29b624b1-a719-43f5-9b52-388cd4043c04" providerId="ADAL" clId="{DB3F8C76-9E84-425C-958D-57243E72E246}" dt="2022-10-05T09:33:44.910" v="3914" actId="931"/>
          <ac:spMkLst>
            <pc:docMk/>
            <pc:sldMk cId="1996185751" sldId="367"/>
            <ac:spMk id="3" creationId="{A05F306B-CB0E-1164-FB90-C31F58F9E692}"/>
          </ac:spMkLst>
        </pc:spChg>
        <pc:picChg chg="add mod">
          <ac:chgData name="Sara Muneeb" userId="29b624b1-a719-43f5-9b52-388cd4043c04" providerId="ADAL" clId="{DB3F8C76-9E84-425C-958D-57243E72E246}" dt="2022-10-05T09:33:46.974" v="3917" actId="27614"/>
          <ac:picMkLst>
            <pc:docMk/>
            <pc:sldMk cId="1996185751" sldId="367"/>
            <ac:picMk id="5" creationId="{9A8C5E21-5192-6289-B70F-EAA70883445E}"/>
          </ac:picMkLst>
        </pc:picChg>
      </pc:sldChg>
      <pc:sldChg chg="addSp delSp modSp new mod">
        <pc:chgData name="Sara Muneeb" userId="29b624b1-a719-43f5-9b52-388cd4043c04" providerId="ADAL" clId="{DB3F8C76-9E84-425C-958D-57243E72E246}" dt="2022-10-05T09:35:02.729" v="3965" actId="20577"/>
        <pc:sldMkLst>
          <pc:docMk/>
          <pc:sldMk cId="613638807" sldId="368"/>
        </pc:sldMkLst>
        <pc:spChg chg="mod">
          <ac:chgData name="Sara Muneeb" userId="29b624b1-a719-43f5-9b52-388cd4043c04" providerId="ADAL" clId="{DB3F8C76-9E84-425C-958D-57243E72E246}" dt="2022-10-05T09:35:02.729" v="3965" actId="20577"/>
          <ac:spMkLst>
            <pc:docMk/>
            <pc:sldMk cId="613638807" sldId="368"/>
            <ac:spMk id="2" creationId="{D28A094C-9DFA-F6BF-EE18-74893E660247}"/>
          </ac:spMkLst>
        </pc:spChg>
        <pc:spChg chg="del">
          <ac:chgData name="Sara Muneeb" userId="29b624b1-a719-43f5-9b52-388cd4043c04" providerId="ADAL" clId="{DB3F8C76-9E84-425C-958D-57243E72E246}" dt="2022-10-05T09:34:44.661" v="3943" actId="931"/>
          <ac:spMkLst>
            <pc:docMk/>
            <pc:sldMk cId="613638807" sldId="368"/>
            <ac:spMk id="3" creationId="{0F149CE9-1C9F-684D-D97F-8AA2E16BE83A}"/>
          </ac:spMkLst>
        </pc:spChg>
        <pc:picChg chg="add mod">
          <ac:chgData name="Sara Muneeb" userId="29b624b1-a719-43f5-9b52-388cd4043c04" providerId="ADAL" clId="{DB3F8C76-9E84-425C-958D-57243E72E246}" dt="2022-10-05T09:34:45.656" v="3945" actId="962"/>
          <ac:picMkLst>
            <pc:docMk/>
            <pc:sldMk cId="613638807" sldId="368"/>
            <ac:picMk id="5" creationId="{C74C5D94-8971-0D68-6030-A89C84E0BE7D}"/>
          </ac:picMkLst>
        </pc:picChg>
      </pc:sldChg>
      <pc:sldChg chg="addSp delSp modSp new del mod">
        <pc:chgData name="Sara Muneeb" userId="29b624b1-a719-43f5-9b52-388cd4043c04" providerId="ADAL" clId="{DB3F8C76-9E84-425C-958D-57243E72E246}" dt="2022-10-05T09:34:02.188" v="3932" actId="47"/>
        <pc:sldMkLst>
          <pc:docMk/>
          <pc:sldMk cId="1432052115" sldId="368"/>
        </pc:sldMkLst>
        <pc:spChg chg="del">
          <ac:chgData name="Sara Muneeb" userId="29b624b1-a719-43f5-9b52-388cd4043c04" providerId="ADAL" clId="{DB3F8C76-9E84-425C-958D-57243E72E246}" dt="2022-10-05T09:33:56.862" v="3927" actId="931"/>
          <ac:spMkLst>
            <pc:docMk/>
            <pc:sldMk cId="1432052115" sldId="368"/>
            <ac:spMk id="3" creationId="{F6E3E0FF-2C0F-ABF8-E963-A74692084E63}"/>
          </ac:spMkLst>
        </pc:spChg>
        <pc:spChg chg="add mod">
          <ac:chgData name="Sara Muneeb" userId="29b624b1-a719-43f5-9b52-388cd4043c04" providerId="ADAL" clId="{DB3F8C76-9E84-425C-958D-57243E72E246}" dt="2022-10-05T09:34:00.846" v="3931" actId="478"/>
          <ac:spMkLst>
            <pc:docMk/>
            <pc:sldMk cId="1432052115" sldId="368"/>
            <ac:spMk id="7" creationId="{E9BD5AA2-A850-3E66-D2CB-D1110DCB1978}"/>
          </ac:spMkLst>
        </pc:spChg>
        <pc:picChg chg="add del mod">
          <ac:chgData name="Sara Muneeb" userId="29b624b1-a719-43f5-9b52-388cd4043c04" providerId="ADAL" clId="{DB3F8C76-9E84-425C-958D-57243E72E246}" dt="2022-10-05T09:34:00.846" v="3931" actId="478"/>
          <ac:picMkLst>
            <pc:docMk/>
            <pc:sldMk cId="1432052115" sldId="368"/>
            <ac:picMk id="5" creationId="{3DAF53BD-9E97-6935-4EC7-3BD998FEF633}"/>
          </ac:picMkLst>
        </pc:picChg>
      </pc:sldChg>
      <pc:sldChg chg="addSp delSp modSp new mod">
        <pc:chgData name="Sara Muneeb" userId="29b624b1-a719-43f5-9b52-388cd4043c04" providerId="ADAL" clId="{DB3F8C76-9E84-425C-958D-57243E72E246}" dt="2022-10-05T09:40:11.969" v="4018" actId="27614"/>
        <pc:sldMkLst>
          <pc:docMk/>
          <pc:sldMk cId="2692040407" sldId="369"/>
        </pc:sldMkLst>
        <pc:spChg chg="mod">
          <ac:chgData name="Sara Muneeb" userId="29b624b1-a719-43f5-9b52-388cd4043c04" providerId="ADAL" clId="{DB3F8C76-9E84-425C-958D-57243E72E246}" dt="2022-10-05T09:39:53.583" v="4014" actId="20577"/>
          <ac:spMkLst>
            <pc:docMk/>
            <pc:sldMk cId="2692040407" sldId="369"/>
            <ac:spMk id="2" creationId="{6F024EAC-7478-4DD1-03AD-755D29F543A8}"/>
          </ac:spMkLst>
        </pc:spChg>
        <pc:spChg chg="del">
          <ac:chgData name="Sara Muneeb" userId="29b624b1-a719-43f5-9b52-388cd4043c04" providerId="ADAL" clId="{DB3F8C76-9E84-425C-958D-57243E72E246}" dt="2022-10-05T09:40:00.893" v="4015" actId="931"/>
          <ac:spMkLst>
            <pc:docMk/>
            <pc:sldMk cId="2692040407" sldId="369"/>
            <ac:spMk id="3" creationId="{FCBFAB61-690C-25C3-BFFA-4AB6717B097B}"/>
          </ac:spMkLst>
        </pc:spChg>
        <pc:spChg chg="add del mod">
          <ac:chgData name="Sara Muneeb" userId="29b624b1-a719-43f5-9b52-388cd4043c04" providerId="ADAL" clId="{DB3F8C76-9E84-425C-958D-57243E72E246}" dt="2022-10-05T09:40:10.917" v="4017" actId="931"/>
          <ac:spMkLst>
            <pc:docMk/>
            <pc:sldMk cId="2692040407" sldId="369"/>
            <ac:spMk id="7" creationId="{81B921E7-61FC-67B7-EA16-439207497C1A}"/>
          </ac:spMkLst>
        </pc:spChg>
        <pc:picChg chg="add del mod">
          <ac:chgData name="Sara Muneeb" userId="29b624b1-a719-43f5-9b52-388cd4043c04" providerId="ADAL" clId="{DB3F8C76-9E84-425C-958D-57243E72E246}" dt="2022-10-05T09:40:05.431" v="4016" actId="478"/>
          <ac:picMkLst>
            <pc:docMk/>
            <pc:sldMk cId="2692040407" sldId="369"/>
            <ac:picMk id="5" creationId="{B6565AEB-FF3D-580F-4711-D33D89BA0020}"/>
          </ac:picMkLst>
        </pc:picChg>
        <pc:picChg chg="add mod">
          <ac:chgData name="Sara Muneeb" userId="29b624b1-a719-43f5-9b52-388cd4043c04" providerId="ADAL" clId="{DB3F8C76-9E84-425C-958D-57243E72E246}" dt="2022-10-05T09:40:11.969" v="4018" actId="27614"/>
          <ac:picMkLst>
            <pc:docMk/>
            <pc:sldMk cId="2692040407" sldId="369"/>
            <ac:picMk id="9" creationId="{D5838075-30C0-0BC5-1ADD-D645769F999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347" cy="4964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1342" y="0"/>
            <a:ext cx="2946347" cy="496491"/>
          </a:xfrm>
          <a:prstGeom prst="rect">
            <a:avLst/>
          </a:prstGeom>
        </p:spPr>
        <p:txBody>
          <a:bodyPr vert="horz" lIns="91440" tIns="45720" rIns="91440" bIns="45720" rtlCol="0"/>
          <a:lstStyle>
            <a:lvl1pPr algn="r">
              <a:defRPr sz="1200"/>
            </a:lvl1pPr>
          </a:lstStyle>
          <a:p>
            <a:fld id="{5ED64322-053A-4F57-82D7-E4C924FCCA95}" type="datetimeFigureOut">
              <a:rPr lang="en-US" smtClean="0"/>
              <a:t>12/23/2022</a:t>
            </a:fld>
            <a:endParaRPr lang="en-US"/>
          </a:p>
        </p:txBody>
      </p:sp>
      <p:sp>
        <p:nvSpPr>
          <p:cNvPr id="4" name="Slide Image Placeholder 3"/>
          <p:cNvSpPr>
            <a:spLocks noGrp="1" noRot="1" noChangeAspect="1"/>
          </p:cNvSpPr>
          <p:nvPr>
            <p:ph type="sldImg" idx="2"/>
          </p:nvPr>
        </p:nvSpPr>
        <p:spPr>
          <a:xfrm>
            <a:off x="917575" y="744538"/>
            <a:ext cx="4964113" cy="37242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927" y="4716661"/>
            <a:ext cx="5439410" cy="4468416"/>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31599"/>
            <a:ext cx="2946347" cy="496491"/>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1342" y="9431599"/>
            <a:ext cx="2946347" cy="496491"/>
          </a:xfrm>
          <a:prstGeom prst="rect">
            <a:avLst/>
          </a:prstGeom>
        </p:spPr>
        <p:txBody>
          <a:bodyPr vert="horz" lIns="91440" tIns="45720" rIns="91440" bIns="45720" rtlCol="0" anchor="b"/>
          <a:lstStyle>
            <a:lvl1pPr algn="r">
              <a:defRPr sz="1200"/>
            </a:lvl1pPr>
          </a:lstStyle>
          <a:p>
            <a:fld id="{BB7214D6-A4AC-4000-A560-6C4470252B5B}" type="slidenum">
              <a:rPr lang="en-US" smtClean="0"/>
              <a:t>‹#›</a:t>
            </a:fld>
            <a:endParaRPr lang="en-US"/>
          </a:p>
        </p:txBody>
      </p:sp>
    </p:spTree>
    <p:extLst>
      <p:ext uri="{BB962C8B-B14F-4D97-AF65-F5344CB8AC3E}">
        <p14:creationId xmlns:p14="http://schemas.microsoft.com/office/powerpoint/2010/main" val="1268445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82B113E1-F0C3-410E-8BD1-C9BF6D0A4625}" type="datetimeFigureOut">
              <a:rPr lang="en-US" smtClean="0"/>
              <a:t>12/23/2022</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8CB6DAA0-EB6A-4045-AC94-99D82FDC808A}" type="slidenum">
              <a:rPr lang="en-US" smtClean="0"/>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2B113E1-F0C3-410E-8BD1-C9BF6D0A4625}" type="datetimeFigureOut">
              <a:rPr lang="en-US" smtClean="0"/>
              <a:t>12/23/2022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6DAA0-EB6A-4045-AC94-99D82FDC808A}"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82B113E1-F0C3-410E-8BD1-C9BF6D0A4625}" type="datetimeFigureOut">
              <a:rPr lang="en-US" smtClean="0"/>
              <a:t>12/23/2022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6DAA0-EB6A-4045-AC94-99D82FDC808A}" type="slidenum">
              <a:rPr lang="en-US" smtClean="0"/>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82B113E1-F0C3-410E-8BD1-C9BF6D0A4625}" type="datetimeFigureOut">
              <a:rPr lang="en-US" smtClean="0"/>
              <a:t>12/23/2022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B6DAA0-EB6A-4045-AC94-99D82FDC808A}"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82B113E1-F0C3-410E-8BD1-C9BF6D0A4625}" type="datetimeFigureOut">
              <a:rPr lang="en-US" smtClean="0"/>
              <a:t>12/23/2022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B6DAA0-EB6A-4045-AC94-99D82FDC808A}"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82B113E1-F0C3-410E-8BD1-C9BF6D0A4625}" type="datetimeFigureOut">
              <a:rPr lang="en-US" smtClean="0"/>
              <a:t>12/23/2022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B6DAA0-EB6A-4045-AC94-99D82FDC808A}"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82B113E1-F0C3-410E-8BD1-C9BF6D0A4625}" type="datetimeFigureOut">
              <a:rPr lang="en-US" smtClean="0"/>
              <a:t>12/23/2022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B6DAA0-EB6A-4045-AC94-99D82FDC808A}" type="slidenum">
              <a:rPr lang="en-US" smtClean="0"/>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82B113E1-F0C3-410E-8BD1-C9BF6D0A4625}" type="datetimeFigureOut">
              <a:rPr lang="en-US" smtClean="0"/>
              <a:t>12/23/2022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B6DAA0-EB6A-4045-AC94-99D82FDC808A}"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82B113E1-F0C3-410E-8BD1-C9BF6D0A4625}" type="datetimeFigureOut">
              <a:rPr lang="en-US" smtClean="0"/>
              <a:t>12/23/2022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B6DAA0-EB6A-4045-AC94-99D82FDC808A}" type="slidenum">
              <a:rPr lang="en-US" smtClean="0"/>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2B113E1-F0C3-410E-8BD1-C9BF6D0A4625}" type="datetimeFigureOut">
              <a:rPr lang="en-US" smtClean="0"/>
              <a:t>12/23/2022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6DAA0-EB6A-4045-AC94-99D82FDC808A}"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2B113E1-F0C3-410E-8BD1-C9BF6D0A4625}" type="datetimeFigureOut">
              <a:rPr lang="en-US" smtClean="0"/>
              <a:t>12/23/2022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B6DAA0-EB6A-4045-AC94-99D82FDC808A}"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82B113E1-F0C3-410E-8BD1-C9BF6D0A4625}" type="datetimeFigureOut">
              <a:rPr lang="en-US" smtClean="0"/>
              <a:t>12/23/2022</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8CB6DAA0-EB6A-4045-AC94-99D82FDC808A}" type="slidenum">
              <a:rPr lang="en-US" smtClean="0"/>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sara.muneeb@cuilahore.edu.p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Introducing Evaluations </a:t>
            </a:r>
          </a:p>
        </p:txBody>
      </p:sp>
      <p:sp>
        <p:nvSpPr>
          <p:cNvPr id="3" name="Subtitle 2"/>
          <p:cNvSpPr>
            <a:spLocks noGrp="1"/>
          </p:cNvSpPr>
          <p:nvPr>
            <p:ph type="subTitle" idx="1"/>
          </p:nvPr>
        </p:nvSpPr>
        <p:spPr>
          <a:xfrm>
            <a:off x="1432560" y="3733800"/>
            <a:ext cx="7406640" cy="1752600"/>
          </a:xfrm>
        </p:spPr>
        <p:txBody>
          <a:bodyPr/>
          <a:lstStyle/>
          <a:p>
            <a:r>
              <a:rPr lang="en-US" dirty="0"/>
              <a:t>Sara </a:t>
            </a:r>
            <a:r>
              <a:rPr lang="en-US" dirty="0" err="1"/>
              <a:t>Muneeb</a:t>
            </a:r>
            <a:endParaRPr lang="en-US" dirty="0"/>
          </a:p>
          <a:p>
            <a:r>
              <a:rPr lang="en-US" dirty="0">
                <a:hlinkClick r:id="rId2"/>
              </a:rPr>
              <a:t>sara.muneeb@cuilahore.edu.pk</a:t>
            </a:r>
            <a:endParaRPr lang="en-US" dirty="0"/>
          </a:p>
          <a:p>
            <a:r>
              <a:rPr lang="en-US" dirty="0"/>
              <a:t>Computer Science Department </a:t>
            </a:r>
          </a:p>
        </p:txBody>
      </p:sp>
    </p:spTree>
    <p:extLst>
      <p:ext uri="{BB962C8B-B14F-4D97-AF65-F5344CB8AC3E}">
        <p14:creationId xmlns:p14="http://schemas.microsoft.com/office/powerpoint/2010/main" val="29841850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7B65D-9FCE-DC9D-CE28-AEA84315A936}"/>
              </a:ext>
            </a:extLst>
          </p:cNvPr>
          <p:cNvSpPr>
            <a:spLocks noGrp="1"/>
          </p:cNvSpPr>
          <p:nvPr>
            <p:ph type="title"/>
          </p:nvPr>
        </p:nvSpPr>
        <p:spPr/>
        <p:txBody>
          <a:bodyPr/>
          <a:lstStyle/>
          <a:p>
            <a:r>
              <a:rPr lang="en-US" dirty="0"/>
              <a:t>Introduction</a:t>
            </a:r>
            <a:endParaRPr lang="en-PK" dirty="0"/>
          </a:p>
        </p:txBody>
      </p:sp>
      <p:sp>
        <p:nvSpPr>
          <p:cNvPr id="3" name="Content Placeholder 2">
            <a:extLst>
              <a:ext uri="{FF2B5EF4-FFF2-40B4-BE49-F238E27FC236}">
                <a16:creationId xmlns:a16="http://schemas.microsoft.com/office/drawing/2014/main" id="{4C16472F-9360-02A1-D912-9C4BE4F8E144}"/>
              </a:ext>
            </a:extLst>
          </p:cNvPr>
          <p:cNvSpPr>
            <a:spLocks noGrp="1"/>
          </p:cNvSpPr>
          <p:nvPr>
            <p:ph idx="1"/>
          </p:nvPr>
        </p:nvSpPr>
        <p:spPr/>
        <p:txBody>
          <a:bodyPr>
            <a:normAutofit/>
          </a:bodyPr>
          <a:lstStyle/>
          <a:p>
            <a:pPr algn="just"/>
            <a:r>
              <a:rPr lang="en-GB" sz="2400" dirty="0"/>
              <a:t>Evaluation is integral to the design process. </a:t>
            </a:r>
          </a:p>
          <a:p>
            <a:pPr marL="82296" indent="0" algn="just">
              <a:buNone/>
            </a:pPr>
            <a:endParaRPr lang="en-GB" sz="2400" dirty="0"/>
          </a:p>
          <a:p>
            <a:pPr algn="just"/>
            <a:r>
              <a:rPr lang="en-GB" sz="2400" dirty="0"/>
              <a:t>It involves collecting and </a:t>
            </a:r>
            <a:r>
              <a:rPr lang="en-GB" sz="2400" dirty="0" err="1"/>
              <a:t>analyzing</a:t>
            </a:r>
            <a:r>
              <a:rPr lang="en-GB" sz="2400" dirty="0"/>
              <a:t> data about users’ or potential users’ experiences when interacting with a design artifact </a:t>
            </a:r>
          </a:p>
          <a:p>
            <a:pPr marL="402336" lvl="1" indent="0" algn="just">
              <a:buNone/>
            </a:pPr>
            <a:r>
              <a:rPr lang="en-GB" sz="2000" dirty="0"/>
              <a:t>such as a screen sketch, prototype, app, computer system, or component of a computer system.</a:t>
            </a:r>
          </a:p>
        </p:txBody>
      </p:sp>
      <p:pic>
        <p:nvPicPr>
          <p:cNvPr id="1028" name="Picture 4" descr="Psychoeducational Evaluation: 3 Tips for Parents | Cannizzaro Pediatrics">
            <a:extLst>
              <a:ext uri="{FF2B5EF4-FFF2-40B4-BE49-F238E27FC236}">
                <a16:creationId xmlns:a16="http://schemas.microsoft.com/office/drawing/2014/main" id="{4519A09E-48A8-3849-75F0-B75EBC7FC6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1200" y="4459401"/>
            <a:ext cx="2857500" cy="19015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25136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8037F-1BDA-56E6-1144-DCCF4A1F4340}"/>
              </a:ext>
            </a:extLst>
          </p:cNvPr>
          <p:cNvSpPr>
            <a:spLocks noGrp="1"/>
          </p:cNvSpPr>
          <p:nvPr>
            <p:ph type="title"/>
          </p:nvPr>
        </p:nvSpPr>
        <p:spPr/>
        <p:txBody>
          <a:bodyPr/>
          <a:lstStyle/>
          <a:p>
            <a:r>
              <a:rPr lang="en-US" dirty="0"/>
              <a:t>Evaluation </a:t>
            </a:r>
            <a:endParaRPr lang="en-PK" dirty="0"/>
          </a:p>
        </p:txBody>
      </p:sp>
      <p:sp>
        <p:nvSpPr>
          <p:cNvPr id="3" name="Content Placeholder 2">
            <a:extLst>
              <a:ext uri="{FF2B5EF4-FFF2-40B4-BE49-F238E27FC236}">
                <a16:creationId xmlns:a16="http://schemas.microsoft.com/office/drawing/2014/main" id="{750AAD7A-2805-13FE-ABB2-971831A485E3}"/>
              </a:ext>
            </a:extLst>
          </p:cNvPr>
          <p:cNvSpPr>
            <a:spLocks noGrp="1"/>
          </p:cNvSpPr>
          <p:nvPr>
            <p:ph idx="1"/>
          </p:nvPr>
        </p:nvSpPr>
        <p:spPr/>
        <p:txBody>
          <a:bodyPr>
            <a:normAutofit/>
          </a:bodyPr>
          <a:lstStyle/>
          <a:p>
            <a:pPr marL="82296" indent="0" algn="just">
              <a:buNone/>
            </a:pPr>
            <a:r>
              <a:rPr lang="en-GB" sz="2800" dirty="0"/>
              <a:t>Evaluation focuses on both </a:t>
            </a:r>
          </a:p>
          <a:p>
            <a:pPr marL="596646" indent="-514350" algn="just">
              <a:buFont typeface="+mj-lt"/>
              <a:buAutoNum type="arabicPeriod"/>
            </a:pPr>
            <a:r>
              <a:rPr lang="en-GB" sz="2800" dirty="0"/>
              <a:t>the usability of the system (that is, how easy it is to learn and to use)</a:t>
            </a:r>
          </a:p>
          <a:p>
            <a:pPr marL="596646" indent="-514350" algn="just">
              <a:buFont typeface="+mj-lt"/>
              <a:buAutoNum type="arabicPeriod"/>
            </a:pPr>
            <a:r>
              <a:rPr lang="en-GB" sz="2800" dirty="0"/>
              <a:t>the users’ experiences when interacting with it (for example, how satisfying, enjoyable, or motivating the interaction is).</a:t>
            </a:r>
            <a:endParaRPr lang="en-PK" sz="2800" dirty="0"/>
          </a:p>
          <a:p>
            <a:endParaRPr lang="en-PK" sz="2800" dirty="0"/>
          </a:p>
        </p:txBody>
      </p:sp>
      <p:pic>
        <p:nvPicPr>
          <p:cNvPr id="2052" name="Picture 4" descr="Are student evaluations of teaching (SETs) biased? - Roseman University">
            <a:extLst>
              <a:ext uri="{FF2B5EF4-FFF2-40B4-BE49-F238E27FC236}">
                <a16:creationId xmlns:a16="http://schemas.microsoft.com/office/drawing/2014/main" id="{6D45FDFE-D912-ABD4-21A6-7EE39C00730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1739"/>
          <a:stretch/>
        </p:blipFill>
        <p:spPr bwMode="auto">
          <a:xfrm>
            <a:off x="3714750" y="4800600"/>
            <a:ext cx="260985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25597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3AB2C-D095-378B-EB8B-09CBD79C82CC}"/>
              </a:ext>
            </a:extLst>
          </p:cNvPr>
          <p:cNvSpPr>
            <a:spLocks noGrp="1"/>
          </p:cNvSpPr>
          <p:nvPr>
            <p:ph type="title"/>
          </p:nvPr>
        </p:nvSpPr>
        <p:spPr/>
        <p:txBody>
          <a:bodyPr>
            <a:normAutofit/>
          </a:bodyPr>
          <a:lstStyle/>
          <a:p>
            <a:r>
              <a:rPr lang="en-GB" dirty="0"/>
              <a:t>Why Evaluate?</a:t>
            </a:r>
            <a:endParaRPr lang="en-PK" dirty="0"/>
          </a:p>
        </p:txBody>
      </p:sp>
      <p:sp>
        <p:nvSpPr>
          <p:cNvPr id="3" name="Content Placeholder 2">
            <a:extLst>
              <a:ext uri="{FF2B5EF4-FFF2-40B4-BE49-F238E27FC236}">
                <a16:creationId xmlns:a16="http://schemas.microsoft.com/office/drawing/2014/main" id="{AC7CDD37-6B77-FD30-A0BE-D1DFE4BDB8F2}"/>
              </a:ext>
            </a:extLst>
          </p:cNvPr>
          <p:cNvSpPr>
            <a:spLocks noGrp="1"/>
          </p:cNvSpPr>
          <p:nvPr>
            <p:ph idx="1"/>
          </p:nvPr>
        </p:nvSpPr>
        <p:spPr/>
        <p:txBody>
          <a:bodyPr>
            <a:normAutofit/>
          </a:bodyPr>
          <a:lstStyle/>
          <a:p>
            <a:pPr marL="82296" indent="0" algn="just">
              <a:buNone/>
            </a:pPr>
            <a:r>
              <a:rPr lang="en-GB" sz="2800" dirty="0"/>
              <a:t>User experience involves all aspects of the user’s interaction with the product. </a:t>
            </a:r>
          </a:p>
          <a:p>
            <a:pPr marL="82296" indent="0" algn="just">
              <a:buNone/>
            </a:pPr>
            <a:endParaRPr lang="en-GB" sz="2800" dirty="0"/>
          </a:p>
          <a:p>
            <a:pPr marL="82296" indent="0" algn="just">
              <a:buNone/>
            </a:pPr>
            <a:r>
              <a:rPr lang="en-GB" sz="2800" dirty="0"/>
              <a:t>Nowadays users expect much more than just a usable systems.</a:t>
            </a:r>
          </a:p>
          <a:p>
            <a:pPr marL="699516" lvl="1" indent="-342900" algn="just"/>
            <a:r>
              <a:rPr lang="en-GB" sz="2400" dirty="0"/>
              <a:t>Pleasing and engaging experience </a:t>
            </a:r>
          </a:p>
          <a:p>
            <a:pPr marL="699516" lvl="1" indent="-342900" algn="just"/>
            <a:r>
              <a:rPr lang="en-GB" sz="2400" dirty="0"/>
              <a:t>Simplicity and elegance </a:t>
            </a:r>
          </a:p>
          <a:p>
            <a:pPr marL="699516" lvl="1" indent="-342900" algn="just"/>
            <a:r>
              <a:rPr lang="en-GB" sz="2400" dirty="0"/>
              <a:t>Joy of own and use</a:t>
            </a:r>
          </a:p>
          <a:p>
            <a:pPr marL="699516" lvl="1" indent="-342900" algn="just"/>
            <a:r>
              <a:rPr lang="en-GB" sz="2400" dirty="0"/>
              <a:t>Well designed </a:t>
            </a:r>
            <a:endParaRPr lang="en-PK" sz="2400" dirty="0"/>
          </a:p>
        </p:txBody>
      </p:sp>
      <p:pic>
        <p:nvPicPr>
          <p:cNvPr id="5" name="Picture 4">
            <a:extLst>
              <a:ext uri="{FF2B5EF4-FFF2-40B4-BE49-F238E27FC236}">
                <a16:creationId xmlns:a16="http://schemas.microsoft.com/office/drawing/2014/main" id="{69166949-7F4B-118F-91D1-F31C73618448}"/>
              </a:ext>
            </a:extLst>
          </p:cNvPr>
          <p:cNvPicPr>
            <a:picLocks noChangeAspect="1"/>
          </p:cNvPicPr>
          <p:nvPr/>
        </p:nvPicPr>
        <p:blipFill>
          <a:blip r:embed="rId2"/>
          <a:stretch>
            <a:fillRect/>
          </a:stretch>
        </p:blipFill>
        <p:spPr>
          <a:xfrm>
            <a:off x="5867400" y="4324876"/>
            <a:ext cx="2847975" cy="2170648"/>
          </a:xfrm>
          <a:prstGeom prst="rect">
            <a:avLst/>
          </a:prstGeom>
        </p:spPr>
      </p:pic>
    </p:spTree>
    <p:extLst>
      <p:ext uri="{BB962C8B-B14F-4D97-AF65-F5344CB8AC3E}">
        <p14:creationId xmlns:p14="http://schemas.microsoft.com/office/powerpoint/2010/main" val="4493340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6D060-6996-B19C-7FB5-97120C7C15F6}"/>
              </a:ext>
            </a:extLst>
          </p:cNvPr>
          <p:cNvSpPr>
            <a:spLocks noGrp="1"/>
          </p:cNvSpPr>
          <p:nvPr>
            <p:ph type="title"/>
          </p:nvPr>
        </p:nvSpPr>
        <p:spPr/>
        <p:txBody>
          <a:bodyPr/>
          <a:lstStyle/>
          <a:p>
            <a:r>
              <a:rPr lang="en-US" dirty="0"/>
              <a:t>What to Evaluate?</a:t>
            </a:r>
            <a:endParaRPr lang="en-PK" dirty="0"/>
          </a:p>
        </p:txBody>
      </p:sp>
      <p:sp>
        <p:nvSpPr>
          <p:cNvPr id="3" name="Content Placeholder 2">
            <a:extLst>
              <a:ext uri="{FF2B5EF4-FFF2-40B4-BE49-F238E27FC236}">
                <a16:creationId xmlns:a16="http://schemas.microsoft.com/office/drawing/2014/main" id="{DDE956EA-5D21-E044-5F30-CC4905EE61B7}"/>
              </a:ext>
            </a:extLst>
          </p:cNvPr>
          <p:cNvSpPr>
            <a:spLocks noGrp="1"/>
          </p:cNvSpPr>
          <p:nvPr>
            <p:ph idx="1"/>
          </p:nvPr>
        </p:nvSpPr>
        <p:spPr/>
        <p:txBody>
          <a:bodyPr>
            <a:normAutofit lnSpcReduction="10000"/>
          </a:bodyPr>
          <a:lstStyle/>
          <a:p>
            <a:pPr algn="just"/>
            <a:r>
              <a:rPr lang="en-GB" sz="2400" dirty="0"/>
              <a:t>What to evaluate ranges from low-tech prototypes to complete systems, from a particular screen function to the whole workflow, and from aesthetic design to safety features.</a:t>
            </a:r>
          </a:p>
          <a:p>
            <a:pPr algn="just"/>
            <a:endParaRPr lang="en-GB" sz="2400" dirty="0"/>
          </a:p>
          <a:p>
            <a:pPr algn="just"/>
            <a:r>
              <a:rPr lang="en-GB" sz="2400" dirty="0"/>
              <a:t>Different types of evaluations will be needed depending on the type of product, the prototype or design concept, and the value of the evaluation to the designers, developers, and users. </a:t>
            </a:r>
          </a:p>
          <a:p>
            <a:pPr algn="just"/>
            <a:endParaRPr lang="en-GB" sz="2400" dirty="0"/>
          </a:p>
          <a:p>
            <a:pPr algn="just"/>
            <a:r>
              <a:rPr lang="en-GB" sz="2400" dirty="0"/>
              <a:t>In the end, the main criteria are whether the design does what the users need and want it to do; that is, will they use it</a:t>
            </a:r>
            <a:endParaRPr lang="en-PK" sz="2400" dirty="0"/>
          </a:p>
        </p:txBody>
      </p:sp>
    </p:spTree>
    <p:extLst>
      <p:ext uri="{BB962C8B-B14F-4D97-AF65-F5344CB8AC3E}">
        <p14:creationId xmlns:p14="http://schemas.microsoft.com/office/powerpoint/2010/main" val="3263010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4C3CA-C0C0-B038-76DF-D1A175D25539}"/>
              </a:ext>
            </a:extLst>
          </p:cNvPr>
          <p:cNvSpPr>
            <a:spLocks noGrp="1"/>
          </p:cNvSpPr>
          <p:nvPr>
            <p:ph type="title"/>
          </p:nvPr>
        </p:nvSpPr>
        <p:spPr/>
        <p:txBody>
          <a:bodyPr/>
          <a:lstStyle/>
          <a:p>
            <a:r>
              <a:rPr lang="en-US" dirty="0"/>
              <a:t>Where to Evaluate?</a:t>
            </a:r>
            <a:endParaRPr lang="en-PK" dirty="0"/>
          </a:p>
        </p:txBody>
      </p:sp>
      <p:sp>
        <p:nvSpPr>
          <p:cNvPr id="3" name="Content Placeholder 2">
            <a:extLst>
              <a:ext uri="{FF2B5EF4-FFF2-40B4-BE49-F238E27FC236}">
                <a16:creationId xmlns:a16="http://schemas.microsoft.com/office/drawing/2014/main" id="{2716E7FC-9CA8-F0BA-599E-9346AF971C56}"/>
              </a:ext>
            </a:extLst>
          </p:cNvPr>
          <p:cNvSpPr>
            <a:spLocks noGrp="1"/>
          </p:cNvSpPr>
          <p:nvPr>
            <p:ph idx="1"/>
          </p:nvPr>
        </p:nvSpPr>
        <p:spPr/>
        <p:txBody>
          <a:bodyPr>
            <a:normAutofit fontScale="92500"/>
          </a:bodyPr>
          <a:lstStyle/>
          <a:p>
            <a:pPr algn="just"/>
            <a:r>
              <a:rPr lang="en-GB" sz="2800" dirty="0"/>
              <a:t>Where evaluation takes place depends on what is being evaluated. </a:t>
            </a:r>
          </a:p>
          <a:p>
            <a:pPr algn="just"/>
            <a:endParaRPr lang="en-GB" sz="2800" dirty="0"/>
          </a:p>
          <a:p>
            <a:pPr algn="just"/>
            <a:r>
              <a:rPr lang="en-GB" sz="2800" dirty="0"/>
              <a:t>Some characteristics, such as web accessibility, are generally evaluated in a lab because it provides the control necessary to investigate systematically whether all of the requirements are met.</a:t>
            </a:r>
          </a:p>
          <a:p>
            <a:pPr algn="just"/>
            <a:endParaRPr lang="en-GB" sz="2800" dirty="0"/>
          </a:p>
          <a:p>
            <a:pPr algn="just"/>
            <a:r>
              <a:rPr lang="en-GB" sz="2800" dirty="0"/>
              <a:t>Some interfaces can be evaluated more effectively in natural settings, which are often referred to as in-the-wild studies.</a:t>
            </a:r>
            <a:endParaRPr lang="en-PK" sz="2800" dirty="0"/>
          </a:p>
        </p:txBody>
      </p:sp>
    </p:spTree>
    <p:extLst>
      <p:ext uri="{BB962C8B-B14F-4D97-AF65-F5344CB8AC3E}">
        <p14:creationId xmlns:p14="http://schemas.microsoft.com/office/powerpoint/2010/main" val="5740419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8EAB5-D628-A1E8-77DA-F5A72E22D86B}"/>
              </a:ext>
            </a:extLst>
          </p:cNvPr>
          <p:cNvSpPr>
            <a:spLocks noGrp="1"/>
          </p:cNvSpPr>
          <p:nvPr>
            <p:ph type="title"/>
          </p:nvPr>
        </p:nvSpPr>
        <p:spPr/>
        <p:txBody>
          <a:bodyPr/>
          <a:lstStyle/>
          <a:p>
            <a:r>
              <a:rPr lang="en-US" dirty="0"/>
              <a:t>When to Evaluate?</a:t>
            </a:r>
            <a:endParaRPr lang="en-PK" dirty="0"/>
          </a:p>
        </p:txBody>
      </p:sp>
      <p:sp>
        <p:nvSpPr>
          <p:cNvPr id="3" name="Content Placeholder 2">
            <a:extLst>
              <a:ext uri="{FF2B5EF4-FFF2-40B4-BE49-F238E27FC236}">
                <a16:creationId xmlns:a16="http://schemas.microsoft.com/office/drawing/2014/main" id="{4E28CF92-6790-2649-157A-DEA672A37CB4}"/>
              </a:ext>
            </a:extLst>
          </p:cNvPr>
          <p:cNvSpPr>
            <a:spLocks noGrp="1"/>
          </p:cNvSpPr>
          <p:nvPr>
            <p:ph idx="1"/>
          </p:nvPr>
        </p:nvSpPr>
        <p:spPr/>
        <p:txBody>
          <a:bodyPr>
            <a:normAutofit fontScale="92500" lnSpcReduction="10000"/>
          </a:bodyPr>
          <a:lstStyle/>
          <a:p>
            <a:pPr algn="just"/>
            <a:r>
              <a:rPr lang="en-GB" sz="2800" dirty="0"/>
              <a:t>The stage in the product lifecycle when evaluation takes place depends on the type of product and the development process being followed.</a:t>
            </a:r>
          </a:p>
          <a:p>
            <a:pPr algn="just"/>
            <a:endParaRPr lang="en-GB" sz="2800" dirty="0"/>
          </a:p>
          <a:p>
            <a:pPr algn="just"/>
            <a:r>
              <a:rPr lang="en-GB" sz="2800" dirty="0"/>
              <a:t>For example, the product being developed could be a new concept, or it could be an upgrade to an existing product.</a:t>
            </a:r>
          </a:p>
          <a:p>
            <a:pPr marL="82296" indent="0" algn="just">
              <a:buNone/>
            </a:pPr>
            <a:endParaRPr lang="en-GB" sz="2800" dirty="0"/>
          </a:p>
          <a:p>
            <a:pPr algn="just"/>
            <a:r>
              <a:rPr lang="en-GB" sz="2800" dirty="0"/>
              <a:t>There are two levels of evaluations</a:t>
            </a:r>
          </a:p>
          <a:p>
            <a:pPr marL="870966" lvl="1" indent="-514350" algn="just">
              <a:buFont typeface="+mj-lt"/>
              <a:buAutoNum type="arabicPeriod"/>
            </a:pPr>
            <a:r>
              <a:rPr lang="en-US" dirty="0"/>
              <a:t>Formative evaluations</a:t>
            </a:r>
            <a:endParaRPr lang="en-GB" dirty="0"/>
          </a:p>
          <a:p>
            <a:pPr marL="870966" lvl="1" indent="-514350" algn="just">
              <a:buFont typeface="+mj-lt"/>
              <a:buAutoNum type="arabicPeriod"/>
            </a:pPr>
            <a:r>
              <a:rPr lang="en-US" dirty="0"/>
              <a:t>Summative evaluations</a:t>
            </a:r>
            <a:endParaRPr lang="en-PK" dirty="0"/>
          </a:p>
        </p:txBody>
      </p:sp>
    </p:spTree>
    <p:extLst>
      <p:ext uri="{BB962C8B-B14F-4D97-AF65-F5344CB8AC3E}">
        <p14:creationId xmlns:p14="http://schemas.microsoft.com/office/powerpoint/2010/main" val="25611460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823C2-CCE8-F8C7-2FB9-BF40527E970E}"/>
              </a:ext>
            </a:extLst>
          </p:cNvPr>
          <p:cNvSpPr>
            <a:spLocks noGrp="1"/>
          </p:cNvSpPr>
          <p:nvPr>
            <p:ph type="title"/>
          </p:nvPr>
        </p:nvSpPr>
        <p:spPr/>
        <p:txBody>
          <a:bodyPr/>
          <a:lstStyle/>
          <a:p>
            <a:r>
              <a:rPr lang="en-US" dirty="0"/>
              <a:t>Formative Evaluations </a:t>
            </a:r>
            <a:endParaRPr lang="en-PK" dirty="0"/>
          </a:p>
        </p:txBody>
      </p:sp>
      <p:sp>
        <p:nvSpPr>
          <p:cNvPr id="3" name="Content Placeholder 2">
            <a:extLst>
              <a:ext uri="{FF2B5EF4-FFF2-40B4-BE49-F238E27FC236}">
                <a16:creationId xmlns:a16="http://schemas.microsoft.com/office/drawing/2014/main" id="{78B39425-D041-CE1F-ED71-603BE7C3879A}"/>
              </a:ext>
            </a:extLst>
          </p:cNvPr>
          <p:cNvSpPr>
            <a:spLocks noGrp="1"/>
          </p:cNvSpPr>
          <p:nvPr>
            <p:ph idx="1"/>
          </p:nvPr>
        </p:nvSpPr>
        <p:spPr/>
        <p:txBody>
          <a:bodyPr>
            <a:normAutofit/>
          </a:bodyPr>
          <a:lstStyle/>
          <a:p>
            <a:pPr marL="82296" indent="0" algn="just">
              <a:buNone/>
            </a:pPr>
            <a:r>
              <a:rPr lang="en-GB" sz="2800" dirty="0"/>
              <a:t>When evaluations are conducted during design to check that a product continues to meet users’ needs, they are known as formative evaluations. </a:t>
            </a:r>
          </a:p>
          <a:p>
            <a:pPr marL="82296" indent="0" algn="just">
              <a:buNone/>
            </a:pPr>
            <a:endParaRPr lang="en-GB" sz="2800" dirty="0"/>
          </a:p>
          <a:p>
            <a:pPr marL="82296" indent="0" algn="just">
              <a:buNone/>
            </a:pPr>
            <a:r>
              <a:rPr lang="en-GB" sz="2800" dirty="0"/>
              <a:t>Formative evaluations cover a broad range of design processes, from the development of early sketches and prototypes through to tweaking and perfecting a nearly finished design.</a:t>
            </a:r>
            <a:endParaRPr lang="en-PK" sz="2800" dirty="0"/>
          </a:p>
        </p:txBody>
      </p:sp>
    </p:spTree>
    <p:extLst>
      <p:ext uri="{BB962C8B-B14F-4D97-AF65-F5344CB8AC3E}">
        <p14:creationId xmlns:p14="http://schemas.microsoft.com/office/powerpoint/2010/main" val="28291448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225A0-FD90-3D49-BF2F-D66E40749A11}"/>
              </a:ext>
            </a:extLst>
          </p:cNvPr>
          <p:cNvSpPr>
            <a:spLocks noGrp="1"/>
          </p:cNvSpPr>
          <p:nvPr>
            <p:ph type="title"/>
          </p:nvPr>
        </p:nvSpPr>
        <p:spPr/>
        <p:txBody>
          <a:bodyPr/>
          <a:lstStyle/>
          <a:p>
            <a:r>
              <a:rPr lang="en-US" dirty="0"/>
              <a:t>Summative Evaluations </a:t>
            </a:r>
            <a:endParaRPr lang="en-PK" dirty="0"/>
          </a:p>
        </p:txBody>
      </p:sp>
      <p:sp>
        <p:nvSpPr>
          <p:cNvPr id="3" name="Content Placeholder 2">
            <a:extLst>
              <a:ext uri="{FF2B5EF4-FFF2-40B4-BE49-F238E27FC236}">
                <a16:creationId xmlns:a16="http://schemas.microsoft.com/office/drawing/2014/main" id="{F4299871-51B1-0DDE-28BF-DE13161F9B24}"/>
              </a:ext>
            </a:extLst>
          </p:cNvPr>
          <p:cNvSpPr>
            <a:spLocks noGrp="1"/>
          </p:cNvSpPr>
          <p:nvPr>
            <p:ph idx="1"/>
          </p:nvPr>
        </p:nvSpPr>
        <p:spPr/>
        <p:txBody>
          <a:bodyPr>
            <a:normAutofit/>
          </a:bodyPr>
          <a:lstStyle/>
          <a:p>
            <a:pPr marL="82296" indent="0" algn="just">
              <a:buNone/>
            </a:pPr>
            <a:r>
              <a:rPr lang="en-GB" sz="2800" dirty="0"/>
              <a:t>Evaluations that are carried out to assess the success of a finished product are known summative evaluations. </a:t>
            </a:r>
          </a:p>
          <a:p>
            <a:pPr marL="82296" indent="0" algn="just">
              <a:buNone/>
            </a:pPr>
            <a:endParaRPr lang="en-GB" sz="2800" dirty="0"/>
          </a:p>
          <a:p>
            <a:pPr marL="82296" indent="0" algn="just">
              <a:buNone/>
            </a:pPr>
            <a:r>
              <a:rPr lang="en-GB" sz="2800" dirty="0"/>
              <a:t>If the product is being upgraded, then the evaluation may not focus on discovering new requirements but may instead evaluate the existing product to ascertain what needs improving</a:t>
            </a:r>
            <a:endParaRPr lang="en-PK" sz="2800" dirty="0"/>
          </a:p>
        </p:txBody>
      </p:sp>
    </p:spTree>
    <p:extLst>
      <p:ext uri="{BB962C8B-B14F-4D97-AF65-F5344CB8AC3E}">
        <p14:creationId xmlns:p14="http://schemas.microsoft.com/office/powerpoint/2010/main" val="38281986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Evaluation Timeline</a:t>
            </a:r>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40990" y="1295400"/>
            <a:ext cx="4362450" cy="10192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0990" y="2638155"/>
            <a:ext cx="4362450" cy="12459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 name="Picture 4">
            <a:extLst>
              <a:ext uri="{FF2B5EF4-FFF2-40B4-BE49-F238E27FC236}">
                <a16:creationId xmlns:a16="http://schemas.microsoft.com/office/drawing/2014/main" id="{C5DAF344-FC07-E487-8D22-3F0F3059E5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4147513"/>
            <a:ext cx="4362450" cy="106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5">
            <a:extLst>
              <a:ext uri="{FF2B5EF4-FFF2-40B4-BE49-F238E27FC236}">
                <a16:creationId xmlns:a16="http://schemas.microsoft.com/office/drawing/2014/main" id="{43AABED6-7468-6D45-A425-CC2B80D865A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95600" y="5590637"/>
            <a:ext cx="4343400" cy="106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117068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EB5F1-1CB2-8D1C-4163-374EE197CE58}"/>
              </a:ext>
            </a:extLst>
          </p:cNvPr>
          <p:cNvSpPr>
            <a:spLocks noGrp="1"/>
          </p:cNvSpPr>
          <p:nvPr>
            <p:ph type="title"/>
          </p:nvPr>
        </p:nvSpPr>
        <p:spPr/>
        <p:txBody>
          <a:bodyPr/>
          <a:lstStyle/>
          <a:p>
            <a:r>
              <a:rPr lang="en-US" dirty="0"/>
              <a:t>Types of Evaluation - Controlled</a:t>
            </a:r>
            <a:endParaRPr lang="en-PK" dirty="0"/>
          </a:p>
        </p:txBody>
      </p:sp>
      <p:sp>
        <p:nvSpPr>
          <p:cNvPr id="3" name="Content Placeholder 2">
            <a:extLst>
              <a:ext uri="{FF2B5EF4-FFF2-40B4-BE49-F238E27FC236}">
                <a16:creationId xmlns:a16="http://schemas.microsoft.com/office/drawing/2014/main" id="{98105ADA-EE76-4636-9327-A012274E0787}"/>
              </a:ext>
            </a:extLst>
          </p:cNvPr>
          <p:cNvSpPr>
            <a:spLocks noGrp="1"/>
          </p:cNvSpPr>
          <p:nvPr>
            <p:ph idx="1"/>
          </p:nvPr>
        </p:nvSpPr>
        <p:spPr/>
        <p:txBody>
          <a:bodyPr>
            <a:normAutofit/>
          </a:bodyPr>
          <a:lstStyle/>
          <a:p>
            <a:pPr algn="just"/>
            <a:r>
              <a:rPr lang="en-GB" sz="2800" dirty="0"/>
              <a:t>Controlled settings directly involving users (examples are usability labs and research labs)</a:t>
            </a:r>
          </a:p>
          <a:p>
            <a:pPr algn="just"/>
            <a:endParaRPr lang="en-GB" sz="2800" dirty="0"/>
          </a:p>
          <a:p>
            <a:pPr algn="just"/>
            <a:r>
              <a:rPr lang="en-GB" sz="2800" dirty="0"/>
              <a:t>Users’ activities are controlled to test hypotheses and measure or observe certain </a:t>
            </a:r>
            <a:r>
              <a:rPr lang="en-GB" sz="2800" dirty="0" err="1"/>
              <a:t>behaviors</a:t>
            </a:r>
            <a:r>
              <a:rPr lang="en-GB" sz="2800" dirty="0"/>
              <a:t>. </a:t>
            </a:r>
          </a:p>
          <a:p>
            <a:pPr algn="just"/>
            <a:endParaRPr lang="en-GB" sz="2800" dirty="0"/>
          </a:p>
          <a:p>
            <a:pPr algn="just"/>
            <a:r>
              <a:rPr lang="en-GB" sz="2800" dirty="0"/>
              <a:t>The main methods are usability testing and experiments. </a:t>
            </a:r>
          </a:p>
        </p:txBody>
      </p:sp>
    </p:spTree>
    <p:extLst>
      <p:ext uri="{BB962C8B-B14F-4D97-AF65-F5344CB8AC3E}">
        <p14:creationId xmlns:p14="http://schemas.microsoft.com/office/powerpoint/2010/main" val="2236730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E0B22-3ADE-1C3F-0421-78AB94538105}"/>
              </a:ext>
            </a:extLst>
          </p:cNvPr>
          <p:cNvSpPr>
            <a:spLocks noGrp="1"/>
          </p:cNvSpPr>
          <p:nvPr>
            <p:ph type="title"/>
          </p:nvPr>
        </p:nvSpPr>
        <p:spPr/>
        <p:txBody>
          <a:bodyPr/>
          <a:lstStyle/>
          <a:p>
            <a:r>
              <a:rPr lang="en-US" dirty="0"/>
              <a:t>Usability Testing</a:t>
            </a:r>
            <a:endParaRPr lang="en-PK" dirty="0"/>
          </a:p>
        </p:txBody>
      </p:sp>
      <p:sp>
        <p:nvSpPr>
          <p:cNvPr id="3" name="Content Placeholder 2">
            <a:extLst>
              <a:ext uri="{FF2B5EF4-FFF2-40B4-BE49-F238E27FC236}">
                <a16:creationId xmlns:a16="http://schemas.microsoft.com/office/drawing/2014/main" id="{13ADA212-C3F4-FD77-A5A7-5C6AD9E7A8B9}"/>
              </a:ext>
            </a:extLst>
          </p:cNvPr>
          <p:cNvSpPr>
            <a:spLocks noGrp="1"/>
          </p:cNvSpPr>
          <p:nvPr>
            <p:ph idx="1"/>
          </p:nvPr>
        </p:nvSpPr>
        <p:spPr/>
        <p:txBody>
          <a:bodyPr>
            <a:normAutofit lnSpcReduction="10000"/>
          </a:bodyPr>
          <a:lstStyle/>
          <a:p>
            <a:pPr algn="just"/>
            <a:r>
              <a:rPr lang="en-GB" sz="2400" dirty="0"/>
              <a:t>This approach to evaluating user interfaces involves collecting data using a combination of methods in a controlled setting</a:t>
            </a:r>
          </a:p>
          <a:p>
            <a:pPr algn="just"/>
            <a:endParaRPr lang="en-GB" sz="2400" dirty="0"/>
          </a:p>
          <a:p>
            <a:pPr algn="just"/>
            <a:r>
              <a:rPr lang="en-GB" sz="2400" dirty="0"/>
              <a:t>Often, usability testing is conducted in labs</a:t>
            </a:r>
          </a:p>
          <a:p>
            <a:pPr algn="just"/>
            <a:endParaRPr lang="en-GB" sz="2400" dirty="0"/>
          </a:p>
          <a:p>
            <a:pPr algn="just"/>
            <a:r>
              <a:rPr lang="en-GB" sz="2400" dirty="0"/>
              <a:t>The primary goal is to determine whether an interface is usable by the intended user population to carry out the tasks for which it was designed.</a:t>
            </a:r>
          </a:p>
          <a:p>
            <a:pPr algn="just"/>
            <a:endParaRPr lang="en-GB" sz="2400" dirty="0"/>
          </a:p>
          <a:p>
            <a:pPr algn="just"/>
            <a:r>
              <a:rPr lang="en-GB" sz="2400" dirty="0"/>
              <a:t>Data Collection [qualitative and quantitative]</a:t>
            </a:r>
          </a:p>
          <a:p>
            <a:pPr marL="356616" lvl="1" indent="0" algn="just">
              <a:buNone/>
            </a:pPr>
            <a:r>
              <a:rPr lang="en-GB" sz="2000" dirty="0"/>
              <a:t>video recording, software logging. Observations, questionnaire , interviews</a:t>
            </a:r>
          </a:p>
        </p:txBody>
      </p:sp>
    </p:spTree>
    <p:extLst>
      <p:ext uri="{BB962C8B-B14F-4D97-AF65-F5344CB8AC3E}">
        <p14:creationId xmlns:p14="http://schemas.microsoft.com/office/powerpoint/2010/main" val="25202621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AC85F-250E-54BB-5A45-E0AB7C7FB5FF}"/>
              </a:ext>
            </a:extLst>
          </p:cNvPr>
          <p:cNvSpPr>
            <a:spLocks noGrp="1"/>
          </p:cNvSpPr>
          <p:nvPr>
            <p:ph type="title"/>
          </p:nvPr>
        </p:nvSpPr>
        <p:spPr/>
        <p:txBody>
          <a:bodyPr/>
          <a:lstStyle/>
          <a:p>
            <a:r>
              <a:rPr lang="en-US" dirty="0"/>
              <a:t>Experiments</a:t>
            </a:r>
            <a:endParaRPr lang="en-PK" dirty="0"/>
          </a:p>
        </p:txBody>
      </p:sp>
      <p:sp>
        <p:nvSpPr>
          <p:cNvPr id="3" name="Content Placeholder 2">
            <a:extLst>
              <a:ext uri="{FF2B5EF4-FFF2-40B4-BE49-F238E27FC236}">
                <a16:creationId xmlns:a16="http://schemas.microsoft.com/office/drawing/2014/main" id="{6E5C63B4-2090-6EF9-44A7-816DC1E1BAEA}"/>
              </a:ext>
            </a:extLst>
          </p:cNvPr>
          <p:cNvSpPr>
            <a:spLocks noGrp="1"/>
          </p:cNvSpPr>
          <p:nvPr>
            <p:ph idx="1"/>
          </p:nvPr>
        </p:nvSpPr>
        <p:spPr/>
        <p:txBody>
          <a:bodyPr>
            <a:normAutofit/>
          </a:bodyPr>
          <a:lstStyle/>
          <a:p>
            <a:pPr algn="just"/>
            <a:r>
              <a:rPr lang="en-GB" sz="2800" dirty="0"/>
              <a:t>Experiments are typically conducted in research labs at universities or commercial labs to test such hypotheses.</a:t>
            </a:r>
          </a:p>
          <a:p>
            <a:pPr algn="just"/>
            <a:endParaRPr lang="en-GB" sz="2800" dirty="0"/>
          </a:p>
          <a:p>
            <a:pPr algn="just"/>
            <a:r>
              <a:rPr lang="en-GB" sz="2800" dirty="0"/>
              <a:t>These include providing the same instructions to all of the participants</a:t>
            </a:r>
          </a:p>
          <a:p>
            <a:pPr algn="just"/>
            <a:endParaRPr lang="en-GB" sz="2800" dirty="0"/>
          </a:p>
          <a:p>
            <a:pPr algn="just"/>
            <a:r>
              <a:rPr lang="en-GB" sz="2800" dirty="0"/>
              <a:t>The data collected would then be </a:t>
            </a:r>
            <a:r>
              <a:rPr lang="en-GB" sz="2800" dirty="0" err="1"/>
              <a:t>analyzed</a:t>
            </a:r>
            <a:r>
              <a:rPr lang="en-GB" sz="2800" dirty="0"/>
              <a:t> to determine whether the scores for each condition were significantly different?</a:t>
            </a:r>
            <a:endParaRPr lang="en-PK" sz="2800" dirty="0"/>
          </a:p>
        </p:txBody>
      </p:sp>
    </p:spTree>
    <p:extLst>
      <p:ext uri="{BB962C8B-B14F-4D97-AF65-F5344CB8AC3E}">
        <p14:creationId xmlns:p14="http://schemas.microsoft.com/office/powerpoint/2010/main" val="10304737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ECDFA-B1D7-C8CC-F032-466732BCFFB8}"/>
              </a:ext>
            </a:extLst>
          </p:cNvPr>
          <p:cNvSpPr>
            <a:spLocks noGrp="1"/>
          </p:cNvSpPr>
          <p:nvPr>
            <p:ph type="title"/>
          </p:nvPr>
        </p:nvSpPr>
        <p:spPr/>
        <p:txBody>
          <a:bodyPr/>
          <a:lstStyle/>
          <a:p>
            <a:r>
              <a:rPr lang="en-US" dirty="0"/>
              <a:t>Types of Evaluation – Natural </a:t>
            </a:r>
            <a:endParaRPr lang="en-PK" dirty="0"/>
          </a:p>
        </p:txBody>
      </p:sp>
      <p:sp>
        <p:nvSpPr>
          <p:cNvPr id="3" name="Content Placeholder 2">
            <a:extLst>
              <a:ext uri="{FF2B5EF4-FFF2-40B4-BE49-F238E27FC236}">
                <a16:creationId xmlns:a16="http://schemas.microsoft.com/office/drawing/2014/main" id="{97860562-8668-B1CF-7F43-A0C5E0D14AD5}"/>
              </a:ext>
            </a:extLst>
          </p:cNvPr>
          <p:cNvSpPr>
            <a:spLocks noGrp="1"/>
          </p:cNvSpPr>
          <p:nvPr>
            <p:ph idx="1"/>
          </p:nvPr>
        </p:nvSpPr>
        <p:spPr/>
        <p:txBody>
          <a:bodyPr>
            <a:normAutofit/>
          </a:bodyPr>
          <a:lstStyle/>
          <a:p>
            <a:pPr algn="just"/>
            <a:r>
              <a:rPr lang="en-GB" sz="2800" dirty="0"/>
              <a:t>Natural settings involving users (examples are online communities and products that are used in public places)</a:t>
            </a:r>
          </a:p>
          <a:p>
            <a:pPr algn="just"/>
            <a:endParaRPr lang="en-GB" sz="2800" dirty="0"/>
          </a:p>
          <a:p>
            <a:pPr algn="just"/>
            <a:r>
              <a:rPr lang="en-GB" sz="2800" dirty="0"/>
              <a:t>There is little or no control of users’ activities to determine how the product would be used in the real world. </a:t>
            </a:r>
          </a:p>
          <a:p>
            <a:pPr algn="just"/>
            <a:endParaRPr lang="en-GB" sz="2800" dirty="0"/>
          </a:p>
          <a:p>
            <a:pPr algn="just"/>
            <a:r>
              <a:rPr lang="en-GB" sz="2800" dirty="0"/>
              <a:t>The main method used is field studies (for example in-the-wild studies). </a:t>
            </a:r>
            <a:endParaRPr lang="en-PK" sz="2800" dirty="0"/>
          </a:p>
        </p:txBody>
      </p:sp>
    </p:spTree>
    <p:extLst>
      <p:ext uri="{BB962C8B-B14F-4D97-AF65-F5344CB8AC3E}">
        <p14:creationId xmlns:p14="http://schemas.microsoft.com/office/powerpoint/2010/main" val="9589880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A825E-0CD5-B8C9-C260-9FE7DD08802E}"/>
              </a:ext>
            </a:extLst>
          </p:cNvPr>
          <p:cNvSpPr>
            <a:spLocks noGrp="1"/>
          </p:cNvSpPr>
          <p:nvPr>
            <p:ph type="title"/>
          </p:nvPr>
        </p:nvSpPr>
        <p:spPr/>
        <p:txBody>
          <a:bodyPr/>
          <a:lstStyle/>
          <a:p>
            <a:r>
              <a:rPr lang="en-US" dirty="0"/>
              <a:t>Field Studies </a:t>
            </a:r>
            <a:endParaRPr lang="en-PK" dirty="0"/>
          </a:p>
        </p:txBody>
      </p:sp>
      <p:sp>
        <p:nvSpPr>
          <p:cNvPr id="3" name="Content Placeholder 2">
            <a:extLst>
              <a:ext uri="{FF2B5EF4-FFF2-40B4-BE49-F238E27FC236}">
                <a16:creationId xmlns:a16="http://schemas.microsoft.com/office/drawing/2014/main" id="{0AAF5FA8-4004-A65C-5DB5-A4C418236F4E}"/>
              </a:ext>
            </a:extLst>
          </p:cNvPr>
          <p:cNvSpPr>
            <a:spLocks noGrp="1"/>
          </p:cNvSpPr>
          <p:nvPr>
            <p:ph idx="1"/>
          </p:nvPr>
        </p:nvSpPr>
        <p:spPr/>
        <p:txBody>
          <a:bodyPr>
            <a:normAutofit lnSpcReduction="10000"/>
          </a:bodyPr>
          <a:lstStyle/>
          <a:p>
            <a:pPr marL="82296" indent="0" algn="just">
              <a:buNone/>
            </a:pPr>
            <a:r>
              <a:rPr lang="en-GB" sz="2800" dirty="0"/>
              <a:t>The goal of field studies is to evaluate products with users in their natural settings. Field studies are used primarily to</a:t>
            </a:r>
          </a:p>
          <a:p>
            <a:pPr marL="82296" indent="0" algn="just">
              <a:buNone/>
            </a:pPr>
            <a:endParaRPr lang="en-GB" sz="2800" dirty="0"/>
          </a:p>
          <a:p>
            <a:pPr marL="859536" lvl="1" indent="-457200" algn="just">
              <a:buFont typeface="+mj-lt"/>
              <a:buAutoNum type="arabicPeriod"/>
            </a:pPr>
            <a:r>
              <a:rPr lang="en-GB" sz="2400" dirty="0"/>
              <a:t>Help identify opportunities for new technology </a:t>
            </a:r>
          </a:p>
          <a:p>
            <a:pPr marL="859536" lvl="1" indent="-457200" algn="just">
              <a:buFont typeface="+mj-lt"/>
              <a:buAutoNum type="arabicPeriod"/>
            </a:pPr>
            <a:r>
              <a:rPr lang="en-GB" sz="2400" dirty="0"/>
              <a:t>Establish the requirements for a new design</a:t>
            </a:r>
          </a:p>
          <a:p>
            <a:pPr marL="859536" lvl="1" indent="-457200" algn="just">
              <a:buFont typeface="+mj-lt"/>
              <a:buAutoNum type="arabicPeriod"/>
            </a:pPr>
            <a:r>
              <a:rPr lang="en-GB" sz="2400" dirty="0"/>
              <a:t>Facilitate the introduction of technology or inform deployment of existing technology in new contexts</a:t>
            </a:r>
          </a:p>
          <a:p>
            <a:pPr marL="859536" lvl="1" indent="-457200" algn="just">
              <a:buFont typeface="+mj-lt"/>
              <a:buAutoNum type="arabicPeriod"/>
            </a:pPr>
            <a:endParaRPr lang="en-US" sz="2400" dirty="0"/>
          </a:p>
          <a:p>
            <a:pPr marL="128016" indent="0" algn="just">
              <a:buNone/>
            </a:pPr>
            <a:r>
              <a:rPr lang="en-GB" sz="2800" dirty="0"/>
              <a:t>Methods that are typically used are observation, interviews, and interaction logging.</a:t>
            </a:r>
          </a:p>
        </p:txBody>
      </p:sp>
    </p:spTree>
    <p:extLst>
      <p:ext uri="{BB962C8B-B14F-4D97-AF65-F5344CB8AC3E}">
        <p14:creationId xmlns:p14="http://schemas.microsoft.com/office/powerpoint/2010/main" val="40430937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76C7E-46D2-8A54-0447-6CA9408CF972}"/>
              </a:ext>
            </a:extLst>
          </p:cNvPr>
          <p:cNvSpPr>
            <a:spLocks noGrp="1"/>
          </p:cNvSpPr>
          <p:nvPr>
            <p:ph type="title"/>
          </p:nvPr>
        </p:nvSpPr>
        <p:spPr/>
        <p:txBody>
          <a:bodyPr/>
          <a:lstStyle/>
          <a:p>
            <a:r>
              <a:rPr lang="en-US" dirty="0"/>
              <a:t>Types of Evaluation - Indirect</a:t>
            </a:r>
            <a:endParaRPr lang="en-PK" dirty="0"/>
          </a:p>
        </p:txBody>
      </p:sp>
      <p:sp>
        <p:nvSpPr>
          <p:cNvPr id="3" name="Content Placeholder 2">
            <a:extLst>
              <a:ext uri="{FF2B5EF4-FFF2-40B4-BE49-F238E27FC236}">
                <a16:creationId xmlns:a16="http://schemas.microsoft.com/office/drawing/2014/main" id="{6B473B17-A4AC-6835-6C22-95754493A507}"/>
              </a:ext>
            </a:extLst>
          </p:cNvPr>
          <p:cNvSpPr>
            <a:spLocks noGrp="1"/>
          </p:cNvSpPr>
          <p:nvPr>
            <p:ph idx="1"/>
          </p:nvPr>
        </p:nvSpPr>
        <p:spPr/>
        <p:txBody>
          <a:bodyPr>
            <a:normAutofit/>
          </a:bodyPr>
          <a:lstStyle/>
          <a:p>
            <a:pPr algn="just"/>
            <a:r>
              <a:rPr lang="en-GB" sz="2800" dirty="0"/>
              <a:t>Any settings not directly involving users</a:t>
            </a:r>
          </a:p>
          <a:p>
            <a:pPr algn="just"/>
            <a:endParaRPr lang="en-GB" sz="2800" dirty="0"/>
          </a:p>
          <a:p>
            <a:pPr algn="just"/>
            <a:r>
              <a:rPr lang="en-GB" sz="2800" dirty="0"/>
              <a:t>Consultants and researchers critique, predict, and model aspects of the interface to identify the most obvious usability problems. </a:t>
            </a:r>
          </a:p>
          <a:p>
            <a:pPr algn="just"/>
            <a:endParaRPr lang="en-GB" sz="2800" dirty="0"/>
          </a:p>
          <a:p>
            <a:pPr algn="just"/>
            <a:r>
              <a:rPr lang="en-GB" sz="2800" dirty="0"/>
              <a:t>The range of methods includes inspections, heuristics, walk-throughs, models, and analytics</a:t>
            </a:r>
            <a:endParaRPr lang="en-PK" sz="2800" dirty="0"/>
          </a:p>
          <a:p>
            <a:pPr algn="just"/>
            <a:endParaRPr lang="en-PK" sz="2800" dirty="0"/>
          </a:p>
        </p:txBody>
      </p:sp>
    </p:spTree>
    <p:extLst>
      <p:ext uri="{BB962C8B-B14F-4D97-AF65-F5344CB8AC3E}">
        <p14:creationId xmlns:p14="http://schemas.microsoft.com/office/powerpoint/2010/main" val="25707971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BB621-0AE0-DEF0-7E14-08B0125AC39F}"/>
              </a:ext>
            </a:extLst>
          </p:cNvPr>
          <p:cNvSpPr>
            <a:spLocks noGrp="1"/>
          </p:cNvSpPr>
          <p:nvPr>
            <p:ph type="title"/>
          </p:nvPr>
        </p:nvSpPr>
        <p:spPr/>
        <p:txBody>
          <a:bodyPr/>
          <a:lstStyle/>
          <a:p>
            <a:r>
              <a:rPr lang="en-US" dirty="0"/>
              <a:t>Cognitive Walkthrough </a:t>
            </a:r>
            <a:endParaRPr lang="en-PK" dirty="0"/>
          </a:p>
        </p:txBody>
      </p:sp>
      <p:sp>
        <p:nvSpPr>
          <p:cNvPr id="3" name="Content Placeholder 2">
            <a:extLst>
              <a:ext uri="{FF2B5EF4-FFF2-40B4-BE49-F238E27FC236}">
                <a16:creationId xmlns:a16="http://schemas.microsoft.com/office/drawing/2014/main" id="{E613C497-E16C-4F83-D203-C9851316C5CF}"/>
              </a:ext>
            </a:extLst>
          </p:cNvPr>
          <p:cNvSpPr>
            <a:spLocks noGrp="1"/>
          </p:cNvSpPr>
          <p:nvPr>
            <p:ph idx="1"/>
          </p:nvPr>
        </p:nvSpPr>
        <p:spPr/>
        <p:txBody>
          <a:bodyPr>
            <a:normAutofit/>
          </a:bodyPr>
          <a:lstStyle/>
          <a:p>
            <a:pPr marL="82296" indent="0" algn="just">
              <a:buNone/>
            </a:pPr>
            <a:r>
              <a:rPr lang="en-GB" sz="2800" dirty="0"/>
              <a:t>Cognitive walk-throughs involve simulating a user’s problem-solving process at each step in the human-computer dialogue and checking to see how users progress from step to step in these interactions.</a:t>
            </a:r>
          </a:p>
          <a:p>
            <a:pPr marL="82296" indent="0" algn="just">
              <a:buNone/>
            </a:pPr>
            <a:endParaRPr lang="en-GB" sz="2800" dirty="0"/>
          </a:p>
          <a:p>
            <a:pPr marL="82296" indent="0" algn="just">
              <a:buNone/>
            </a:pPr>
            <a:r>
              <a:rPr lang="en-GB" sz="2800" dirty="0"/>
              <a:t>It involves answering a set of prescribed questions, with the goal of identifying those aspects of the interface that could be challenging to new users.</a:t>
            </a:r>
            <a:endParaRPr lang="en-PK" sz="2800" dirty="0"/>
          </a:p>
        </p:txBody>
      </p:sp>
    </p:spTree>
    <p:extLst>
      <p:ext uri="{BB962C8B-B14F-4D97-AF65-F5344CB8AC3E}">
        <p14:creationId xmlns:p14="http://schemas.microsoft.com/office/powerpoint/2010/main" val="10197143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D7A26-3EE0-CB23-AF69-48495AC8F8BB}"/>
              </a:ext>
            </a:extLst>
          </p:cNvPr>
          <p:cNvSpPr>
            <a:spLocks noGrp="1"/>
          </p:cNvSpPr>
          <p:nvPr>
            <p:ph type="title"/>
          </p:nvPr>
        </p:nvSpPr>
        <p:spPr/>
        <p:txBody>
          <a:bodyPr/>
          <a:lstStyle/>
          <a:p>
            <a:r>
              <a:rPr lang="en-US" dirty="0"/>
              <a:t>Heuristic Evaluation </a:t>
            </a:r>
            <a:endParaRPr lang="en-PK" dirty="0"/>
          </a:p>
        </p:txBody>
      </p:sp>
      <p:sp>
        <p:nvSpPr>
          <p:cNvPr id="3" name="Content Placeholder 2">
            <a:extLst>
              <a:ext uri="{FF2B5EF4-FFF2-40B4-BE49-F238E27FC236}">
                <a16:creationId xmlns:a16="http://schemas.microsoft.com/office/drawing/2014/main" id="{55DAEC0D-0DF8-F41F-808C-225E4A7A567C}"/>
              </a:ext>
            </a:extLst>
          </p:cNvPr>
          <p:cNvSpPr>
            <a:spLocks noGrp="1"/>
          </p:cNvSpPr>
          <p:nvPr>
            <p:ph idx="1"/>
          </p:nvPr>
        </p:nvSpPr>
        <p:spPr/>
        <p:txBody>
          <a:bodyPr>
            <a:normAutofit/>
          </a:bodyPr>
          <a:lstStyle/>
          <a:p>
            <a:pPr marL="82296" indent="0" algn="just">
              <a:buNone/>
            </a:pPr>
            <a:r>
              <a:rPr lang="en-GB" sz="2800" dirty="0"/>
              <a:t>Heuristic evaluation is a process where experts use rules of thumb to measure the usability of user interfaces in independent walkthroughs and report issues. </a:t>
            </a:r>
          </a:p>
          <a:p>
            <a:pPr marL="82296" indent="0" algn="just">
              <a:buNone/>
            </a:pPr>
            <a:endParaRPr lang="en-GB" sz="2800" dirty="0"/>
          </a:p>
          <a:p>
            <a:pPr marL="82296" indent="0" algn="just">
              <a:buNone/>
            </a:pPr>
            <a:r>
              <a:rPr lang="en-GB" sz="2800" dirty="0"/>
              <a:t>Evaluators use established heuristics and reveal insights that can help design teams enhance product usability from early in development.</a:t>
            </a:r>
            <a:endParaRPr lang="en-PK" sz="2800" dirty="0"/>
          </a:p>
        </p:txBody>
      </p:sp>
    </p:spTree>
    <p:extLst>
      <p:ext uri="{BB962C8B-B14F-4D97-AF65-F5344CB8AC3E}">
        <p14:creationId xmlns:p14="http://schemas.microsoft.com/office/powerpoint/2010/main" val="19097361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0BEE1-FF70-96AE-F926-FF8B4EF572A7}"/>
              </a:ext>
            </a:extLst>
          </p:cNvPr>
          <p:cNvSpPr>
            <a:spLocks noGrp="1"/>
          </p:cNvSpPr>
          <p:nvPr>
            <p:ph type="title"/>
          </p:nvPr>
        </p:nvSpPr>
        <p:spPr/>
        <p:txBody>
          <a:bodyPr/>
          <a:lstStyle/>
          <a:p>
            <a:r>
              <a:rPr lang="en-US" dirty="0"/>
              <a:t>Analytics</a:t>
            </a:r>
            <a:endParaRPr lang="en-PK" dirty="0"/>
          </a:p>
        </p:txBody>
      </p:sp>
      <p:sp>
        <p:nvSpPr>
          <p:cNvPr id="3" name="Content Placeholder 2">
            <a:extLst>
              <a:ext uri="{FF2B5EF4-FFF2-40B4-BE49-F238E27FC236}">
                <a16:creationId xmlns:a16="http://schemas.microsoft.com/office/drawing/2014/main" id="{D3A5613C-220F-2F6A-4DDC-B1C53D9EDC67}"/>
              </a:ext>
            </a:extLst>
          </p:cNvPr>
          <p:cNvSpPr>
            <a:spLocks noGrp="1"/>
          </p:cNvSpPr>
          <p:nvPr>
            <p:ph idx="1"/>
          </p:nvPr>
        </p:nvSpPr>
        <p:spPr/>
        <p:txBody>
          <a:bodyPr>
            <a:normAutofit/>
          </a:bodyPr>
          <a:lstStyle/>
          <a:p>
            <a:pPr marL="82296" indent="0" algn="just">
              <a:buNone/>
            </a:pPr>
            <a:r>
              <a:rPr lang="en-GB" sz="2800" dirty="0"/>
              <a:t>Analytics is a technique for logging and </a:t>
            </a:r>
            <a:r>
              <a:rPr lang="en-GB" sz="2800" dirty="0" err="1"/>
              <a:t>analyzing</a:t>
            </a:r>
            <a:r>
              <a:rPr lang="en-GB" sz="2800" dirty="0"/>
              <a:t> data either at a customer’s site or remotely. </a:t>
            </a:r>
          </a:p>
          <a:p>
            <a:pPr marL="82296" indent="0" algn="just">
              <a:buNone/>
            </a:pPr>
            <a:endParaRPr lang="en-GB" sz="2800" dirty="0"/>
          </a:p>
          <a:p>
            <a:pPr marL="82296" indent="0" algn="just">
              <a:buNone/>
            </a:pPr>
            <a:r>
              <a:rPr lang="en-GB" sz="2800" dirty="0"/>
              <a:t>Web analytics is the measurement, collection, analysis, and reporting of Internet data to understand and optimize web usage. </a:t>
            </a:r>
            <a:endParaRPr lang="en-PK" sz="2800" dirty="0"/>
          </a:p>
        </p:txBody>
      </p:sp>
      <p:pic>
        <p:nvPicPr>
          <p:cNvPr id="5" name="Picture 4">
            <a:extLst>
              <a:ext uri="{FF2B5EF4-FFF2-40B4-BE49-F238E27FC236}">
                <a16:creationId xmlns:a16="http://schemas.microsoft.com/office/drawing/2014/main" id="{75C8218A-8E12-4BBD-2A9B-A62EEC69B3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48585" y="4505960"/>
            <a:ext cx="2904615" cy="2199640"/>
          </a:xfrm>
          <a:prstGeom prst="rect">
            <a:avLst/>
          </a:prstGeom>
        </p:spPr>
      </p:pic>
    </p:spTree>
    <p:extLst>
      <p:ext uri="{BB962C8B-B14F-4D97-AF65-F5344CB8AC3E}">
        <p14:creationId xmlns:p14="http://schemas.microsoft.com/office/powerpoint/2010/main" val="17948183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FF309-E7C4-3991-CA8F-EA571F8AA3B0}"/>
              </a:ext>
            </a:extLst>
          </p:cNvPr>
          <p:cNvSpPr>
            <a:spLocks noGrp="1"/>
          </p:cNvSpPr>
          <p:nvPr>
            <p:ph type="title"/>
          </p:nvPr>
        </p:nvSpPr>
        <p:spPr/>
        <p:txBody>
          <a:bodyPr>
            <a:normAutofit fontScale="90000"/>
          </a:bodyPr>
          <a:lstStyle/>
          <a:p>
            <a:r>
              <a:rPr lang="en-US" dirty="0"/>
              <a:t>Selecting and Combining Methods</a:t>
            </a:r>
            <a:endParaRPr lang="en-PK" dirty="0"/>
          </a:p>
        </p:txBody>
      </p:sp>
      <p:sp>
        <p:nvSpPr>
          <p:cNvPr id="3" name="Content Placeholder 2">
            <a:extLst>
              <a:ext uri="{FF2B5EF4-FFF2-40B4-BE49-F238E27FC236}">
                <a16:creationId xmlns:a16="http://schemas.microsoft.com/office/drawing/2014/main" id="{4CA61736-636E-0342-6A40-99A88A20D2B5}"/>
              </a:ext>
            </a:extLst>
          </p:cNvPr>
          <p:cNvSpPr>
            <a:spLocks noGrp="1"/>
          </p:cNvSpPr>
          <p:nvPr>
            <p:ph idx="1"/>
          </p:nvPr>
        </p:nvSpPr>
        <p:spPr/>
        <p:txBody>
          <a:bodyPr>
            <a:normAutofit/>
          </a:bodyPr>
          <a:lstStyle/>
          <a:p>
            <a:pPr marL="82296" indent="0" algn="just">
              <a:buNone/>
            </a:pPr>
            <a:r>
              <a:rPr lang="en-GB" sz="2400" dirty="0">
                <a:solidFill>
                  <a:srgbClr val="0070C0"/>
                </a:solidFill>
              </a:rPr>
              <a:t>The benefits of controlled settings </a:t>
            </a:r>
            <a:r>
              <a:rPr lang="en-GB" sz="2400" dirty="0"/>
              <a:t>include being able to test hypotheses about specific features of the interface where the results can be generalized to the wider population. </a:t>
            </a:r>
          </a:p>
          <a:p>
            <a:pPr marL="82296" indent="0" algn="just">
              <a:buNone/>
            </a:pPr>
            <a:endParaRPr lang="en-GB" sz="2400" dirty="0"/>
          </a:p>
          <a:p>
            <a:pPr marL="82296" indent="0" algn="just">
              <a:buNone/>
            </a:pPr>
            <a:endParaRPr lang="en-GB" sz="2400" dirty="0">
              <a:solidFill>
                <a:srgbClr val="0070C0"/>
              </a:solidFill>
            </a:endParaRPr>
          </a:p>
          <a:p>
            <a:pPr marL="82296" indent="0" algn="just">
              <a:buNone/>
            </a:pPr>
            <a:r>
              <a:rPr lang="en-GB" sz="2400" dirty="0">
                <a:solidFill>
                  <a:srgbClr val="0070C0"/>
                </a:solidFill>
              </a:rPr>
              <a:t>A benefit of uncontrolled settings </a:t>
            </a:r>
            <a:r>
              <a:rPr lang="en-GB" sz="2400" dirty="0"/>
              <a:t>is that unexpected data can be obtained that provides quite different insights into people’s perceptions and their experiences of using, interacting, or communicating through the new technologies in the context of their everyday and working lives</a:t>
            </a:r>
            <a:endParaRPr lang="en-PK" sz="2400" dirty="0"/>
          </a:p>
        </p:txBody>
      </p:sp>
    </p:spTree>
    <p:extLst>
      <p:ext uri="{BB962C8B-B14F-4D97-AF65-F5344CB8AC3E}">
        <p14:creationId xmlns:p14="http://schemas.microsoft.com/office/powerpoint/2010/main" val="27036332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11B43-1F85-7826-2FC5-21A8D4DB7DDF}"/>
              </a:ext>
            </a:extLst>
          </p:cNvPr>
          <p:cNvSpPr>
            <a:spLocks noGrp="1"/>
          </p:cNvSpPr>
          <p:nvPr>
            <p:ph type="title"/>
          </p:nvPr>
        </p:nvSpPr>
        <p:spPr/>
        <p:txBody>
          <a:bodyPr>
            <a:normAutofit fontScale="90000"/>
          </a:bodyPr>
          <a:lstStyle/>
          <a:p>
            <a:r>
              <a:rPr lang="en-US" dirty="0"/>
              <a:t>Issue to Consider When Doing Evaluations</a:t>
            </a:r>
            <a:endParaRPr lang="en-PK" dirty="0"/>
          </a:p>
        </p:txBody>
      </p:sp>
      <p:sp>
        <p:nvSpPr>
          <p:cNvPr id="3" name="Content Placeholder 2">
            <a:extLst>
              <a:ext uri="{FF2B5EF4-FFF2-40B4-BE49-F238E27FC236}">
                <a16:creationId xmlns:a16="http://schemas.microsoft.com/office/drawing/2014/main" id="{E8D27CA1-0A57-E82D-5A41-282F3124A256}"/>
              </a:ext>
            </a:extLst>
          </p:cNvPr>
          <p:cNvSpPr>
            <a:spLocks noGrp="1"/>
          </p:cNvSpPr>
          <p:nvPr>
            <p:ph idx="1"/>
          </p:nvPr>
        </p:nvSpPr>
        <p:spPr/>
        <p:txBody>
          <a:bodyPr>
            <a:normAutofit lnSpcReduction="10000"/>
          </a:bodyPr>
          <a:lstStyle/>
          <a:p>
            <a:pPr marL="82296" indent="0" algn="just">
              <a:buNone/>
            </a:pPr>
            <a:endParaRPr lang="en-GB" dirty="0"/>
          </a:p>
          <a:p>
            <a:pPr marL="82296" indent="0" algn="just">
              <a:buNone/>
            </a:pPr>
            <a:r>
              <a:rPr lang="en-GB" dirty="0"/>
              <a:t>Two central issues are</a:t>
            </a:r>
          </a:p>
          <a:p>
            <a:pPr marL="82296" indent="0" algn="just">
              <a:buNone/>
            </a:pPr>
            <a:endParaRPr lang="en-GB" dirty="0"/>
          </a:p>
          <a:p>
            <a:pPr marL="596646" indent="-514350" algn="just">
              <a:buFont typeface="+mj-lt"/>
              <a:buAutoNum type="arabicPeriod"/>
            </a:pPr>
            <a:r>
              <a:rPr lang="en-GB" dirty="0"/>
              <a:t>Informing participants about their </a:t>
            </a:r>
            <a:r>
              <a:rPr lang="en-GB" dirty="0">
                <a:solidFill>
                  <a:srgbClr val="0070C0"/>
                </a:solidFill>
              </a:rPr>
              <a:t>rights.</a:t>
            </a:r>
          </a:p>
          <a:p>
            <a:pPr marL="596646" indent="-514350" algn="just">
              <a:buFont typeface="+mj-lt"/>
              <a:buAutoNum type="arabicPeriod"/>
            </a:pPr>
            <a:endParaRPr lang="en-GB" dirty="0">
              <a:solidFill>
                <a:srgbClr val="0070C0"/>
              </a:solidFill>
            </a:endParaRPr>
          </a:p>
          <a:p>
            <a:pPr marL="596646" indent="-514350" algn="just">
              <a:buFont typeface="+mj-lt"/>
              <a:buAutoNum type="arabicPeriod"/>
            </a:pPr>
            <a:r>
              <a:rPr lang="en-GB" dirty="0"/>
              <a:t>Making sure you take into account </a:t>
            </a:r>
            <a:r>
              <a:rPr lang="en-GB" dirty="0">
                <a:solidFill>
                  <a:srgbClr val="0070C0"/>
                </a:solidFill>
              </a:rPr>
              <a:t>biases</a:t>
            </a:r>
            <a:r>
              <a:rPr lang="en-GB" dirty="0"/>
              <a:t> and other influences that impact how you describe your evaluation findings.</a:t>
            </a:r>
            <a:endParaRPr lang="en-PK" dirty="0"/>
          </a:p>
        </p:txBody>
      </p:sp>
    </p:spTree>
    <p:extLst>
      <p:ext uri="{BB962C8B-B14F-4D97-AF65-F5344CB8AC3E}">
        <p14:creationId xmlns:p14="http://schemas.microsoft.com/office/powerpoint/2010/main" val="4977077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4E850-9C8A-7BCF-7E88-95ED48FEEFD9}"/>
              </a:ext>
            </a:extLst>
          </p:cNvPr>
          <p:cNvSpPr>
            <a:spLocks noGrp="1"/>
          </p:cNvSpPr>
          <p:nvPr>
            <p:ph type="title"/>
          </p:nvPr>
        </p:nvSpPr>
        <p:spPr/>
        <p:txBody>
          <a:bodyPr>
            <a:normAutofit fontScale="90000"/>
          </a:bodyPr>
          <a:lstStyle/>
          <a:p>
            <a:r>
              <a:rPr lang="en-GB" dirty="0"/>
              <a:t>Informing Participants About Their Rights </a:t>
            </a:r>
            <a:endParaRPr lang="en-PK" dirty="0"/>
          </a:p>
        </p:txBody>
      </p:sp>
      <p:sp>
        <p:nvSpPr>
          <p:cNvPr id="3" name="Content Placeholder 2">
            <a:extLst>
              <a:ext uri="{FF2B5EF4-FFF2-40B4-BE49-F238E27FC236}">
                <a16:creationId xmlns:a16="http://schemas.microsoft.com/office/drawing/2014/main" id="{681C02B2-BB3F-550D-B82E-671957A1C5B8}"/>
              </a:ext>
            </a:extLst>
          </p:cNvPr>
          <p:cNvSpPr>
            <a:spLocks noGrp="1"/>
          </p:cNvSpPr>
          <p:nvPr>
            <p:ph idx="1"/>
          </p:nvPr>
        </p:nvSpPr>
        <p:spPr/>
        <p:txBody>
          <a:bodyPr>
            <a:normAutofit fontScale="85000" lnSpcReduction="20000"/>
          </a:bodyPr>
          <a:lstStyle/>
          <a:p>
            <a:pPr algn="just"/>
            <a:endParaRPr lang="en-GB" sz="2800" dirty="0"/>
          </a:p>
          <a:p>
            <a:pPr algn="just"/>
            <a:r>
              <a:rPr lang="en-GB" sz="2800" dirty="0"/>
              <a:t>Ensure that participants are not endangered physically or emotionally</a:t>
            </a:r>
          </a:p>
          <a:p>
            <a:pPr algn="just"/>
            <a:endParaRPr lang="en-GB" sz="2800" dirty="0"/>
          </a:p>
          <a:p>
            <a:pPr algn="just"/>
            <a:r>
              <a:rPr lang="en-GB" sz="2800" dirty="0"/>
              <a:t>Their right to privacy is protected</a:t>
            </a:r>
          </a:p>
          <a:p>
            <a:pPr marL="603504" lvl="2" indent="0" algn="just">
              <a:buNone/>
            </a:pPr>
            <a:r>
              <a:rPr lang="en-GB" sz="2000" dirty="0"/>
              <a:t>particularly the details about how participants’ data is collected and will be treated.</a:t>
            </a:r>
          </a:p>
          <a:p>
            <a:pPr marL="603504" lvl="2" indent="0" algn="just">
              <a:buNone/>
            </a:pPr>
            <a:endParaRPr lang="en-GB" sz="2000" dirty="0"/>
          </a:p>
          <a:p>
            <a:pPr algn="just"/>
            <a:r>
              <a:rPr lang="en-GB" sz="2800" dirty="0"/>
              <a:t>Participants must be told </a:t>
            </a:r>
          </a:p>
          <a:p>
            <a:pPr marL="603504" lvl="2" indent="0" algn="just">
              <a:buNone/>
            </a:pPr>
            <a:r>
              <a:rPr lang="en-GB" sz="2000" dirty="0"/>
              <a:t>what they will be asked to do</a:t>
            </a:r>
          </a:p>
          <a:p>
            <a:pPr marL="603504" lvl="2" indent="0" algn="just">
              <a:buNone/>
            </a:pPr>
            <a:r>
              <a:rPr lang="en-GB" sz="2000" dirty="0"/>
              <a:t>the conditions under which data will be collected</a:t>
            </a:r>
          </a:p>
          <a:p>
            <a:pPr marL="603504" lvl="2" indent="0" algn="just">
              <a:buNone/>
            </a:pPr>
            <a:r>
              <a:rPr lang="en-GB" sz="2000" dirty="0"/>
              <a:t>what will happen to their data when they finish the task. </a:t>
            </a:r>
          </a:p>
          <a:p>
            <a:pPr marL="603504" lvl="2" indent="0" algn="just">
              <a:buNone/>
            </a:pPr>
            <a:endParaRPr lang="en-GB" sz="2000" dirty="0"/>
          </a:p>
          <a:p>
            <a:pPr algn="just"/>
            <a:r>
              <a:rPr lang="en-GB" sz="2800" dirty="0"/>
              <a:t>Participants must also be told that they may withdraw from the study at any time if they want. </a:t>
            </a:r>
            <a:endParaRPr lang="en-PK" sz="2800" dirty="0"/>
          </a:p>
        </p:txBody>
      </p:sp>
    </p:spTree>
    <p:extLst>
      <p:ext uri="{BB962C8B-B14F-4D97-AF65-F5344CB8AC3E}">
        <p14:creationId xmlns:p14="http://schemas.microsoft.com/office/powerpoint/2010/main" val="29657563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7DFD2-6C40-423E-47B8-F6753EE5EFDF}"/>
              </a:ext>
            </a:extLst>
          </p:cNvPr>
          <p:cNvSpPr>
            <a:spLocks noGrp="1"/>
          </p:cNvSpPr>
          <p:nvPr>
            <p:ph type="title"/>
          </p:nvPr>
        </p:nvSpPr>
        <p:spPr/>
        <p:txBody>
          <a:bodyPr/>
          <a:lstStyle/>
          <a:p>
            <a:r>
              <a:rPr lang="en-GB" dirty="0"/>
              <a:t>Getting Their Consent</a:t>
            </a:r>
            <a:endParaRPr lang="en-PK" dirty="0"/>
          </a:p>
        </p:txBody>
      </p:sp>
      <p:sp>
        <p:nvSpPr>
          <p:cNvPr id="3" name="Content Placeholder 2">
            <a:extLst>
              <a:ext uri="{FF2B5EF4-FFF2-40B4-BE49-F238E27FC236}">
                <a16:creationId xmlns:a16="http://schemas.microsoft.com/office/drawing/2014/main" id="{E0601945-690F-159D-9155-0D379BA15BE5}"/>
              </a:ext>
            </a:extLst>
          </p:cNvPr>
          <p:cNvSpPr>
            <a:spLocks noGrp="1"/>
          </p:cNvSpPr>
          <p:nvPr>
            <p:ph idx="1"/>
          </p:nvPr>
        </p:nvSpPr>
        <p:spPr/>
        <p:txBody>
          <a:bodyPr>
            <a:normAutofit/>
          </a:bodyPr>
          <a:lstStyle/>
          <a:p>
            <a:pPr marL="82296" indent="0" algn="just">
              <a:buNone/>
            </a:pPr>
            <a:r>
              <a:rPr lang="en-GB" sz="2800" dirty="0"/>
              <a:t>All the related information is usually presented to participants on a form, often referred to as a </a:t>
            </a:r>
            <a:r>
              <a:rPr lang="en-GB" sz="2800" dirty="0">
                <a:solidFill>
                  <a:srgbClr val="0070C0"/>
                </a:solidFill>
              </a:rPr>
              <a:t>consent form</a:t>
            </a:r>
            <a:r>
              <a:rPr lang="en-GB" sz="2800" dirty="0"/>
              <a:t>, that each participant reads and signs before the study starts.</a:t>
            </a:r>
            <a:endParaRPr lang="en-PK" sz="2800" dirty="0"/>
          </a:p>
        </p:txBody>
      </p:sp>
      <p:pic>
        <p:nvPicPr>
          <p:cNvPr id="5" name="Picture 4">
            <a:extLst>
              <a:ext uri="{FF2B5EF4-FFF2-40B4-BE49-F238E27FC236}">
                <a16:creationId xmlns:a16="http://schemas.microsoft.com/office/drawing/2014/main" id="{23E13044-DDC9-BB46-C195-944E4734E6A8}"/>
              </a:ext>
            </a:extLst>
          </p:cNvPr>
          <p:cNvPicPr>
            <a:picLocks noChangeAspect="1"/>
          </p:cNvPicPr>
          <p:nvPr/>
        </p:nvPicPr>
        <p:blipFill>
          <a:blip r:embed="rId2"/>
          <a:stretch>
            <a:fillRect/>
          </a:stretch>
        </p:blipFill>
        <p:spPr>
          <a:xfrm>
            <a:off x="3065335" y="3418840"/>
            <a:ext cx="4238625" cy="3299607"/>
          </a:xfrm>
          <a:prstGeom prst="rect">
            <a:avLst/>
          </a:prstGeom>
        </p:spPr>
      </p:pic>
    </p:spTree>
    <p:extLst>
      <p:ext uri="{BB962C8B-B14F-4D97-AF65-F5344CB8AC3E}">
        <p14:creationId xmlns:p14="http://schemas.microsoft.com/office/powerpoint/2010/main" val="15255167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D2303-6D3A-A02D-3337-508898A93311}"/>
              </a:ext>
            </a:extLst>
          </p:cNvPr>
          <p:cNvSpPr>
            <a:spLocks noGrp="1"/>
          </p:cNvSpPr>
          <p:nvPr>
            <p:ph type="title"/>
          </p:nvPr>
        </p:nvSpPr>
        <p:spPr/>
        <p:txBody>
          <a:bodyPr>
            <a:normAutofit fontScale="90000"/>
          </a:bodyPr>
          <a:lstStyle/>
          <a:p>
            <a:r>
              <a:rPr lang="en-GB" dirty="0"/>
              <a:t>Issues - Choice of Method and How the Data Is Interpreted</a:t>
            </a:r>
            <a:endParaRPr lang="en-PK" dirty="0"/>
          </a:p>
        </p:txBody>
      </p:sp>
      <p:sp>
        <p:nvSpPr>
          <p:cNvPr id="3" name="Content Placeholder 2">
            <a:extLst>
              <a:ext uri="{FF2B5EF4-FFF2-40B4-BE49-F238E27FC236}">
                <a16:creationId xmlns:a16="http://schemas.microsoft.com/office/drawing/2014/main" id="{E95AEB6A-E2D6-BE95-DE6E-3BE881917CFB}"/>
              </a:ext>
            </a:extLst>
          </p:cNvPr>
          <p:cNvSpPr>
            <a:spLocks noGrp="1"/>
          </p:cNvSpPr>
          <p:nvPr>
            <p:ph idx="1"/>
          </p:nvPr>
        </p:nvSpPr>
        <p:spPr/>
        <p:txBody>
          <a:bodyPr>
            <a:normAutofit fontScale="70000" lnSpcReduction="20000"/>
          </a:bodyPr>
          <a:lstStyle/>
          <a:p>
            <a:pPr marL="596646" indent="-514350">
              <a:buFont typeface="+mj-lt"/>
              <a:buAutoNum type="arabicPeriod"/>
            </a:pPr>
            <a:r>
              <a:rPr lang="en-GB" dirty="0">
                <a:solidFill>
                  <a:srgbClr val="0070C0"/>
                </a:solidFill>
              </a:rPr>
              <a:t>Reliability</a:t>
            </a:r>
            <a:r>
              <a:rPr lang="en-GB" dirty="0"/>
              <a:t> </a:t>
            </a:r>
          </a:p>
          <a:p>
            <a:pPr marL="603504" lvl="2" indent="0">
              <a:buNone/>
            </a:pPr>
            <a:r>
              <a:rPr lang="en-GB" dirty="0"/>
              <a:t>how well it produces the same results on separate occasions under the same circumstance</a:t>
            </a:r>
          </a:p>
          <a:p>
            <a:pPr marL="603504" lvl="2" indent="0">
              <a:buNone/>
            </a:pPr>
            <a:endParaRPr lang="en-GB" dirty="0"/>
          </a:p>
          <a:p>
            <a:pPr marL="596646" indent="-514350">
              <a:buFont typeface="+mj-lt"/>
              <a:buAutoNum type="arabicPeriod"/>
            </a:pPr>
            <a:r>
              <a:rPr lang="en-GB" dirty="0">
                <a:solidFill>
                  <a:srgbClr val="0070C0"/>
                </a:solidFill>
              </a:rPr>
              <a:t>Validity </a:t>
            </a:r>
          </a:p>
          <a:p>
            <a:pPr marL="603504" lvl="2" indent="0">
              <a:buNone/>
            </a:pPr>
            <a:r>
              <a:rPr lang="en-GB" dirty="0"/>
              <a:t>whether the evaluation method measures what it is intended to measure.</a:t>
            </a:r>
          </a:p>
          <a:p>
            <a:pPr marL="603504" lvl="2" indent="0">
              <a:buNone/>
            </a:pPr>
            <a:endParaRPr lang="en-GB" dirty="0"/>
          </a:p>
          <a:p>
            <a:pPr marL="596646" indent="-514350">
              <a:buFont typeface="+mj-lt"/>
              <a:buAutoNum type="arabicPeriod"/>
            </a:pPr>
            <a:r>
              <a:rPr lang="en-GB" dirty="0">
                <a:solidFill>
                  <a:srgbClr val="0070C0"/>
                </a:solidFill>
              </a:rPr>
              <a:t>Ecological Validity </a:t>
            </a:r>
          </a:p>
          <a:p>
            <a:pPr marL="603504" lvl="2" indent="0">
              <a:buNone/>
            </a:pPr>
            <a:r>
              <a:rPr lang="en-GB" dirty="0"/>
              <a:t>concerns how the environment in which an evaluation is conducted influences or even distorts the results.</a:t>
            </a:r>
          </a:p>
          <a:p>
            <a:pPr marL="603504" lvl="2" indent="0">
              <a:buNone/>
            </a:pPr>
            <a:endParaRPr lang="en-GB" dirty="0">
              <a:solidFill>
                <a:srgbClr val="0070C0"/>
              </a:solidFill>
            </a:endParaRPr>
          </a:p>
          <a:p>
            <a:pPr marL="596646" indent="-514350">
              <a:buFont typeface="+mj-lt"/>
              <a:buAutoNum type="arabicPeriod"/>
            </a:pPr>
            <a:r>
              <a:rPr lang="en-GB" dirty="0">
                <a:solidFill>
                  <a:srgbClr val="0070C0"/>
                </a:solidFill>
              </a:rPr>
              <a:t>Bias</a:t>
            </a:r>
          </a:p>
          <a:p>
            <a:pPr marL="603504" lvl="2" indent="0">
              <a:buNone/>
            </a:pPr>
            <a:r>
              <a:rPr lang="en-GB" dirty="0"/>
              <a:t>occurs when the results are distorted.</a:t>
            </a:r>
          </a:p>
          <a:p>
            <a:pPr marL="603504" lvl="2" indent="0">
              <a:buNone/>
            </a:pPr>
            <a:endParaRPr lang="en-GB" dirty="0"/>
          </a:p>
          <a:p>
            <a:pPr marL="596646" indent="-514350">
              <a:buFont typeface="+mj-lt"/>
              <a:buAutoNum type="arabicPeriod"/>
            </a:pPr>
            <a:r>
              <a:rPr lang="en-GB" dirty="0">
                <a:solidFill>
                  <a:srgbClr val="0070C0"/>
                </a:solidFill>
              </a:rPr>
              <a:t>Scope</a:t>
            </a:r>
          </a:p>
          <a:p>
            <a:pPr marL="603504" lvl="2" indent="0">
              <a:buNone/>
            </a:pPr>
            <a:r>
              <a:rPr lang="en-GB" dirty="0"/>
              <a:t>refers to how much its findings can be generalized</a:t>
            </a:r>
            <a:endParaRPr lang="en-PK" dirty="0"/>
          </a:p>
        </p:txBody>
      </p:sp>
    </p:spTree>
    <p:extLst>
      <p:ext uri="{BB962C8B-B14F-4D97-AF65-F5344CB8AC3E}">
        <p14:creationId xmlns:p14="http://schemas.microsoft.com/office/powerpoint/2010/main" val="33632548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72616-A916-6ABE-8E0B-16654C9A7F96}"/>
              </a:ext>
            </a:extLst>
          </p:cNvPr>
          <p:cNvSpPr>
            <a:spLocks noGrp="1"/>
          </p:cNvSpPr>
          <p:nvPr>
            <p:ph type="title"/>
          </p:nvPr>
        </p:nvSpPr>
        <p:spPr/>
        <p:txBody>
          <a:bodyPr/>
          <a:lstStyle/>
          <a:p>
            <a:r>
              <a:rPr lang="en-US" dirty="0"/>
              <a:t>Conclusion </a:t>
            </a:r>
            <a:endParaRPr lang="en-PK" dirty="0"/>
          </a:p>
        </p:txBody>
      </p:sp>
      <p:sp>
        <p:nvSpPr>
          <p:cNvPr id="3" name="Content Placeholder 2">
            <a:extLst>
              <a:ext uri="{FF2B5EF4-FFF2-40B4-BE49-F238E27FC236}">
                <a16:creationId xmlns:a16="http://schemas.microsoft.com/office/drawing/2014/main" id="{912BBBD2-BD98-1170-9163-36A30765607D}"/>
              </a:ext>
            </a:extLst>
          </p:cNvPr>
          <p:cNvSpPr>
            <a:spLocks noGrp="1"/>
          </p:cNvSpPr>
          <p:nvPr>
            <p:ph idx="1"/>
          </p:nvPr>
        </p:nvSpPr>
        <p:spPr/>
        <p:txBody>
          <a:bodyPr/>
          <a:lstStyle/>
          <a:p>
            <a:r>
              <a:rPr lang="en-US" dirty="0"/>
              <a:t>Why, what, where and when of evaluation </a:t>
            </a:r>
          </a:p>
          <a:p>
            <a:r>
              <a:rPr lang="en-US" dirty="0"/>
              <a:t>Types of evaluations</a:t>
            </a:r>
          </a:p>
          <a:p>
            <a:r>
              <a:rPr lang="en-US" dirty="0"/>
              <a:t>Issues to consider when doing evaluations </a:t>
            </a:r>
            <a:endParaRPr lang="en-PK" dirty="0"/>
          </a:p>
        </p:txBody>
      </p:sp>
      <p:pic>
        <p:nvPicPr>
          <p:cNvPr id="5" name="Picture 4" descr="Graphical user interface, application&#10;&#10;Description automatically generated">
            <a:extLst>
              <a:ext uri="{FF2B5EF4-FFF2-40B4-BE49-F238E27FC236}">
                <a16:creationId xmlns:a16="http://schemas.microsoft.com/office/drawing/2014/main" id="{7B68AC88-AAC2-F604-550D-D6487DB9CE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4800" y="3287889"/>
            <a:ext cx="1879600" cy="3341511"/>
          </a:xfrm>
          <a:prstGeom prst="rect">
            <a:avLst/>
          </a:prstGeom>
        </p:spPr>
      </p:pic>
      <p:pic>
        <p:nvPicPr>
          <p:cNvPr id="9" name="Picture 8" descr="Graphical user interface, text, application&#10;&#10;Description automatically generated">
            <a:extLst>
              <a:ext uri="{FF2B5EF4-FFF2-40B4-BE49-F238E27FC236}">
                <a16:creationId xmlns:a16="http://schemas.microsoft.com/office/drawing/2014/main" id="{2C4F203E-2981-F1B4-70F0-D3D8770D3C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10200" y="3287889"/>
            <a:ext cx="1981200" cy="3522133"/>
          </a:xfrm>
          <a:prstGeom prst="rect">
            <a:avLst/>
          </a:prstGeom>
        </p:spPr>
      </p:pic>
    </p:spTree>
    <p:extLst>
      <p:ext uri="{BB962C8B-B14F-4D97-AF65-F5344CB8AC3E}">
        <p14:creationId xmlns:p14="http://schemas.microsoft.com/office/powerpoint/2010/main" val="22311138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12903</TotalTime>
  <Words>1289</Words>
  <Application>Microsoft Office PowerPoint</Application>
  <PresentationFormat>On-screen Show (4:3)</PresentationFormat>
  <Paragraphs>149</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Calibri</vt:lpstr>
      <vt:lpstr>Gill Sans MT</vt:lpstr>
      <vt:lpstr>Verdana</vt:lpstr>
      <vt:lpstr>Wingdings 2</vt:lpstr>
      <vt:lpstr>Solstice</vt:lpstr>
      <vt:lpstr>Introducing Evaluations </vt:lpstr>
      <vt:lpstr>Introduction</vt:lpstr>
      <vt:lpstr>Evaluation </vt:lpstr>
      <vt:lpstr>Why Evaluate?</vt:lpstr>
      <vt:lpstr>What to Evaluate?</vt:lpstr>
      <vt:lpstr>Where to Evaluate?</vt:lpstr>
      <vt:lpstr>When to Evaluate?</vt:lpstr>
      <vt:lpstr>Formative Evaluations </vt:lpstr>
      <vt:lpstr>Summative Evaluations </vt:lpstr>
      <vt:lpstr>Evaluation Timeline</vt:lpstr>
      <vt:lpstr>Types of Evaluation - Controlled</vt:lpstr>
      <vt:lpstr>Usability Testing</vt:lpstr>
      <vt:lpstr>Experiments</vt:lpstr>
      <vt:lpstr>Types of Evaluation – Natural </vt:lpstr>
      <vt:lpstr>Field Studies </vt:lpstr>
      <vt:lpstr>Types of Evaluation - Indirect</vt:lpstr>
      <vt:lpstr>Cognitive Walkthrough </vt:lpstr>
      <vt:lpstr>Heuristic Evaluation </vt:lpstr>
      <vt:lpstr>Analytics</vt:lpstr>
      <vt:lpstr>Selecting and Combining Methods</vt:lpstr>
      <vt:lpstr>Issue to Consider When Doing Evaluations</vt:lpstr>
      <vt:lpstr>Informing Participants About Their Rights </vt:lpstr>
      <vt:lpstr>Getting Their Consent</vt:lpstr>
      <vt:lpstr>Issues - Choice of Method and How the Data Is Interpreted</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 Abilities</dc:title>
  <dc:creator>adnan</dc:creator>
  <cp:lastModifiedBy>Sara Muneeb</cp:lastModifiedBy>
  <cp:revision>195</cp:revision>
  <cp:lastPrinted>2022-09-22T09:41:23Z</cp:lastPrinted>
  <dcterms:created xsi:type="dcterms:W3CDTF">2018-08-15T12:40:21Z</dcterms:created>
  <dcterms:modified xsi:type="dcterms:W3CDTF">2022-12-23T10:22:13Z</dcterms:modified>
</cp:coreProperties>
</file>