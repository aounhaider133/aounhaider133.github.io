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8"/>
  </p:notesMasterIdLst>
  <p:sldIdLst>
    <p:sldId id="282" r:id="rId3"/>
    <p:sldId id="283" r:id="rId4"/>
    <p:sldId id="256" r:id="rId5"/>
    <p:sldId id="285" r:id="rId6"/>
    <p:sldId id="284" r:id="rId7"/>
    <p:sldId id="257" r:id="rId8"/>
    <p:sldId id="286" r:id="rId9"/>
    <p:sldId id="312" r:id="rId10"/>
    <p:sldId id="287" r:id="rId11"/>
    <p:sldId id="288" r:id="rId12"/>
    <p:sldId id="258" r:id="rId13"/>
    <p:sldId id="289" r:id="rId14"/>
    <p:sldId id="259" r:id="rId15"/>
    <p:sldId id="260" r:id="rId16"/>
    <p:sldId id="291" r:id="rId17"/>
    <p:sldId id="290" r:id="rId18"/>
    <p:sldId id="261" r:id="rId19"/>
    <p:sldId id="262" r:id="rId20"/>
    <p:sldId id="292" r:id="rId21"/>
    <p:sldId id="293" r:id="rId22"/>
    <p:sldId id="294" r:id="rId23"/>
    <p:sldId id="263" r:id="rId24"/>
    <p:sldId id="264" r:id="rId25"/>
    <p:sldId id="265" r:id="rId26"/>
    <p:sldId id="266" r:id="rId27"/>
    <p:sldId id="295" r:id="rId28"/>
    <p:sldId id="267" r:id="rId29"/>
    <p:sldId id="268" r:id="rId30"/>
    <p:sldId id="308" r:id="rId31"/>
    <p:sldId id="309" r:id="rId32"/>
    <p:sldId id="310" r:id="rId33"/>
    <p:sldId id="311" r:id="rId34"/>
    <p:sldId id="378" r:id="rId35"/>
    <p:sldId id="379" r:id="rId36"/>
    <p:sldId id="269" r:id="rId37"/>
    <p:sldId id="270" r:id="rId38"/>
    <p:sldId id="296" r:id="rId39"/>
    <p:sldId id="297" r:id="rId40"/>
    <p:sldId id="298" r:id="rId41"/>
    <p:sldId id="271" r:id="rId42"/>
    <p:sldId id="372" r:id="rId43"/>
    <p:sldId id="373" r:id="rId44"/>
    <p:sldId id="299" r:id="rId45"/>
    <p:sldId id="374" r:id="rId46"/>
    <p:sldId id="375" r:id="rId47"/>
    <p:sldId id="376" r:id="rId48"/>
    <p:sldId id="377" r:id="rId49"/>
    <p:sldId id="272" r:id="rId50"/>
    <p:sldId id="300" r:id="rId51"/>
    <p:sldId id="301" r:id="rId52"/>
    <p:sldId id="273" r:id="rId53"/>
    <p:sldId id="302" r:id="rId54"/>
    <p:sldId id="274" r:id="rId55"/>
    <p:sldId id="275" r:id="rId56"/>
    <p:sldId id="304" r:id="rId57"/>
    <p:sldId id="305" r:id="rId58"/>
    <p:sldId id="303" r:id="rId59"/>
    <p:sldId id="276" r:id="rId60"/>
    <p:sldId id="277" r:id="rId61"/>
    <p:sldId id="306" r:id="rId62"/>
    <p:sldId id="307" r:id="rId63"/>
    <p:sldId id="278" r:id="rId64"/>
    <p:sldId id="279" r:id="rId65"/>
    <p:sldId id="280" r:id="rId66"/>
    <p:sldId id="281"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94624" autoAdjust="0"/>
  </p:normalViewPr>
  <p:slideViewPr>
    <p:cSldViewPr>
      <p:cViewPr varScale="1">
        <p:scale>
          <a:sx n="68" d="100"/>
          <a:sy n="68" d="100"/>
        </p:scale>
        <p:origin x="1446" y="60"/>
      </p:cViewPr>
      <p:guideLst>
        <p:guide orient="horz" pos="2160"/>
        <p:guide pos="2880"/>
      </p:guideLst>
    </p:cSldViewPr>
  </p:slideViewPr>
  <p:outlineViewPr>
    <p:cViewPr>
      <p:scale>
        <a:sx n="33" d="100"/>
        <a:sy n="33" d="100"/>
      </p:scale>
      <p:origin x="0" y="126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B80254-771C-4257-9A5D-546DA2CF6A0F}" type="datetimeFigureOut">
              <a:rPr lang="en-US" smtClean="0"/>
              <a:t>3/15/2023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5CBEA2-2C69-4AFB-B243-36E11B6E286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a16="http://schemas.microsoft.com/office/drawing/2014/main" id="{C6A15FFC-7495-4E92-B69B-CBFC60D04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77D1D5C-219F-4037-9BA0-7E433B21DFBD}" type="slidenum">
              <a:rPr lang="en-US" altLang="en-US">
                <a:latin typeface="Times New Roman" panose="02020603050405020304" pitchFamily="18" charset="0"/>
              </a:rPr>
              <a:pPr eaLnBrk="1" hangingPunct="1"/>
              <a:t>1</a:t>
            </a:fld>
            <a:endParaRPr lang="en-US" altLang="en-US">
              <a:latin typeface="Times New Roman" panose="02020603050405020304" pitchFamily="18" charset="0"/>
            </a:endParaRPr>
          </a:p>
        </p:txBody>
      </p:sp>
      <p:sp>
        <p:nvSpPr>
          <p:cNvPr id="264195" name="Rectangle 2">
            <a:extLst>
              <a:ext uri="{FF2B5EF4-FFF2-40B4-BE49-F238E27FC236}">
                <a16:creationId xmlns:a16="http://schemas.microsoft.com/office/drawing/2014/main" id="{BD3C3FF4-165C-4EAD-A070-C3800E0B0187}"/>
              </a:ext>
            </a:extLst>
          </p:cNvPr>
          <p:cNvSpPr>
            <a:spLocks noGrp="1" noRot="1" noChangeAspect="1" noChangeArrowheads="1" noTextEdit="1"/>
          </p:cNvSpPr>
          <p:nvPr>
            <p:ph type="sldImg"/>
          </p:nvPr>
        </p:nvSpPr>
        <p:spPr>
          <a:ln/>
        </p:spPr>
      </p:sp>
      <p:sp>
        <p:nvSpPr>
          <p:cNvPr id="264196" name="Rectangle 3">
            <a:extLst>
              <a:ext uri="{FF2B5EF4-FFF2-40B4-BE49-F238E27FC236}">
                <a16:creationId xmlns:a16="http://schemas.microsoft.com/office/drawing/2014/main" id="{34C1AA17-DCC5-4F68-8659-1A6DB221A6BE}"/>
              </a:ext>
            </a:extLst>
          </p:cNvPr>
          <p:cNvSpPr>
            <a:spLocks noGrp="1" noChangeArrowheads="1"/>
          </p:cNvSpPr>
          <p:nvPr>
            <p:ph type="body" idx="1"/>
          </p:nvPr>
        </p:nvSpPr>
        <p:spPr>
          <a:xfrm>
            <a:off x="686098" y="4343704"/>
            <a:ext cx="5485805" cy="411389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sv-SE" altLang="en-US">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a:extLst>
              <a:ext uri="{FF2B5EF4-FFF2-40B4-BE49-F238E27FC236}">
                <a16:creationId xmlns:a16="http://schemas.microsoft.com/office/drawing/2014/main" id="{7A209BDF-F902-4DC6-95A2-366A27620E09}"/>
              </a:ext>
            </a:extLst>
          </p:cNvPr>
          <p:cNvSpPr>
            <a:spLocks noGrp="1" noRot="1" noChangeAspect="1" noTextEdit="1"/>
          </p:cNvSpPr>
          <p:nvPr>
            <p:ph type="sldImg"/>
          </p:nvPr>
        </p:nvSpPr>
        <p:spPr>
          <a:ln/>
        </p:spPr>
      </p:sp>
      <p:sp>
        <p:nvSpPr>
          <p:cNvPr id="318467" name="Notes Placeholder 2">
            <a:extLst>
              <a:ext uri="{FF2B5EF4-FFF2-40B4-BE49-F238E27FC236}">
                <a16:creationId xmlns:a16="http://schemas.microsoft.com/office/drawing/2014/main" id="{FF46CB26-9D78-4920-BEC6-1BAF9A0EF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18468" name="Slide Number Placeholder 3">
            <a:extLst>
              <a:ext uri="{FF2B5EF4-FFF2-40B4-BE49-F238E27FC236}">
                <a16:creationId xmlns:a16="http://schemas.microsoft.com/office/drawing/2014/main" id="{006F9E49-6457-431C-B40C-E417D63E77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375375A-6C54-449A-93C1-C48CFDDF86C8}" type="slidenum">
              <a:rPr lang="en-US" altLang="en-US">
                <a:latin typeface="Times New Roman" panose="02020603050405020304" pitchFamily="18" charset="0"/>
              </a:rPr>
              <a:pPr eaLnBrk="1" hangingPunct="1"/>
              <a:t>3</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a:extLst>
              <a:ext uri="{FF2B5EF4-FFF2-40B4-BE49-F238E27FC236}">
                <a16:creationId xmlns:a16="http://schemas.microsoft.com/office/drawing/2014/main" id="{7A209BDF-F902-4DC6-95A2-366A27620E09}"/>
              </a:ext>
            </a:extLst>
          </p:cNvPr>
          <p:cNvSpPr>
            <a:spLocks noGrp="1" noRot="1" noChangeAspect="1" noTextEdit="1"/>
          </p:cNvSpPr>
          <p:nvPr>
            <p:ph type="sldImg"/>
          </p:nvPr>
        </p:nvSpPr>
        <p:spPr>
          <a:ln/>
        </p:spPr>
      </p:sp>
      <p:sp>
        <p:nvSpPr>
          <p:cNvPr id="318467" name="Notes Placeholder 2">
            <a:extLst>
              <a:ext uri="{FF2B5EF4-FFF2-40B4-BE49-F238E27FC236}">
                <a16:creationId xmlns:a16="http://schemas.microsoft.com/office/drawing/2014/main" id="{FF46CB26-9D78-4920-BEC6-1BAF9A0EF0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18468" name="Slide Number Placeholder 3">
            <a:extLst>
              <a:ext uri="{FF2B5EF4-FFF2-40B4-BE49-F238E27FC236}">
                <a16:creationId xmlns:a16="http://schemas.microsoft.com/office/drawing/2014/main" id="{006F9E49-6457-431C-B40C-E417D63E77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375375A-6C54-449A-93C1-C48CFDDF86C8}" type="slidenum">
              <a:rPr lang="en-US" altLang="en-US">
                <a:latin typeface="Times New Roman" panose="02020603050405020304" pitchFamily="18" charset="0"/>
              </a:rPr>
              <a:pPr eaLnBrk="1" hangingPunct="1"/>
              <a:t>5</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a:extLst>
              <a:ext uri="{FF2B5EF4-FFF2-40B4-BE49-F238E27FC236}">
                <a16:creationId xmlns:a16="http://schemas.microsoft.com/office/drawing/2014/main" id="{1DBD9D25-67FC-4AB0-B7F5-8E0531F3248C}"/>
              </a:ext>
            </a:extLst>
          </p:cNvPr>
          <p:cNvSpPr>
            <a:spLocks noGrp="1" noRot="1" noChangeAspect="1" noTextEdit="1"/>
          </p:cNvSpPr>
          <p:nvPr>
            <p:ph type="sldImg"/>
          </p:nvPr>
        </p:nvSpPr>
        <p:spPr>
          <a:ln/>
        </p:spPr>
      </p:sp>
      <p:sp>
        <p:nvSpPr>
          <p:cNvPr id="319491" name="Notes Placeholder 2">
            <a:extLst>
              <a:ext uri="{FF2B5EF4-FFF2-40B4-BE49-F238E27FC236}">
                <a16:creationId xmlns:a16="http://schemas.microsoft.com/office/drawing/2014/main" id="{0376DC56-B4A3-4CAB-97D7-84B834C92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19492" name="Slide Number Placeholder 3">
            <a:extLst>
              <a:ext uri="{FF2B5EF4-FFF2-40B4-BE49-F238E27FC236}">
                <a16:creationId xmlns:a16="http://schemas.microsoft.com/office/drawing/2014/main" id="{1C2B0288-6706-4FA3-9B82-98E0B28D51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6733F6E-998A-4890-A379-31F02C112C58}" type="slidenum">
              <a:rPr lang="en-US" altLang="en-US">
                <a:latin typeface="Times New Roman" panose="02020603050405020304" pitchFamily="18" charset="0"/>
              </a:rPr>
              <a:pPr eaLnBrk="1" hangingPunct="1"/>
              <a:t>6</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a:extLst>
              <a:ext uri="{FF2B5EF4-FFF2-40B4-BE49-F238E27FC236}">
                <a16:creationId xmlns:a16="http://schemas.microsoft.com/office/drawing/2014/main" id="{1DBD9D25-67FC-4AB0-B7F5-8E0531F3248C}"/>
              </a:ext>
            </a:extLst>
          </p:cNvPr>
          <p:cNvSpPr>
            <a:spLocks noGrp="1" noRot="1" noChangeAspect="1" noTextEdit="1"/>
          </p:cNvSpPr>
          <p:nvPr>
            <p:ph type="sldImg"/>
          </p:nvPr>
        </p:nvSpPr>
        <p:spPr>
          <a:ln/>
        </p:spPr>
      </p:sp>
      <p:sp>
        <p:nvSpPr>
          <p:cNvPr id="319491" name="Notes Placeholder 2">
            <a:extLst>
              <a:ext uri="{FF2B5EF4-FFF2-40B4-BE49-F238E27FC236}">
                <a16:creationId xmlns:a16="http://schemas.microsoft.com/office/drawing/2014/main" id="{0376DC56-B4A3-4CAB-97D7-84B834C92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19492" name="Slide Number Placeholder 3">
            <a:extLst>
              <a:ext uri="{FF2B5EF4-FFF2-40B4-BE49-F238E27FC236}">
                <a16:creationId xmlns:a16="http://schemas.microsoft.com/office/drawing/2014/main" id="{1C2B0288-6706-4FA3-9B82-98E0B28D51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6733F6E-998A-4890-A379-31F02C112C58}" type="slidenum">
              <a:rPr lang="en-US" altLang="en-US">
                <a:latin typeface="Times New Roman" panose="02020603050405020304" pitchFamily="18" charset="0"/>
              </a:rPr>
              <a:pPr eaLnBrk="1" hangingPunct="1"/>
              <a:t>7</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a:extLst>
              <a:ext uri="{FF2B5EF4-FFF2-40B4-BE49-F238E27FC236}">
                <a16:creationId xmlns:a16="http://schemas.microsoft.com/office/drawing/2014/main" id="{1DBD9D25-67FC-4AB0-B7F5-8E0531F3248C}"/>
              </a:ext>
            </a:extLst>
          </p:cNvPr>
          <p:cNvSpPr>
            <a:spLocks noGrp="1" noRot="1" noChangeAspect="1" noTextEdit="1"/>
          </p:cNvSpPr>
          <p:nvPr>
            <p:ph type="sldImg"/>
          </p:nvPr>
        </p:nvSpPr>
        <p:spPr>
          <a:ln/>
        </p:spPr>
      </p:sp>
      <p:sp>
        <p:nvSpPr>
          <p:cNvPr id="319491" name="Notes Placeholder 2">
            <a:extLst>
              <a:ext uri="{FF2B5EF4-FFF2-40B4-BE49-F238E27FC236}">
                <a16:creationId xmlns:a16="http://schemas.microsoft.com/office/drawing/2014/main" id="{0376DC56-B4A3-4CAB-97D7-84B834C92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19492" name="Slide Number Placeholder 3">
            <a:extLst>
              <a:ext uri="{FF2B5EF4-FFF2-40B4-BE49-F238E27FC236}">
                <a16:creationId xmlns:a16="http://schemas.microsoft.com/office/drawing/2014/main" id="{1C2B0288-6706-4FA3-9B82-98E0B28D51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6733F6E-998A-4890-A379-31F02C112C58}" type="slidenum">
              <a:rPr lang="en-US" altLang="en-US">
                <a:latin typeface="Times New Roman" panose="02020603050405020304" pitchFamily="18" charset="0"/>
              </a:rPr>
              <a:pPr eaLnBrk="1" hangingPunct="1"/>
              <a:t>9</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a:extLst>
              <a:ext uri="{FF2B5EF4-FFF2-40B4-BE49-F238E27FC236}">
                <a16:creationId xmlns:a16="http://schemas.microsoft.com/office/drawing/2014/main" id="{C0B03D0D-93C1-4FAB-AF7A-53BFB344BFF0}"/>
              </a:ext>
            </a:extLst>
          </p:cNvPr>
          <p:cNvSpPr>
            <a:spLocks noGrp="1" noRot="1" noChangeAspect="1" noTextEdit="1"/>
          </p:cNvSpPr>
          <p:nvPr>
            <p:ph type="sldImg"/>
          </p:nvPr>
        </p:nvSpPr>
        <p:spPr>
          <a:ln/>
        </p:spPr>
      </p:sp>
      <p:sp>
        <p:nvSpPr>
          <p:cNvPr id="320515" name="Notes Placeholder 2">
            <a:extLst>
              <a:ext uri="{FF2B5EF4-FFF2-40B4-BE49-F238E27FC236}">
                <a16:creationId xmlns:a16="http://schemas.microsoft.com/office/drawing/2014/main" id="{DB4A12EB-A11C-4396-BE92-ABEA2D4DAC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0516" name="Slide Number Placeholder 3">
            <a:extLst>
              <a:ext uri="{FF2B5EF4-FFF2-40B4-BE49-F238E27FC236}">
                <a16:creationId xmlns:a16="http://schemas.microsoft.com/office/drawing/2014/main" id="{E713D852-1137-4A57-A04A-D49CAADB2D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52ADCF1-2B39-4183-9536-EA00213E09EB}" type="slidenum">
              <a:rPr lang="en-US" altLang="en-US">
                <a:latin typeface="Times New Roman" panose="02020603050405020304" pitchFamily="18" charset="0"/>
              </a:rPr>
              <a:pPr eaLnBrk="1" hangingPunct="1"/>
              <a:t>11</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a:extLst>
              <a:ext uri="{FF2B5EF4-FFF2-40B4-BE49-F238E27FC236}">
                <a16:creationId xmlns:a16="http://schemas.microsoft.com/office/drawing/2014/main" id="{C0B03D0D-93C1-4FAB-AF7A-53BFB344BFF0}"/>
              </a:ext>
            </a:extLst>
          </p:cNvPr>
          <p:cNvSpPr>
            <a:spLocks noGrp="1" noRot="1" noChangeAspect="1" noTextEdit="1"/>
          </p:cNvSpPr>
          <p:nvPr>
            <p:ph type="sldImg"/>
          </p:nvPr>
        </p:nvSpPr>
        <p:spPr>
          <a:ln/>
        </p:spPr>
      </p:sp>
      <p:sp>
        <p:nvSpPr>
          <p:cNvPr id="320515" name="Notes Placeholder 2">
            <a:extLst>
              <a:ext uri="{FF2B5EF4-FFF2-40B4-BE49-F238E27FC236}">
                <a16:creationId xmlns:a16="http://schemas.microsoft.com/office/drawing/2014/main" id="{DB4A12EB-A11C-4396-BE92-ABEA2D4DAC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0516" name="Slide Number Placeholder 3">
            <a:extLst>
              <a:ext uri="{FF2B5EF4-FFF2-40B4-BE49-F238E27FC236}">
                <a16:creationId xmlns:a16="http://schemas.microsoft.com/office/drawing/2014/main" id="{E713D852-1137-4A57-A04A-D49CAADB2D9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52ADCF1-2B39-4183-9536-EA00213E09EB}" type="slidenum">
              <a:rPr lang="en-US" altLang="en-US">
                <a:latin typeface="Times New Roman" panose="02020603050405020304" pitchFamily="18" charset="0"/>
              </a:rPr>
              <a:pPr eaLnBrk="1" hangingPunct="1"/>
              <a:t>12</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Slide Image Placeholder 1">
            <a:extLst>
              <a:ext uri="{FF2B5EF4-FFF2-40B4-BE49-F238E27FC236}">
                <a16:creationId xmlns:a16="http://schemas.microsoft.com/office/drawing/2014/main" id="{EE72381B-AA14-4361-8A79-E7EE418441D4}"/>
              </a:ext>
            </a:extLst>
          </p:cNvPr>
          <p:cNvSpPr>
            <a:spLocks noGrp="1" noRot="1" noChangeAspect="1" noTextEdit="1"/>
          </p:cNvSpPr>
          <p:nvPr>
            <p:ph type="sldImg"/>
          </p:nvPr>
        </p:nvSpPr>
        <p:spPr>
          <a:ln/>
        </p:spPr>
      </p:sp>
      <p:sp>
        <p:nvSpPr>
          <p:cNvPr id="321539" name="Notes Placeholder 2">
            <a:extLst>
              <a:ext uri="{FF2B5EF4-FFF2-40B4-BE49-F238E27FC236}">
                <a16:creationId xmlns:a16="http://schemas.microsoft.com/office/drawing/2014/main" id="{20D0ED9D-C315-4741-9810-283911203FB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1540" name="Slide Number Placeholder 3">
            <a:extLst>
              <a:ext uri="{FF2B5EF4-FFF2-40B4-BE49-F238E27FC236}">
                <a16:creationId xmlns:a16="http://schemas.microsoft.com/office/drawing/2014/main" id="{BDE55710-B903-47B6-A548-0908265F9E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EF341FB-D01B-480D-958A-1D161338C0BB}" type="slidenum">
              <a:rPr lang="en-US" altLang="en-US">
                <a:latin typeface="Times New Roman" panose="02020603050405020304" pitchFamily="18" charset="0"/>
              </a:rPr>
              <a:pPr eaLnBrk="1" hangingPunct="1"/>
              <a:t>13</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a:extLst>
              <a:ext uri="{FF2B5EF4-FFF2-40B4-BE49-F238E27FC236}">
                <a16:creationId xmlns:a16="http://schemas.microsoft.com/office/drawing/2014/main" id="{C42B440B-9EAE-44B2-A492-82E4CF44BB34}"/>
              </a:ext>
            </a:extLst>
          </p:cNvPr>
          <p:cNvSpPr>
            <a:spLocks noGrp="1" noRot="1" noChangeAspect="1" noTextEdit="1"/>
          </p:cNvSpPr>
          <p:nvPr>
            <p:ph type="sldImg"/>
          </p:nvPr>
        </p:nvSpPr>
        <p:spPr>
          <a:ln/>
        </p:spPr>
      </p:sp>
      <p:sp>
        <p:nvSpPr>
          <p:cNvPr id="322563" name="Notes Placeholder 2">
            <a:extLst>
              <a:ext uri="{FF2B5EF4-FFF2-40B4-BE49-F238E27FC236}">
                <a16:creationId xmlns:a16="http://schemas.microsoft.com/office/drawing/2014/main" id="{629B896A-7DD6-4B3C-A923-B36B07A785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2564" name="Slide Number Placeholder 3">
            <a:extLst>
              <a:ext uri="{FF2B5EF4-FFF2-40B4-BE49-F238E27FC236}">
                <a16:creationId xmlns:a16="http://schemas.microsoft.com/office/drawing/2014/main" id="{2823ADCC-DAC2-4E2E-8A5D-2312689925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904554E-8D4B-4404-A703-6E726E63558E}" type="slidenum">
              <a:rPr lang="en-US" altLang="en-US">
                <a:latin typeface="Times New Roman" panose="02020603050405020304" pitchFamily="18" charset="0"/>
              </a:rPr>
              <a:pPr eaLnBrk="1" hangingPunct="1"/>
              <a:t>14</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a:extLst>
              <a:ext uri="{FF2B5EF4-FFF2-40B4-BE49-F238E27FC236}">
                <a16:creationId xmlns:a16="http://schemas.microsoft.com/office/drawing/2014/main" id="{C42B440B-9EAE-44B2-A492-82E4CF44BB34}"/>
              </a:ext>
            </a:extLst>
          </p:cNvPr>
          <p:cNvSpPr>
            <a:spLocks noGrp="1" noRot="1" noChangeAspect="1" noTextEdit="1"/>
          </p:cNvSpPr>
          <p:nvPr>
            <p:ph type="sldImg"/>
          </p:nvPr>
        </p:nvSpPr>
        <p:spPr>
          <a:ln/>
        </p:spPr>
      </p:sp>
      <p:sp>
        <p:nvSpPr>
          <p:cNvPr id="322563" name="Notes Placeholder 2">
            <a:extLst>
              <a:ext uri="{FF2B5EF4-FFF2-40B4-BE49-F238E27FC236}">
                <a16:creationId xmlns:a16="http://schemas.microsoft.com/office/drawing/2014/main" id="{629B896A-7DD6-4B3C-A923-B36B07A785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2564" name="Slide Number Placeholder 3">
            <a:extLst>
              <a:ext uri="{FF2B5EF4-FFF2-40B4-BE49-F238E27FC236}">
                <a16:creationId xmlns:a16="http://schemas.microsoft.com/office/drawing/2014/main" id="{2823ADCC-DAC2-4E2E-8A5D-2312689925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904554E-8D4B-4404-A703-6E726E63558E}" type="slidenum">
              <a:rPr lang="en-US" altLang="en-US">
                <a:latin typeface="Times New Roman" panose="02020603050405020304" pitchFamily="18" charset="0"/>
              </a:rPr>
              <a:pPr eaLnBrk="1" hangingPunct="1"/>
              <a:t>15</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a:extLst>
              <a:ext uri="{FF2B5EF4-FFF2-40B4-BE49-F238E27FC236}">
                <a16:creationId xmlns:a16="http://schemas.microsoft.com/office/drawing/2014/main" id="{C42B440B-9EAE-44B2-A492-82E4CF44BB34}"/>
              </a:ext>
            </a:extLst>
          </p:cNvPr>
          <p:cNvSpPr>
            <a:spLocks noGrp="1" noRot="1" noChangeAspect="1" noTextEdit="1"/>
          </p:cNvSpPr>
          <p:nvPr>
            <p:ph type="sldImg"/>
          </p:nvPr>
        </p:nvSpPr>
        <p:spPr>
          <a:ln/>
        </p:spPr>
      </p:sp>
      <p:sp>
        <p:nvSpPr>
          <p:cNvPr id="322563" name="Notes Placeholder 2">
            <a:extLst>
              <a:ext uri="{FF2B5EF4-FFF2-40B4-BE49-F238E27FC236}">
                <a16:creationId xmlns:a16="http://schemas.microsoft.com/office/drawing/2014/main" id="{629B896A-7DD6-4B3C-A923-B36B07A7858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2564" name="Slide Number Placeholder 3">
            <a:extLst>
              <a:ext uri="{FF2B5EF4-FFF2-40B4-BE49-F238E27FC236}">
                <a16:creationId xmlns:a16="http://schemas.microsoft.com/office/drawing/2014/main" id="{2823ADCC-DAC2-4E2E-8A5D-2312689925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904554E-8D4B-4404-A703-6E726E63558E}" type="slidenum">
              <a:rPr lang="en-US" altLang="en-US">
                <a:latin typeface="Times New Roman" panose="02020603050405020304" pitchFamily="18" charset="0"/>
              </a:rPr>
              <a:pPr eaLnBrk="1" hangingPunct="1"/>
              <a:t>16</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Slide Image Placeholder 1">
            <a:extLst>
              <a:ext uri="{FF2B5EF4-FFF2-40B4-BE49-F238E27FC236}">
                <a16:creationId xmlns:a16="http://schemas.microsoft.com/office/drawing/2014/main" id="{08DA3F16-A136-4C6B-9E8B-D23A7DCAE70A}"/>
              </a:ext>
            </a:extLst>
          </p:cNvPr>
          <p:cNvSpPr>
            <a:spLocks noGrp="1" noRot="1" noChangeAspect="1" noTextEdit="1"/>
          </p:cNvSpPr>
          <p:nvPr>
            <p:ph type="sldImg"/>
          </p:nvPr>
        </p:nvSpPr>
        <p:spPr>
          <a:ln/>
        </p:spPr>
      </p:sp>
      <p:sp>
        <p:nvSpPr>
          <p:cNvPr id="323587" name="Notes Placeholder 2">
            <a:extLst>
              <a:ext uri="{FF2B5EF4-FFF2-40B4-BE49-F238E27FC236}">
                <a16:creationId xmlns:a16="http://schemas.microsoft.com/office/drawing/2014/main" id="{9A137B52-D991-40A7-9F83-5A536AA7E3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3588" name="Slide Number Placeholder 3">
            <a:extLst>
              <a:ext uri="{FF2B5EF4-FFF2-40B4-BE49-F238E27FC236}">
                <a16:creationId xmlns:a16="http://schemas.microsoft.com/office/drawing/2014/main" id="{2BC320DF-F806-4579-B1EF-98CAF1074A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6F5DEFE-7A32-4F6E-AB7F-2DB8BF784C11}" type="slidenum">
              <a:rPr lang="en-US" altLang="en-US">
                <a:latin typeface="Times New Roman" panose="02020603050405020304" pitchFamily="18" charset="0"/>
              </a:rPr>
              <a:pPr eaLnBrk="1" hangingPunct="1"/>
              <a:t>17</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a:extLst>
              <a:ext uri="{FF2B5EF4-FFF2-40B4-BE49-F238E27FC236}">
                <a16:creationId xmlns:a16="http://schemas.microsoft.com/office/drawing/2014/main" id="{F9926D96-84D6-4367-B961-D846C642B23E}"/>
              </a:ext>
            </a:extLst>
          </p:cNvPr>
          <p:cNvSpPr>
            <a:spLocks noGrp="1" noRot="1" noChangeAspect="1" noTextEdit="1"/>
          </p:cNvSpPr>
          <p:nvPr>
            <p:ph type="sldImg"/>
          </p:nvPr>
        </p:nvSpPr>
        <p:spPr>
          <a:ln/>
        </p:spPr>
      </p:sp>
      <p:sp>
        <p:nvSpPr>
          <p:cNvPr id="324611" name="Notes Placeholder 2">
            <a:extLst>
              <a:ext uri="{FF2B5EF4-FFF2-40B4-BE49-F238E27FC236}">
                <a16:creationId xmlns:a16="http://schemas.microsoft.com/office/drawing/2014/main" id="{DA458797-1681-4A7B-BF66-F3FAC26DF3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4612" name="Slide Number Placeholder 3">
            <a:extLst>
              <a:ext uri="{FF2B5EF4-FFF2-40B4-BE49-F238E27FC236}">
                <a16:creationId xmlns:a16="http://schemas.microsoft.com/office/drawing/2014/main" id="{18DD9C8B-F8F6-40E4-8419-7371A032F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1EF5A2-E158-456D-98F8-179083D27E66}" type="slidenum">
              <a:rPr lang="en-US" altLang="en-US">
                <a:latin typeface="Times New Roman" panose="02020603050405020304" pitchFamily="18" charset="0"/>
              </a:rPr>
              <a:pPr eaLnBrk="1" hangingPunct="1"/>
              <a:t>18</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a:extLst>
              <a:ext uri="{FF2B5EF4-FFF2-40B4-BE49-F238E27FC236}">
                <a16:creationId xmlns:a16="http://schemas.microsoft.com/office/drawing/2014/main" id="{F9926D96-84D6-4367-B961-D846C642B23E}"/>
              </a:ext>
            </a:extLst>
          </p:cNvPr>
          <p:cNvSpPr>
            <a:spLocks noGrp="1" noRot="1" noChangeAspect="1" noTextEdit="1"/>
          </p:cNvSpPr>
          <p:nvPr>
            <p:ph type="sldImg"/>
          </p:nvPr>
        </p:nvSpPr>
        <p:spPr>
          <a:ln/>
        </p:spPr>
      </p:sp>
      <p:sp>
        <p:nvSpPr>
          <p:cNvPr id="324611" name="Notes Placeholder 2">
            <a:extLst>
              <a:ext uri="{FF2B5EF4-FFF2-40B4-BE49-F238E27FC236}">
                <a16:creationId xmlns:a16="http://schemas.microsoft.com/office/drawing/2014/main" id="{DA458797-1681-4A7B-BF66-F3FAC26DF3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4612" name="Slide Number Placeholder 3">
            <a:extLst>
              <a:ext uri="{FF2B5EF4-FFF2-40B4-BE49-F238E27FC236}">
                <a16:creationId xmlns:a16="http://schemas.microsoft.com/office/drawing/2014/main" id="{18DD9C8B-F8F6-40E4-8419-7371A032F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1EF5A2-E158-456D-98F8-179083D27E66}" type="slidenum">
              <a:rPr lang="en-US" altLang="en-US">
                <a:latin typeface="Times New Roman" panose="02020603050405020304" pitchFamily="18" charset="0"/>
              </a:rPr>
              <a:pPr eaLnBrk="1" hangingPunct="1"/>
              <a:t>19</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a:extLst>
              <a:ext uri="{FF2B5EF4-FFF2-40B4-BE49-F238E27FC236}">
                <a16:creationId xmlns:a16="http://schemas.microsoft.com/office/drawing/2014/main" id="{F9926D96-84D6-4367-B961-D846C642B23E}"/>
              </a:ext>
            </a:extLst>
          </p:cNvPr>
          <p:cNvSpPr>
            <a:spLocks noGrp="1" noRot="1" noChangeAspect="1" noTextEdit="1"/>
          </p:cNvSpPr>
          <p:nvPr>
            <p:ph type="sldImg"/>
          </p:nvPr>
        </p:nvSpPr>
        <p:spPr>
          <a:ln/>
        </p:spPr>
      </p:sp>
      <p:sp>
        <p:nvSpPr>
          <p:cNvPr id="324611" name="Notes Placeholder 2">
            <a:extLst>
              <a:ext uri="{FF2B5EF4-FFF2-40B4-BE49-F238E27FC236}">
                <a16:creationId xmlns:a16="http://schemas.microsoft.com/office/drawing/2014/main" id="{DA458797-1681-4A7B-BF66-F3FAC26DF3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4612" name="Slide Number Placeholder 3">
            <a:extLst>
              <a:ext uri="{FF2B5EF4-FFF2-40B4-BE49-F238E27FC236}">
                <a16:creationId xmlns:a16="http://schemas.microsoft.com/office/drawing/2014/main" id="{18DD9C8B-F8F6-40E4-8419-7371A032F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1EF5A2-E158-456D-98F8-179083D27E66}" type="slidenum">
              <a:rPr lang="en-US" altLang="en-US">
                <a:latin typeface="Times New Roman" panose="02020603050405020304" pitchFamily="18" charset="0"/>
              </a:rPr>
              <a:pPr eaLnBrk="1" hangingPunct="1"/>
              <a:t>20</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a:extLst>
              <a:ext uri="{FF2B5EF4-FFF2-40B4-BE49-F238E27FC236}">
                <a16:creationId xmlns:a16="http://schemas.microsoft.com/office/drawing/2014/main" id="{F9926D96-84D6-4367-B961-D846C642B23E}"/>
              </a:ext>
            </a:extLst>
          </p:cNvPr>
          <p:cNvSpPr>
            <a:spLocks noGrp="1" noRot="1" noChangeAspect="1" noTextEdit="1"/>
          </p:cNvSpPr>
          <p:nvPr>
            <p:ph type="sldImg"/>
          </p:nvPr>
        </p:nvSpPr>
        <p:spPr>
          <a:ln/>
        </p:spPr>
      </p:sp>
      <p:sp>
        <p:nvSpPr>
          <p:cNvPr id="324611" name="Notes Placeholder 2">
            <a:extLst>
              <a:ext uri="{FF2B5EF4-FFF2-40B4-BE49-F238E27FC236}">
                <a16:creationId xmlns:a16="http://schemas.microsoft.com/office/drawing/2014/main" id="{DA458797-1681-4A7B-BF66-F3FAC26DF30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4612" name="Slide Number Placeholder 3">
            <a:extLst>
              <a:ext uri="{FF2B5EF4-FFF2-40B4-BE49-F238E27FC236}">
                <a16:creationId xmlns:a16="http://schemas.microsoft.com/office/drawing/2014/main" id="{18DD9C8B-F8F6-40E4-8419-7371A032FC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1EF5A2-E158-456D-98F8-179083D27E66}" type="slidenum">
              <a:rPr lang="en-US" altLang="en-US">
                <a:latin typeface="Times New Roman" panose="02020603050405020304" pitchFamily="18" charset="0"/>
              </a:rPr>
              <a:pPr eaLnBrk="1" hangingPunct="1"/>
              <a:t>21</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Image Placeholder 1">
            <a:extLst>
              <a:ext uri="{FF2B5EF4-FFF2-40B4-BE49-F238E27FC236}">
                <a16:creationId xmlns:a16="http://schemas.microsoft.com/office/drawing/2014/main" id="{0FAA02E1-54AC-46F0-BDEF-2CF3429F1572}"/>
              </a:ext>
            </a:extLst>
          </p:cNvPr>
          <p:cNvSpPr>
            <a:spLocks noGrp="1" noRot="1" noChangeAspect="1" noTextEdit="1"/>
          </p:cNvSpPr>
          <p:nvPr>
            <p:ph type="sldImg"/>
          </p:nvPr>
        </p:nvSpPr>
        <p:spPr>
          <a:ln/>
        </p:spPr>
      </p:sp>
      <p:sp>
        <p:nvSpPr>
          <p:cNvPr id="325635" name="Notes Placeholder 2">
            <a:extLst>
              <a:ext uri="{FF2B5EF4-FFF2-40B4-BE49-F238E27FC236}">
                <a16:creationId xmlns:a16="http://schemas.microsoft.com/office/drawing/2014/main" id="{38797F64-AD93-48EC-9E16-83B50C0B79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5636" name="Slide Number Placeholder 3">
            <a:extLst>
              <a:ext uri="{FF2B5EF4-FFF2-40B4-BE49-F238E27FC236}">
                <a16:creationId xmlns:a16="http://schemas.microsoft.com/office/drawing/2014/main" id="{0CF30AA5-A526-4629-921C-0801DBCBAAD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A4BFDA2-DD9C-4A15-BCA8-95AD784C72B8}" type="slidenum">
              <a:rPr lang="en-US" altLang="en-US">
                <a:latin typeface="Times New Roman" panose="02020603050405020304" pitchFamily="18" charset="0"/>
              </a:rPr>
              <a:pPr eaLnBrk="1" hangingPunct="1"/>
              <a:t>22</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a:extLst>
              <a:ext uri="{FF2B5EF4-FFF2-40B4-BE49-F238E27FC236}">
                <a16:creationId xmlns:a16="http://schemas.microsoft.com/office/drawing/2014/main" id="{B0A72CD5-FD51-45B8-9F59-DA1DCEFD1100}"/>
              </a:ext>
            </a:extLst>
          </p:cNvPr>
          <p:cNvSpPr>
            <a:spLocks noGrp="1" noRot="1" noChangeAspect="1" noTextEdit="1"/>
          </p:cNvSpPr>
          <p:nvPr>
            <p:ph type="sldImg"/>
          </p:nvPr>
        </p:nvSpPr>
        <p:spPr>
          <a:ln/>
        </p:spPr>
      </p:sp>
      <p:sp>
        <p:nvSpPr>
          <p:cNvPr id="326659" name="Notes Placeholder 2">
            <a:extLst>
              <a:ext uri="{FF2B5EF4-FFF2-40B4-BE49-F238E27FC236}">
                <a16:creationId xmlns:a16="http://schemas.microsoft.com/office/drawing/2014/main" id="{7ABD4969-6AA9-4C0D-B87E-B09FA89022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6660" name="Slide Number Placeholder 3">
            <a:extLst>
              <a:ext uri="{FF2B5EF4-FFF2-40B4-BE49-F238E27FC236}">
                <a16:creationId xmlns:a16="http://schemas.microsoft.com/office/drawing/2014/main" id="{B153BE95-EB93-4B20-A509-64FDC8E8EE7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F53A8D8-4813-415C-A6CC-E50EA241B83E}" type="slidenum">
              <a:rPr lang="en-US" altLang="en-US">
                <a:latin typeface="Times New Roman" panose="02020603050405020304" pitchFamily="18" charset="0"/>
              </a:rPr>
              <a:pPr eaLnBrk="1" hangingPunct="1"/>
              <a:t>23</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Slide Image Placeholder 1">
            <a:extLst>
              <a:ext uri="{FF2B5EF4-FFF2-40B4-BE49-F238E27FC236}">
                <a16:creationId xmlns:a16="http://schemas.microsoft.com/office/drawing/2014/main" id="{5F3F646F-C5EA-4040-872F-52251C04EE64}"/>
              </a:ext>
            </a:extLst>
          </p:cNvPr>
          <p:cNvSpPr>
            <a:spLocks noGrp="1" noRot="1" noChangeAspect="1" noTextEdit="1"/>
          </p:cNvSpPr>
          <p:nvPr>
            <p:ph type="sldImg"/>
          </p:nvPr>
        </p:nvSpPr>
        <p:spPr>
          <a:ln/>
        </p:spPr>
      </p:sp>
      <p:sp>
        <p:nvSpPr>
          <p:cNvPr id="327683" name="Notes Placeholder 2">
            <a:extLst>
              <a:ext uri="{FF2B5EF4-FFF2-40B4-BE49-F238E27FC236}">
                <a16:creationId xmlns:a16="http://schemas.microsoft.com/office/drawing/2014/main" id="{94AD15F0-6D03-419F-8778-05E1445D40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7684" name="Slide Number Placeholder 3">
            <a:extLst>
              <a:ext uri="{FF2B5EF4-FFF2-40B4-BE49-F238E27FC236}">
                <a16:creationId xmlns:a16="http://schemas.microsoft.com/office/drawing/2014/main" id="{4696873F-48AA-4DFD-9FFC-5812718D4A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426FBA4-5FC4-41D0-94E5-4386F05E9893}" type="slidenum">
              <a:rPr lang="en-US" altLang="en-US">
                <a:latin typeface="Times New Roman" panose="02020603050405020304" pitchFamily="18" charset="0"/>
              </a:rPr>
              <a:pPr eaLnBrk="1" hangingPunct="1"/>
              <a:t>24</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Image Placeholder 1">
            <a:extLst>
              <a:ext uri="{FF2B5EF4-FFF2-40B4-BE49-F238E27FC236}">
                <a16:creationId xmlns:a16="http://schemas.microsoft.com/office/drawing/2014/main" id="{B92AFCB4-1400-4E8A-92E0-ECFFB0E4238F}"/>
              </a:ext>
            </a:extLst>
          </p:cNvPr>
          <p:cNvSpPr>
            <a:spLocks noGrp="1" noRot="1" noChangeAspect="1" noTextEdit="1"/>
          </p:cNvSpPr>
          <p:nvPr>
            <p:ph type="sldImg"/>
          </p:nvPr>
        </p:nvSpPr>
        <p:spPr>
          <a:ln/>
        </p:spPr>
      </p:sp>
      <p:sp>
        <p:nvSpPr>
          <p:cNvPr id="328707" name="Notes Placeholder 2">
            <a:extLst>
              <a:ext uri="{FF2B5EF4-FFF2-40B4-BE49-F238E27FC236}">
                <a16:creationId xmlns:a16="http://schemas.microsoft.com/office/drawing/2014/main" id="{13F8BF4C-3B09-446E-87C3-BCD3AE509D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8708" name="Slide Number Placeholder 3">
            <a:extLst>
              <a:ext uri="{FF2B5EF4-FFF2-40B4-BE49-F238E27FC236}">
                <a16:creationId xmlns:a16="http://schemas.microsoft.com/office/drawing/2014/main" id="{5D781BB0-9FE0-47BB-9D3D-B52482334E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A8F6295-F212-47BA-9303-1807E886F6C0}" type="slidenum">
              <a:rPr lang="en-US" altLang="en-US">
                <a:latin typeface="Times New Roman" panose="02020603050405020304" pitchFamily="18" charset="0"/>
              </a:rPr>
              <a:pPr eaLnBrk="1" hangingPunct="1"/>
              <a:t>25</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Slide Image Placeholder 1">
            <a:extLst>
              <a:ext uri="{FF2B5EF4-FFF2-40B4-BE49-F238E27FC236}">
                <a16:creationId xmlns:a16="http://schemas.microsoft.com/office/drawing/2014/main" id="{B92AFCB4-1400-4E8A-92E0-ECFFB0E4238F}"/>
              </a:ext>
            </a:extLst>
          </p:cNvPr>
          <p:cNvSpPr>
            <a:spLocks noGrp="1" noRot="1" noChangeAspect="1" noTextEdit="1"/>
          </p:cNvSpPr>
          <p:nvPr>
            <p:ph type="sldImg"/>
          </p:nvPr>
        </p:nvSpPr>
        <p:spPr>
          <a:ln/>
        </p:spPr>
      </p:sp>
      <p:sp>
        <p:nvSpPr>
          <p:cNvPr id="328707" name="Notes Placeholder 2">
            <a:extLst>
              <a:ext uri="{FF2B5EF4-FFF2-40B4-BE49-F238E27FC236}">
                <a16:creationId xmlns:a16="http://schemas.microsoft.com/office/drawing/2014/main" id="{13F8BF4C-3B09-446E-87C3-BCD3AE509D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8708" name="Slide Number Placeholder 3">
            <a:extLst>
              <a:ext uri="{FF2B5EF4-FFF2-40B4-BE49-F238E27FC236}">
                <a16:creationId xmlns:a16="http://schemas.microsoft.com/office/drawing/2014/main" id="{5D781BB0-9FE0-47BB-9D3D-B52482334E9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A8F6295-F212-47BA-9303-1807E886F6C0}" type="slidenum">
              <a:rPr lang="en-US" altLang="en-US">
                <a:latin typeface="Times New Roman" panose="02020603050405020304" pitchFamily="18" charset="0"/>
              </a:rPr>
              <a:pPr eaLnBrk="1" hangingPunct="1"/>
              <a:t>26</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Slide Image Placeholder 1">
            <a:extLst>
              <a:ext uri="{FF2B5EF4-FFF2-40B4-BE49-F238E27FC236}">
                <a16:creationId xmlns:a16="http://schemas.microsoft.com/office/drawing/2014/main" id="{34D6F0D6-8F3E-447C-8759-4C08AC064973}"/>
              </a:ext>
            </a:extLst>
          </p:cNvPr>
          <p:cNvSpPr>
            <a:spLocks noGrp="1" noRot="1" noChangeAspect="1" noTextEdit="1"/>
          </p:cNvSpPr>
          <p:nvPr>
            <p:ph type="sldImg"/>
          </p:nvPr>
        </p:nvSpPr>
        <p:spPr>
          <a:ln/>
        </p:spPr>
      </p:sp>
      <p:sp>
        <p:nvSpPr>
          <p:cNvPr id="329731" name="Notes Placeholder 2">
            <a:extLst>
              <a:ext uri="{FF2B5EF4-FFF2-40B4-BE49-F238E27FC236}">
                <a16:creationId xmlns:a16="http://schemas.microsoft.com/office/drawing/2014/main" id="{00575EEC-CC57-4164-AE47-5A21F6FDAE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29732" name="Slide Number Placeholder 3">
            <a:extLst>
              <a:ext uri="{FF2B5EF4-FFF2-40B4-BE49-F238E27FC236}">
                <a16:creationId xmlns:a16="http://schemas.microsoft.com/office/drawing/2014/main" id="{4A02419D-C4B1-40AE-BB43-07C3EBEFD4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CEF8BF3-93D7-4D8B-9F76-E0F889B7E16D}" type="slidenum">
              <a:rPr lang="en-US" altLang="en-US">
                <a:latin typeface="Times New Roman" panose="02020603050405020304" pitchFamily="18" charset="0"/>
              </a:rPr>
              <a:pPr eaLnBrk="1" hangingPunct="1"/>
              <a:t>27</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Slide Image Placeholder 1">
            <a:extLst>
              <a:ext uri="{FF2B5EF4-FFF2-40B4-BE49-F238E27FC236}">
                <a16:creationId xmlns:a16="http://schemas.microsoft.com/office/drawing/2014/main" id="{1F74CB20-41EE-4AB9-8E1C-3CFC53EB62B8}"/>
              </a:ext>
            </a:extLst>
          </p:cNvPr>
          <p:cNvSpPr>
            <a:spLocks noGrp="1" noRot="1" noChangeAspect="1" noTextEdit="1"/>
          </p:cNvSpPr>
          <p:nvPr>
            <p:ph type="sldImg"/>
          </p:nvPr>
        </p:nvSpPr>
        <p:spPr>
          <a:ln/>
        </p:spPr>
      </p:sp>
      <p:sp>
        <p:nvSpPr>
          <p:cNvPr id="330755" name="Notes Placeholder 2">
            <a:extLst>
              <a:ext uri="{FF2B5EF4-FFF2-40B4-BE49-F238E27FC236}">
                <a16:creationId xmlns:a16="http://schemas.microsoft.com/office/drawing/2014/main" id="{D122D0F7-E61D-45C1-A0CB-F12E1EB4580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0756" name="Slide Number Placeholder 3">
            <a:extLst>
              <a:ext uri="{FF2B5EF4-FFF2-40B4-BE49-F238E27FC236}">
                <a16:creationId xmlns:a16="http://schemas.microsoft.com/office/drawing/2014/main" id="{1B7B5193-F370-466E-928D-5E841C9DFE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A0F34A0-7E17-4416-AE6D-CAC74FA986BB}" type="slidenum">
              <a:rPr lang="en-US" altLang="en-US">
                <a:latin typeface="Times New Roman" panose="02020603050405020304" pitchFamily="18" charset="0"/>
              </a:rPr>
              <a:pPr eaLnBrk="1" hangingPunct="1"/>
              <a:t>28</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a:extLst>
              <a:ext uri="{FF2B5EF4-FFF2-40B4-BE49-F238E27FC236}">
                <a16:creationId xmlns:a16="http://schemas.microsoft.com/office/drawing/2014/main" id="{FE835F84-AEFC-45CF-964B-ED4315DB0BF5}"/>
              </a:ext>
            </a:extLst>
          </p:cNvPr>
          <p:cNvSpPr>
            <a:spLocks noGrp="1" noRot="1" noChangeAspect="1" noTextEdit="1"/>
          </p:cNvSpPr>
          <p:nvPr>
            <p:ph type="sldImg"/>
          </p:nvPr>
        </p:nvSpPr>
        <p:spPr>
          <a:ln/>
        </p:spPr>
      </p:sp>
      <p:sp>
        <p:nvSpPr>
          <p:cNvPr id="331779" name="Notes Placeholder 2">
            <a:extLst>
              <a:ext uri="{FF2B5EF4-FFF2-40B4-BE49-F238E27FC236}">
                <a16:creationId xmlns:a16="http://schemas.microsoft.com/office/drawing/2014/main" id="{FDA33678-87D3-4187-B695-BC2F74C9D8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1780" name="Slide Number Placeholder 3">
            <a:extLst>
              <a:ext uri="{FF2B5EF4-FFF2-40B4-BE49-F238E27FC236}">
                <a16:creationId xmlns:a16="http://schemas.microsoft.com/office/drawing/2014/main" id="{98377300-9A44-4D4E-971A-8B98E3E4D7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40DB0EB-D405-4DE5-A36A-FD36861D3A66}" type="slidenum">
              <a:rPr lang="en-US" altLang="en-US">
                <a:latin typeface="Times New Roman" panose="02020603050405020304" pitchFamily="18" charset="0"/>
              </a:rPr>
              <a:pPr eaLnBrk="1" hangingPunct="1"/>
              <a:t>35</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Slide Image Placeholder 1">
            <a:extLst>
              <a:ext uri="{FF2B5EF4-FFF2-40B4-BE49-F238E27FC236}">
                <a16:creationId xmlns:a16="http://schemas.microsoft.com/office/drawing/2014/main" id="{D22BBC01-7D07-428D-859E-9B301BA08F98}"/>
              </a:ext>
            </a:extLst>
          </p:cNvPr>
          <p:cNvSpPr>
            <a:spLocks noGrp="1" noRot="1" noChangeAspect="1" noTextEdit="1"/>
          </p:cNvSpPr>
          <p:nvPr>
            <p:ph type="sldImg"/>
          </p:nvPr>
        </p:nvSpPr>
        <p:spPr>
          <a:ln/>
        </p:spPr>
      </p:sp>
      <p:sp>
        <p:nvSpPr>
          <p:cNvPr id="332803" name="Notes Placeholder 2">
            <a:extLst>
              <a:ext uri="{FF2B5EF4-FFF2-40B4-BE49-F238E27FC236}">
                <a16:creationId xmlns:a16="http://schemas.microsoft.com/office/drawing/2014/main" id="{AFDA906C-135B-4FE5-8A17-CF9F2E8FE56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2804" name="Slide Number Placeholder 3">
            <a:extLst>
              <a:ext uri="{FF2B5EF4-FFF2-40B4-BE49-F238E27FC236}">
                <a16:creationId xmlns:a16="http://schemas.microsoft.com/office/drawing/2014/main" id="{CF725DFA-018E-4DDE-A70D-FF46791ED1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CCD543C-A2C4-4FB2-BF29-07E9C7A1A6E8}" type="slidenum">
              <a:rPr lang="en-US" altLang="en-US">
                <a:latin typeface="Times New Roman" panose="02020603050405020304" pitchFamily="18" charset="0"/>
              </a:rPr>
              <a:pPr eaLnBrk="1" hangingPunct="1"/>
              <a:t>36</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a:extLst>
              <a:ext uri="{FF2B5EF4-FFF2-40B4-BE49-F238E27FC236}">
                <a16:creationId xmlns:a16="http://schemas.microsoft.com/office/drawing/2014/main" id="{FE835F84-AEFC-45CF-964B-ED4315DB0BF5}"/>
              </a:ext>
            </a:extLst>
          </p:cNvPr>
          <p:cNvSpPr>
            <a:spLocks noGrp="1" noRot="1" noChangeAspect="1" noTextEdit="1"/>
          </p:cNvSpPr>
          <p:nvPr>
            <p:ph type="sldImg"/>
          </p:nvPr>
        </p:nvSpPr>
        <p:spPr>
          <a:ln/>
        </p:spPr>
      </p:sp>
      <p:sp>
        <p:nvSpPr>
          <p:cNvPr id="331779" name="Notes Placeholder 2">
            <a:extLst>
              <a:ext uri="{FF2B5EF4-FFF2-40B4-BE49-F238E27FC236}">
                <a16:creationId xmlns:a16="http://schemas.microsoft.com/office/drawing/2014/main" id="{FDA33678-87D3-4187-B695-BC2F74C9D8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1780" name="Slide Number Placeholder 3">
            <a:extLst>
              <a:ext uri="{FF2B5EF4-FFF2-40B4-BE49-F238E27FC236}">
                <a16:creationId xmlns:a16="http://schemas.microsoft.com/office/drawing/2014/main" id="{98377300-9A44-4D4E-971A-8B98E3E4D7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40DB0EB-D405-4DE5-A36A-FD36861D3A66}" type="slidenum">
              <a:rPr lang="en-US" altLang="en-US">
                <a:latin typeface="Times New Roman" panose="02020603050405020304" pitchFamily="18" charset="0"/>
              </a:rPr>
              <a:pPr eaLnBrk="1" hangingPunct="1"/>
              <a:t>37</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a:extLst>
              <a:ext uri="{FF2B5EF4-FFF2-40B4-BE49-F238E27FC236}">
                <a16:creationId xmlns:a16="http://schemas.microsoft.com/office/drawing/2014/main" id="{FE835F84-AEFC-45CF-964B-ED4315DB0BF5}"/>
              </a:ext>
            </a:extLst>
          </p:cNvPr>
          <p:cNvSpPr>
            <a:spLocks noGrp="1" noRot="1" noChangeAspect="1" noTextEdit="1"/>
          </p:cNvSpPr>
          <p:nvPr>
            <p:ph type="sldImg"/>
          </p:nvPr>
        </p:nvSpPr>
        <p:spPr>
          <a:ln/>
        </p:spPr>
      </p:sp>
      <p:sp>
        <p:nvSpPr>
          <p:cNvPr id="331779" name="Notes Placeholder 2">
            <a:extLst>
              <a:ext uri="{FF2B5EF4-FFF2-40B4-BE49-F238E27FC236}">
                <a16:creationId xmlns:a16="http://schemas.microsoft.com/office/drawing/2014/main" id="{FDA33678-87D3-4187-B695-BC2F74C9D8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1780" name="Slide Number Placeholder 3">
            <a:extLst>
              <a:ext uri="{FF2B5EF4-FFF2-40B4-BE49-F238E27FC236}">
                <a16:creationId xmlns:a16="http://schemas.microsoft.com/office/drawing/2014/main" id="{98377300-9A44-4D4E-971A-8B98E3E4D7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40DB0EB-D405-4DE5-A36A-FD36861D3A66}" type="slidenum">
              <a:rPr lang="en-US" altLang="en-US">
                <a:latin typeface="Times New Roman" panose="02020603050405020304" pitchFamily="18" charset="0"/>
              </a:rPr>
              <a:pPr eaLnBrk="1" hangingPunct="1"/>
              <a:t>38</a:t>
            </a:fld>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Slide Image Placeholder 1">
            <a:extLst>
              <a:ext uri="{FF2B5EF4-FFF2-40B4-BE49-F238E27FC236}">
                <a16:creationId xmlns:a16="http://schemas.microsoft.com/office/drawing/2014/main" id="{FE835F84-AEFC-45CF-964B-ED4315DB0BF5}"/>
              </a:ext>
            </a:extLst>
          </p:cNvPr>
          <p:cNvSpPr>
            <a:spLocks noGrp="1" noRot="1" noChangeAspect="1" noTextEdit="1"/>
          </p:cNvSpPr>
          <p:nvPr>
            <p:ph type="sldImg"/>
          </p:nvPr>
        </p:nvSpPr>
        <p:spPr>
          <a:ln/>
        </p:spPr>
      </p:sp>
      <p:sp>
        <p:nvSpPr>
          <p:cNvPr id="331779" name="Notes Placeholder 2">
            <a:extLst>
              <a:ext uri="{FF2B5EF4-FFF2-40B4-BE49-F238E27FC236}">
                <a16:creationId xmlns:a16="http://schemas.microsoft.com/office/drawing/2014/main" id="{FDA33678-87D3-4187-B695-BC2F74C9D8B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1780" name="Slide Number Placeholder 3">
            <a:extLst>
              <a:ext uri="{FF2B5EF4-FFF2-40B4-BE49-F238E27FC236}">
                <a16:creationId xmlns:a16="http://schemas.microsoft.com/office/drawing/2014/main" id="{98377300-9A44-4D4E-971A-8B98E3E4D7D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40DB0EB-D405-4DE5-A36A-FD36861D3A66}" type="slidenum">
              <a:rPr lang="en-US" altLang="en-US">
                <a:latin typeface="Times New Roman" panose="02020603050405020304" pitchFamily="18" charset="0"/>
              </a:rPr>
              <a:pPr eaLnBrk="1" hangingPunct="1"/>
              <a:t>39</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Slide Image Placeholder 1">
            <a:extLst>
              <a:ext uri="{FF2B5EF4-FFF2-40B4-BE49-F238E27FC236}">
                <a16:creationId xmlns:a16="http://schemas.microsoft.com/office/drawing/2014/main" id="{8D22B9AE-9BF3-4C90-A0F0-FE3C291C2968}"/>
              </a:ext>
            </a:extLst>
          </p:cNvPr>
          <p:cNvSpPr>
            <a:spLocks noGrp="1" noRot="1" noChangeAspect="1" noTextEdit="1"/>
          </p:cNvSpPr>
          <p:nvPr>
            <p:ph type="sldImg"/>
          </p:nvPr>
        </p:nvSpPr>
        <p:spPr>
          <a:ln/>
        </p:spPr>
      </p:sp>
      <p:sp>
        <p:nvSpPr>
          <p:cNvPr id="333827" name="Notes Placeholder 2">
            <a:extLst>
              <a:ext uri="{FF2B5EF4-FFF2-40B4-BE49-F238E27FC236}">
                <a16:creationId xmlns:a16="http://schemas.microsoft.com/office/drawing/2014/main" id="{E055A9D6-6239-486B-BEA9-A9AB28CCCE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3828" name="Slide Number Placeholder 3">
            <a:extLst>
              <a:ext uri="{FF2B5EF4-FFF2-40B4-BE49-F238E27FC236}">
                <a16:creationId xmlns:a16="http://schemas.microsoft.com/office/drawing/2014/main" id="{A8E8357F-BE7F-4194-A15D-E08674FE89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3BA182C-8E09-4CEA-944D-147AFE39ED60}" type="slidenum">
              <a:rPr lang="en-US" altLang="en-US">
                <a:latin typeface="Times New Roman" panose="02020603050405020304" pitchFamily="18" charset="0"/>
              </a:rPr>
              <a:pPr eaLnBrk="1" hangingPunct="1"/>
              <a:t>40</a:t>
            </a:fld>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88CC4EA0-9C31-8E10-63FA-11A922F962E1}"/>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728C6EE-758E-45EE-9C5C-7A66BF5DC5F7}" type="slidenum">
              <a:rPr lang="en-US" altLang="en-GB" sz="1200"/>
              <a:pPr/>
              <a:t>41</a:t>
            </a:fld>
            <a:endParaRPr lang="en-US" altLang="en-GB" sz="1200"/>
          </a:p>
        </p:txBody>
      </p:sp>
      <p:sp>
        <p:nvSpPr>
          <p:cNvPr id="57347" name="Rectangle 2">
            <a:extLst>
              <a:ext uri="{FF2B5EF4-FFF2-40B4-BE49-F238E27FC236}">
                <a16:creationId xmlns:a16="http://schemas.microsoft.com/office/drawing/2014/main" id="{6D959290-A870-7056-19E6-159A5602AB9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7FB04A55-D937-98E6-D8AB-CBDEF6A397A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00F28AC-3BDD-ACA9-A0C1-BC140D0DAE1B}"/>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10B1CF3-073D-4DC1-B9A3-67714CF92CFC}" type="slidenum">
              <a:rPr lang="en-US" altLang="en-GB" sz="1200"/>
              <a:pPr/>
              <a:t>42</a:t>
            </a:fld>
            <a:endParaRPr lang="en-US" altLang="en-GB" sz="1200"/>
          </a:p>
        </p:txBody>
      </p:sp>
      <p:sp>
        <p:nvSpPr>
          <p:cNvPr id="58371" name="Rectangle 2">
            <a:extLst>
              <a:ext uri="{FF2B5EF4-FFF2-40B4-BE49-F238E27FC236}">
                <a16:creationId xmlns:a16="http://schemas.microsoft.com/office/drawing/2014/main" id="{90098C74-4D7C-C04C-6237-895DBB1481C5}"/>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926A7834-53E6-3301-01C7-8FF66431812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Slide Image Placeholder 1">
            <a:extLst>
              <a:ext uri="{FF2B5EF4-FFF2-40B4-BE49-F238E27FC236}">
                <a16:creationId xmlns:a16="http://schemas.microsoft.com/office/drawing/2014/main" id="{8D22B9AE-9BF3-4C90-A0F0-FE3C291C2968}"/>
              </a:ext>
            </a:extLst>
          </p:cNvPr>
          <p:cNvSpPr>
            <a:spLocks noGrp="1" noRot="1" noChangeAspect="1" noTextEdit="1"/>
          </p:cNvSpPr>
          <p:nvPr>
            <p:ph type="sldImg"/>
          </p:nvPr>
        </p:nvSpPr>
        <p:spPr>
          <a:ln/>
        </p:spPr>
      </p:sp>
      <p:sp>
        <p:nvSpPr>
          <p:cNvPr id="333827" name="Notes Placeholder 2">
            <a:extLst>
              <a:ext uri="{FF2B5EF4-FFF2-40B4-BE49-F238E27FC236}">
                <a16:creationId xmlns:a16="http://schemas.microsoft.com/office/drawing/2014/main" id="{E055A9D6-6239-486B-BEA9-A9AB28CCCE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3828" name="Slide Number Placeholder 3">
            <a:extLst>
              <a:ext uri="{FF2B5EF4-FFF2-40B4-BE49-F238E27FC236}">
                <a16:creationId xmlns:a16="http://schemas.microsoft.com/office/drawing/2014/main" id="{A8E8357F-BE7F-4194-A15D-E08674FE895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3BA182C-8E09-4CEA-944D-147AFE39ED60}" type="slidenum">
              <a:rPr lang="en-US" altLang="en-US">
                <a:latin typeface="Times New Roman" panose="02020603050405020304" pitchFamily="18" charset="0"/>
              </a:rPr>
              <a:pPr eaLnBrk="1" hangingPunct="1"/>
              <a:t>43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1287029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6855F09-2084-ED96-4191-A2BDC5F8F53A}"/>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2172744-140C-4973-B0FD-469CAA028134}" type="slidenum">
              <a:rPr lang="en-US" altLang="en-GB" sz="1200"/>
              <a:pPr/>
              <a:t>44</a:t>
            </a:fld>
            <a:endParaRPr lang="en-US" altLang="en-GB" sz="1200"/>
          </a:p>
        </p:txBody>
      </p:sp>
      <p:sp>
        <p:nvSpPr>
          <p:cNvPr id="61443" name="Rectangle 2">
            <a:extLst>
              <a:ext uri="{FF2B5EF4-FFF2-40B4-BE49-F238E27FC236}">
                <a16:creationId xmlns:a16="http://schemas.microsoft.com/office/drawing/2014/main" id="{C1EFC8AC-F24F-1C05-4D62-F2387056C761}"/>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397646EB-996E-6BAD-14FF-641D3C5DB4B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F8EF168-A24A-F9CB-114E-B93891D03054}"/>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E49EE85-5FF3-43E2-831B-343A73BA3C73}" type="slidenum">
              <a:rPr lang="en-US" altLang="en-GB" sz="1200"/>
              <a:pPr/>
              <a:t>45</a:t>
            </a:fld>
            <a:endParaRPr lang="en-US" altLang="en-GB" sz="1200"/>
          </a:p>
        </p:txBody>
      </p:sp>
      <p:sp>
        <p:nvSpPr>
          <p:cNvPr id="62467" name="Rectangle 2">
            <a:extLst>
              <a:ext uri="{FF2B5EF4-FFF2-40B4-BE49-F238E27FC236}">
                <a16:creationId xmlns:a16="http://schemas.microsoft.com/office/drawing/2014/main" id="{E08AA3F3-7E24-394F-E829-024CF38A625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CC34C921-EDD8-281F-4BDA-6F6E8A8750C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03C43A79-F2B3-FC55-6B2E-A0ABAC11DBAE}"/>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3EAD858-19DD-451A-BC0C-6E2E1DA2D1C2}" type="slidenum">
              <a:rPr lang="en-US" altLang="en-GB" sz="1200"/>
              <a:pPr/>
              <a:t>46</a:t>
            </a:fld>
            <a:endParaRPr lang="en-US" altLang="en-GB" sz="1200"/>
          </a:p>
        </p:txBody>
      </p:sp>
      <p:sp>
        <p:nvSpPr>
          <p:cNvPr id="63491" name="Rectangle 2">
            <a:extLst>
              <a:ext uri="{FF2B5EF4-FFF2-40B4-BE49-F238E27FC236}">
                <a16:creationId xmlns:a16="http://schemas.microsoft.com/office/drawing/2014/main" id="{A523A339-313D-9658-67AF-3DA5E8FC02C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05E94961-8D14-4491-129B-7D67C7EBBE9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1D55BFC4-327B-0399-B45A-5C051486408B}"/>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FF7F43F-806E-4A42-96E0-5E24719CE219}" type="slidenum">
              <a:rPr lang="en-US" altLang="en-GB" sz="1200"/>
              <a:pPr/>
              <a:t>47</a:t>
            </a:fld>
            <a:endParaRPr lang="en-US" altLang="en-GB" sz="1200"/>
          </a:p>
        </p:txBody>
      </p:sp>
      <p:sp>
        <p:nvSpPr>
          <p:cNvPr id="64515" name="Rectangle 2">
            <a:extLst>
              <a:ext uri="{FF2B5EF4-FFF2-40B4-BE49-F238E27FC236}">
                <a16:creationId xmlns:a16="http://schemas.microsoft.com/office/drawing/2014/main" id="{B4EE06CE-855C-1874-6961-864A32758A2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A85ED92C-E6BF-7D9B-ACD3-100F09ED42F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Image Placeholder 1">
            <a:extLst>
              <a:ext uri="{FF2B5EF4-FFF2-40B4-BE49-F238E27FC236}">
                <a16:creationId xmlns:a16="http://schemas.microsoft.com/office/drawing/2014/main" id="{6B144ABC-0DA4-400E-8BBB-B6C541CD4CA3}"/>
              </a:ext>
            </a:extLst>
          </p:cNvPr>
          <p:cNvSpPr>
            <a:spLocks noGrp="1" noRot="1" noChangeAspect="1" noTextEdit="1"/>
          </p:cNvSpPr>
          <p:nvPr>
            <p:ph type="sldImg"/>
          </p:nvPr>
        </p:nvSpPr>
        <p:spPr>
          <a:ln/>
        </p:spPr>
      </p:sp>
      <p:sp>
        <p:nvSpPr>
          <p:cNvPr id="334851" name="Notes Placeholder 2">
            <a:extLst>
              <a:ext uri="{FF2B5EF4-FFF2-40B4-BE49-F238E27FC236}">
                <a16:creationId xmlns:a16="http://schemas.microsoft.com/office/drawing/2014/main" id="{BD6F698B-74F5-48C5-AE47-A769DD3887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4852" name="Slide Number Placeholder 3">
            <a:extLst>
              <a:ext uri="{FF2B5EF4-FFF2-40B4-BE49-F238E27FC236}">
                <a16:creationId xmlns:a16="http://schemas.microsoft.com/office/drawing/2014/main" id="{2D9956B8-4077-41D6-8E53-7D7A8F819A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09B01E3-8A0A-4C24-BCFF-70DE99894472}" type="slidenum">
              <a:rPr lang="en-US" altLang="en-US">
                <a:latin typeface="Times New Roman" panose="02020603050405020304" pitchFamily="18" charset="0"/>
              </a:rPr>
              <a:pPr eaLnBrk="1" hangingPunct="1"/>
              <a:t>48</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Image Placeholder 1">
            <a:extLst>
              <a:ext uri="{FF2B5EF4-FFF2-40B4-BE49-F238E27FC236}">
                <a16:creationId xmlns:a16="http://schemas.microsoft.com/office/drawing/2014/main" id="{6B144ABC-0DA4-400E-8BBB-B6C541CD4CA3}"/>
              </a:ext>
            </a:extLst>
          </p:cNvPr>
          <p:cNvSpPr>
            <a:spLocks noGrp="1" noRot="1" noChangeAspect="1" noTextEdit="1"/>
          </p:cNvSpPr>
          <p:nvPr>
            <p:ph type="sldImg"/>
          </p:nvPr>
        </p:nvSpPr>
        <p:spPr>
          <a:ln/>
        </p:spPr>
      </p:sp>
      <p:sp>
        <p:nvSpPr>
          <p:cNvPr id="334851" name="Notes Placeholder 2">
            <a:extLst>
              <a:ext uri="{FF2B5EF4-FFF2-40B4-BE49-F238E27FC236}">
                <a16:creationId xmlns:a16="http://schemas.microsoft.com/office/drawing/2014/main" id="{BD6F698B-74F5-48C5-AE47-A769DD3887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4852" name="Slide Number Placeholder 3">
            <a:extLst>
              <a:ext uri="{FF2B5EF4-FFF2-40B4-BE49-F238E27FC236}">
                <a16:creationId xmlns:a16="http://schemas.microsoft.com/office/drawing/2014/main" id="{2D9956B8-4077-41D6-8E53-7D7A8F819A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09B01E3-8A0A-4C24-BCFF-70DE99894472}" type="slidenum">
              <a:rPr lang="en-US" altLang="en-US">
                <a:latin typeface="Times New Roman" panose="02020603050405020304" pitchFamily="18" charset="0"/>
              </a:rPr>
              <a:pPr eaLnBrk="1" hangingPunct="1"/>
              <a:t>49</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Slide Image Placeholder 1">
            <a:extLst>
              <a:ext uri="{FF2B5EF4-FFF2-40B4-BE49-F238E27FC236}">
                <a16:creationId xmlns:a16="http://schemas.microsoft.com/office/drawing/2014/main" id="{6B144ABC-0DA4-400E-8BBB-B6C541CD4CA3}"/>
              </a:ext>
            </a:extLst>
          </p:cNvPr>
          <p:cNvSpPr>
            <a:spLocks noGrp="1" noRot="1" noChangeAspect="1" noTextEdit="1"/>
          </p:cNvSpPr>
          <p:nvPr>
            <p:ph type="sldImg"/>
          </p:nvPr>
        </p:nvSpPr>
        <p:spPr>
          <a:ln/>
        </p:spPr>
      </p:sp>
      <p:sp>
        <p:nvSpPr>
          <p:cNvPr id="334851" name="Notes Placeholder 2">
            <a:extLst>
              <a:ext uri="{FF2B5EF4-FFF2-40B4-BE49-F238E27FC236}">
                <a16:creationId xmlns:a16="http://schemas.microsoft.com/office/drawing/2014/main" id="{BD6F698B-74F5-48C5-AE47-A769DD3887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4852" name="Slide Number Placeholder 3">
            <a:extLst>
              <a:ext uri="{FF2B5EF4-FFF2-40B4-BE49-F238E27FC236}">
                <a16:creationId xmlns:a16="http://schemas.microsoft.com/office/drawing/2014/main" id="{2D9956B8-4077-41D6-8E53-7D7A8F819AE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09B01E3-8A0A-4C24-BCFF-70DE99894472}" type="slidenum">
              <a:rPr lang="en-US" altLang="en-US">
                <a:latin typeface="Times New Roman" panose="02020603050405020304" pitchFamily="18" charset="0"/>
              </a:rPr>
              <a:pPr eaLnBrk="1" hangingPunct="1"/>
              <a:t>50</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Slide Image Placeholder 1">
            <a:extLst>
              <a:ext uri="{FF2B5EF4-FFF2-40B4-BE49-F238E27FC236}">
                <a16:creationId xmlns:a16="http://schemas.microsoft.com/office/drawing/2014/main" id="{E0F711B0-70A0-43A4-AB5E-0D05853CBD17}"/>
              </a:ext>
            </a:extLst>
          </p:cNvPr>
          <p:cNvSpPr>
            <a:spLocks noGrp="1" noRot="1" noChangeAspect="1" noTextEdit="1"/>
          </p:cNvSpPr>
          <p:nvPr>
            <p:ph type="sldImg"/>
          </p:nvPr>
        </p:nvSpPr>
        <p:spPr>
          <a:ln/>
        </p:spPr>
      </p:sp>
      <p:sp>
        <p:nvSpPr>
          <p:cNvPr id="335875" name="Notes Placeholder 2">
            <a:extLst>
              <a:ext uri="{FF2B5EF4-FFF2-40B4-BE49-F238E27FC236}">
                <a16:creationId xmlns:a16="http://schemas.microsoft.com/office/drawing/2014/main" id="{B89A3760-2542-435B-AFA6-0BA27D9B4C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5876" name="Slide Number Placeholder 3">
            <a:extLst>
              <a:ext uri="{FF2B5EF4-FFF2-40B4-BE49-F238E27FC236}">
                <a16:creationId xmlns:a16="http://schemas.microsoft.com/office/drawing/2014/main" id="{E7BE7A4E-3E7D-44B7-A288-43901C4CCB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D38517F-9AC3-4016-970B-FA264F57ABE7}" type="slidenum">
              <a:rPr lang="en-US" altLang="en-US">
                <a:latin typeface="Times New Roman" panose="02020603050405020304" pitchFamily="18" charset="0"/>
              </a:rPr>
              <a:pPr eaLnBrk="1" hangingPunct="1"/>
              <a:t>51</a:t>
            </a:fld>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Slide Image Placeholder 1">
            <a:extLst>
              <a:ext uri="{FF2B5EF4-FFF2-40B4-BE49-F238E27FC236}">
                <a16:creationId xmlns:a16="http://schemas.microsoft.com/office/drawing/2014/main" id="{E0F711B0-70A0-43A4-AB5E-0D05853CBD17}"/>
              </a:ext>
            </a:extLst>
          </p:cNvPr>
          <p:cNvSpPr>
            <a:spLocks noGrp="1" noRot="1" noChangeAspect="1" noTextEdit="1"/>
          </p:cNvSpPr>
          <p:nvPr>
            <p:ph type="sldImg"/>
          </p:nvPr>
        </p:nvSpPr>
        <p:spPr>
          <a:ln/>
        </p:spPr>
      </p:sp>
      <p:sp>
        <p:nvSpPr>
          <p:cNvPr id="335875" name="Notes Placeholder 2">
            <a:extLst>
              <a:ext uri="{FF2B5EF4-FFF2-40B4-BE49-F238E27FC236}">
                <a16:creationId xmlns:a16="http://schemas.microsoft.com/office/drawing/2014/main" id="{B89A3760-2542-435B-AFA6-0BA27D9B4C2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5876" name="Slide Number Placeholder 3">
            <a:extLst>
              <a:ext uri="{FF2B5EF4-FFF2-40B4-BE49-F238E27FC236}">
                <a16:creationId xmlns:a16="http://schemas.microsoft.com/office/drawing/2014/main" id="{E7BE7A4E-3E7D-44B7-A288-43901C4CCB6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D38517F-9AC3-4016-970B-FA264F57ABE7}" type="slidenum">
              <a:rPr lang="en-US" altLang="en-US">
                <a:latin typeface="Times New Roman" panose="02020603050405020304" pitchFamily="18" charset="0"/>
              </a:rPr>
              <a:pPr eaLnBrk="1" hangingPunct="1"/>
              <a:t>52</a:t>
            </a:fld>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Slide Image Placeholder 1">
            <a:extLst>
              <a:ext uri="{FF2B5EF4-FFF2-40B4-BE49-F238E27FC236}">
                <a16:creationId xmlns:a16="http://schemas.microsoft.com/office/drawing/2014/main" id="{632AFDCF-0BF2-4ACE-B762-56655DC5C0A4}"/>
              </a:ext>
            </a:extLst>
          </p:cNvPr>
          <p:cNvSpPr>
            <a:spLocks noGrp="1" noRot="1" noChangeAspect="1" noTextEdit="1"/>
          </p:cNvSpPr>
          <p:nvPr>
            <p:ph type="sldImg"/>
          </p:nvPr>
        </p:nvSpPr>
        <p:spPr>
          <a:ln/>
        </p:spPr>
      </p:sp>
      <p:sp>
        <p:nvSpPr>
          <p:cNvPr id="336899" name="Notes Placeholder 2">
            <a:extLst>
              <a:ext uri="{FF2B5EF4-FFF2-40B4-BE49-F238E27FC236}">
                <a16:creationId xmlns:a16="http://schemas.microsoft.com/office/drawing/2014/main" id="{6AB0D7A2-2AB2-45F7-8929-29C1572EB98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6900" name="Slide Number Placeholder 3">
            <a:extLst>
              <a:ext uri="{FF2B5EF4-FFF2-40B4-BE49-F238E27FC236}">
                <a16:creationId xmlns:a16="http://schemas.microsoft.com/office/drawing/2014/main" id="{BCB95B7A-84A5-4D7E-9D00-E953FC0914D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7EFFEF9C-EEEF-433F-8526-5534C7028327}" type="slidenum">
              <a:rPr lang="en-US" altLang="en-US">
                <a:latin typeface="Times New Roman" panose="02020603050405020304" pitchFamily="18" charset="0"/>
              </a:rPr>
              <a:pPr eaLnBrk="1" hangingPunct="1"/>
              <a:t>53</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a:extLst>
              <a:ext uri="{FF2B5EF4-FFF2-40B4-BE49-F238E27FC236}">
                <a16:creationId xmlns:a16="http://schemas.microsoft.com/office/drawing/2014/main" id="{E693DB78-517E-47EF-87FB-DA4314EEF53B}"/>
              </a:ext>
            </a:extLst>
          </p:cNvPr>
          <p:cNvSpPr>
            <a:spLocks noGrp="1" noRot="1" noChangeAspect="1" noTextEdit="1"/>
          </p:cNvSpPr>
          <p:nvPr>
            <p:ph type="sldImg"/>
          </p:nvPr>
        </p:nvSpPr>
        <p:spPr>
          <a:ln/>
        </p:spPr>
      </p:sp>
      <p:sp>
        <p:nvSpPr>
          <p:cNvPr id="337923" name="Notes Placeholder 2">
            <a:extLst>
              <a:ext uri="{FF2B5EF4-FFF2-40B4-BE49-F238E27FC236}">
                <a16:creationId xmlns:a16="http://schemas.microsoft.com/office/drawing/2014/main" id="{8411AD1D-4A6A-48BD-999C-C9A5DCC776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7924" name="Slide Number Placeholder 3">
            <a:extLst>
              <a:ext uri="{FF2B5EF4-FFF2-40B4-BE49-F238E27FC236}">
                <a16:creationId xmlns:a16="http://schemas.microsoft.com/office/drawing/2014/main" id="{079D46DC-19A6-4AF6-AA06-C3A2737397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68B644F-77E1-44BA-BD97-02E0C2DA784B}" type="slidenum">
              <a:rPr lang="en-US" altLang="en-US">
                <a:latin typeface="Times New Roman" panose="02020603050405020304" pitchFamily="18" charset="0"/>
              </a:rPr>
              <a:pPr eaLnBrk="1" hangingPunct="1"/>
              <a:t>54</a:t>
            </a:fld>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a:extLst>
              <a:ext uri="{FF2B5EF4-FFF2-40B4-BE49-F238E27FC236}">
                <a16:creationId xmlns:a16="http://schemas.microsoft.com/office/drawing/2014/main" id="{E693DB78-517E-47EF-87FB-DA4314EEF53B}"/>
              </a:ext>
            </a:extLst>
          </p:cNvPr>
          <p:cNvSpPr>
            <a:spLocks noGrp="1" noRot="1" noChangeAspect="1" noTextEdit="1"/>
          </p:cNvSpPr>
          <p:nvPr>
            <p:ph type="sldImg"/>
          </p:nvPr>
        </p:nvSpPr>
        <p:spPr>
          <a:ln/>
        </p:spPr>
      </p:sp>
      <p:sp>
        <p:nvSpPr>
          <p:cNvPr id="337923" name="Notes Placeholder 2">
            <a:extLst>
              <a:ext uri="{FF2B5EF4-FFF2-40B4-BE49-F238E27FC236}">
                <a16:creationId xmlns:a16="http://schemas.microsoft.com/office/drawing/2014/main" id="{8411AD1D-4A6A-48BD-999C-C9A5DCC776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7924" name="Slide Number Placeholder 3">
            <a:extLst>
              <a:ext uri="{FF2B5EF4-FFF2-40B4-BE49-F238E27FC236}">
                <a16:creationId xmlns:a16="http://schemas.microsoft.com/office/drawing/2014/main" id="{079D46DC-19A6-4AF6-AA06-C3A2737397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68B644F-77E1-44BA-BD97-02E0C2DA784B}" type="slidenum">
              <a:rPr lang="en-US" altLang="en-US">
                <a:latin typeface="Times New Roman" panose="02020603050405020304" pitchFamily="18" charset="0"/>
              </a:rPr>
              <a:pPr eaLnBrk="1" hangingPunct="1"/>
              <a:t>55</a:t>
            </a:fld>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a:extLst>
              <a:ext uri="{FF2B5EF4-FFF2-40B4-BE49-F238E27FC236}">
                <a16:creationId xmlns:a16="http://schemas.microsoft.com/office/drawing/2014/main" id="{E693DB78-517E-47EF-87FB-DA4314EEF53B}"/>
              </a:ext>
            </a:extLst>
          </p:cNvPr>
          <p:cNvSpPr>
            <a:spLocks noGrp="1" noRot="1" noChangeAspect="1" noTextEdit="1"/>
          </p:cNvSpPr>
          <p:nvPr>
            <p:ph type="sldImg"/>
          </p:nvPr>
        </p:nvSpPr>
        <p:spPr>
          <a:ln/>
        </p:spPr>
      </p:sp>
      <p:sp>
        <p:nvSpPr>
          <p:cNvPr id="337923" name="Notes Placeholder 2">
            <a:extLst>
              <a:ext uri="{FF2B5EF4-FFF2-40B4-BE49-F238E27FC236}">
                <a16:creationId xmlns:a16="http://schemas.microsoft.com/office/drawing/2014/main" id="{8411AD1D-4A6A-48BD-999C-C9A5DCC776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7924" name="Slide Number Placeholder 3">
            <a:extLst>
              <a:ext uri="{FF2B5EF4-FFF2-40B4-BE49-F238E27FC236}">
                <a16:creationId xmlns:a16="http://schemas.microsoft.com/office/drawing/2014/main" id="{079D46DC-19A6-4AF6-AA06-C3A2737397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68B644F-77E1-44BA-BD97-02E0C2DA784B}" type="slidenum">
              <a:rPr lang="en-US" altLang="en-US">
                <a:latin typeface="Times New Roman" panose="02020603050405020304" pitchFamily="18" charset="0"/>
              </a:rPr>
              <a:pPr eaLnBrk="1" hangingPunct="1"/>
              <a:t>56</a:t>
            </a:fld>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Slide Image Placeholder 1">
            <a:extLst>
              <a:ext uri="{FF2B5EF4-FFF2-40B4-BE49-F238E27FC236}">
                <a16:creationId xmlns:a16="http://schemas.microsoft.com/office/drawing/2014/main" id="{E693DB78-517E-47EF-87FB-DA4314EEF53B}"/>
              </a:ext>
            </a:extLst>
          </p:cNvPr>
          <p:cNvSpPr>
            <a:spLocks noGrp="1" noRot="1" noChangeAspect="1" noTextEdit="1"/>
          </p:cNvSpPr>
          <p:nvPr>
            <p:ph type="sldImg"/>
          </p:nvPr>
        </p:nvSpPr>
        <p:spPr>
          <a:ln/>
        </p:spPr>
      </p:sp>
      <p:sp>
        <p:nvSpPr>
          <p:cNvPr id="337923" name="Notes Placeholder 2">
            <a:extLst>
              <a:ext uri="{FF2B5EF4-FFF2-40B4-BE49-F238E27FC236}">
                <a16:creationId xmlns:a16="http://schemas.microsoft.com/office/drawing/2014/main" id="{8411AD1D-4A6A-48BD-999C-C9A5DCC776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7924" name="Slide Number Placeholder 3">
            <a:extLst>
              <a:ext uri="{FF2B5EF4-FFF2-40B4-BE49-F238E27FC236}">
                <a16:creationId xmlns:a16="http://schemas.microsoft.com/office/drawing/2014/main" id="{079D46DC-19A6-4AF6-AA06-C3A2737397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68B644F-77E1-44BA-BD97-02E0C2DA784B}" type="slidenum">
              <a:rPr lang="en-US" altLang="en-US">
                <a:latin typeface="Times New Roman" panose="02020603050405020304" pitchFamily="18" charset="0"/>
              </a:rPr>
              <a:pPr eaLnBrk="1" hangingPunct="1"/>
              <a:t>57</a:t>
            </a:fld>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Slide Image Placeholder 1">
            <a:extLst>
              <a:ext uri="{FF2B5EF4-FFF2-40B4-BE49-F238E27FC236}">
                <a16:creationId xmlns:a16="http://schemas.microsoft.com/office/drawing/2014/main" id="{9DA4E793-649F-467E-A781-78A5B4DD8A68}"/>
              </a:ext>
            </a:extLst>
          </p:cNvPr>
          <p:cNvSpPr>
            <a:spLocks noGrp="1" noRot="1" noChangeAspect="1" noTextEdit="1"/>
          </p:cNvSpPr>
          <p:nvPr>
            <p:ph type="sldImg"/>
          </p:nvPr>
        </p:nvSpPr>
        <p:spPr>
          <a:ln/>
        </p:spPr>
      </p:sp>
      <p:sp>
        <p:nvSpPr>
          <p:cNvPr id="338947" name="Notes Placeholder 2">
            <a:extLst>
              <a:ext uri="{FF2B5EF4-FFF2-40B4-BE49-F238E27FC236}">
                <a16:creationId xmlns:a16="http://schemas.microsoft.com/office/drawing/2014/main" id="{57EC66E3-3F46-4B38-AF3E-A3E593D512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8948" name="Slide Number Placeholder 3">
            <a:extLst>
              <a:ext uri="{FF2B5EF4-FFF2-40B4-BE49-F238E27FC236}">
                <a16:creationId xmlns:a16="http://schemas.microsoft.com/office/drawing/2014/main" id="{1DCF30F4-4CB5-4FCC-B451-F4703FB360B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9D9B1BF-1D7E-451D-A394-1CE5A98F6325}" type="slidenum">
              <a:rPr lang="en-US" altLang="en-US">
                <a:latin typeface="Times New Roman" panose="02020603050405020304" pitchFamily="18" charset="0"/>
              </a:rPr>
              <a:pPr eaLnBrk="1" hangingPunct="1"/>
              <a:t>58</a:t>
            </a:fld>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Slide Image Placeholder 1">
            <a:extLst>
              <a:ext uri="{FF2B5EF4-FFF2-40B4-BE49-F238E27FC236}">
                <a16:creationId xmlns:a16="http://schemas.microsoft.com/office/drawing/2014/main" id="{BB40C1CF-A30F-4577-A36A-F47E49B899F4}"/>
              </a:ext>
            </a:extLst>
          </p:cNvPr>
          <p:cNvSpPr>
            <a:spLocks noGrp="1" noRot="1" noChangeAspect="1" noTextEdit="1"/>
          </p:cNvSpPr>
          <p:nvPr>
            <p:ph type="sldImg"/>
          </p:nvPr>
        </p:nvSpPr>
        <p:spPr>
          <a:ln/>
        </p:spPr>
      </p:sp>
      <p:sp>
        <p:nvSpPr>
          <p:cNvPr id="339971" name="Notes Placeholder 2">
            <a:extLst>
              <a:ext uri="{FF2B5EF4-FFF2-40B4-BE49-F238E27FC236}">
                <a16:creationId xmlns:a16="http://schemas.microsoft.com/office/drawing/2014/main" id="{98EE1F66-F6A9-40D1-ABB8-7D185D01D7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39972" name="Slide Number Placeholder 3">
            <a:extLst>
              <a:ext uri="{FF2B5EF4-FFF2-40B4-BE49-F238E27FC236}">
                <a16:creationId xmlns:a16="http://schemas.microsoft.com/office/drawing/2014/main" id="{B4F7DCB7-ADF3-45F7-9495-8F8A931E89A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EA406D2-940E-4F47-B163-C5BABDC35E6C}" type="slidenum">
              <a:rPr lang="en-US" altLang="en-US">
                <a:latin typeface="Times New Roman" panose="02020603050405020304" pitchFamily="18" charset="0"/>
              </a:rPr>
              <a:pPr eaLnBrk="1" hangingPunct="1"/>
              <a:t>62</a:t>
            </a:fld>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Slide Image Placeholder 1">
            <a:extLst>
              <a:ext uri="{FF2B5EF4-FFF2-40B4-BE49-F238E27FC236}">
                <a16:creationId xmlns:a16="http://schemas.microsoft.com/office/drawing/2014/main" id="{E3386AAA-B613-4098-846C-8F23041D4E7D}"/>
              </a:ext>
            </a:extLst>
          </p:cNvPr>
          <p:cNvSpPr>
            <a:spLocks noGrp="1" noRot="1" noChangeAspect="1" noTextEdit="1"/>
          </p:cNvSpPr>
          <p:nvPr>
            <p:ph type="sldImg"/>
          </p:nvPr>
        </p:nvSpPr>
        <p:spPr>
          <a:ln/>
        </p:spPr>
      </p:sp>
      <p:sp>
        <p:nvSpPr>
          <p:cNvPr id="340995" name="Notes Placeholder 2">
            <a:extLst>
              <a:ext uri="{FF2B5EF4-FFF2-40B4-BE49-F238E27FC236}">
                <a16:creationId xmlns:a16="http://schemas.microsoft.com/office/drawing/2014/main" id="{68C6C3C3-AFD9-4025-863C-5B80380F12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40996" name="Slide Number Placeholder 3">
            <a:extLst>
              <a:ext uri="{FF2B5EF4-FFF2-40B4-BE49-F238E27FC236}">
                <a16:creationId xmlns:a16="http://schemas.microsoft.com/office/drawing/2014/main" id="{1DCA288E-87BF-47E1-87BD-10F09BDADC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29E19A4-49CA-4EB8-90F4-3F2126DDFF6E}" type="slidenum">
              <a:rPr lang="en-US" altLang="en-US">
                <a:latin typeface="Times New Roman" panose="02020603050405020304" pitchFamily="18" charset="0"/>
              </a:rPr>
              <a:pPr eaLnBrk="1" hangingPunct="1"/>
              <a:t>63</a:t>
            </a:fld>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Slide Image Placeholder 1">
            <a:extLst>
              <a:ext uri="{FF2B5EF4-FFF2-40B4-BE49-F238E27FC236}">
                <a16:creationId xmlns:a16="http://schemas.microsoft.com/office/drawing/2014/main" id="{D5CC62A0-120C-4407-B945-C65CE8400B1C}"/>
              </a:ext>
            </a:extLst>
          </p:cNvPr>
          <p:cNvSpPr>
            <a:spLocks noGrp="1" noRot="1" noChangeAspect="1" noTextEdit="1"/>
          </p:cNvSpPr>
          <p:nvPr>
            <p:ph type="sldImg"/>
          </p:nvPr>
        </p:nvSpPr>
        <p:spPr>
          <a:ln/>
        </p:spPr>
      </p:sp>
      <p:sp>
        <p:nvSpPr>
          <p:cNvPr id="342019" name="Notes Placeholder 2">
            <a:extLst>
              <a:ext uri="{FF2B5EF4-FFF2-40B4-BE49-F238E27FC236}">
                <a16:creationId xmlns:a16="http://schemas.microsoft.com/office/drawing/2014/main" id="{8F2D5D1D-FED7-44EA-A2F7-92F636371CA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42020" name="Slide Number Placeholder 3">
            <a:extLst>
              <a:ext uri="{FF2B5EF4-FFF2-40B4-BE49-F238E27FC236}">
                <a16:creationId xmlns:a16="http://schemas.microsoft.com/office/drawing/2014/main" id="{18880D17-EEDB-45EA-9BA6-D9991F95E64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36DEB33-22B7-47E6-B1C0-864FC55EAEA3}" type="slidenum">
              <a:rPr lang="en-US" altLang="en-US">
                <a:latin typeface="Times New Roman" panose="02020603050405020304" pitchFamily="18" charset="0"/>
              </a:rPr>
              <a:pPr eaLnBrk="1" hangingPunct="1"/>
              <a:t>64</a:t>
            </a:fld>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Slide Image Placeholder 1">
            <a:extLst>
              <a:ext uri="{FF2B5EF4-FFF2-40B4-BE49-F238E27FC236}">
                <a16:creationId xmlns:a16="http://schemas.microsoft.com/office/drawing/2014/main" id="{11C8022D-5B59-4DE3-887A-52377DACA1C0}"/>
              </a:ext>
            </a:extLst>
          </p:cNvPr>
          <p:cNvSpPr>
            <a:spLocks noGrp="1" noRot="1" noChangeAspect="1" noTextEdit="1"/>
          </p:cNvSpPr>
          <p:nvPr>
            <p:ph type="sldImg"/>
          </p:nvPr>
        </p:nvSpPr>
        <p:spPr>
          <a:ln/>
        </p:spPr>
      </p:sp>
      <p:sp>
        <p:nvSpPr>
          <p:cNvPr id="343043" name="Notes Placeholder 2">
            <a:extLst>
              <a:ext uri="{FF2B5EF4-FFF2-40B4-BE49-F238E27FC236}">
                <a16:creationId xmlns:a16="http://schemas.microsoft.com/office/drawing/2014/main" id="{19CE7D4F-AF27-40BB-B01E-36498CBF8DC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ＭＳ Ｐゴシック" panose="020B0600070205080204" pitchFamily="34" charset="-128"/>
              <a:cs typeface="Arial" panose="020B0604020202020204" pitchFamily="34" charset="0"/>
            </a:endParaRPr>
          </a:p>
        </p:txBody>
      </p:sp>
      <p:sp>
        <p:nvSpPr>
          <p:cNvPr id="343044" name="Slide Number Placeholder 3">
            <a:extLst>
              <a:ext uri="{FF2B5EF4-FFF2-40B4-BE49-F238E27FC236}">
                <a16:creationId xmlns:a16="http://schemas.microsoft.com/office/drawing/2014/main" id="{75ADCB57-0A3A-414C-947B-C61E69B23E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02756" indent="-270291" eaLnBrk="0" hangingPunct="0">
              <a:defRPr>
                <a:solidFill>
                  <a:schemeClr val="tx1"/>
                </a:solidFill>
                <a:latin typeface="Arial" panose="020B0604020202020204" pitchFamily="34" charset="0"/>
                <a:ea typeface="ＭＳ Ｐゴシック" panose="020B0600070205080204" pitchFamily="34" charset="-128"/>
              </a:defRPr>
            </a:lvl2pPr>
            <a:lvl3pPr marL="1081164" indent="-216233" eaLnBrk="0" hangingPunct="0">
              <a:defRPr>
                <a:solidFill>
                  <a:schemeClr val="tx1"/>
                </a:solidFill>
                <a:latin typeface="Arial" panose="020B0604020202020204" pitchFamily="34" charset="0"/>
                <a:ea typeface="ＭＳ Ｐゴシック" panose="020B0600070205080204" pitchFamily="34" charset="-128"/>
              </a:defRPr>
            </a:lvl3pPr>
            <a:lvl4pPr marL="1513629" indent="-216233" eaLnBrk="0" hangingPunct="0">
              <a:defRPr>
                <a:solidFill>
                  <a:schemeClr val="tx1"/>
                </a:solidFill>
                <a:latin typeface="Arial" panose="020B0604020202020204" pitchFamily="34" charset="0"/>
                <a:ea typeface="ＭＳ Ｐゴシック" panose="020B0600070205080204" pitchFamily="34" charset="-128"/>
              </a:defRPr>
            </a:lvl4pPr>
            <a:lvl5pPr marL="1946095" indent="-216233" eaLnBrk="0" hangingPunct="0">
              <a:defRPr>
                <a:solidFill>
                  <a:schemeClr val="tx1"/>
                </a:solidFill>
                <a:latin typeface="Arial" panose="020B0604020202020204" pitchFamily="34" charset="0"/>
                <a:ea typeface="ＭＳ Ｐゴシック" panose="020B0600070205080204" pitchFamily="34" charset="-128"/>
              </a:defRPr>
            </a:lvl5pPr>
            <a:lvl6pPr marL="2378560"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811026"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243491"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675957" indent="-216233"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161054EB-9CF9-4553-B9D2-9C6212699DB4}" type="slidenum">
              <a:rPr lang="en-US" altLang="en-US">
                <a:latin typeface="Times New Roman" panose="02020603050405020304" pitchFamily="18" charset="0"/>
              </a:rPr>
              <a:pPr eaLnBrk="1" hangingPunct="1"/>
              <a:t>65</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363404C-B3C7-4892-AC60-D0C70EEFE32A}"/>
              </a:ext>
            </a:extLst>
          </p:cNvPr>
          <p:cNvSpPr>
            <a:spLocks noGrp="1" noChangeArrowheads="1"/>
          </p:cNvSpPr>
          <p:nvPr>
            <p:ph type="dt" sz="half" idx="10"/>
          </p:nvPr>
        </p:nvSpPr>
        <p:spPr>
          <a:ln/>
        </p:spPr>
        <p:txBody>
          <a:bodyPr/>
          <a:lstStyle>
            <a:lvl1pPr>
              <a:defRPr/>
            </a:lvl1pPr>
          </a:lstStyle>
          <a:p>
            <a:pPr>
              <a:defRPr/>
            </a:pPr>
            <a:r>
              <a:rPr lang="en-US"/>
              <a:t>Sept 03, 2012.</a:t>
            </a:r>
            <a:endParaRPr lang="sv-SE" altLang="en-US"/>
          </a:p>
        </p:txBody>
      </p:sp>
      <p:sp>
        <p:nvSpPr>
          <p:cNvPr id="5" name="Rectangle 5">
            <a:extLst>
              <a:ext uri="{FF2B5EF4-FFF2-40B4-BE49-F238E27FC236}">
                <a16:creationId xmlns:a16="http://schemas.microsoft.com/office/drawing/2014/main" id="{39F957BF-F8E2-446A-BCE8-56067E6F13F6}"/>
              </a:ext>
            </a:extLst>
          </p:cNvPr>
          <p:cNvSpPr>
            <a:spLocks noGrp="1" noChangeArrowheads="1"/>
          </p:cNvSpPr>
          <p:nvPr>
            <p:ph type="ftr" sz="quarter" idx="11"/>
          </p:nvPr>
        </p:nvSpPr>
        <p:spPr>
          <a:ln/>
        </p:spPr>
        <p:txBody>
          <a:bodyPr/>
          <a:lstStyle>
            <a:lvl1pPr>
              <a:defRPr/>
            </a:lvl1pPr>
          </a:lstStyle>
          <a:p>
            <a:pPr>
              <a:defRPr/>
            </a:pPr>
            <a:endParaRPr lang="sv-SE" altLang="en-US"/>
          </a:p>
        </p:txBody>
      </p:sp>
      <p:sp>
        <p:nvSpPr>
          <p:cNvPr id="6" name="Rectangle 6">
            <a:extLst>
              <a:ext uri="{FF2B5EF4-FFF2-40B4-BE49-F238E27FC236}">
                <a16:creationId xmlns:a16="http://schemas.microsoft.com/office/drawing/2014/main" id="{EB84DC2F-91FE-45F6-B131-5E0BE6C5FDB0}"/>
              </a:ext>
            </a:extLst>
          </p:cNvPr>
          <p:cNvSpPr>
            <a:spLocks noGrp="1" noChangeArrowheads="1"/>
          </p:cNvSpPr>
          <p:nvPr>
            <p:ph type="sldNum" sz="quarter" idx="12"/>
          </p:nvPr>
        </p:nvSpPr>
        <p:spPr>
          <a:ln/>
        </p:spPr>
        <p:txBody>
          <a:bodyPr/>
          <a:lstStyle>
            <a:lvl1pPr>
              <a:defRPr/>
            </a:lvl1pPr>
          </a:lstStyle>
          <a:p>
            <a:fld id="{0ABCE8A2-C98F-4ADA-B21C-AB98824232FB}" type="slidenum">
              <a:rPr lang="sv-SE" altLang="en-US"/>
              <a:pPr/>
              <a:t>‹#›</a:t>
            </a:fld>
            <a:endParaRPr lang="sv-SE" altLang="en-US"/>
          </a:p>
        </p:txBody>
      </p:sp>
    </p:spTree>
    <p:extLst>
      <p:ext uri="{BB962C8B-B14F-4D97-AF65-F5344CB8AC3E}">
        <p14:creationId xmlns:p14="http://schemas.microsoft.com/office/powerpoint/2010/main" val="2583269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9B1D381D-1B3B-4D24-81F1-8FDED0458C21}"/>
              </a:ext>
            </a:extLst>
          </p:cNvPr>
          <p:cNvSpPr>
            <a:spLocks noChangeArrowheads="1"/>
          </p:cNvSpPr>
          <p:nvPr/>
        </p:nvSpPr>
        <p:spPr bwMode="auto">
          <a:xfrm>
            <a:off x="609600" y="1219200"/>
            <a:ext cx="7924800" cy="9144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3CEB6682-9F62-4ED0-A06F-6F8ED7A91552}"/>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0402" name="Rectangle 2"/>
          <p:cNvSpPr>
            <a:spLocks noGrp="1" noChangeArrowheads="1"/>
          </p:cNvSpPr>
          <p:nvPr>
            <p:ph type="ctrTitle"/>
          </p:nvPr>
        </p:nvSpPr>
        <p:spPr>
          <a:xfrm>
            <a:off x="914400" y="1524000"/>
            <a:ext cx="7623175" cy="1752600"/>
          </a:xfrm>
        </p:spPr>
        <p:txBody>
          <a:bodyPr/>
          <a:lstStyle>
            <a:lvl1pPr>
              <a:defRPr sz="5000"/>
            </a:lvl1pPr>
          </a:lstStyle>
          <a:p>
            <a:r>
              <a:rPr lang="sv-SE" altLang="en-US"/>
              <a:t>Click to edit Master title style</a:t>
            </a:r>
          </a:p>
        </p:txBody>
      </p:sp>
      <p:sp>
        <p:nvSpPr>
          <p:cNvPr id="23040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sv-SE" altLang="en-US"/>
              <a:t>Click to edit Master subtitle style</a:t>
            </a:r>
          </a:p>
        </p:txBody>
      </p:sp>
      <p:sp>
        <p:nvSpPr>
          <p:cNvPr id="6" name="Rectangle 4">
            <a:extLst>
              <a:ext uri="{FF2B5EF4-FFF2-40B4-BE49-F238E27FC236}">
                <a16:creationId xmlns:a16="http://schemas.microsoft.com/office/drawing/2014/main" id="{1968F2B1-513A-475B-A630-B0F182F9802C}"/>
              </a:ext>
            </a:extLst>
          </p:cNvPr>
          <p:cNvSpPr>
            <a:spLocks noGrp="1" noChangeArrowheads="1"/>
          </p:cNvSpPr>
          <p:nvPr>
            <p:ph type="dt" sz="half" idx="10"/>
          </p:nvPr>
        </p:nvSpPr>
        <p:spPr/>
        <p:txBody>
          <a:bodyPr/>
          <a:lstStyle>
            <a:lvl1pPr>
              <a:defRPr/>
            </a:lvl1pPr>
          </a:lstStyle>
          <a:p>
            <a:pPr>
              <a:defRPr/>
            </a:pPr>
            <a:r>
              <a:rPr lang="en-US"/>
              <a:t>Sept 03, 2012.</a:t>
            </a:r>
            <a:endParaRPr lang="sv-SE" altLang="en-US"/>
          </a:p>
        </p:txBody>
      </p:sp>
      <p:sp>
        <p:nvSpPr>
          <p:cNvPr id="7" name="Rectangle 5">
            <a:extLst>
              <a:ext uri="{FF2B5EF4-FFF2-40B4-BE49-F238E27FC236}">
                <a16:creationId xmlns:a16="http://schemas.microsoft.com/office/drawing/2014/main" id="{17DA6C89-E35B-4D9D-8A28-A58298719174}"/>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sv-SE" altLang="en-US"/>
          </a:p>
        </p:txBody>
      </p:sp>
      <p:sp>
        <p:nvSpPr>
          <p:cNvPr id="8" name="Rectangle 6">
            <a:extLst>
              <a:ext uri="{FF2B5EF4-FFF2-40B4-BE49-F238E27FC236}">
                <a16:creationId xmlns:a16="http://schemas.microsoft.com/office/drawing/2014/main" id="{D43AB61E-CFED-4DCA-903A-25B9ACA25DAB}"/>
              </a:ext>
            </a:extLst>
          </p:cNvPr>
          <p:cNvSpPr>
            <a:spLocks noGrp="1" noChangeArrowheads="1"/>
          </p:cNvSpPr>
          <p:nvPr>
            <p:ph type="sldNum" sz="quarter" idx="12"/>
          </p:nvPr>
        </p:nvSpPr>
        <p:spPr/>
        <p:txBody>
          <a:bodyPr/>
          <a:lstStyle>
            <a:lvl1pPr>
              <a:defRPr/>
            </a:lvl1pPr>
          </a:lstStyle>
          <a:p>
            <a:fld id="{CE4C9449-12C6-49F9-848C-2E111D1DF466}" type="slidenum">
              <a:rPr lang="sv-SE" altLang="en-US"/>
              <a:pPr/>
              <a:t>‹#›</a:t>
            </a:fld>
            <a:endParaRPr lang="sv-SE" altLang="en-US"/>
          </a:p>
        </p:txBody>
      </p:sp>
    </p:spTree>
    <p:extLst>
      <p:ext uri="{BB962C8B-B14F-4D97-AF65-F5344CB8AC3E}">
        <p14:creationId xmlns:p14="http://schemas.microsoft.com/office/powerpoint/2010/main" val="134540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F742BEF-B0E4-FC81-AAC9-7205EB614689}"/>
              </a:ext>
            </a:extLst>
          </p:cNvPr>
          <p:cNvSpPr>
            <a:spLocks noGrp="1" noChangeArrowheads="1"/>
          </p:cNvSpPr>
          <p:nvPr>
            <p:ph type="dt" sz="half" idx="10"/>
          </p:nvPr>
        </p:nvSpPr>
        <p:spPr>
          <a:ln/>
        </p:spPr>
        <p:txBody>
          <a:bodyPr/>
          <a:lstStyle>
            <a:lvl1pPr>
              <a:defRPr/>
            </a:lvl1pPr>
          </a:lstStyle>
          <a:p>
            <a:pPr>
              <a:defRPr/>
            </a:pPr>
            <a:r>
              <a:rPr lang="en-US"/>
              <a:t>JH</a:t>
            </a:r>
            <a:endParaRPr lang="en-US" altLang="en-GB"/>
          </a:p>
        </p:txBody>
      </p:sp>
      <p:sp>
        <p:nvSpPr>
          <p:cNvPr id="4" name="Rectangle 5">
            <a:extLst>
              <a:ext uri="{FF2B5EF4-FFF2-40B4-BE49-F238E27FC236}">
                <a16:creationId xmlns:a16="http://schemas.microsoft.com/office/drawing/2014/main" id="{4FC6EC98-99E1-AC68-3F1E-6E576D60BD94}"/>
              </a:ext>
            </a:extLst>
          </p:cNvPr>
          <p:cNvSpPr>
            <a:spLocks noGrp="1" noChangeArrowheads="1"/>
          </p:cNvSpPr>
          <p:nvPr>
            <p:ph type="ftr" sz="quarter" idx="11"/>
          </p:nvPr>
        </p:nvSpPr>
        <p:spPr>
          <a:ln/>
        </p:spPr>
        <p:txBody>
          <a:bodyPr/>
          <a:lstStyle>
            <a:lvl1pPr>
              <a:defRPr/>
            </a:lvl1pPr>
          </a:lstStyle>
          <a:p>
            <a:pPr>
              <a:defRPr/>
            </a:pPr>
            <a:r>
              <a:rPr lang="en-US" altLang="en-GB"/>
              <a:t>CSE601</a:t>
            </a:r>
          </a:p>
        </p:txBody>
      </p:sp>
      <p:sp>
        <p:nvSpPr>
          <p:cNvPr id="5" name="Rectangle 6">
            <a:extLst>
              <a:ext uri="{FF2B5EF4-FFF2-40B4-BE49-F238E27FC236}">
                <a16:creationId xmlns:a16="http://schemas.microsoft.com/office/drawing/2014/main" id="{D5DE6EC0-057B-EDB1-9B95-B7FD537C58ED}"/>
              </a:ext>
            </a:extLst>
          </p:cNvPr>
          <p:cNvSpPr>
            <a:spLocks noGrp="1" noChangeArrowheads="1"/>
          </p:cNvSpPr>
          <p:nvPr>
            <p:ph type="sldNum" sz="quarter" idx="12"/>
          </p:nvPr>
        </p:nvSpPr>
        <p:spPr>
          <a:ln/>
        </p:spPr>
        <p:txBody>
          <a:bodyPr/>
          <a:lstStyle>
            <a:lvl1pPr>
              <a:defRPr/>
            </a:lvl1pPr>
          </a:lstStyle>
          <a:p>
            <a:fld id="{483755BF-B6B4-4715-9799-8888766ED9C8}" type="slidenum">
              <a:rPr lang="en-US" altLang="en-GB"/>
              <a:pPr/>
              <a:t>‹#›</a:t>
            </a:fld>
            <a:endParaRPr lang="en-US" altLang="en-GB"/>
          </a:p>
        </p:txBody>
      </p:sp>
    </p:spTree>
    <p:extLst>
      <p:ext uri="{BB962C8B-B14F-4D97-AF65-F5344CB8AC3E}">
        <p14:creationId xmlns:p14="http://schemas.microsoft.com/office/powerpoint/2010/main" val="1586158541"/>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E3573F6-FC47-4805-9729-D82D34868E28}"/>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sv-SE" altLang="en-US"/>
              <a:t>Click to edit Master title style</a:t>
            </a:r>
          </a:p>
        </p:txBody>
      </p:sp>
      <p:sp>
        <p:nvSpPr>
          <p:cNvPr id="1027" name="Rectangle 3">
            <a:extLst>
              <a:ext uri="{FF2B5EF4-FFF2-40B4-BE49-F238E27FC236}">
                <a16:creationId xmlns:a16="http://schemas.microsoft.com/office/drawing/2014/main" id="{F4C03710-2B8C-4E53-A024-E490EA8D1AFD}"/>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sv-SE" altLang="en-US"/>
              <a:t>Click to edit Master text styles</a:t>
            </a:r>
          </a:p>
          <a:p>
            <a:pPr lvl="1"/>
            <a:r>
              <a:rPr lang="sv-SE" altLang="en-US"/>
              <a:t>Second level</a:t>
            </a:r>
          </a:p>
          <a:p>
            <a:pPr lvl="2"/>
            <a:r>
              <a:rPr lang="sv-SE" altLang="en-US"/>
              <a:t>Third level</a:t>
            </a:r>
          </a:p>
          <a:p>
            <a:pPr lvl="3"/>
            <a:r>
              <a:rPr lang="sv-SE" altLang="en-US"/>
              <a:t>Fourth level</a:t>
            </a:r>
          </a:p>
          <a:p>
            <a:pPr lvl="4"/>
            <a:r>
              <a:rPr lang="sv-SE" altLang="en-US"/>
              <a:t>Fifth level</a:t>
            </a:r>
          </a:p>
        </p:txBody>
      </p:sp>
      <p:sp>
        <p:nvSpPr>
          <p:cNvPr id="229380" name="Rectangle 4">
            <a:extLst>
              <a:ext uri="{FF2B5EF4-FFF2-40B4-BE49-F238E27FC236}">
                <a16:creationId xmlns:a16="http://schemas.microsoft.com/office/drawing/2014/main" id="{F81A9147-EB13-422C-8218-0735B7C81818}"/>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j-lt"/>
                <a:ea typeface="+mn-ea"/>
                <a:cs typeface="+mn-cs"/>
              </a:defRPr>
            </a:lvl1pPr>
          </a:lstStyle>
          <a:p>
            <a:pPr>
              <a:defRPr/>
            </a:pPr>
            <a:r>
              <a:rPr lang="en-US"/>
              <a:t>Sept 03, 2012.</a:t>
            </a:r>
            <a:endParaRPr lang="sv-SE" altLang="en-US"/>
          </a:p>
        </p:txBody>
      </p:sp>
      <p:sp>
        <p:nvSpPr>
          <p:cNvPr id="229381" name="Rectangle 5">
            <a:extLst>
              <a:ext uri="{FF2B5EF4-FFF2-40B4-BE49-F238E27FC236}">
                <a16:creationId xmlns:a16="http://schemas.microsoft.com/office/drawing/2014/main" id="{27ED253E-D9DE-4C62-8B0B-AEDE7A3857B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latin typeface="+mj-lt"/>
                <a:ea typeface="+mn-ea"/>
                <a:cs typeface="+mn-cs"/>
              </a:defRPr>
            </a:lvl1pPr>
          </a:lstStyle>
          <a:p>
            <a:pPr>
              <a:defRPr/>
            </a:pPr>
            <a:endParaRPr lang="sv-SE" altLang="en-US"/>
          </a:p>
        </p:txBody>
      </p:sp>
      <p:sp>
        <p:nvSpPr>
          <p:cNvPr id="229382" name="Rectangle 6">
            <a:extLst>
              <a:ext uri="{FF2B5EF4-FFF2-40B4-BE49-F238E27FC236}">
                <a16:creationId xmlns:a16="http://schemas.microsoft.com/office/drawing/2014/main" id="{DE9DFDC0-A119-42A5-A7C8-02B77908BA4B}"/>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Garamond" panose="02020404030301010803" pitchFamily="18" charset="0"/>
              </a:defRPr>
            </a:lvl1pPr>
          </a:lstStyle>
          <a:p>
            <a:fld id="{30EDC7D7-D125-4FA0-81F1-296917FC55DE}" type="slidenum">
              <a:rPr lang="sv-SE" altLang="en-US"/>
              <a:pPr/>
              <a:t>‹#›</a:t>
            </a:fld>
            <a:endParaRPr lang="sv-SE" altLang="en-US"/>
          </a:p>
        </p:txBody>
      </p:sp>
      <p:sp>
        <p:nvSpPr>
          <p:cNvPr id="1031" name="Freeform 7">
            <a:extLst>
              <a:ext uri="{FF2B5EF4-FFF2-40B4-BE49-F238E27FC236}">
                <a16:creationId xmlns:a16="http://schemas.microsoft.com/office/drawing/2014/main" id="{0D899C56-3643-4485-B446-CA57971FC9D0}"/>
              </a:ext>
            </a:extLst>
          </p:cNvPr>
          <p:cNvSpPr>
            <a:spLocks noChangeArrowheads="1"/>
          </p:cNvSpPr>
          <p:nvPr/>
        </p:nvSpPr>
        <p:spPr bwMode="auto">
          <a:xfrm>
            <a:off x="381000" y="228600"/>
            <a:ext cx="8229600" cy="609600"/>
          </a:xfrm>
          <a:custGeom>
            <a:avLst/>
            <a:gdLst>
              <a:gd name="T0" fmla="*/ 0 w 1000"/>
              <a:gd name="T1" fmla="*/ 2147483647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E6B120C4-9017-44EC-B9AA-454979F7B174}"/>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rtl="0" eaLnBrk="0" fontAlgn="base" hangingPunct="0">
        <a:spcBef>
          <a:spcPct val="0"/>
        </a:spcBef>
        <a:spcAft>
          <a:spcPct val="0"/>
        </a:spcAft>
        <a:defRPr sz="4200">
          <a:solidFill>
            <a:schemeClr val="tx2"/>
          </a:solidFill>
          <a:latin typeface="+mj-lt"/>
          <a:ea typeface="ＭＳ Ｐゴシック" charset="0"/>
          <a:cs typeface="+mj-cs"/>
        </a:defRPr>
      </a:lvl1pPr>
      <a:lvl2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2pPr>
      <a:lvl3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3pPr>
      <a:lvl4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4pPr>
      <a:lvl5pPr algn="l" rtl="0" eaLnBrk="0" fontAlgn="base" hangingPunct="0">
        <a:spcBef>
          <a:spcPct val="0"/>
        </a:spcBef>
        <a:spcAft>
          <a:spcPct val="0"/>
        </a:spcAft>
        <a:defRPr sz="4200">
          <a:solidFill>
            <a:schemeClr val="tx2"/>
          </a:solidFill>
          <a:latin typeface="Garamond" pitchFamily="18" charset="0"/>
          <a:ea typeface="ＭＳ Ｐゴシック" charset="0"/>
          <a:cs typeface="Arial" charset="0"/>
        </a:defRPr>
      </a:lvl5pPr>
      <a:lvl6pPr marL="457200" algn="l" rtl="0" fontAlgn="base">
        <a:spcBef>
          <a:spcPct val="0"/>
        </a:spcBef>
        <a:spcAft>
          <a:spcPct val="0"/>
        </a:spcAft>
        <a:defRPr sz="4200">
          <a:solidFill>
            <a:schemeClr val="tx2"/>
          </a:solidFill>
          <a:latin typeface="Garamond" pitchFamily="18" charset="0"/>
          <a:cs typeface="Arial" charset="0"/>
        </a:defRPr>
      </a:lvl6pPr>
      <a:lvl7pPr marL="914400" algn="l" rtl="0" fontAlgn="base">
        <a:spcBef>
          <a:spcPct val="0"/>
        </a:spcBef>
        <a:spcAft>
          <a:spcPct val="0"/>
        </a:spcAft>
        <a:defRPr sz="4200">
          <a:solidFill>
            <a:schemeClr val="tx2"/>
          </a:solidFill>
          <a:latin typeface="Garamond" pitchFamily="18" charset="0"/>
          <a:cs typeface="Arial" charset="0"/>
        </a:defRPr>
      </a:lvl7pPr>
      <a:lvl8pPr marL="1371600" algn="l" rtl="0" fontAlgn="base">
        <a:spcBef>
          <a:spcPct val="0"/>
        </a:spcBef>
        <a:spcAft>
          <a:spcPct val="0"/>
        </a:spcAft>
        <a:defRPr sz="4200">
          <a:solidFill>
            <a:schemeClr val="tx2"/>
          </a:solidFill>
          <a:latin typeface="Garamond" pitchFamily="18" charset="0"/>
          <a:cs typeface="Arial" charset="0"/>
        </a:defRPr>
      </a:lvl8pPr>
      <a:lvl9pPr marL="1828800" algn="l" rtl="0" fontAlgn="base">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ＭＳ Ｐゴシック" charset="0"/>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Arial" charset="0"/>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Arial" charset="0"/>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Arial" charset="0"/>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Arial" charset="0"/>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4.xml"/><Relationship Id="rId1" Type="http://schemas.openxmlformats.org/officeDocument/2006/relationships/slideLayout" Target="../slideLayouts/slideLayout14.xml"/><Relationship Id="rId4" Type="http://schemas.openxmlformats.org/officeDocument/2006/relationships/image" Target="../media/image27.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5.xml"/><Relationship Id="rId1" Type="http://schemas.openxmlformats.org/officeDocument/2006/relationships/slideLayout" Target="../slideLayouts/slideLayout14.xml"/><Relationship Id="rId6" Type="http://schemas.openxmlformats.org/officeDocument/2006/relationships/image" Target="../media/image27.wmf"/><Relationship Id="rId5" Type="http://schemas.openxmlformats.org/officeDocument/2006/relationships/oleObject" Target="../embeddings/oleObject3.bin"/><Relationship Id="rId4" Type="http://schemas.openxmlformats.org/officeDocument/2006/relationships/image" Target="../media/image28.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6.xml"/><Relationship Id="rId1" Type="http://schemas.openxmlformats.org/officeDocument/2006/relationships/slideLayout" Target="../slideLayouts/slideLayout14.xml"/><Relationship Id="rId6" Type="http://schemas.openxmlformats.org/officeDocument/2006/relationships/image" Target="../media/image27.wmf"/><Relationship Id="rId5" Type="http://schemas.openxmlformats.org/officeDocument/2006/relationships/oleObject" Target="../embeddings/oleObject5.bin"/><Relationship Id="rId4" Type="http://schemas.openxmlformats.org/officeDocument/2006/relationships/image" Target="../media/image29.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F6838B0-8346-448C-AEF2-C6ED0CB38900}"/>
              </a:ext>
            </a:extLst>
          </p:cNvPr>
          <p:cNvSpPr>
            <a:spLocks noGrp="1" noChangeArrowheads="1"/>
          </p:cNvSpPr>
          <p:nvPr>
            <p:ph type="ctrTitle"/>
          </p:nvPr>
        </p:nvSpPr>
        <p:spPr>
          <a:xfrm>
            <a:off x="914400" y="1524000"/>
            <a:ext cx="7623175" cy="2286000"/>
          </a:xfrm>
        </p:spPr>
        <p:txBody>
          <a:bodyPr/>
          <a:lstStyle/>
          <a:p>
            <a:pPr algn="ctr" eaLnBrk="1" hangingPunct="1"/>
            <a:r>
              <a:rPr lang="en-US" altLang="en-US" sz="3800" dirty="0">
                <a:ea typeface="ＭＳ Ｐゴシック" panose="020B0600070205080204" pitchFamily="34" charset="-128"/>
              </a:rPr>
              <a:t> </a:t>
            </a:r>
            <a:br>
              <a:rPr lang="en-US" altLang="en-US" sz="3800" dirty="0">
                <a:ea typeface="ＭＳ Ｐゴシック" panose="020B0600070205080204" pitchFamily="34" charset="-128"/>
              </a:rPr>
            </a:br>
            <a:r>
              <a:rPr lang="en-US" altLang="en-US" sz="3800" dirty="0">
                <a:ea typeface="ＭＳ Ｐゴシック" panose="020B0600070205080204" pitchFamily="34" charset="-128"/>
              </a:rPr>
              <a:t>Data Warehousing</a:t>
            </a:r>
            <a:br>
              <a:rPr lang="en-US" altLang="en-US" sz="3800" dirty="0">
                <a:ea typeface="ＭＳ Ｐゴシック" panose="020B0600070205080204" pitchFamily="34" charset="-128"/>
              </a:rPr>
            </a:br>
            <a:r>
              <a:rPr lang="en-US" altLang="en-US" sz="3000" dirty="0">
                <a:ea typeface="ＭＳ Ｐゴシック" panose="020B0600070205080204" pitchFamily="34" charset="-128"/>
              </a:rPr>
              <a:t>&amp; </a:t>
            </a:r>
            <a:br>
              <a:rPr lang="en-US" altLang="en-US" sz="3000" dirty="0">
                <a:ea typeface="ＭＳ Ｐゴシック" panose="020B0600070205080204" pitchFamily="34" charset="-128"/>
              </a:rPr>
            </a:br>
            <a:r>
              <a:rPr lang="en-US" altLang="en-US" sz="3800" dirty="0">
                <a:ea typeface="ＭＳ Ｐゴシック" panose="020B0600070205080204" pitchFamily="34" charset="-128"/>
              </a:rPr>
              <a:t>Data Mining(CSC496)</a:t>
            </a:r>
            <a:endParaRPr lang="sv-SE" altLang="en-US" sz="3800" dirty="0">
              <a:ea typeface="ＭＳ Ｐゴシック" panose="020B0600070205080204" pitchFamily="34" charset="-128"/>
            </a:endParaRPr>
          </a:p>
        </p:txBody>
      </p:sp>
      <p:sp>
        <p:nvSpPr>
          <p:cNvPr id="3075" name="Rectangle 3">
            <a:extLst>
              <a:ext uri="{FF2B5EF4-FFF2-40B4-BE49-F238E27FC236}">
                <a16:creationId xmlns:a16="http://schemas.microsoft.com/office/drawing/2014/main" id="{589BF442-A7C7-4EC8-A73E-7AC5B66772B9}"/>
              </a:ext>
            </a:extLst>
          </p:cNvPr>
          <p:cNvSpPr>
            <a:spLocks noGrp="1" noChangeArrowheads="1"/>
          </p:cNvSpPr>
          <p:nvPr>
            <p:ph type="subTitle" idx="1"/>
          </p:nvPr>
        </p:nvSpPr>
        <p:spPr>
          <a:xfrm>
            <a:off x="1371600" y="4191000"/>
            <a:ext cx="6934200" cy="1752600"/>
          </a:xfrm>
        </p:spPr>
        <p:txBody>
          <a:bodyPr/>
          <a:lstStyle/>
          <a:p>
            <a:pPr algn="ctr" eaLnBrk="1" hangingPunct="1"/>
            <a:r>
              <a:rPr lang="en-US" altLang="en-US" sz="2000" dirty="0"/>
              <a:t>By</a:t>
            </a:r>
          </a:p>
          <a:p>
            <a:pPr algn="ctr" eaLnBrk="1" hangingPunct="1"/>
            <a:r>
              <a:rPr lang="en-US" altLang="en-US" sz="2000" dirty="0"/>
              <a:t>Mr. Usman Shehzaib	</a:t>
            </a:r>
          </a:p>
          <a:p>
            <a:pPr algn="ctr" eaLnBrk="1" hangingPunct="1"/>
            <a:r>
              <a:rPr lang="en-US" altLang="en-US" sz="2000" dirty="0"/>
              <a:t>(Assistant Professor)</a:t>
            </a:r>
          </a:p>
          <a:p>
            <a:pPr algn="ctr" eaLnBrk="1" hangingPunct="1"/>
            <a:r>
              <a:rPr lang="en-US" altLang="en-US" sz="2000" dirty="0"/>
              <a:t>Department of Computer Science</a:t>
            </a:r>
          </a:p>
          <a:p>
            <a:pPr algn="ctr" eaLnBrk="1" hangingPunct="1"/>
            <a:r>
              <a:rPr lang="en-US" altLang="en-US" sz="2000" dirty="0">
                <a:ea typeface="ＭＳ Ｐゴシック" panose="020B0600070205080204" pitchFamily="34" charset="-128"/>
              </a:rPr>
              <a:t>CUI Lahore Campus</a:t>
            </a:r>
          </a:p>
        </p:txBody>
      </p:sp>
      <p:pic>
        <p:nvPicPr>
          <p:cNvPr id="6" name="Picture 5" descr="cui logo.jpg"/>
          <p:cNvPicPr>
            <a:picLocks noChangeAspect="1"/>
          </p:cNvPicPr>
          <p:nvPr/>
        </p:nvPicPr>
        <p:blipFill>
          <a:blip r:embed="rId3"/>
          <a:stretch>
            <a:fillRect/>
          </a:stretch>
        </p:blipFill>
        <p:spPr>
          <a:xfrm>
            <a:off x="7239000" y="0"/>
            <a:ext cx="995363" cy="995363"/>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686800" cy="1139825"/>
          </a:xfrm>
        </p:spPr>
        <p:txBody>
          <a:bodyPr/>
          <a:lstStyle/>
          <a:p>
            <a:r>
              <a:rPr lang="en-US" dirty="0"/>
              <a:t>Dimensional Modeling Advanced Topics</a:t>
            </a:r>
            <a:br>
              <a:rPr lang="en-US" dirty="0"/>
            </a:br>
            <a:r>
              <a:rPr lang="en-US" dirty="0"/>
              <a:t>Objectives</a:t>
            </a:r>
          </a:p>
        </p:txBody>
      </p:sp>
      <p:sp>
        <p:nvSpPr>
          <p:cNvPr id="4" name="Slide Number Placeholder 3"/>
          <p:cNvSpPr>
            <a:spLocks noGrp="1"/>
          </p:cNvSpPr>
          <p:nvPr>
            <p:ph type="sldNum" sz="quarter" idx="12"/>
          </p:nvPr>
        </p:nvSpPr>
        <p:spPr/>
        <p:txBody>
          <a:bodyPr/>
          <a:lstStyle/>
          <a:p>
            <a:fld id="{0ABCE8A2-C98F-4ADA-B21C-AB98824232FB}" type="slidenum">
              <a:rPr lang="sv-SE" altLang="en-US" smtClean="0"/>
              <a:pPr/>
              <a:t>2</a:t>
            </a:fld>
            <a:endParaRPr lang="sv-SE" altLang="en-US"/>
          </a:p>
        </p:txBody>
      </p:sp>
      <p:pic>
        <p:nvPicPr>
          <p:cNvPr id="1026" name="Picture 2"/>
          <p:cNvPicPr>
            <a:picLocks noGrp="1" noChangeAspect="1" noChangeArrowheads="1"/>
          </p:cNvPicPr>
          <p:nvPr>
            <p:ph idx="1"/>
          </p:nvPr>
        </p:nvPicPr>
        <p:blipFill>
          <a:blip r:embed="rId2"/>
          <a:srcRect/>
          <a:stretch>
            <a:fillRect/>
          </a:stretch>
        </p:blipFill>
        <p:spPr bwMode="auto">
          <a:xfrm>
            <a:off x="762000" y="1905000"/>
            <a:ext cx="7295977" cy="3733799"/>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F95ACCB4-C39F-471F-8D4A-C751B106779D}"/>
              </a:ext>
            </a:extLst>
          </p:cNvPr>
          <p:cNvSpPr>
            <a:spLocks noGrp="1"/>
          </p:cNvSpPr>
          <p:nvPr>
            <p:ph type="title"/>
          </p:nvPr>
        </p:nvSpPr>
        <p:spPr/>
        <p:txBody>
          <a:bodyPr/>
          <a:lstStyle/>
          <a:p>
            <a:r>
              <a:rPr lang="en-US" altLang="en-US">
                <a:ea typeface="ＭＳ Ｐゴシック" panose="020B0600070205080204" pitchFamily="34" charset="-128"/>
              </a:rPr>
              <a:t>Updates to Dimension Tables</a:t>
            </a:r>
          </a:p>
        </p:txBody>
      </p:sp>
      <p:sp>
        <p:nvSpPr>
          <p:cNvPr id="68611" name="Content Placeholder 2">
            <a:extLst>
              <a:ext uri="{FF2B5EF4-FFF2-40B4-BE49-F238E27FC236}">
                <a16:creationId xmlns:a16="http://schemas.microsoft.com/office/drawing/2014/main" id="{AD28E027-AE82-40A0-A9B1-D7725D661759}"/>
              </a:ext>
            </a:extLst>
          </p:cNvPr>
          <p:cNvSpPr>
            <a:spLocks noGrp="1"/>
          </p:cNvSpPr>
          <p:nvPr>
            <p:ph idx="1"/>
          </p:nvPr>
        </p:nvSpPr>
        <p:spPr>
          <a:xfrm>
            <a:off x="457200" y="1143000"/>
            <a:ext cx="8229600" cy="4530725"/>
          </a:xfrm>
        </p:spPr>
        <p:txBody>
          <a:bodyPr/>
          <a:lstStyle/>
          <a:p>
            <a:r>
              <a:rPr lang="en-US" sz="2400" dirty="0"/>
              <a:t>Compared to the fact table, the dimension tables are more stable and less volatile. However, unlike the fact table, which changes through an increase in the number of rows, a dimension table does not change just through the increase in the number of rows, but also through changes to the attributes themselves.</a:t>
            </a:r>
          </a:p>
          <a:p>
            <a:r>
              <a:rPr lang="en-US" sz="2400" dirty="0"/>
              <a:t>Look at the product dimension table. Every year, rows  are added as new models become available. But what about the attributes within the product dimension table? If a particular product is moved to a different product category, then the corresponding values must be changed in the product dimension table.</a:t>
            </a:r>
            <a:endParaRPr lang="en-US" altLang="en-US" sz="2400" dirty="0">
              <a:ea typeface="ＭＳ Ｐゴシック" panose="020B0600070205080204" pitchFamily="34" charset="-128"/>
            </a:endParaRPr>
          </a:p>
        </p:txBody>
      </p:sp>
      <p:sp>
        <p:nvSpPr>
          <p:cNvPr id="68612" name="Slide Number Placeholder 3">
            <a:extLst>
              <a:ext uri="{FF2B5EF4-FFF2-40B4-BE49-F238E27FC236}">
                <a16:creationId xmlns:a16="http://schemas.microsoft.com/office/drawing/2014/main" id="{DC06E8AA-5F42-49CF-8C60-B77773EABD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289A0A-A18B-4D4C-B99E-754B03AF0190}" type="slidenum">
              <a:rPr lang="sv-SE" altLang="en-US">
                <a:latin typeface="Garamond" panose="02020404030301010803" pitchFamily="18" charset="0"/>
              </a:rPr>
              <a:pPr eaLnBrk="1" hangingPunct="1"/>
              <a:t>3</a:t>
            </a:fld>
            <a:endParaRPr lang="sv-SE" altLang="en-US">
              <a:latin typeface="Garamond" panose="020204040303010108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788987"/>
          </a:xfrm>
        </p:spPr>
        <p:txBody>
          <a:bodyPr/>
          <a:lstStyle/>
          <a:p>
            <a:r>
              <a:rPr lang="en-US" dirty="0"/>
              <a:t>Slowly Changing dimensions</a:t>
            </a:r>
          </a:p>
        </p:txBody>
      </p:sp>
      <p:sp>
        <p:nvSpPr>
          <p:cNvPr id="4" name="Slide Number Placeholder 3"/>
          <p:cNvSpPr>
            <a:spLocks noGrp="1"/>
          </p:cNvSpPr>
          <p:nvPr>
            <p:ph type="sldNum" sz="quarter" idx="12"/>
          </p:nvPr>
        </p:nvSpPr>
        <p:spPr/>
        <p:txBody>
          <a:bodyPr/>
          <a:lstStyle/>
          <a:p>
            <a:fld id="{0ABCE8A2-C98F-4ADA-B21C-AB98824232FB}" type="slidenum">
              <a:rPr lang="sv-SE" altLang="en-US" smtClean="0"/>
              <a:pPr/>
              <a:t>4</a:t>
            </a:fld>
            <a:endParaRPr lang="sv-SE" altLang="en-US"/>
          </a:p>
        </p:txBody>
      </p:sp>
      <p:pic>
        <p:nvPicPr>
          <p:cNvPr id="2050" name="Picture 2"/>
          <p:cNvPicPr>
            <a:picLocks noGrp="1" noChangeAspect="1" noChangeArrowheads="1"/>
          </p:cNvPicPr>
          <p:nvPr>
            <p:ph idx="1"/>
          </p:nvPr>
        </p:nvPicPr>
        <p:blipFill>
          <a:blip r:embed="rId2"/>
          <a:srcRect/>
          <a:stretch>
            <a:fillRect/>
          </a:stretch>
        </p:blipFill>
        <p:spPr bwMode="auto">
          <a:xfrm>
            <a:off x="228600" y="1295400"/>
            <a:ext cx="8828341" cy="4495800"/>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F95ACCB4-C39F-471F-8D4A-C751B106779D}"/>
              </a:ext>
            </a:extLst>
          </p:cNvPr>
          <p:cNvSpPr>
            <a:spLocks noGrp="1"/>
          </p:cNvSpPr>
          <p:nvPr>
            <p:ph type="title"/>
          </p:nvPr>
        </p:nvSpPr>
        <p:spPr/>
        <p:txBody>
          <a:bodyPr/>
          <a:lstStyle/>
          <a:p>
            <a:r>
              <a:rPr lang="en-US" altLang="en-US">
                <a:ea typeface="ＭＳ Ｐゴシック" panose="020B0600070205080204" pitchFamily="34" charset="-128"/>
              </a:rPr>
              <a:t>Updates to Dimension Tables</a:t>
            </a:r>
          </a:p>
        </p:txBody>
      </p:sp>
      <p:sp>
        <p:nvSpPr>
          <p:cNvPr id="68611" name="Content Placeholder 2">
            <a:extLst>
              <a:ext uri="{FF2B5EF4-FFF2-40B4-BE49-F238E27FC236}">
                <a16:creationId xmlns:a16="http://schemas.microsoft.com/office/drawing/2014/main" id="{AD28E027-AE82-40A0-A9B1-D7725D661759}"/>
              </a:ext>
            </a:extLst>
          </p:cNvPr>
          <p:cNvSpPr>
            <a:spLocks noGrp="1"/>
          </p:cNvSpPr>
          <p:nvPr>
            <p:ph idx="1"/>
          </p:nvPr>
        </p:nvSpPr>
        <p:spPr>
          <a:xfrm>
            <a:off x="457200" y="1143000"/>
            <a:ext cx="8229600" cy="4530725"/>
          </a:xfrm>
        </p:spPr>
        <p:txBody>
          <a:bodyPr/>
          <a:lstStyle/>
          <a:p>
            <a:endParaRPr lang="en-US" altLang="en-US" sz="2400">
              <a:ea typeface="ＭＳ Ｐゴシック" panose="020B0600070205080204" pitchFamily="34" charset="-128"/>
            </a:endParaRPr>
          </a:p>
        </p:txBody>
      </p:sp>
      <p:sp>
        <p:nvSpPr>
          <p:cNvPr id="68612" name="Slide Number Placeholder 3">
            <a:extLst>
              <a:ext uri="{FF2B5EF4-FFF2-40B4-BE49-F238E27FC236}">
                <a16:creationId xmlns:a16="http://schemas.microsoft.com/office/drawing/2014/main" id="{DC06E8AA-5F42-49CF-8C60-B77773EABD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8A289A0A-A18B-4D4C-B99E-754B03AF0190}" type="slidenum">
              <a:rPr lang="sv-SE" altLang="en-US">
                <a:latin typeface="Garamond" panose="02020404030301010803" pitchFamily="18" charset="0"/>
              </a:rPr>
              <a:pPr eaLnBrk="1" hangingPunct="1"/>
              <a:t>5</a:t>
            </a:fld>
            <a:endParaRPr lang="sv-SE" altLang="en-US">
              <a:latin typeface="Garamond" panose="02020404030301010803" pitchFamily="18" charset="0"/>
            </a:endParaRPr>
          </a:p>
        </p:txBody>
      </p:sp>
      <p:pic>
        <p:nvPicPr>
          <p:cNvPr id="68613" name="Picture 4" descr="Screen Shot 2012-10-08 at 9.17.52 AM.png">
            <a:extLst>
              <a:ext uri="{FF2B5EF4-FFF2-40B4-BE49-F238E27FC236}">
                <a16:creationId xmlns:a16="http://schemas.microsoft.com/office/drawing/2014/main" id="{5B9BE587-BE32-42CE-8F90-6BA6CB5F6B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19200"/>
            <a:ext cx="7543800" cy="538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0D8F70B-B928-4B06-89E2-B879E2F92EAA}"/>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69635" name="Content Placeholder 2">
            <a:extLst>
              <a:ext uri="{FF2B5EF4-FFF2-40B4-BE49-F238E27FC236}">
                <a16:creationId xmlns:a16="http://schemas.microsoft.com/office/drawing/2014/main" id="{E0BA838E-211C-4A48-AD49-9AC44B48CD9F}"/>
              </a:ext>
            </a:extLst>
          </p:cNvPr>
          <p:cNvSpPr>
            <a:spLocks noGrp="1"/>
          </p:cNvSpPr>
          <p:nvPr>
            <p:ph idx="1"/>
          </p:nvPr>
        </p:nvSpPr>
        <p:spPr/>
        <p:txBody>
          <a:bodyPr/>
          <a:lstStyle/>
          <a:p>
            <a:r>
              <a:rPr lang="en-US" sz="3200" dirty="0"/>
              <a:t>Techniques for making the changes fall into three distinct types. Data warehousing practitioners have come up with different techniques for applying the changes. They have also given names to these three types of dimension table changes</a:t>
            </a:r>
          </a:p>
          <a:p>
            <a:r>
              <a:rPr lang="en-US" sz="3200" dirty="0"/>
              <a:t>The given names are type 1 changes, type 2 changes, and type 3 changes.</a:t>
            </a:r>
            <a:endParaRPr lang="en-US" altLang="en-US" sz="3200" dirty="0">
              <a:ea typeface="ＭＳ Ｐゴシック" panose="020B0600070205080204" pitchFamily="34" charset="-128"/>
            </a:endParaRPr>
          </a:p>
        </p:txBody>
      </p:sp>
      <p:sp>
        <p:nvSpPr>
          <p:cNvPr id="69636" name="Slide Number Placeholder 3">
            <a:extLst>
              <a:ext uri="{FF2B5EF4-FFF2-40B4-BE49-F238E27FC236}">
                <a16:creationId xmlns:a16="http://schemas.microsoft.com/office/drawing/2014/main" id="{0422E156-A057-4B6D-B06F-82B0F61162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0C32A53-24E2-4F1D-9C16-27C125814C11}" type="slidenum">
              <a:rPr lang="sv-SE" altLang="en-US">
                <a:latin typeface="Garamond" panose="02020404030301010803" pitchFamily="18" charset="0"/>
              </a:rPr>
              <a:pPr eaLnBrk="1" hangingPunct="1"/>
              <a:t>6</a:t>
            </a:fld>
            <a:endParaRPr lang="sv-SE" altLang="en-US">
              <a:latin typeface="Garamond" panose="020204040303010108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0D8F70B-B928-4B06-89E2-B879E2F92EAA}"/>
              </a:ext>
            </a:extLst>
          </p:cNvPr>
          <p:cNvSpPr>
            <a:spLocks noGrp="1"/>
          </p:cNvSpPr>
          <p:nvPr>
            <p:ph type="title"/>
          </p:nvPr>
        </p:nvSpPr>
        <p:spPr/>
        <p:txBody>
          <a:bodyPr/>
          <a:lstStyle/>
          <a:p>
            <a:r>
              <a:rPr lang="en-US" altLang="en-US" dirty="0">
                <a:ea typeface="ＭＳ Ｐゴシック" panose="020B0600070205080204" pitchFamily="34" charset="-128"/>
              </a:rPr>
              <a:t>Updates to Dimension Tables (Cont.)</a:t>
            </a:r>
          </a:p>
        </p:txBody>
      </p:sp>
      <p:sp>
        <p:nvSpPr>
          <p:cNvPr id="69635" name="Content Placeholder 2">
            <a:extLst>
              <a:ext uri="{FF2B5EF4-FFF2-40B4-BE49-F238E27FC236}">
                <a16:creationId xmlns:a16="http://schemas.microsoft.com/office/drawing/2014/main" id="{E0BA838E-211C-4A48-AD49-9AC44B48CD9F}"/>
              </a:ext>
            </a:extLst>
          </p:cNvPr>
          <p:cNvSpPr>
            <a:spLocks noGrp="1"/>
          </p:cNvSpPr>
          <p:nvPr>
            <p:ph idx="1"/>
          </p:nvPr>
        </p:nvSpPr>
        <p:spPr/>
        <p:txBody>
          <a:bodyPr/>
          <a:lstStyle/>
          <a:p>
            <a:r>
              <a:rPr lang="en-US" altLang="en-US" sz="3200">
                <a:ea typeface="ＭＳ Ｐゴシック" panose="020B0600070205080204" pitchFamily="34" charset="-128"/>
              </a:rPr>
              <a:t>Type-I changes: correction of errors, e.g., customer name changes from Sulman Khan to Salman Khan</a:t>
            </a:r>
            <a:endParaRPr lang="en-US" altLang="en-US">
              <a:ea typeface="ＭＳ Ｐゴシック" panose="020B0600070205080204" pitchFamily="34" charset="-128"/>
            </a:endParaRPr>
          </a:p>
          <a:p>
            <a:r>
              <a:rPr lang="en-US" altLang="en-US" sz="3200">
                <a:ea typeface="ＭＳ Ｐゴシック" panose="020B0600070205080204" pitchFamily="34" charset="-128"/>
              </a:rPr>
              <a:t>Solution to type-I updates:</a:t>
            </a:r>
          </a:p>
          <a:p>
            <a:pPr lvl="1" eaLnBrk="1" hangingPunct="1">
              <a:lnSpc>
                <a:spcPct val="90000"/>
              </a:lnSpc>
            </a:pPr>
            <a:r>
              <a:rPr lang="en-US" altLang="en-US" sz="3200">
                <a:ea typeface="ＭＳ Ｐゴシック" panose="020B0600070205080204" pitchFamily="34" charset="-128"/>
              </a:rPr>
              <a:t>Simply update the corresponding attribute/attributes. There is no need to preserve their old values</a:t>
            </a:r>
          </a:p>
        </p:txBody>
      </p:sp>
      <p:sp>
        <p:nvSpPr>
          <p:cNvPr id="69636" name="Slide Number Placeholder 3">
            <a:extLst>
              <a:ext uri="{FF2B5EF4-FFF2-40B4-BE49-F238E27FC236}">
                <a16:creationId xmlns:a16="http://schemas.microsoft.com/office/drawing/2014/main" id="{0422E156-A057-4B6D-B06F-82B0F61162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0C32A53-24E2-4F1D-9C16-27C125814C11}" type="slidenum">
              <a:rPr lang="sv-SE" altLang="en-US">
                <a:latin typeface="Garamond" panose="02020404030301010803" pitchFamily="18" charset="0"/>
              </a:rPr>
              <a:pPr eaLnBrk="1" hangingPunct="1"/>
              <a:t>7</a:t>
            </a:fld>
            <a:endParaRPr lang="sv-SE" altLang="en-US">
              <a:latin typeface="Garamond" panose="020204040303010108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E2727-F6E4-6C7D-A563-FFC0EBA48BD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DC71A04-FF78-0D92-A989-A20CBB98A3F1}"/>
              </a:ext>
            </a:extLst>
          </p:cNvPr>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0BD39835-B2EF-308F-0739-730D76DDB5C7}"/>
              </a:ext>
            </a:extLst>
          </p:cNvPr>
          <p:cNvSpPr>
            <a:spLocks noGrp="1"/>
          </p:cNvSpPr>
          <p:nvPr>
            <p:ph type="sldNum" sz="quarter" idx="12"/>
          </p:nvPr>
        </p:nvSpPr>
        <p:spPr/>
        <p:txBody>
          <a:bodyPr/>
          <a:lstStyle/>
          <a:p>
            <a:fld id="{CE4C9449-12C6-49F9-848C-2E111D1DF466}" type="slidenum">
              <a:rPr lang="sv-SE" altLang="en-US" smtClean="0"/>
              <a:pPr/>
              <a:t>8</a:t>
            </a:fld>
            <a:endParaRPr lang="sv-SE" altLang="en-US"/>
          </a:p>
        </p:txBody>
      </p:sp>
      <p:pic>
        <p:nvPicPr>
          <p:cNvPr id="6" name="Picture 5">
            <a:extLst>
              <a:ext uri="{FF2B5EF4-FFF2-40B4-BE49-F238E27FC236}">
                <a16:creationId xmlns:a16="http://schemas.microsoft.com/office/drawing/2014/main" id="{399601B3-A849-B95D-0958-A960929DFAE3}"/>
              </a:ext>
            </a:extLst>
          </p:cNvPr>
          <p:cNvPicPr>
            <a:picLocks noChangeAspect="1"/>
          </p:cNvPicPr>
          <p:nvPr/>
        </p:nvPicPr>
        <p:blipFill rotWithShape="1">
          <a:blip r:embed="rId2"/>
          <a:srcRect l="4999" t="19616" r="30001" b="32213"/>
          <a:stretch/>
        </p:blipFill>
        <p:spPr>
          <a:xfrm>
            <a:off x="2" y="352279"/>
            <a:ext cx="9085416" cy="5891359"/>
          </a:xfrm>
          <a:prstGeom prst="rect">
            <a:avLst/>
          </a:prstGeom>
        </p:spPr>
      </p:pic>
    </p:spTree>
    <p:extLst>
      <p:ext uri="{BB962C8B-B14F-4D97-AF65-F5344CB8AC3E}">
        <p14:creationId xmlns:p14="http://schemas.microsoft.com/office/powerpoint/2010/main" val="804906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90D8F70B-B928-4B06-89E2-B879E2F92EAA}"/>
              </a:ext>
            </a:extLst>
          </p:cNvPr>
          <p:cNvSpPr>
            <a:spLocks noGrp="1"/>
          </p:cNvSpPr>
          <p:nvPr>
            <p:ph type="title"/>
          </p:nvPr>
        </p:nvSpPr>
        <p:spPr/>
        <p:txBody>
          <a:bodyPr/>
          <a:lstStyle/>
          <a:p>
            <a:r>
              <a:rPr lang="en-US" altLang="en-US" dirty="0">
                <a:ea typeface="ＭＳ Ｐゴシック" panose="020B0600070205080204" pitchFamily="34" charset="-128"/>
              </a:rPr>
              <a:t>Updates to Dimension Tables (Cont.)</a:t>
            </a:r>
          </a:p>
        </p:txBody>
      </p:sp>
      <p:sp>
        <p:nvSpPr>
          <p:cNvPr id="69635" name="Content Placeholder 2">
            <a:extLst>
              <a:ext uri="{FF2B5EF4-FFF2-40B4-BE49-F238E27FC236}">
                <a16:creationId xmlns:a16="http://schemas.microsoft.com/office/drawing/2014/main" id="{E0BA838E-211C-4A48-AD49-9AC44B48CD9F}"/>
              </a:ext>
            </a:extLst>
          </p:cNvPr>
          <p:cNvSpPr>
            <a:spLocks noGrp="1"/>
          </p:cNvSpPr>
          <p:nvPr>
            <p:ph idx="1"/>
          </p:nvPr>
        </p:nvSpPr>
        <p:spPr>
          <a:xfrm>
            <a:off x="381000" y="990600"/>
            <a:ext cx="8229600" cy="5638800"/>
          </a:xfrm>
        </p:spPr>
        <p:txBody>
          <a:bodyPr/>
          <a:lstStyle/>
          <a:p>
            <a:pPr>
              <a:buNone/>
            </a:pPr>
            <a:r>
              <a:rPr lang="en-US" sz="3200" dirty="0"/>
              <a:t>Here are the general principles for type 1 changes:</a:t>
            </a:r>
          </a:p>
          <a:p>
            <a:r>
              <a:rPr lang="en-US" sz="3200" dirty="0"/>
              <a:t>Usually, the changes relate to correction of errors in source systems.</a:t>
            </a:r>
          </a:p>
          <a:p>
            <a:r>
              <a:rPr lang="en-US" sz="3200" dirty="0"/>
              <a:t>Sometimes the change in the source system has no significance.</a:t>
            </a:r>
          </a:p>
          <a:p>
            <a:r>
              <a:rPr lang="en-US" sz="3200" dirty="0"/>
              <a:t>The old value in the source system needs to be discarded.</a:t>
            </a:r>
          </a:p>
          <a:p>
            <a:r>
              <a:rPr lang="en-US" sz="3200" dirty="0"/>
              <a:t>The change in the source system need not be preserved in the data warehouse.</a:t>
            </a:r>
            <a:endParaRPr lang="en-US" altLang="en-US" sz="3200" dirty="0">
              <a:ea typeface="ＭＳ Ｐゴシック" panose="020B0600070205080204" pitchFamily="34" charset="-128"/>
            </a:endParaRPr>
          </a:p>
        </p:txBody>
      </p:sp>
      <p:sp>
        <p:nvSpPr>
          <p:cNvPr id="69636" name="Slide Number Placeholder 3">
            <a:extLst>
              <a:ext uri="{FF2B5EF4-FFF2-40B4-BE49-F238E27FC236}">
                <a16:creationId xmlns:a16="http://schemas.microsoft.com/office/drawing/2014/main" id="{0422E156-A057-4B6D-B06F-82B0F61162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F0C32A53-24E2-4F1D-9C16-27C125814C11}" type="slidenum">
              <a:rPr lang="sv-SE" altLang="en-US">
                <a:latin typeface="Garamond" panose="02020404030301010803" pitchFamily="18" charset="0"/>
              </a:rPr>
              <a:pPr eaLnBrk="1" hangingPunct="1"/>
              <a:t>9</a:t>
            </a:fld>
            <a:endParaRPr lang="sv-SE" altLang="en-US">
              <a:latin typeface="Garamond" panose="02020404030301010803"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Type 1 Changes</a:t>
            </a:r>
          </a:p>
        </p:txBody>
      </p:sp>
      <p:sp>
        <p:nvSpPr>
          <p:cNvPr id="4" name="Slide Number Placeholder 3"/>
          <p:cNvSpPr>
            <a:spLocks noGrp="1"/>
          </p:cNvSpPr>
          <p:nvPr>
            <p:ph type="sldNum" sz="quarter" idx="12"/>
          </p:nvPr>
        </p:nvSpPr>
        <p:spPr/>
        <p:txBody>
          <a:bodyPr/>
          <a:lstStyle/>
          <a:p>
            <a:fld id="{0ABCE8A2-C98F-4ADA-B21C-AB98824232FB}" type="slidenum">
              <a:rPr lang="sv-SE" altLang="en-US" smtClean="0"/>
              <a:pPr/>
              <a:t>10</a:t>
            </a:fld>
            <a:endParaRPr lang="sv-SE" altLang="en-US"/>
          </a:p>
        </p:txBody>
      </p:sp>
      <p:pic>
        <p:nvPicPr>
          <p:cNvPr id="3074" name="Picture 2"/>
          <p:cNvPicPr>
            <a:picLocks noGrp="1" noChangeAspect="1" noChangeArrowheads="1"/>
          </p:cNvPicPr>
          <p:nvPr>
            <p:ph idx="1"/>
          </p:nvPr>
        </p:nvPicPr>
        <p:blipFill>
          <a:blip r:embed="rId2"/>
          <a:srcRect/>
          <a:stretch>
            <a:fillRect/>
          </a:stretch>
        </p:blipFill>
        <p:spPr bwMode="auto">
          <a:xfrm>
            <a:off x="152400" y="1066800"/>
            <a:ext cx="8686799" cy="506412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CD21D507-34CC-4508-B3F7-BBC0E85C0BA6}"/>
              </a:ext>
            </a:extLst>
          </p:cNvPr>
          <p:cNvSpPr>
            <a:spLocks noGrp="1"/>
          </p:cNvSpPr>
          <p:nvPr>
            <p:ph type="title"/>
          </p:nvPr>
        </p:nvSpPr>
        <p:spPr/>
        <p:txBody>
          <a:bodyPr/>
          <a:lstStyle/>
          <a:p>
            <a:r>
              <a:rPr lang="en-US" altLang="en-US" dirty="0">
                <a:ea typeface="ＭＳ Ｐゴシック" panose="020B0600070205080204" pitchFamily="34" charset="-128"/>
              </a:rPr>
              <a:t>Type 2 changes: preserving history</a:t>
            </a:r>
            <a:br>
              <a:rPr lang="en-US" altLang="en-US" dirty="0">
                <a:ea typeface="ＭＳ Ｐゴシック" panose="020B0600070205080204" pitchFamily="34" charset="-128"/>
              </a:rPr>
            </a:br>
            <a:endParaRPr lang="en-US" altLang="en-US" dirty="0">
              <a:ea typeface="ＭＳ Ｐゴシック" panose="020B0600070205080204" pitchFamily="34" charset="-128"/>
            </a:endParaRPr>
          </a:p>
        </p:txBody>
      </p:sp>
      <p:sp>
        <p:nvSpPr>
          <p:cNvPr id="70659" name="Content Placeholder 2">
            <a:extLst>
              <a:ext uri="{FF2B5EF4-FFF2-40B4-BE49-F238E27FC236}">
                <a16:creationId xmlns:a16="http://schemas.microsoft.com/office/drawing/2014/main" id="{DF996394-7CCC-448C-A58A-F422C72270FC}"/>
              </a:ext>
            </a:extLst>
          </p:cNvPr>
          <p:cNvSpPr>
            <a:spLocks noGrp="1"/>
          </p:cNvSpPr>
          <p:nvPr>
            <p:ph idx="1"/>
          </p:nvPr>
        </p:nvSpPr>
        <p:spPr/>
        <p:txBody>
          <a:bodyPr/>
          <a:lstStyle/>
          <a:p>
            <a:r>
              <a:rPr lang="en-US" altLang="en-US" dirty="0">
                <a:ea typeface="ＭＳ Ｐゴシック" panose="020B0600070205080204" pitchFamily="34" charset="-128"/>
              </a:rPr>
              <a:t>For example change in “address” of a customer, but the user wants to see orders by geographic location then you can not simply update the address by replacing old value with new value, you need to preserve the history (old value) as well as need to insert new value  </a:t>
            </a:r>
          </a:p>
        </p:txBody>
      </p:sp>
      <p:sp>
        <p:nvSpPr>
          <p:cNvPr id="70660" name="Slide Number Placeholder 3">
            <a:extLst>
              <a:ext uri="{FF2B5EF4-FFF2-40B4-BE49-F238E27FC236}">
                <a16:creationId xmlns:a16="http://schemas.microsoft.com/office/drawing/2014/main" id="{29A833F1-6F48-4DF6-A696-3254222CDD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BBB8EC5-5B7C-4B86-96D8-E4122CCFCFC7}" type="slidenum">
              <a:rPr lang="sv-SE" altLang="en-US">
                <a:latin typeface="Garamond" panose="02020404030301010803" pitchFamily="18" charset="0"/>
              </a:rPr>
              <a:pPr eaLnBrk="1" hangingPunct="1"/>
              <a:t>11</a:t>
            </a:fld>
            <a:endParaRPr lang="sv-SE" altLang="en-US">
              <a:latin typeface="Garamond" panose="020204040303010108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CD21D507-34CC-4508-B3F7-BBC0E85C0BA6}"/>
              </a:ext>
            </a:extLst>
          </p:cNvPr>
          <p:cNvSpPr>
            <a:spLocks noGrp="1"/>
          </p:cNvSpPr>
          <p:nvPr>
            <p:ph type="title"/>
          </p:nvPr>
        </p:nvSpPr>
        <p:spPr/>
        <p:txBody>
          <a:bodyPr/>
          <a:lstStyle/>
          <a:p>
            <a:r>
              <a:rPr lang="en-US" altLang="en-US" dirty="0">
                <a:ea typeface="ＭＳ Ｐゴシック" panose="020B0600070205080204" pitchFamily="34" charset="-128"/>
              </a:rPr>
              <a:t>Type 2 changes: preserving history</a:t>
            </a:r>
            <a:br>
              <a:rPr lang="en-US" altLang="en-US" dirty="0">
                <a:ea typeface="ＭＳ Ｐゴシック" panose="020B0600070205080204" pitchFamily="34" charset="-128"/>
              </a:rPr>
            </a:br>
            <a:endParaRPr lang="en-US" altLang="en-US" dirty="0">
              <a:ea typeface="ＭＳ Ｐゴシック" panose="020B0600070205080204" pitchFamily="34" charset="-128"/>
            </a:endParaRPr>
          </a:p>
        </p:txBody>
      </p:sp>
      <p:sp>
        <p:nvSpPr>
          <p:cNvPr id="70660" name="Slide Number Placeholder 3">
            <a:extLst>
              <a:ext uri="{FF2B5EF4-FFF2-40B4-BE49-F238E27FC236}">
                <a16:creationId xmlns:a16="http://schemas.microsoft.com/office/drawing/2014/main" id="{29A833F1-6F48-4DF6-A696-3254222CDD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BBB8EC5-5B7C-4B86-96D8-E4122CCFCFC7}" type="slidenum">
              <a:rPr lang="sv-SE" altLang="en-US">
                <a:latin typeface="Garamond" panose="02020404030301010803" pitchFamily="18" charset="0"/>
              </a:rPr>
              <a:pPr eaLnBrk="1" hangingPunct="1"/>
              <a:t>12</a:t>
            </a:fld>
            <a:endParaRPr lang="sv-SE" altLang="en-US">
              <a:latin typeface="Garamond" panose="02020404030301010803" pitchFamily="18" charset="0"/>
            </a:endParaRPr>
          </a:p>
        </p:txBody>
      </p:sp>
      <p:pic>
        <p:nvPicPr>
          <p:cNvPr id="4098" name="Picture 2"/>
          <p:cNvPicPr>
            <a:picLocks noGrp="1" noChangeAspect="1" noChangeArrowheads="1"/>
          </p:cNvPicPr>
          <p:nvPr>
            <p:ph idx="1"/>
          </p:nvPr>
        </p:nvPicPr>
        <p:blipFill>
          <a:blip r:embed="rId3"/>
          <a:srcRect/>
          <a:stretch>
            <a:fillRect/>
          </a:stretch>
        </p:blipFill>
        <p:spPr bwMode="auto">
          <a:xfrm>
            <a:off x="304800" y="1219200"/>
            <a:ext cx="8382000" cy="434339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8FC24F7B-438D-458B-91E4-B47DF8553977}"/>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71683" name="Content Placeholder 2">
            <a:extLst>
              <a:ext uri="{FF2B5EF4-FFF2-40B4-BE49-F238E27FC236}">
                <a16:creationId xmlns:a16="http://schemas.microsoft.com/office/drawing/2014/main" id="{C9A23923-08C8-4E16-8FCC-50666B4A5001}"/>
              </a:ext>
            </a:extLst>
          </p:cNvPr>
          <p:cNvSpPr>
            <a:spLocks noGrp="1"/>
          </p:cNvSpPr>
          <p:nvPr>
            <p:ph idx="1"/>
          </p:nvPr>
        </p:nvSpPr>
        <p:spPr>
          <a:xfrm>
            <a:off x="457200" y="990600"/>
            <a:ext cx="8229600" cy="4530725"/>
          </a:xfrm>
        </p:spPr>
        <p:txBody>
          <a:bodyPr/>
          <a:lstStyle/>
          <a:p>
            <a:r>
              <a:rPr lang="en-US" altLang="en-US">
                <a:ea typeface="ＭＳ Ｐゴシック" panose="020B0600070205080204" pitchFamily="34" charset="-128"/>
              </a:rPr>
              <a:t>Proposed solution:</a:t>
            </a:r>
          </a:p>
        </p:txBody>
      </p:sp>
      <p:sp>
        <p:nvSpPr>
          <p:cNvPr id="71684" name="Slide Number Placeholder 3">
            <a:extLst>
              <a:ext uri="{FF2B5EF4-FFF2-40B4-BE49-F238E27FC236}">
                <a16:creationId xmlns:a16="http://schemas.microsoft.com/office/drawing/2014/main" id="{F153D721-6558-4C34-8E35-C6D9A3361E3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F6A4AFE-39DC-4242-A710-32AE26495B06}" type="slidenum">
              <a:rPr lang="sv-SE" altLang="en-US">
                <a:latin typeface="Garamond" panose="02020404030301010803" pitchFamily="18" charset="0"/>
              </a:rPr>
              <a:pPr eaLnBrk="1" hangingPunct="1"/>
              <a:t>13</a:t>
            </a:fld>
            <a:endParaRPr lang="sv-SE" altLang="en-US">
              <a:latin typeface="Garamond" panose="02020404030301010803" pitchFamily="18" charset="0"/>
            </a:endParaRPr>
          </a:p>
        </p:txBody>
      </p:sp>
      <p:pic>
        <p:nvPicPr>
          <p:cNvPr id="71685" name="Picture 4" descr="Screen Shot 2012-10-08 at 9.32.06 AM.png">
            <a:extLst>
              <a:ext uri="{FF2B5EF4-FFF2-40B4-BE49-F238E27FC236}">
                <a16:creationId xmlns:a16="http://schemas.microsoft.com/office/drawing/2014/main" id="{3B51A559-968B-48EF-A5F4-C2404F96BA2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597025"/>
            <a:ext cx="7086600"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7546499B-6008-4BC7-B795-69B875A635D7}"/>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72707" name="Content Placeholder 2">
            <a:extLst>
              <a:ext uri="{FF2B5EF4-FFF2-40B4-BE49-F238E27FC236}">
                <a16:creationId xmlns:a16="http://schemas.microsoft.com/office/drawing/2014/main" id="{1DC1A64A-B030-47AC-B11A-2EB33810D828}"/>
              </a:ext>
            </a:extLst>
          </p:cNvPr>
          <p:cNvSpPr>
            <a:spLocks noGrp="1"/>
          </p:cNvSpPr>
          <p:nvPr>
            <p:ph idx="1"/>
          </p:nvPr>
        </p:nvSpPr>
        <p:spPr/>
        <p:txBody>
          <a:bodyPr/>
          <a:lstStyle/>
          <a:p>
            <a:r>
              <a:rPr lang="en-US" altLang="en-US">
                <a:ea typeface="ＭＳ Ｐゴシック" panose="020B0600070205080204" pitchFamily="34" charset="-128"/>
              </a:rPr>
              <a:t>Type 3 changes: When you want to compare old and new values of attributes for a given period</a:t>
            </a:r>
          </a:p>
          <a:p>
            <a:r>
              <a:rPr lang="en-US" altLang="en-US">
                <a:ea typeface="ＭＳ Ｐゴシック" panose="020B0600070205080204" pitchFamily="34" charset="-128"/>
              </a:rPr>
              <a:t>Please note that in Type 2 changes the old values and new values were not comparable before or after the cut-off date (when the address was changed)</a:t>
            </a:r>
          </a:p>
        </p:txBody>
      </p:sp>
      <p:sp>
        <p:nvSpPr>
          <p:cNvPr id="72708" name="Slide Number Placeholder 3">
            <a:extLst>
              <a:ext uri="{FF2B5EF4-FFF2-40B4-BE49-F238E27FC236}">
                <a16:creationId xmlns:a16="http://schemas.microsoft.com/office/drawing/2014/main" id="{504BAAE8-F95D-4C1C-A3FE-FE10A3695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276B9E4-3D91-42CB-AF52-3219FF57DC15}" type="slidenum">
              <a:rPr lang="sv-SE" altLang="en-US">
                <a:latin typeface="Garamond" panose="02020404030301010803" pitchFamily="18" charset="0"/>
              </a:rPr>
              <a:pPr eaLnBrk="1" hangingPunct="1"/>
              <a:t>14</a:t>
            </a:fld>
            <a:endParaRPr lang="sv-SE" altLang="en-US">
              <a:latin typeface="Garamond" panose="020204040303010108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7546499B-6008-4BC7-B795-69B875A635D7}"/>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72708" name="Slide Number Placeholder 3">
            <a:extLst>
              <a:ext uri="{FF2B5EF4-FFF2-40B4-BE49-F238E27FC236}">
                <a16:creationId xmlns:a16="http://schemas.microsoft.com/office/drawing/2014/main" id="{504BAAE8-F95D-4C1C-A3FE-FE10A3695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276B9E4-3D91-42CB-AF52-3219FF57DC15}" type="slidenum">
              <a:rPr lang="sv-SE" altLang="en-US">
                <a:latin typeface="Garamond" panose="02020404030301010803" pitchFamily="18" charset="0"/>
              </a:rPr>
              <a:pPr eaLnBrk="1" hangingPunct="1"/>
              <a:t>15</a:t>
            </a:fld>
            <a:endParaRPr lang="sv-SE" altLang="en-US">
              <a:latin typeface="Garamond" panose="02020404030301010803" pitchFamily="18" charset="0"/>
            </a:endParaRPr>
          </a:p>
        </p:txBody>
      </p:sp>
      <p:pic>
        <p:nvPicPr>
          <p:cNvPr id="6146" name="Picture 2"/>
          <p:cNvPicPr>
            <a:picLocks noGrp="1" noChangeAspect="1" noChangeArrowheads="1"/>
          </p:cNvPicPr>
          <p:nvPr>
            <p:ph idx="1"/>
          </p:nvPr>
        </p:nvPicPr>
        <p:blipFill>
          <a:blip r:embed="rId3"/>
          <a:srcRect/>
          <a:stretch>
            <a:fillRect/>
          </a:stretch>
        </p:blipFill>
        <p:spPr bwMode="auto">
          <a:xfrm>
            <a:off x="0" y="1143000"/>
            <a:ext cx="8915399" cy="402272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7546499B-6008-4BC7-B795-69B875A635D7}"/>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72708" name="Slide Number Placeholder 3">
            <a:extLst>
              <a:ext uri="{FF2B5EF4-FFF2-40B4-BE49-F238E27FC236}">
                <a16:creationId xmlns:a16="http://schemas.microsoft.com/office/drawing/2014/main" id="{504BAAE8-F95D-4C1C-A3FE-FE10A3695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276B9E4-3D91-42CB-AF52-3219FF57DC15}" type="slidenum">
              <a:rPr lang="sv-SE" altLang="en-US">
                <a:latin typeface="Garamond" panose="02020404030301010803" pitchFamily="18" charset="0"/>
              </a:rPr>
              <a:pPr eaLnBrk="1" hangingPunct="1"/>
              <a:t>16</a:t>
            </a:fld>
            <a:endParaRPr lang="sv-SE" altLang="en-US">
              <a:latin typeface="Garamond" panose="02020404030301010803" pitchFamily="18" charset="0"/>
            </a:endParaRPr>
          </a:p>
        </p:txBody>
      </p:sp>
      <p:pic>
        <p:nvPicPr>
          <p:cNvPr id="5122" name="Picture 2"/>
          <p:cNvPicPr>
            <a:picLocks noGrp="1" noChangeAspect="1" noChangeArrowheads="1"/>
          </p:cNvPicPr>
          <p:nvPr>
            <p:ph idx="1"/>
          </p:nvPr>
        </p:nvPicPr>
        <p:blipFill>
          <a:blip r:embed="rId3"/>
          <a:srcRect/>
          <a:stretch>
            <a:fillRect/>
          </a:stretch>
        </p:blipFill>
        <p:spPr bwMode="auto">
          <a:xfrm>
            <a:off x="0" y="1295400"/>
            <a:ext cx="8763000" cy="45720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6D1611D7-D10C-41B1-A441-D013E0656418}"/>
              </a:ext>
            </a:extLst>
          </p:cNvPr>
          <p:cNvSpPr>
            <a:spLocks noGrp="1"/>
          </p:cNvSpPr>
          <p:nvPr>
            <p:ph type="title"/>
          </p:nvPr>
        </p:nvSpPr>
        <p:spPr>
          <a:xfrm>
            <a:off x="457200" y="277813"/>
            <a:ext cx="8229600" cy="712787"/>
          </a:xfrm>
        </p:spPr>
        <p:txBody>
          <a:bodyPr/>
          <a:lstStyle/>
          <a:p>
            <a:r>
              <a:rPr lang="en-US" altLang="en-US">
                <a:ea typeface="ＭＳ Ｐゴシック" panose="020B0600070205080204" pitchFamily="34" charset="-128"/>
              </a:rPr>
              <a:t>Updates to Dimension Tables (Cont.)</a:t>
            </a:r>
          </a:p>
        </p:txBody>
      </p:sp>
      <p:pic>
        <p:nvPicPr>
          <p:cNvPr id="73731" name="Content Placeholder 4" descr="Screen Shot 2012-10-08 at 9.44.40 AM.png">
            <a:extLst>
              <a:ext uri="{FF2B5EF4-FFF2-40B4-BE49-F238E27FC236}">
                <a16:creationId xmlns:a16="http://schemas.microsoft.com/office/drawing/2014/main" id="{5EB5C95C-0FD8-4BA2-B149-F42415EBF0A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2672" r="-12672"/>
          <a:stretch>
            <a:fillRect/>
          </a:stretch>
        </p:blipFill>
        <p:spPr>
          <a:xfrm>
            <a:off x="533400" y="1524000"/>
            <a:ext cx="7889875" cy="4572000"/>
          </a:xfrm>
        </p:spPr>
      </p:pic>
      <p:sp>
        <p:nvSpPr>
          <p:cNvPr id="73732" name="Slide Number Placeholder 3">
            <a:extLst>
              <a:ext uri="{FF2B5EF4-FFF2-40B4-BE49-F238E27FC236}">
                <a16:creationId xmlns:a16="http://schemas.microsoft.com/office/drawing/2014/main" id="{3B782292-8FF3-4DEC-B788-0B8C0D32C8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6E76774-2FC4-4886-85DC-9482F4564E5E}" type="slidenum">
              <a:rPr lang="sv-SE" altLang="en-US">
                <a:latin typeface="Garamond" panose="02020404030301010803" pitchFamily="18" charset="0"/>
              </a:rPr>
              <a:pPr eaLnBrk="1" hangingPunct="1"/>
              <a:t>17</a:t>
            </a:fld>
            <a:endParaRPr lang="sv-SE" altLang="en-US">
              <a:latin typeface="Garamond" panose="02020404030301010803" pitchFamily="18" charset="0"/>
            </a:endParaRPr>
          </a:p>
        </p:txBody>
      </p:sp>
      <p:sp>
        <p:nvSpPr>
          <p:cNvPr id="73733" name="TextBox 5">
            <a:extLst>
              <a:ext uri="{FF2B5EF4-FFF2-40B4-BE49-F238E27FC236}">
                <a16:creationId xmlns:a16="http://schemas.microsoft.com/office/drawing/2014/main" id="{AF61C1DC-8FA6-4AC9-978E-017AD2FEA6C1}"/>
              </a:ext>
            </a:extLst>
          </p:cNvPr>
          <p:cNvSpPr txBox="1">
            <a:spLocks noChangeArrowheads="1"/>
          </p:cNvSpPr>
          <p:nvPr/>
        </p:nvSpPr>
        <p:spPr bwMode="auto">
          <a:xfrm>
            <a:off x="976313" y="1066800"/>
            <a:ext cx="55229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2400"/>
              <a:t>Solution: Add a new column of attribute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74AAB18-4176-404C-B3B7-3D1848C39142}"/>
              </a:ext>
            </a:extLst>
          </p:cNvPr>
          <p:cNvSpPr>
            <a:spLocks noGrp="1"/>
          </p:cNvSpPr>
          <p:nvPr>
            <p:ph type="title"/>
          </p:nvPr>
        </p:nvSpPr>
        <p:spPr/>
        <p:txBody>
          <a:bodyPr/>
          <a:lstStyle/>
          <a:p>
            <a:r>
              <a:rPr lang="en-US" altLang="en-US">
                <a:ea typeface="ＭＳ Ｐゴシック" panose="020B0600070205080204" pitchFamily="34" charset="-128"/>
              </a:rPr>
              <a:t>Updates to Dimension Tables (Cont.)</a:t>
            </a:r>
          </a:p>
        </p:txBody>
      </p:sp>
      <p:sp>
        <p:nvSpPr>
          <p:cNvPr id="74755" name="Slide Number Placeholder 3">
            <a:extLst>
              <a:ext uri="{FF2B5EF4-FFF2-40B4-BE49-F238E27FC236}">
                <a16:creationId xmlns:a16="http://schemas.microsoft.com/office/drawing/2014/main" id="{CB9F2BA3-5BD3-4B6C-9885-38F9B999EE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E965051-DB7C-4CE9-BFBC-2646B1BCBE97}" type="slidenum">
              <a:rPr lang="sv-SE" altLang="en-US">
                <a:latin typeface="Garamond" panose="02020404030301010803" pitchFamily="18" charset="0"/>
              </a:rPr>
              <a:pPr eaLnBrk="1" hangingPunct="1"/>
              <a:t>18</a:t>
            </a:fld>
            <a:endParaRPr lang="sv-SE" altLang="en-US">
              <a:latin typeface="Garamond" panose="02020404030301010803" pitchFamily="18" charset="0"/>
            </a:endParaRPr>
          </a:p>
        </p:txBody>
      </p:sp>
      <p:sp>
        <p:nvSpPr>
          <p:cNvPr id="74756" name="Content Placeholder 4">
            <a:extLst>
              <a:ext uri="{FF2B5EF4-FFF2-40B4-BE49-F238E27FC236}">
                <a16:creationId xmlns:a16="http://schemas.microsoft.com/office/drawing/2014/main" id="{57AD2940-0CF4-4515-828D-BC9D30224925}"/>
              </a:ext>
            </a:extLst>
          </p:cNvPr>
          <p:cNvSpPr>
            <a:spLocks noGrp="1"/>
          </p:cNvSpPr>
          <p:nvPr>
            <p:ph idx="1"/>
          </p:nvPr>
        </p:nvSpPr>
        <p:spPr>
          <a:xfrm>
            <a:off x="457200" y="1600200"/>
            <a:ext cx="8229600" cy="1885950"/>
          </a:xfrm>
        </p:spPr>
        <p:txBody>
          <a:bodyPr>
            <a:spAutoFit/>
          </a:bodyPr>
          <a:lstStyle/>
          <a:p>
            <a:r>
              <a:rPr lang="en-US" altLang="en-US" sz="2800">
                <a:ea typeface="ＭＳ Ｐゴシック" panose="020B0600070205080204" pitchFamily="34" charset="-128"/>
              </a:rPr>
              <a:t>What if we want to keep a whole history of changes?</a:t>
            </a:r>
          </a:p>
          <a:p>
            <a:r>
              <a:rPr lang="en-US" altLang="en-US" sz="2800">
                <a:ea typeface="ＭＳ Ｐゴシック" panose="020B0600070205080204" pitchFamily="34" charset="-128"/>
              </a:rPr>
              <a:t>Should we add large number of attributes to tackle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74AAB18-4176-404C-B3B7-3D1848C39142}"/>
              </a:ext>
            </a:extLst>
          </p:cNvPr>
          <p:cNvSpPr>
            <a:spLocks noGrp="1"/>
          </p:cNvSpPr>
          <p:nvPr>
            <p:ph type="title"/>
          </p:nvPr>
        </p:nvSpPr>
        <p:spPr/>
        <p:txBody>
          <a:bodyPr/>
          <a:lstStyle/>
          <a:p>
            <a:r>
              <a:rPr lang="en-US" altLang="en-US" dirty="0">
                <a:ea typeface="ＭＳ Ｐゴシック" panose="020B0600070205080204" pitchFamily="34" charset="-128"/>
              </a:rPr>
              <a:t>Large Dimensions</a:t>
            </a:r>
          </a:p>
        </p:txBody>
      </p:sp>
      <p:sp>
        <p:nvSpPr>
          <p:cNvPr id="74755" name="Slide Number Placeholder 3">
            <a:extLst>
              <a:ext uri="{FF2B5EF4-FFF2-40B4-BE49-F238E27FC236}">
                <a16:creationId xmlns:a16="http://schemas.microsoft.com/office/drawing/2014/main" id="{CB9F2BA3-5BD3-4B6C-9885-38F9B999EE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E965051-DB7C-4CE9-BFBC-2646B1BCBE97}" type="slidenum">
              <a:rPr lang="sv-SE" altLang="en-US">
                <a:latin typeface="Garamond" panose="02020404030301010803" pitchFamily="18" charset="0"/>
              </a:rPr>
              <a:pPr eaLnBrk="1" hangingPunct="1"/>
              <a:t>19</a:t>
            </a:fld>
            <a:endParaRPr lang="sv-SE" altLang="en-US">
              <a:latin typeface="Garamond" panose="02020404030301010803" pitchFamily="18" charset="0"/>
            </a:endParaRPr>
          </a:p>
        </p:txBody>
      </p:sp>
      <p:sp>
        <p:nvSpPr>
          <p:cNvPr id="74756" name="Content Placeholder 4">
            <a:extLst>
              <a:ext uri="{FF2B5EF4-FFF2-40B4-BE49-F238E27FC236}">
                <a16:creationId xmlns:a16="http://schemas.microsoft.com/office/drawing/2014/main" id="{57AD2940-0CF4-4515-828D-BC9D30224925}"/>
              </a:ext>
            </a:extLst>
          </p:cNvPr>
          <p:cNvSpPr>
            <a:spLocks noGrp="1"/>
          </p:cNvSpPr>
          <p:nvPr>
            <p:ph idx="1"/>
          </p:nvPr>
        </p:nvSpPr>
        <p:spPr>
          <a:xfrm>
            <a:off x="457200" y="1600200"/>
            <a:ext cx="8229600" cy="4641271"/>
          </a:xfrm>
        </p:spPr>
        <p:txBody>
          <a:bodyPr>
            <a:spAutoFit/>
          </a:bodyPr>
          <a:lstStyle/>
          <a:p>
            <a:r>
              <a:rPr lang="en-US" sz="2800" dirty="0"/>
              <a:t>A dimension is large based on two factors. A large dimension is very deep; that is, the dimension has a very large number of rows. A large dimension may also be very wide; that is, the dimension may have a large number of attributes or columns.</a:t>
            </a:r>
          </a:p>
          <a:p>
            <a:r>
              <a:rPr lang="en-US" sz="2800" dirty="0"/>
              <a:t>You may want to separate out some mini-dimensions from a large dimension.</a:t>
            </a:r>
          </a:p>
          <a:p>
            <a:r>
              <a:rPr lang="en-US" sz="2800" dirty="0"/>
              <a:t>In a data warehouse, typically the customer and product dimensions are likely to be large.</a:t>
            </a:r>
            <a:endParaRPr lang="en-US" altLang="en-US" sz="2800" dirty="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74AAB18-4176-404C-B3B7-3D1848C39142}"/>
              </a:ext>
            </a:extLst>
          </p:cNvPr>
          <p:cNvSpPr>
            <a:spLocks noGrp="1"/>
          </p:cNvSpPr>
          <p:nvPr>
            <p:ph type="title"/>
          </p:nvPr>
        </p:nvSpPr>
        <p:spPr/>
        <p:txBody>
          <a:bodyPr/>
          <a:lstStyle/>
          <a:p>
            <a:r>
              <a:rPr lang="en-US" altLang="en-US" dirty="0">
                <a:ea typeface="ＭＳ Ｐゴシック" panose="020B0600070205080204" pitchFamily="34" charset="-128"/>
              </a:rPr>
              <a:t>Large Dimensions</a:t>
            </a:r>
          </a:p>
        </p:txBody>
      </p:sp>
      <p:sp>
        <p:nvSpPr>
          <p:cNvPr id="74755" name="Slide Number Placeholder 3">
            <a:extLst>
              <a:ext uri="{FF2B5EF4-FFF2-40B4-BE49-F238E27FC236}">
                <a16:creationId xmlns:a16="http://schemas.microsoft.com/office/drawing/2014/main" id="{CB9F2BA3-5BD3-4B6C-9885-38F9B999EE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E965051-DB7C-4CE9-BFBC-2646B1BCBE97}" type="slidenum">
              <a:rPr lang="sv-SE" altLang="en-US">
                <a:latin typeface="Garamond" panose="02020404030301010803" pitchFamily="18" charset="0"/>
              </a:rPr>
              <a:pPr eaLnBrk="1" hangingPunct="1"/>
              <a:t>20</a:t>
            </a:fld>
            <a:endParaRPr lang="sv-SE" altLang="en-US">
              <a:latin typeface="Garamond" panose="02020404030301010803" pitchFamily="18" charset="0"/>
            </a:endParaRPr>
          </a:p>
        </p:txBody>
      </p:sp>
      <p:pic>
        <p:nvPicPr>
          <p:cNvPr id="7170" name="Picture 2"/>
          <p:cNvPicPr>
            <a:picLocks noGrp="1" noChangeAspect="1" noChangeArrowheads="1"/>
          </p:cNvPicPr>
          <p:nvPr>
            <p:ph idx="1"/>
          </p:nvPr>
        </p:nvPicPr>
        <p:blipFill>
          <a:blip r:embed="rId3"/>
          <a:srcRect/>
          <a:stretch>
            <a:fillRect/>
          </a:stretch>
        </p:blipFill>
        <p:spPr bwMode="auto">
          <a:xfrm>
            <a:off x="242095" y="1143000"/>
            <a:ext cx="8901905" cy="4733277"/>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74AAB18-4176-404C-B3B7-3D1848C39142}"/>
              </a:ext>
            </a:extLst>
          </p:cNvPr>
          <p:cNvSpPr>
            <a:spLocks noGrp="1"/>
          </p:cNvSpPr>
          <p:nvPr>
            <p:ph type="title"/>
          </p:nvPr>
        </p:nvSpPr>
        <p:spPr/>
        <p:txBody>
          <a:bodyPr/>
          <a:lstStyle/>
          <a:p>
            <a:r>
              <a:rPr lang="en-US" altLang="en-US" dirty="0">
                <a:ea typeface="ＭＳ Ｐゴシック" panose="020B0600070205080204" pitchFamily="34" charset="-128"/>
              </a:rPr>
              <a:t>Multiple Hierarchies</a:t>
            </a:r>
          </a:p>
        </p:txBody>
      </p:sp>
      <p:sp>
        <p:nvSpPr>
          <p:cNvPr id="74755" name="Slide Number Placeholder 3">
            <a:extLst>
              <a:ext uri="{FF2B5EF4-FFF2-40B4-BE49-F238E27FC236}">
                <a16:creationId xmlns:a16="http://schemas.microsoft.com/office/drawing/2014/main" id="{CB9F2BA3-5BD3-4B6C-9885-38F9B999EE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E965051-DB7C-4CE9-BFBC-2646B1BCBE97}" type="slidenum">
              <a:rPr lang="sv-SE" altLang="en-US">
                <a:latin typeface="Garamond" panose="02020404030301010803" pitchFamily="18" charset="0"/>
              </a:rPr>
              <a:pPr eaLnBrk="1" hangingPunct="1"/>
              <a:t>21</a:t>
            </a:fld>
            <a:endParaRPr lang="sv-SE" altLang="en-US">
              <a:latin typeface="Garamond" panose="02020404030301010803" pitchFamily="18" charset="0"/>
            </a:endParaRPr>
          </a:p>
        </p:txBody>
      </p:sp>
      <p:pic>
        <p:nvPicPr>
          <p:cNvPr id="8194" name="Picture 2"/>
          <p:cNvPicPr>
            <a:picLocks noGrp="1" noChangeAspect="1" noChangeArrowheads="1"/>
          </p:cNvPicPr>
          <p:nvPr>
            <p:ph idx="1"/>
          </p:nvPr>
        </p:nvPicPr>
        <p:blipFill>
          <a:blip r:embed="rId3"/>
          <a:srcRect/>
          <a:stretch>
            <a:fillRect/>
          </a:stretch>
        </p:blipFill>
        <p:spPr bwMode="auto">
          <a:xfrm>
            <a:off x="4038600" y="914400"/>
            <a:ext cx="5105400" cy="5216525"/>
          </a:xfrm>
          <a:prstGeom prst="rect">
            <a:avLst/>
          </a:prstGeom>
          <a:noFill/>
          <a:ln w="9525">
            <a:noFill/>
            <a:miter lim="800000"/>
            <a:headEnd/>
            <a:tailEnd/>
          </a:ln>
          <a:effectLst/>
        </p:spPr>
      </p:pic>
      <p:sp>
        <p:nvSpPr>
          <p:cNvPr id="7" name="Rectangle 6"/>
          <p:cNvSpPr/>
          <p:nvPr/>
        </p:nvSpPr>
        <p:spPr>
          <a:xfrm>
            <a:off x="381000" y="1295400"/>
            <a:ext cx="3200400" cy="2585323"/>
          </a:xfrm>
          <a:prstGeom prst="rect">
            <a:avLst/>
          </a:prstGeom>
        </p:spPr>
        <p:txBody>
          <a:bodyPr wrap="square">
            <a:spAutoFit/>
          </a:bodyPr>
          <a:lstStyle/>
          <a:p>
            <a:r>
              <a:rPr lang="en-US" dirty="0"/>
              <a:t>Large dimensions usually possess another distinct characteristic.</a:t>
            </a:r>
          </a:p>
          <a:p>
            <a:endParaRPr lang="en-US" dirty="0"/>
          </a:p>
          <a:p>
            <a:r>
              <a:rPr lang="en-US" dirty="0"/>
              <a:t>They tend to have multiple hierarchies. Take the example of the product dimension for a</a:t>
            </a:r>
          </a:p>
          <a:p>
            <a:r>
              <a:rPr lang="en-US" dirty="0"/>
              <a:t>large retailer.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0CE9E204-CFE9-4730-BD33-3ABF2B788283}"/>
              </a:ext>
            </a:extLst>
          </p:cNvPr>
          <p:cNvSpPr>
            <a:spLocks noGrp="1"/>
          </p:cNvSpPr>
          <p:nvPr>
            <p:ph type="title"/>
          </p:nvPr>
        </p:nvSpPr>
        <p:spPr/>
        <p:txBody>
          <a:bodyPr/>
          <a:lstStyle/>
          <a:p>
            <a:r>
              <a:rPr lang="hu-HU" altLang="en-US">
                <a:ea typeface="ＭＳ Ｐゴシック" panose="020B0600070205080204" pitchFamily="34" charset="-128"/>
              </a:rPr>
              <a:t>Rapidly Changing Dimension</a:t>
            </a:r>
            <a:endParaRPr lang="en-US" altLang="en-US">
              <a:ea typeface="ＭＳ Ｐゴシック" panose="020B0600070205080204" pitchFamily="34" charset="-128"/>
            </a:endParaRPr>
          </a:p>
        </p:txBody>
      </p:sp>
      <p:sp>
        <p:nvSpPr>
          <p:cNvPr id="75779" name="Content Placeholder 2">
            <a:extLst>
              <a:ext uri="{FF2B5EF4-FFF2-40B4-BE49-F238E27FC236}">
                <a16:creationId xmlns:a16="http://schemas.microsoft.com/office/drawing/2014/main" id="{6C965ADB-D31C-4D21-BD3D-A0A8242EE1C2}"/>
              </a:ext>
            </a:extLst>
          </p:cNvPr>
          <p:cNvSpPr>
            <a:spLocks noGrp="1"/>
          </p:cNvSpPr>
          <p:nvPr>
            <p:ph idx="1"/>
          </p:nvPr>
        </p:nvSpPr>
        <p:spPr/>
        <p:txBody>
          <a:bodyPr/>
          <a:lstStyle/>
          <a:p>
            <a:r>
              <a:rPr lang="en-US" altLang="en-US">
                <a:ea typeface="ＭＳ Ｐゴシック" panose="020B0600070205080204" pitchFamily="34" charset="-128"/>
              </a:rPr>
              <a:t>When dimension’s records/rows are very large in numbers and changes are required frequently then Type-II change handling is not recommended</a:t>
            </a:r>
          </a:p>
          <a:p>
            <a:r>
              <a:rPr lang="en-US" altLang="en-US">
                <a:ea typeface="ＭＳ Ｐゴシック" panose="020B0600070205080204" pitchFamily="34" charset="-128"/>
              </a:rPr>
              <a:t>It is recommended to make a separate table of rapidly changing attributes </a:t>
            </a:r>
          </a:p>
          <a:p>
            <a:pPr>
              <a:buFont typeface="Wingdings" panose="05000000000000000000" pitchFamily="2" charset="2"/>
              <a:buNone/>
            </a:pPr>
            <a:endParaRPr lang="en-US" altLang="en-US">
              <a:ea typeface="ＭＳ Ｐゴシック" panose="020B0600070205080204" pitchFamily="34" charset="-128"/>
            </a:endParaRPr>
          </a:p>
          <a:p>
            <a:endParaRPr lang="en-US" altLang="en-US">
              <a:ea typeface="ＭＳ Ｐゴシック" panose="020B0600070205080204" pitchFamily="34" charset="-128"/>
            </a:endParaRPr>
          </a:p>
        </p:txBody>
      </p:sp>
      <p:sp>
        <p:nvSpPr>
          <p:cNvPr id="75780" name="Slide Number Placeholder 3">
            <a:extLst>
              <a:ext uri="{FF2B5EF4-FFF2-40B4-BE49-F238E27FC236}">
                <a16:creationId xmlns:a16="http://schemas.microsoft.com/office/drawing/2014/main" id="{7FE2BB1D-D93B-4CE9-94DD-D4997C3B34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5732BB0-2632-4DFC-B55A-FA0FCE45F7F4}" type="slidenum">
              <a:rPr lang="sv-SE" altLang="en-US">
                <a:latin typeface="Garamond" panose="02020404030301010803" pitchFamily="18" charset="0"/>
              </a:rPr>
              <a:pPr eaLnBrk="1" hangingPunct="1"/>
              <a:t>22</a:t>
            </a:fld>
            <a:endParaRPr lang="sv-SE" altLang="en-US">
              <a:latin typeface="Garamond" panose="02020404030301010803"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4A5A944E-F82E-4398-A9A9-71DD301F7BE3}"/>
              </a:ext>
            </a:extLst>
          </p:cNvPr>
          <p:cNvSpPr>
            <a:spLocks noGrp="1"/>
          </p:cNvSpPr>
          <p:nvPr>
            <p:ph type="title"/>
          </p:nvPr>
        </p:nvSpPr>
        <p:spPr/>
        <p:txBody>
          <a:bodyPr/>
          <a:lstStyle/>
          <a:p>
            <a:r>
              <a:rPr lang="hu-HU" altLang="en-US">
                <a:ea typeface="ＭＳ Ｐゴシック" panose="020B0600070205080204" pitchFamily="34" charset="-128"/>
              </a:rPr>
              <a:t>Rapidly Changing Dimension (Cont.)</a:t>
            </a:r>
            <a:endParaRPr lang="en-US" altLang="en-US">
              <a:ea typeface="ＭＳ Ｐゴシック" panose="020B0600070205080204" pitchFamily="34" charset="-128"/>
            </a:endParaRPr>
          </a:p>
        </p:txBody>
      </p:sp>
      <p:sp>
        <p:nvSpPr>
          <p:cNvPr id="76803" name="Content Placeholder 2">
            <a:extLst>
              <a:ext uri="{FF2B5EF4-FFF2-40B4-BE49-F238E27FC236}">
                <a16:creationId xmlns:a16="http://schemas.microsoft.com/office/drawing/2014/main" id="{527196BB-4C55-492A-88EB-A65EAD116585}"/>
              </a:ext>
            </a:extLst>
          </p:cNvPr>
          <p:cNvSpPr>
            <a:spLocks noGrp="1"/>
          </p:cNvSpPr>
          <p:nvPr>
            <p:ph idx="1"/>
          </p:nvPr>
        </p:nvSpPr>
        <p:spPr>
          <a:xfrm>
            <a:off x="457200" y="1066800"/>
            <a:ext cx="8229600" cy="4530725"/>
          </a:xfrm>
        </p:spPr>
        <p:txBody>
          <a:bodyPr/>
          <a:lstStyle/>
          <a:p>
            <a:r>
              <a:rPr lang="en-US" altLang="en-US" sz="2600">
                <a:ea typeface="ＭＳ Ｐゴシック" panose="020B0600070205080204" pitchFamily="34" charset="-128"/>
              </a:rPr>
              <a:t>“For example, an important attribute for customers might be their account status (good, late, very late, in arrears, suspended), and the history of their account status” [4]</a:t>
            </a:r>
          </a:p>
          <a:p>
            <a:r>
              <a:rPr lang="en-US" altLang="en-US" sz="2600">
                <a:ea typeface="ＭＳ Ｐゴシック" panose="020B0600070205080204" pitchFamily="34" charset="-128"/>
              </a:rPr>
              <a:t> “If this attribute is kept in the customer dimension table and a type 2 change is made each time a customer's status changes, an entire row is added only to track this one attribute” [4]</a:t>
            </a:r>
          </a:p>
          <a:p>
            <a:r>
              <a:rPr lang="en-US" altLang="en-US" sz="2600">
                <a:ea typeface="ＭＳ Ｐゴシック" panose="020B0600070205080204" pitchFamily="34" charset="-128"/>
              </a:rPr>
              <a:t>“The solution is to create a separate </a:t>
            </a:r>
            <a:r>
              <a:rPr lang="en-US" altLang="en-US" sz="2600" i="1">
                <a:ea typeface="ＭＳ Ｐゴシック" panose="020B0600070205080204" pitchFamily="34" charset="-128"/>
              </a:rPr>
              <a:t>account_status </a:t>
            </a:r>
            <a:r>
              <a:rPr lang="en-US" altLang="en-US" sz="2600">
                <a:ea typeface="ＭＳ Ｐゴシック" panose="020B0600070205080204" pitchFamily="34" charset="-128"/>
              </a:rPr>
              <a:t>dimension with five members to represent the account states” [4] and join this new table or dimension to the fact table.</a:t>
            </a:r>
          </a:p>
          <a:p>
            <a:endParaRPr lang="en-US" altLang="en-US">
              <a:ea typeface="ＭＳ Ｐゴシック" panose="020B0600070205080204" pitchFamily="34" charset="-128"/>
            </a:endParaRPr>
          </a:p>
        </p:txBody>
      </p:sp>
      <p:sp>
        <p:nvSpPr>
          <p:cNvPr id="76804" name="Slide Number Placeholder 3">
            <a:extLst>
              <a:ext uri="{FF2B5EF4-FFF2-40B4-BE49-F238E27FC236}">
                <a16:creationId xmlns:a16="http://schemas.microsoft.com/office/drawing/2014/main" id="{4A97283E-54E3-4953-9AA8-406A0AD96B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48A4419C-FBBB-40B0-95CB-135D197EBEDB}" type="slidenum">
              <a:rPr lang="sv-SE" altLang="en-US">
                <a:latin typeface="Garamond" panose="02020404030301010803" pitchFamily="18" charset="0"/>
              </a:rPr>
              <a:pPr eaLnBrk="1" hangingPunct="1"/>
              <a:t>23</a:t>
            </a:fld>
            <a:endParaRPr lang="sv-SE" altLang="en-US">
              <a:latin typeface="Garamond" panose="02020404030301010803"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1ED7A663-76FB-4612-B789-6D0533E2D1C4}"/>
              </a:ext>
            </a:extLst>
          </p:cNvPr>
          <p:cNvSpPr>
            <a:spLocks noGrp="1"/>
          </p:cNvSpPr>
          <p:nvPr>
            <p:ph type="title"/>
          </p:nvPr>
        </p:nvSpPr>
        <p:spPr/>
        <p:txBody>
          <a:bodyPr/>
          <a:lstStyle/>
          <a:p>
            <a:r>
              <a:rPr lang="en-US" altLang="en-US">
                <a:ea typeface="ＭＳ Ｐゴシック" panose="020B0600070205080204" pitchFamily="34" charset="-128"/>
              </a:rPr>
              <a:t>Example</a:t>
            </a:r>
          </a:p>
        </p:txBody>
      </p:sp>
      <p:pic>
        <p:nvPicPr>
          <p:cNvPr id="77827" name="Content Placeholder 4" descr="Screen Shot 2012-11-04 at 6.52.59 PM.png">
            <a:extLst>
              <a:ext uri="{FF2B5EF4-FFF2-40B4-BE49-F238E27FC236}">
                <a16:creationId xmlns:a16="http://schemas.microsoft.com/office/drawing/2014/main" id="{4B5CCEEA-24EB-4B6A-9C5C-FEB222946166}"/>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855" r="-3813"/>
          <a:stretch>
            <a:fillRect/>
          </a:stretch>
        </p:blipFill>
        <p:spPr>
          <a:xfrm>
            <a:off x="185738" y="1066800"/>
            <a:ext cx="8240712" cy="5076825"/>
          </a:xfrm>
        </p:spPr>
      </p:pic>
      <p:sp>
        <p:nvSpPr>
          <p:cNvPr id="77828" name="Slide Number Placeholder 3">
            <a:extLst>
              <a:ext uri="{FF2B5EF4-FFF2-40B4-BE49-F238E27FC236}">
                <a16:creationId xmlns:a16="http://schemas.microsoft.com/office/drawing/2014/main" id="{3131D08D-B3CC-46CB-9D06-3589BC3B61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200045D-0E8E-40B5-B68B-B4DF2B1F83B3}" type="slidenum">
              <a:rPr lang="sv-SE" altLang="en-US">
                <a:latin typeface="Garamond" panose="02020404030301010803" pitchFamily="18" charset="0"/>
              </a:rPr>
              <a:pPr eaLnBrk="1" hangingPunct="1"/>
              <a:t>24</a:t>
            </a:fld>
            <a:endParaRPr lang="sv-SE" altLang="en-US">
              <a:latin typeface="Garamond" panose="02020404030301010803"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9ED8FD7D-99B9-4392-BA80-F775117A37EA}"/>
              </a:ext>
            </a:extLst>
          </p:cNvPr>
          <p:cNvSpPr>
            <a:spLocks noGrp="1"/>
          </p:cNvSpPr>
          <p:nvPr>
            <p:ph type="title"/>
          </p:nvPr>
        </p:nvSpPr>
        <p:spPr/>
        <p:txBody>
          <a:bodyPr/>
          <a:lstStyle/>
          <a:p>
            <a:r>
              <a:rPr lang="en-US" altLang="en-US">
                <a:ea typeface="ＭＳ Ｐゴシック" panose="020B0600070205080204" pitchFamily="34" charset="-128"/>
              </a:rPr>
              <a:t>Junk Dimensions</a:t>
            </a:r>
          </a:p>
        </p:txBody>
      </p:sp>
      <p:sp>
        <p:nvSpPr>
          <p:cNvPr id="78851" name="Content Placeholder 2">
            <a:extLst>
              <a:ext uri="{FF2B5EF4-FFF2-40B4-BE49-F238E27FC236}">
                <a16:creationId xmlns:a16="http://schemas.microsoft.com/office/drawing/2014/main" id="{5969BD6A-CA55-4E73-B9D7-CD587DA0D20E}"/>
              </a:ext>
            </a:extLst>
          </p:cNvPr>
          <p:cNvSpPr>
            <a:spLocks noGrp="1"/>
          </p:cNvSpPr>
          <p:nvPr>
            <p:ph idx="1"/>
          </p:nvPr>
        </p:nvSpPr>
        <p:spPr>
          <a:xfrm>
            <a:off x="457200" y="1066800"/>
            <a:ext cx="8229600" cy="4530725"/>
          </a:xfrm>
        </p:spPr>
        <p:txBody>
          <a:bodyPr/>
          <a:lstStyle/>
          <a:p>
            <a:r>
              <a:rPr lang="en-US" altLang="en-US" sz="2800">
                <a:ea typeface="ＭＳ Ｐゴシック" panose="020B0600070205080204" pitchFamily="34" charset="-128"/>
              </a:rPr>
              <a:t>Sometimes there are some informative flags and texts in the source system, e.g., yes/no flags, textual codes, etc.</a:t>
            </a:r>
          </a:p>
          <a:p>
            <a:r>
              <a:rPr lang="en-US" altLang="en-US" sz="2800">
                <a:ea typeface="ＭＳ Ｐゴシック" panose="020B0600070205080204" pitchFamily="34" charset="-128"/>
              </a:rPr>
              <a:t>If such flags are important then make their own dimension to save the storage space</a:t>
            </a:r>
          </a:p>
          <a:p>
            <a:r>
              <a:rPr lang="en-US" altLang="en-US" sz="2800">
                <a:ea typeface="ＭＳ Ｐゴシック" panose="020B0600070205080204" pitchFamily="34" charset="-128"/>
              </a:rPr>
              <a:t>However, </a:t>
            </a:r>
            <a:r>
              <a:rPr lang="en-US" altLang="en-US" sz="2800" b="1">
                <a:solidFill>
                  <a:srgbClr val="FF0000"/>
                </a:solidFill>
                <a:ea typeface="ＭＳ Ｐゴシック" panose="020B0600070205080204" pitchFamily="34" charset="-128"/>
              </a:rPr>
              <a:t>caution</a:t>
            </a:r>
            <a:r>
              <a:rPr lang="en-US" altLang="en-US" sz="2800">
                <a:ea typeface="ＭＳ Ｐゴシック" panose="020B0600070205080204" pitchFamily="34" charset="-128"/>
              </a:rPr>
              <a:t>, if you have large number of combinations then make separate dimensions. For example, 5 attributes with 100 distinct values each. Total rows in it will be millions (100</a:t>
            </a:r>
            <a:r>
              <a:rPr lang="en-US" altLang="en-US" sz="2800" baseline="30000">
                <a:ea typeface="ＭＳ Ｐゴシック" panose="020B0600070205080204" pitchFamily="34" charset="-128"/>
              </a:rPr>
              <a:t>5</a:t>
            </a:r>
            <a:r>
              <a:rPr lang="en-US" altLang="en-US" sz="2800">
                <a:ea typeface="ＭＳ Ｐゴシック" panose="020B0600070205080204" pitchFamily="34" charset="-128"/>
              </a:rPr>
              <a:t>). In this case make separate dimension for each attribute</a:t>
            </a:r>
          </a:p>
          <a:p>
            <a:endParaRPr lang="en-US" altLang="en-US">
              <a:ea typeface="ＭＳ Ｐゴシック" panose="020B0600070205080204" pitchFamily="34" charset="-128"/>
            </a:endParaRPr>
          </a:p>
        </p:txBody>
      </p:sp>
      <p:sp>
        <p:nvSpPr>
          <p:cNvPr id="78852" name="Slide Number Placeholder 3">
            <a:extLst>
              <a:ext uri="{FF2B5EF4-FFF2-40B4-BE49-F238E27FC236}">
                <a16:creationId xmlns:a16="http://schemas.microsoft.com/office/drawing/2014/main" id="{4FFCD2FD-DC85-4231-8C25-5112BF7A93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078D7D4-5695-4D43-AD32-C637DDCBD586}" type="slidenum">
              <a:rPr lang="sv-SE" altLang="en-US">
                <a:latin typeface="Garamond" panose="02020404030301010803" pitchFamily="18" charset="0"/>
              </a:rPr>
              <a:pPr eaLnBrk="1" hangingPunct="1"/>
              <a:t>25</a:t>
            </a:fld>
            <a:endParaRPr lang="sv-SE" altLang="en-US">
              <a:latin typeface="Garamond" panose="02020404030301010803"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9ED8FD7D-99B9-4392-BA80-F775117A37EA}"/>
              </a:ext>
            </a:extLst>
          </p:cNvPr>
          <p:cNvSpPr>
            <a:spLocks noGrp="1"/>
          </p:cNvSpPr>
          <p:nvPr>
            <p:ph type="title"/>
          </p:nvPr>
        </p:nvSpPr>
        <p:spPr>
          <a:xfrm>
            <a:off x="457200" y="1"/>
            <a:ext cx="8229600" cy="1295399"/>
          </a:xfrm>
        </p:spPr>
        <p:txBody>
          <a:bodyPr/>
          <a:lstStyle/>
          <a:p>
            <a:r>
              <a:rPr lang="en-US" altLang="en-US" dirty="0">
                <a:ea typeface="ＭＳ Ｐゴシック" panose="020B0600070205080204" pitchFamily="34" charset="-128"/>
              </a:rPr>
              <a:t>Junk Dimensions</a:t>
            </a:r>
          </a:p>
        </p:txBody>
      </p:sp>
      <p:sp>
        <p:nvSpPr>
          <p:cNvPr id="78851" name="Content Placeholder 2">
            <a:extLst>
              <a:ext uri="{FF2B5EF4-FFF2-40B4-BE49-F238E27FC236}">
                <a16:creationId xmlns:a16="http://schemas.microsoft.com/office/drawing/2014/main" id="{5969BD6A-CA55-4E73-B9D7-CD587DA0D20E}"/>
              </a:ext>
            </a:extLst>
          </p:cNvPr>
          <p:cNvSpPr>
            <a:spLocks noGrp="1"/>
          </p:cNvSpPr>
          <p:nvPr>
            <p:ph idx="1"/>
          </p:nvPr>
        </p:nvSpPr>
        <p:spPr>
          <a:xfrm>
            <a:off x="457200" y="838200"/>
            <a:ext cx="8229600" cy="4759325"/>
          </a:xfrm>
        </p:spPr>
        <p:txBody>
          <a:bodyPr/>
          <a:lstStyle/>
          <a:p>
            <a:r>
              <a:rPr lang="en-US" sz="2400" dirty="0"/>
              <a:t>Exclude and discard all flags and texts. Obviously, this is not a good option, for the simple reason that you are likely to throw away some useful information.</a:t>
            </a:r>
          </a:p>
          <a:p>
            <a:r>
              <a:rPr lang="en-US" sz="2400" dirty="0"/>
              <a:t>Place the flags and texts unchanged in the fact table. This option is likely to swell up the fact table to no specific advantage.</a:t>
            </a:r>
          </a:p>
          <a:p>
            <a:r>
              <a:rPr lang="en-US" sz="2400" dirty="0"/>
              <a:t>Make each flag and text a separate dimension table on its own. Using this option, the number of dimension tables will greatly increase.</a:t>
            </a:r>
          </a:p>
          <a:p>
            <a:r>
              <a:rPr lang="en-US" sz="2400" dirty="0"/>
              <a:t>Keep only those flags and texts that are meaningful; group all the useful flags into a single junk dimension</a:t>
            </a:r>
            <a:endParaRPr lang="en-US" altLang="en-US" dirty="0">
              <a:ea typeface="ＭＳ Ｐゴシック" panose="020B0600070205080204" pitchFamily="34" charset="-128"/>
            </a:endParaRPr>
          </a:p>
        </p:txBody>
      </p:sp>
      <p:sp>
        <p:nvSpPr>
          <p:cNvPr id="78852" name="Slide Number Placeholder 3">
            <a:extLst>
              <a:ext uri="{FF2B5EF4-FFF2-40B4-BE49-F238E27FC236}">
                <a16:creationId xmlns:a16="http://schemas.microsoft.com/office/drawing/2014/main" id="{4FFCD2FD-DC85-4231-8C25-5112BF7A93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078D7D4-5695-4D43-AD32-C637DDCBD586}" type="slidenum">
              <a:rPr lang="sv-SE" altLang="en-US">
                <a:latin typeface="Garamond" panose="02020404030301010803" pitchFamily="18" charset="0"/>
              </a:rPr>
              <a:pPr eaLnBrk="1" hangingPunct="1"/>
              <a:t>26</a:t>
            </a:fld>
            <a:endParaRPr lang="sv-SE" altLang="en-US">
              <a:latin typeface="Garamond" panose="02020404030301010803"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4EE7D87F-503E-474D-B20B-2AE72DA3FB0A}"/>
              </a:ext>
            </a:extLst>
          </p:cNvPr>
          <p:cNvSpPr>
            <a:spLocks noGrp="1"/>
          </p:cNvSpPr>
          <p:nvPr>
            <p:ph type="title"/>
          </p:nvPr>
        </p:nvSpPr>
        <p:spPr/>
        <p:txBody>
          <a:bodyPr/>
          <a:lstStyle/>
          <a:p>
            <a:r>
              <a:rPr lang="en-US" altLang="en-US">
                <a:ea typeface="ＭＳ Ｐゴシック" panose="020B0600070205080204" pitchFamily="34" charset="-128"/>
              </a:rPr>
              <a:t>Junk Dimension Example [3]</a:t>
            </a:r>
          </a:p>
        </p:txBody>
      </p:sp>
      <p:pic>
        <p:nvPicPr>
          <p:cNvPr id="79875" name="Content Placeholder 4" descr="Screen Shot 2012-10-24 at 9.31.11 AM.png">
            <a:extLst>
              <a:ext uri="{FF2B5EF4-FFF2-40B4-BE49-F238E27FC236}">
                <a16:creationId xmlns:a16="http://schemas.microsoft.com/office/drawing/2014/main" id="{D68CF55E-6773-4DB0-902A-42F0A228881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82973" r="-82973"/>
          <a:stretch>
            <a:fillRect/>
          </a:stretch>
        </p:blipFill>
        <p:spPr/>
      </p:pic>
      <p:sp>
        <p:nvSpPr>
          <p:cNvPr id="79876" name="Slide Number Placeholder 3">
            <a:extLst>
              <a:ext uri="{FF2B5EF4-FFF2-40B4-BE49-F238E27FC236}">
                <a16:creationId xmlns:a16="http://schemas.microsoft.com/office/drawing/2014/main" id="{498752D1-55D9-42A5-B84A-79987C2593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0BE4085F-D201-45CB-86DE-3BE6FBE7D91A}" type="slidenum">
              <a:rPr lang="sv-SE" altLang="en-US">
                <a:latin typeface="Garamond" panose="02020404030301010803" pitchFamily="18" charset="0"/>
              </a:rPr>
              <a:pPr eaLnBrk="1" hangingPunct="1"/>
              <a:t>27</a:t>
            </a:fld>
            <a:endParaRPr lang="sv-SE" altLang="en-US">
              <a:latin typeface="Garamond" panose="020204040303010108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32999BE3-47F3-4389-9F1D-15916F534DD7}"/>
              </a:ext>
            </a:extLst>
          </p:cNvPr>
          <p:cNvSpPr>
            <a:spLocks noGrp="1"/>
          </p:cNvSpPr>
          <p:nvPr>
            <p:ph type="title"/>
          </p:nvPr>
        </p:nvSpPr>
        <p:spPr/>
        <p:txBody>
          <a:bodyPr/>
          <a:lstStyle/>
          <a:p>
            <a:r>
              <a:rPr lang="en-US" altLang="en-US">
                <a:ea typeface="ＭＳ Ｐゴシック" panose="020B0600070205080204" pitchFamily="34" charset="-128"/>
              </a:rPr>
              <a:t>Junk Dimension Example (Cont.) [3]</a:t>
            </a:r>
          </a:p>
        </p:txBody>
      </p:sp>
      <p:pic>
        <p:nvPicPr>
          <p:cNvPr id="80899" name="Content Placeholder 4" descr="Screen Shot 2012-10-24 at 9.31.36 AM.png">
            <a:extLst>
              <a:ext uri="{FF2B5EF4-FFF2-40B4-BE49-F238E27FC236}">
                <a16:creationId xmlns:a16="http://schemas.microsoft.com/office/drawing/2014/main" id="{26BFEF73-5F84-45E4-B994-18D1DB66EFD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7373" r="-888"/>
          <a:stretch>
            <a:fillRect/>
          </a:stretch>
        </p:blipFill>
        <p:spPr>
          <a:xfrm>
            <a:off x="0" y="1676400"/>
            <a:ext cx="3468688" cy="3886200"/>
          </a:xfrm>
        </p:spPr>
      </p:pic>
      <p:sp>
        <p:nvSpPr>
          <p:cNvPr id="80900" name="Slide Number Placeholder 3">
            <a:extLst>
              <a:ext uri="{FF2B5EF4-FFF2-40B4-BE49-F238E27FC236}">
                <a16:creationId xmlns:a16="http://schemas.microsoft.com/office/drawing/2014/main" id="{FE7DCAB9-D860-43EA-B2B3-D90083953E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6C22FBE5-AB88-414E-847C-A7B607C8D244}" type="slidenum">
              <a:rPr lang="sv-SE" altLang="en-US">
                <a:latin typeface="Garamond" panose="02020404030301010803" pitchFamily="18" charset="0"/>
              </a:rPr>
              <a:pPr eaLnBrk="1" hangingPunct="1"/>
              <a:t>28</a:t>
            </a:fld>
            <a:endParaRPr lang="sv-SE" altLang="en-US">
              <a:latin typeface="Garamond" panose="02020404030301010803" pitchFamily="18" charset="0"/>
            </a:endParaRPr>
          </a:p>
        </p:txBody>
      </p:sp>
      <p:pic>
        <p:nvPicPr>
          <p:cNvPr id="80901" name="Picture 5" descr="Screen Shot 2012-10-24 at 9.31.47 AM.png">
            <a:extLst>
              <a:ext uri="{FF2B5EF4-FFF2-40B4-BE49-F238E27FC236}">
                <a16:creationId xmlns:a16="http://schemas.microsoft.com/office/drawing/2014/main" id="{CFCF6502-C070-4E48-A361-4600DBB1BD7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511550" y="1524000"/>
            <a:ext cx="5556250"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343A-52B0-258F-C9DD-7374D20E3B46}"/>
              </a:ext>
            </a:extLst>
          </p:cNvPr>
          <p:cNvSpPr>
            <a:spLocks noGrp="1"/>
          </p:cNvSpPr>
          <p:nvPr>
            <p:ph type="title"/>
          </p:nvPr>
        </p:nvSpPr>
        <p:spPr/>
        <p:txBody>
          <a:bodyPr>
            <a:normAutofit fontScale="90000"/>
          </a:bodyPr>
          <a:lstStyle/>
          <a:p>
            <a:r>
              <a:rPr lang="en-US" b="1" dirty="0">
                <a:effectLst/>
                <a:latin typeface="Alegreya"/>
              </a:rPr>
              <a:t>Role-playing Dimensions</a:t>
            </a:r>
            <a:br>
              <a:rPr lang="en-US" b="1" dirty="0">
                <a:effectLst/>
                <a:latin typeface="Alegreya"/>
              </a:rPr>
            </a:br>
            <a:endParaRPr lang="en-US" dirty="0"/>
          </a:p>
        </p:txBody>
      </p:sp>
      <p:sp>
        <p:nvSpPr>
          <p:cNvPr id="3" name="Content Placeholder 2">
            <a:extLst>
              <a:ext uri="{FF2B5EF4-FFF2-40B4-BE49-F238E27FC236}">
                <a16:creationId xmlns:a16="http://schemas.microsoft.com/office/drawing/2014/main" id="{8B256697-3DB8-E0BD-0FD0-AFD512F54518}"/>
              </a:ext>
            </a:extLst>
          </p:cNvPr>
          <p:cNvSpPr>
            <a:spLocks noGrp="1"/>
          </p:cNvSpPr>
          <p:nvPr>
            <p:ph idx="1"/>
          </p:nvPr>
        </p:nvSpPr>
        <p:spPr/>
        <p:txBody>
          <a:bodyPr>
            <a:normAutofit fontScale="77500" lnSpcReduction="20000"/>
          </a:bodyPr>
          <a:lstStyle/>
          <a:p>
            <a:pPr algn="l"/>
            <a:r>
              <a:rPr lang="en-US" b="0" i="0" dirty="0">
                <a:solidFill>
                  <a:srgbClr val="382512"/>
                </a:solidFill>
                <a:effectLst/>
                <a:latin typeface="Alegreya Sans"/>
              </a:rPr>
              <a:t>Dimensions are often recycled for multiple purposes within the same database.  For instance, a “Date” dimension can be used for “Date of Sale”, as well as “Date of Delivery”, or “Date of Hire”.  This is often referred to as a “role-playing dimension”.</a:t>
            </a:r>
          </a:p>
          <a:p>
            <a:pPr algn="l"/>
            <a:r>
              <a:rPr lang="en-US" b="0" i="0" dirty="0">
                <a:solidFill>
                  <a:srgbClr val="382512"/>
                </a:solidFill>
                <a:effectLst/>
                <a:latin typeface="Alegreya Sans"/>
              </a:rPr>
              <a:t>Basically, if the same dimension is used more than once with different names then it is called the role- playing dimension.  For example, suppose we are designing a cube which captures purchasing data, we can have multiple dates in this scenario like Order Date, Ship Date, Order Received Date, etc.  In these kinds of situations we need to have different date keys stored in the fact tables (like </a:t>
            </a:r>
            <a:r>
              <a:rPr lang="en-US" b="0" i="0" dirty="0" err="1">
                <a:solidFill>
                  <a:srgbClr val="382512"/>
                </a:solidFill>
                <a:effectLst/>
                <a:latin typeface="Alegreya Sans"/>
              </a:rPr>
              <a:t>OrderDateKey</a:t>
            </a:r>
            <a:r>
              <a:rPr lang="en-US" b="0" i="0" dirty="0">
                <a:solidFill>
                  <a:srgbClr val="382512"/>
                </a:solidFill>
                <a:effectLst/>
                <a:latin typeface="Alegreya Sans"/>
              </a:rPr>
              <a:t>, </a:t>
            </a:r>
            <a:r>
              <a:rPr lang="en-US" b="0" i="0" dirty="0" err="1">
                <a:solidFill>
                  <a:srgbClr val="382512"/>
                </a:solidFill>
                <a:effectLst/>
                <a:latin typeface="Alegreya Sans"/>
              </a:rPr>
              <a:t>ShipDateKey</a:t>
            </a:r>
            <a:r>
              <a:rPr lang="en-US" b="0" i="0" dirty="0">
                <a:solidFill>
                  <a:srgbClr val="382512"/>
                </a:solidFill>
                <a:effectLst/>
                <a:latin typeface="Alegreya Sans"/>
              </a:rPr>
              <a:t> </a:t>
            </a:r>
            <a:r>
              <a:rPr lang="en-US" b="0" i="0" dirty="0" err="1">
                <a:solidFill>
                  <a:srgbClr val="382512"/>
                </a:solidFill>
                <a:effectLst/>
                <a:latin typeface="Alegreya Sans"/>
              </a:rPr>
              <a:t>etc</a:t>
            </a:r>
            <a:r>
              <a:rPr lang="en-US" b="0" i="0" dirty="0">
                <a:solidFill>
                  <a:srgbClr val="382512"/>
                </a:solidFill>
                <a:effectLst/>
                <a:latin typeface="Alegreya Sans"/>
              </a:rPr>
              <a:t>…) to get the different date information while browsing the cube.</a:t>
            </a:r>
          </a:p>
          <a:p>
            <a:endParaRPr lang="en-US" dirty="0"/>
          </a:p>
        </p:txBody>
      </p:sp>
    </p:spTree>
    <p:extLst>
      <p:ext uri="{BB962C8B-B14F-4D97-AF65-F5344CB8AC3E}">
        <p14:creationId xmlns:p14="http://schemas.microsoft.com/office/powerpoint/2010/main" val="3039659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343A-52B0-258F-C9DD-7374D20E3B46}"/>
              </a:ext>
            </a:extLst>
          </p:cNvPr>
          <p:cNvSpPr>
            <a:spLocks noGrp="1"/>
          </p:cNvSpPr>
          <p:nvPr>
            <p:ph type="title"/>
          </p:nvPr>
        </p:nvSpPr>
        <p:spPr/>
        <p:txBody>
          <a:bodyPr>
            <a:normAutofit fontScale="90000"/>
          </a:bodyPr>
          <a:lstStyle/>
          <a:p>
            <a:r>
              <a:rPr lang="en-US" b="1" dirty="0">
                <a:effectLst/>
                <a:latin typeface="Alegreya"/>
              </a:rPr>
              <a:t>Role-playing Dimensions</a:t>
            </a:r>
            <a:br>
              <a:rPr lang="en-US" b="1" dirty="0">
                <a:effectLst/>
                <a:latin typeface="Alegreya"/>
              </a:rPr>
            </a:br>
            <a:endParaRPr lang="en-US" dirty="0"/>
          </a:p>
        </p:txBody>
      </p:sp>
      <p:pic>
        <p:nvPicPr>
          <p:cNvPr id="11" name="Content Placeholder 10">
            <a:extLst>
              <a:ext uri="{FF2B5EF4-FFF2-40B4-BE49-F238E27FC236}">
                <a16:creationId xmlns:a16="http://schemas.microsoft.com/office/drawing/2014/main" id="{CB121F5A-2261-4030-481E-1C5FE9D62E9B}"/>
              </a:ext>
            </a:extLst>
          </p:cNvPr>
          <p:cNvPicPr>
            <a:picLocks noGrp="1" noChangeAspect="1"/>
          </p:cNvPicPr>
          <p:nvPr>
            <p:ph idx="1"/>
          </p:nvPr>
        </p:nvPicPr>
        <p:blipFill rotWithShape="1">
          <a:blip r:embed="rId2"/>
          <a:srcRect l="6458" t="13470" r="31069" b="15819"/>
          <a:stretch/>
        </p:blipFill>
        <p:spPr>
          <a:xfrm>
            <a:off x="-10884" y="762000"/>
            <a:ext cx="9002484" cy="5881255"/>
          </a:xfrm>
        </p:spPr>
      </p:pic>
    </p:spTree>
    <p:extLst>
      <p:ext uri="{BB962C8B-B14F-4D97-AF65-F5344CB8AC3E}">
        <p14:creationId xmlns:p14="http://schemas.microsoft.com/office/powerpoint/2010/main" val="1389572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343A-52B0-258F-C9DD-7374D20E3B46}"/>
              </a:ext>
            </a:extLst>
          </p:cNvPr>
          <p:cNvSpPr>
            <a:spLocks noGrp="1"/>
          </p:cNvSpPr>
          <p:nvPr>
            <p:ph type="title"/>
          </p:nvPr>
        </p:nvSpPr>
        <p:spPr>
          <a:xfrm>
            <a:off x="457200" y="533400"/>
            <a:ext cx="8229600" cy="762000"/>
          </a:xfrm>
        </p:spPr>
        <p:txBody>
          <a:bodyPr>
            <a:normAutofit fontScale="90000"/>
          </a:bodyPr>
          <a:lstStyle/>
          <a:p>
            <a:r>
              <a:rPr lang="en-US" b="1" dirty="0">
                <a:effectLst/>
                <a:latin typeface="Alegreya"/>
              </a:rPr>
              <a:t>Conformed dimensions</a:t>
            </a:r>
            <a:br>
              <a:rPr lang="en-US" b="1" dirty="0">
                <a:effectLst/>
                <a:latin typeface="Alegreya"/>
              </a:rPr>
            </a:br>
            <a:br>
              <a:rPr lang="en-US" b="1" dirty="0">
                <a:effectLst/>
                <a:latin typeface="Alegreya"/>
              </a:rPr>
            </a:br>
            <a:endParaRPr lang="en-US" dirty="0"/>
          </a:p>
        </p:txBody>
      </p:sp>
      <p:sp>
        <p:nvSpPr>
          <p:cNvPr id="3" name="Content Placeholder 2">
            <a:extLst>
              <a:ext uri="{FF2B5EF4-FFF2-40B4-BE49-F238E27FC236}">
                <a16:creationId xmlns:a16="http://schemas.microsoft.com/office/drawing/2014/main" id="{8B256697-3DB8-E0BD-0FD0-AFD512F54518}"/>
              </a:ext>
            </a:extLst>
          </p:cNvPr>
          <p:cNvSpPr>
            <a:spLocks noGrp="1"/>
          </p:cNvSpPr>
          <p:nvPr>
            <p:ph idx="1"/>
          </p:nvPr>
        </p:nvSpPr>
        <p:spPr/>
        <p:txBody>
          <a:bodyPr>
            <a:normAutofit fontScale="92500"/>
          </a:bodyPr>
          <a:lstStyle/>
          <a:p>
            <a:pPr algn="l"/>
            <a:r>
              <a:rPr lang="en-US" sz="2400" b="0" i="0" dirty="0">
                <a:solidFill>
                  <a:srgbClr val="382512"/>
                </a:solidFill>
                <a:effectLst/>
                <a:latin typeface="Alegreya Sans"/>
              </a:rPr>
              <a:t>A conformed dimension is a dimension that has the same meaning to every fact with which it relates.  Conformed dimensions allow facts and measures to be categorized and described in the same way across multiple facts and/or data marts, ensuring consistent reporting across the enterprise.</a:t>
            </a:r>
          </a:p>
          <a:p>
            <a:pPr algn="l"/>
            <a:r>
              <a:rPr lang="en-US" sz="2400" b="0" i="0" dirty="0">
                <a:solidFill>
                  <a:srgbClr val="382512"/>
                </a:solidFill>
                <a:effectLst/>
                <a:latin typeface="Alegreya Sans"/>
              </a:rPr>
              <a:t>A conformed dimension can exist as a single dimension table that relates to multiple fact tables within the same data warehouse, or as identical dimension tables in separate data marts.  Date is a common conformed dimension because its attributes (day, week, month, quarter, year, etc.) have the same meaning when joined to any fact table.  A conformed product dimension with product name, description, SKU, and other common attributes could exist in multiple data marts, each containing data for one store in a chain.</a:t>
            </a:r>
          </a:p>
          <a:p>
            <a:endParaRPr lang="en-US" sz="2400" dirty="0"/>
          </a:p>
        </p:txBody>
      </p:sp>
    </p:spTree>
    <p:extLst>
      <p:ext uri="{BB962C8B-B14F-4D97-AF65-F5344CB8AC3E}">
        <p14:creationId xmlns:p14="http://schemas.microsoft.com/office/powerpoint/2010/main" val="3655619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343A-52B0-258F-C9DD-7374D20E3B46}"/>
              </a:ext>
            </a:extLst>
          </p:cNvPr>
          <p:cNvSpPr>
            <a:spLocks noGrp="1"/>
          </p:cNvSpPr>
          <p:nvPr>
            <p:ph type="title"/>
          </p:nvPr>
        </p:nvSpPr>
        <p:spPr>
          <a:xfrm>
            <a:off x="457200" y="533400"/>
            <a:ext cx="8229600" cy="762000"/>
          </a:xfrm>
        </p:spPr>
        <p:txBody>
          <a:bodyPr>
            <a:normAutofit fontScale="90000"/>
          </a:bodyPr>
          <a:lstStyle/>
          <a:p>
            <a:r>
              <a:rPr lang="en-US" sz="4400" b="1" dirty="0">
                <a:effectLst/>
                <a:latin typeface="Alegreya"/>
              </a:rPr>
              <a:t>Reference Dimensions</a:t>
            </a:r>
            <a:br>
              <a:rPr lang="en-US" sz="4400" b="1" dirty="0">
                <a:effectLst/>
                <a:latin typeface="Alegreya"/>
              </a:rPr>
            </a:br>
            <a:br>
              <a:rPr lang="en-US" b="1" dirty="0">
                <a:effectLst/>
                <a:latin typeface="Alegreya"/>
              </a:rPr>
            </a:br>
            <a:endParaRPr lang="en-US" dirty="0"/>
          </a:p>
        </p:txBody>
      </p:sp>
      <p:sp>
        <p:nvSpPr>
          <p:cNvPr id="3" name="Content Placeholder 2">
            <a:extLst>
              <a:ext uri="{FF2B5EF4-FFF2-40B4-BE49-F238E27FC236}">
                <a16:creationId xmlns:a16="http://schemas.microsoft.com/office/drawing/2014/main" id="{8B256697-3DB8-E0BD-0FD0-AFD512F54518}"/>
              </a:ext>
            </a:extLst>
          </p:cNvPr>
          <p:cNvSpPr>
            <a:spLocks noGrp="1"/>
          </p:cNvSpPr>
          <p:nvPr>
            <p:ph idx="1"/>
          </p:nvPr>
        </p:nvSpPr>
        <p:spPr/>
        <p:txBody>
          <a:bodyPr>
            <a:normAutofit/>
          </a:bodyPr>
          <a:lstStyle/>
          <a:p>
            <a:pPr algn="l"/>
            <a:r>
              <a:rPr lang="en-US" sz="2000" b="0" i="0" dirty="0">
                <a:solidFill>
                  <a:srgbClr val="382512"/>
                </a:solidFill>
                <a:effectLst/>
                <a:latin typeface="Alegreya Sans"/>
              </a:rPr>
              <a:t>A reference dimension occurs when the key column for the dimension is joined indirectly to the fact table through a key in another dimension table.  This results in a snowflake schema design.</a:t>
            </a:r>
          </a:p>
          <a:p>
            <a:pPr algn="l"/>
            <a:r>
              <a:rPr lang="en-US" sz="2000" b="0" i="0" dirty="0">
                <a:solidFill>
                  <a:srgbClr val="382512"/>
                </a:solidFill>
                <a:effectLst/>
                <a:latin typeface="Alegreya Sans"/>
              </a:rPr>
              <a:t>The following figure shows one fact table named </a:t>
            </a:r>
            <a:r>
              <a:rPr lang="en-US" sz="2000" b="1" i="0" dirty="0" err="1">
                <a:solidFill>
                  <a:srgbClr val="382512"/>
                </a:solidFill>
                <a:effectLst/>
                <a:latin typeface="Alegreya Sans"/>
              </a:rPr>
              <a:t>InternetSales</a:t>
            </a:r>
            <a:r>
              <a:rPr lang="en-US" sz="2000" b="0" i="0" dirty="0">
                <a:solidFill>
                  <a:srgbClr val="382512"/>
                </a:solidFill>
                <a:effectLst/>
                <a:latin typeface="Alegreya Sans"/>
              </a:rPr>
              <a:t>, and two dimension tables called </a:t>
            </a:r>
            <a:r>
              <a:rPr lang="en-US" sz="2000" b="1" i="0" dirty="0">
                <a:solidFill>
                  <a:srgbClr val="382512"/>
                </a:solidFill>
                <a:effectLst/>
                <a:latin typeface="Alegreya Sans"/>
              </a:rPr>
              <a:t>Customer</a:t>
            </a:r>
            <a:r>
              <a:rPr lang="en-US" sz="2000" b="0" i="0" dirty="0">
                <a:solidFill>
                  <a:srgbClr val="382512"/>
                </a:solidFill>
                <a:effectLst/>
                <a:latin typeface="Alegreya Sans"/>
              </a:rPr>
              <a:t> (regular or intermediate dimension) and </a:t>
            </a:r>
            <a:r>
              <a:rPr lang="en-US" sz="2000" b="1" i="0" dirty="0">
                <a:solidFill>
                  <a:srgbClr val="382512"/>
                </a:solidFill>
                <a:effectLst/>
                <a:latin typeface="Alegreya Sans"/>
              </a:rPr>
              <a:t>Geography </a:t>
            </a:r>
            <a:r>
              <a:rPr lang="en-US" sz="2000" b="0" i="0" dirty="0">
                <a:solidFill>
                  <a:srgbClr val="382512"/>
                </a:solidFill>
                <a:effectLst/>
                <a:latin typeface="Alegreya Sans"/>
              </a:rPr>
              <a:t>(reference dimension), in a snowflake schema:</a:t>
            </a:r>
          </a:p>
          <a:p>
            <a:endParaRPr lang="en-US" sz="2400" dirty="0"/>
          </a:p>
        </p:txBody>
      </p:sp>
      <p:pic>
        <p:nvPicPr>
          <p:cNvPr id="5" name="Picture 4">
            <a:extLst>
              <a:ext uri="{FF2B5EF4-FFF2-40B4-BE49-F238E27FC236}">
                <a16:creationId xmlns:a16="http://schemas.microsoft.com/office/drawing/2014/main" id="{FB0FE19B-F338-64F9-0D70-FD5C29CCE2E9}"/>
              </a:ext>
            </a:extLst>
          </p:cNvPr>
          <p:cNvPicPr>
            <a:picLocks noChangeAspect="1"/>
          </p:cNvPicPr>
          <p:nvPr/>
        </p:nvPicPr>
        <p:blipFill rotWithShape="1">
          <a:blip r:embed="rId2"/>
          <a:srcRect l="6504" t="41107" r="43089" b="33695"/>
          <a:stretch/>
        </p:blipFill>
        <p:spPr>
          <a:xfrm>
            <a:off x="439615" y="3863181"/>
            <a:ext cx="8253222" cy="2262982"/>
          </a:xfrm>
          <a:prstGeom prst="rect">
            <a:avLst/>
          </a:prstGeom>
        </p:spPr>
      </p:pic>
    </p:spTree>
    <p:extLst>
      <p:ext uri="{BB962C8B-B14F-4D97-AF65-F5344CB8AC3E}">
        <p14:creationId xmlns:p14="http://schemas.microsoft.com/office/powerpoint/2010/main" val="3629682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8F534-6769-8E16-5884-783A21D13500}"/>
              </a:ext>
            </a:extLst>
          </p:cNvPr>
          <p:cNvSpPr>
            <a:spLocks noGrp="1"/>
          </p:cNvSpPr>
          <p:nvPr>
            <p:ph type="title"/>
          </p:nvPr>
        </p:nvSpPr>
        <p:spPr/>
        <p:txBody>
          <a:bodyPr>
            <a:normAutofit fontScale="90000"/>
          </a:bodyPr>
          <a:lstStyle/>
          <a:p>
            <a:r>
              <a:rPr lang="en-US" b="1" i="0" dirty="0">
                <a:solidFill>
                  <a:srgbClr val="382512"/>
                </a:solidFill>
                <a:effectLst/>
                <a:latin typeface="Alegreya"/>
              </a:rPr>
              <a:t>Many-to-Many Dimensions</a:t>
            </a:r>
            <a:br>
              <a:rPr lang="en-US" b="1" i="0" dirty="0">
                <a:solidFill>
                  <a:srgbClr val="382512"/>
                </a:solidFill>
                <a:effectLst/>
                <a:latin typeface="Alegreya"/>
              </a:rPr>
            </a:br>
            <a:endParaRPr lang="en-US" dirty="0"/>
          </a:p>
        </p:txBody>
      </p:sp>
      <p:pic>
        <p:nvPicPr>
          <p:cNvPr id="5" name="Content Placeholder 4">
            <a:extLst>
              <a:ext uri="{FF2B5EF4-FFF2-40B4-BE49-F238E27FC236}">
                <a16:creationId xmlns:a16="http://schemas.microsoft.com/office/drawing/2014/main" id="{43F6DF93-D91C-E2B8-C43E-3EECD8741BC0}"/>
              </a:ext>
            </a:extLst>
          </p:cNvPr>
          <p:cNvPicPr>
            <a:picLocks noGrp="1" noChangeAspect="1"/>
          </p:cNvPicPr>
          <p:nvPr>
            <p:ph idx="1"/>
          </p:nvPr>
        </p:nvPicPr>
        <p:blipFill rotWithShape="1">
          <a:blip r:embed="rId2"/>
          <a:srcRect l="7404" t="30305" r="30122" b="19186"/>
          <a:stretch/>
        </p:blipFill>
        <p:spPr>
          <a:xfrm>
            <a:off x="0" y="846138"/>
            <a:ext cx="9172256" cy="5630862"/>
          </a:xfrm>
        </p:spPr>
      </p:pic>
    </p:spTree>
    <p:extLst>
      <p:ext uri="{BB962C8B-B14F-4D97-AF65-F5344CB8AC3E}">
        <p14:creationId xmlns:p14="http://schemas.microsoft.com/office/powerpoint/2010/main" val="1375419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8F534-6769-8E16-5884-783A21D13500}"/>
              </a:ext>
            </a:extLst>
          </p:cNvPr>
          <p:cNvSpPr>
            <a:spLocks noGrp="1"/>
          </p:cNvSpPr>
          <p:nvPr>
            <p:ph type="title"/>
          </p:nvPr>
        </p:nvSpPr>
        <p:spPr/>
        <p:txBody>
          <a:bodyPr>
            <a:normAutofit fontScale="90000"/>
          </a:bodyPr>
          <a:lstStyle/>
          <a:p>
            <a:r>
              <a:rPr lang="en-US" b="1" i="0" dirty="0">
                <a:solidFill>
                  <a:srgbClr val="382512"/>
                </a:solidFill>
                <a:effectLst/>
                <a:latin typeface="Alegreya"/>
              </a:rPr>
              <a:t>Many-to-Many Dimensions</a:t>
            </a:r>
            <a:br>
              <a:rPr lang="en-US" b="1" i="0" dirty="0">
                <a:solidFill>
                  <a:srgbClr val="382512"/>
                </a:solidFill>
                <a:effectLst/>
                <a:latin typeface="Alegreya"/>
              </a:rPr>
            </a:br>
            <a:endParaRPr lang="en-US" dirty="0"/>
          </a:p>
        </p:txBody>
      </p:sp>
      <p:sp>
        <p:nvSpPr>
          <p:cNvPr id="4" name="Content Placeholder 3">
            <a:extLst>
              <a:ext uri="{FF2B5EF4-FFF2-40B4-BE49-F238E27FC236}">
                <a16:creationId xmlns:a16="http://schemas.microsoft.com/office/drawing/2014/main" id="{0BC88726-F2EA-747C-F745-FB0C6BD8EA01}"/>
              </a:ext>
            </a:extLst>
          </p:cNvPr>
          <p:cNvSpPr>
            <a:spLocks noGrp="1"/>
          </p:cNvSpPr>
          <p:nvPr>
            <p:ph idx="1"/>
          </p:nvPr>
        </p:nvSpPr>
        <p:spPr/>
        <p:txBody>
          <a:bodyPr>
            <a:normAutofit/>
          </a:bodyPr>
          <a:lstStyle/>
          <a:p>
            <a:pPr algn="just"/>
            <a:r>
              <a:rPr lang="en-US" sz="2400" b="0" i="0" dirty="0">
                <a:solidFill>
                  <a:srgbClr val="382512"/>
                </a:solidFill>
                <a:effectLst/>
                <a:latin typeface="Alegreya Sans"/>
              </a:rPr>
              <a:t>In the example picture above, there are two dimensions and two fact tables.  The Customer dimension is the Many-to-Many (MM) dimension to the Transaction fact table.  The </a:t>
            </a:r>
            <a:r>
              <a:rPr lang="en-US" sz="2400" b="0" i="0" dirty="0" err="1">
                <a:solidFill>
                  <a:srgbClr val="382512"/>
                </a:solidFill>
                <a:effectLst/>
                <a:latin typeface="Alegreya Sans"/>
              </a:rPr>
              <a:t>CustomerAccount</a:t>
            </a:r>
            <a:r>
              <a:rPr lang="en-US" sz="2400" b="0" i="0" dirty="0">
                <a:solidFill>
                  <a:srgbClr val="382512"/>
                </a:solidFill>
                <a:effectLst/>
                <a:latin typeface="Alegreya Sans"/>
              </a:rPr>
              <a:t> measure group is the </a:t>
            </a:r>
            <a:r>
              <a:rPr lang="en-US" sz="2400" b="0" i="1" dirty="0">
                <a:solidFill>
                  <a:srgbClr val="382512"/>
                </a:solidFill>
                <a:effectLst/>
                <a:latin typeface="Alegreya Sans"/>
              </a:rPr>
              <a:t>Intermediate Fact Table</a:t>
            </a:r>
            <a:r>
              <a:rPr lang="en-US" sz="2400" b="0" i="0" dirty="0">
                <a:solidFill>
                  <a:srgbClr val="382512"/>
                </a:solidFill>
                <a:effectLst/>
                <a:latin typeface="Alegreya Sans"/>
              </a:rPr>
              <a:t> (called a bridge table in the relational world) and Account is the intermediate dimension.  The intermediate fact table is the fact table that relates the Many-to-Many dimension to the regular dimension.  In this case, it relates the Customer dimension to Account dimension.  The Transaction fact table is related to Customer in the conventional manner, but is also related to the Customer dimension via a many-to-many relationship.</a:t>
            </a:r>
            <a:endParaRPr lang="en-US" sz="2400" dirty="0"/>
          </a:p>
        </p:txBody>
      </p:sp>
    </p:spTree>
    <p:extLst>
      <p:ext uri="{BB962C8B-B14F-4D97-AF65-F5344CB8AC3E}">
        <p14:creationId xmlns:p14="http://schemas.microsoft.com/office/powerpoint/2010/main" val="939308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00C2C40-F411-4964-B3AB-9ED15F5F71FF}"/>
              </a:ext>
            </a:extLst>
          </p:cNvPr>
          <p:cNvSpPr>
            <a:spLocks noGrp="1"/>
          </p:cNvSpPr>
          <p:nvPr>
            <p:ph type="title"/>
          </p:nvPr>
        </p:nvSpPr>
        <p:spPr/>
        <p:txBody>
          <a:bodyPr/>
          <a:lstStyle/>
          <a:p>
            <a:r>
              <a:rPr lang="en-US" altLang="en-US">
                <a:ea typeface="ＭＳ Ｐゴシック" panose="020B0600070205080204" pitchFamily="34" charset="-128"/>
              </a:rPr>
              <a:t>The Snowflake Schema</a:t>
            </a:r>
          </a:p>
        </p:txBody>
      </p:sp>
      <p:sp>
        <p:nvSpPr>
          <p:cNvPr id="81923" name="Content Placeholder 2">
            <a:extLst>
              <a:ext uri="{FF2B5EF4-FFF2-40B4-BE49-F238E27FC236}">
                <a16:creationId xmlns:a16="http://schemas.microsoft.com/office/drawing/2014/main" id="{21DE792E-6531-40B8-8472-BDE740C2ADD5}"/>
              </a:ext>
            </a:extLst>
          </p:cNvPr>
          <p:cNvSpPr>
            <a:spLocks noGrp="1"/>
          </p:cNvSpPr>
          <p:nvPr>
            <p:ph idx="1"/>
          </p:nvPr>
        </p:nvSpPr>
        <p:spPr>
          <a:xfrm>
            <a:off x="457200" y="1143000"/>
            <a:ext cx="8229600" cy="4530725"/>
          </a:xfrm>
        </p:spPr>
        <p:txBody>
          <a:bodyPr/>
          <a:lstStyle/>
          <a:p>
            <a:r>
              <a:rPr lang="en-US" altLang="en-US">
                <a:ea typeface="ＭＳ Ｐゴシック" panose="020B0600070205080204" pitchFamily="34" charset="-128"/>
              </a:rPr>
              <a:t>Snowflacking involves normalization of dimensions in Star Schema</a:t>
            </a:r>
          </a:p>
          <a:p>
            <a:r>
              <a:rPr lang="en-US" altLang="en-US">
                <a:ea typeface="ＭＳ Ｐゴシック" panose="020B0600070205080204" pitchFamily="34" charset="-128"/>
              </a:rPr>
              <a:t>Reasons:</a:t>
            </a:r>
          </a:p>
          <a:p>
            <a:r>
              <a:rPr lang="en-US" altLang="en-US">
                <a:ea typeface="ＭＳ Ｐゴシック" panose="020B0600070205080204" pitchFamily="34" charset="-128"/>
              </a:rPr>
              <a:t>To save storage space</a:t>
            </a:r>
          </a:p>
          <a:p>
            <a:r>
              <a:rPr lang="en-US" altLang="en-US">
                <a:ea typeface="ＭＳ Ｐゴシック" panose="020B0600070205080204" pitchFamily="34" charset="-128"/>
              </a:rPr>
              <a:t>Easy maintenance of tables with low cardinality</a:t>
            </a:r>
          </a:p>
          <a:p>
            <a:r>
              <a:rPr lang="en-US" altLang="en-US">
                <a:ea typeface="ＭＳ Ｐゴシック" panose="020B0600070205080204" pitchFamily="34" charset="-128"/>
              </a:rPr>
              <a:t>However, some designers discourages it. According to them it is better to sacrifice storage space over performance and ease of use.</a:t>
            </a:r>
          </a:p>
        </p:txBody>
      </p:sp>
      <p:sp>
        <p:nvSpPr>
          <p:cNvPr id="81924" name="Slide Number Placeholder 3">
            <a:extLst>
              <a:ext uri="{FF2B5EF4-FFF2-40B4-BE49-F238E27FC236}">
                <a16:creationId xmlns:a16="http://schemas.microsoft.com/office/drawing/2014/main" id="{378AF5C5-BB65-421E-A4B9-93282CA733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8DEEE04-BC29-4A7D-B43F-A6058D5F48C7}" type="slidenum">
              <a:rPr lang="sv-SE" altLang="en-US">
                <a:latin typeface="Garamond" panose="02020404030301010803" pitchFamily="18" charset="0"/>
              </a:rPr>
              <a:pPr eaLnBrk="1" hangingPunct="1"/>
              <a:t>35</a:t>
            </a:fld>
            <a:endParaRPr lang="sv-SE" altLang="en-US">
              <a:latin typeface="Garamond" panose="02020404030301010803"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FEAA8D52-C2BC-4F8B-8F51-51F1E34F49B5}"/>
              </a:ext>
            </a:extLst>
          </p:cNvPr>
          <p:cNvSpPr>
            <a:spLocks noGrp="1"/>
          </p:cNvSpPr>
          <p:nvPr>
            <p:ph type="title"/>
          </p:nvPr>
        </p:nvSpPr>
        <p:spPr/>
        <p:txBody>
          <a:bodyPr/>
          <a:lstStyle/>
          <a:p>
            <a:r>
              <a:rPr lang="en-US" altLang="en-US">
                <a:ea typeface="ＭＳ Ｐゴシック" panose="020B0600070205080204" pitchFamily="34" charset="-128"/>
              </a:rPr>
              <a:t>Example 1 of Snowflake Schema</a:t>
            </a:r>
          </a:p>
        </p:txBody>
      </p:sp>
      <p:pic>
        <p:nvPicPr>
          <p:cNvPr id="82947" name="Content Placeholder 4" descr="Screen Shot 2012-10-23 at 10.29.14 PM.png">
            <a:extLst>
              <a:ext uri="{FF2B5EF4-FFF2-40B4-BE49-F238E27FC236}">
                <a16:creationId xmlns:a16="http://schemas.microsoft.com/office/drawing/2014/main" id="{ACA1920C-A902-4FBB-99D8-FD21B56C4693}"/>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0170" r="-10170"/>
          <a:stretch>
            <a:fillRect/>
          </a:stretch>
        </p:blipFill>
        <p:spPr>
          <a:xfrm>
            <a:off x="-788988" y="914400"/>
            <a:ext cx="9475788" cy="5216525"/>
          </a:xfrm>
        </p:spPr>
      </p:pic>
      <p:sp>
        <p:nvSpPr>
          <p:cNvPr id="82948" name="Slide Number Placeholder 3">
            <a:extLst>
              <a:ext uri="{FF2B5EF4-FFF2-40B4-BE49-F238E27FC236}">
                <a16:creationId xmlns:a16="http://schemas.microsoft.com/office/drawing/2014/main" id="{AFB0D625-307B-47C9-AE36-62AB7F679A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83E31B9-4C03-4584-99D0-1D13404F4D8B}" type="slidenum">
              <a:rPr lang="sv-SE" altLang="en-US">
                <a:latin typeface="Garamond" panose="02020404030301010803" pitchFamily="18" charset="0"/>
              </a:rPr>
              <a:pPr eaLnBrk="1" hangingPunct="1"/>
              <a:t>36</a:t>
            </a:fld>
            <a:endParaRPr lang="sv-SE" altLang="en-US">
              <a:latin typeface="Garamond" panose="02020404030301010803"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00C2C40-F411-4964-B3AB-9ED15F5F71FF}"/>
              </a:ext>
            </a:extLst>
          </p:cNvPr>
          <p:cNvSpPr>
            <a:spLocks noGrp="1"/>
          </p:cNvSpPr>
          <p:nvPr>
            <p:ph type="title"/>
          </p:nvPr>
        </p:nvSpPr>
        <p:spPr/>
        <p:txBody>
          <a:bodyPr/>
          <a:lstStyle/>
          <a:p>
            <a:r>
              <a:rPr lang="en-US" altLang="en-US">
                <a:ea typeface="ＭＳ Ｐゴシック" panose="020B0600070205080204" pitchFamily="34" charset="-128"/>
              </a:rPr>
              <a:t>The Snowflake Schema</a:t>
            </a:r>
          </a:p>
        </p:txBody>
      </p:sp>
      <p:sp>
        <p:nvSpPr>
          <p:cNvPr id="81924" name="Slide Number Placeholder 3">
            <a:extLst>
              <a:ext uri="{FF2B5EF4-FFF2-40B4-BE49-F238E27FC236}">
                <a16:creationId xmlns:a16="http://schemas.microsoft.com/office/drawing/2014/main" id="{378AF5C5-BB65-421E-A4B9-93282CA733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8DEEE04-BC29-4A7D-B43F-A6058D5F48C7}" type="slidenum">
              <a:rPr lang="sv-SE" altLang="en-US">
                <a:latin typeface="Garamond" panose="02020404030301010803" pitchFamily="18" charset="0"/>
              </a:rPr>
              <a:pPr eaLnBrk="1" hangingPunct="1"/>
              <a:t>37</a:t>
            </a:fld>
            <a:endParaRPr lang="sv-SE" altLang="en-US">
              <a:latin typeface="Garamond" panose="02020404030301010803" pitchFamily="18" charset="0"/>
            </a:endParaRPr>
          </a:p>
        </p:txBody>
      </p:sp>
      <p:pic>
        <p:nvPicPr>
          <p:cNvPr id="9218" name="Picture 2"/>
          <p:cNvPicPr>
            <a:picLocks noGrp="1" noChangeAspect="1" noChangeArrowheads="1"/>
          </p:cNvPicPr>
          <p:nvPr>
            <p:ph idx="1"/>
          </p:nvPr>
        </p:nvPicPr>
        <p:blipFill>
          <a:blip r:embed="rId3"/>
          <a:srcRect/>
          <a:stretch>
            <a:fillRect/>
          </a:stretch>
        </p:blipFill>
        <p:spPr bwMode="auto">
          <a:xfrm>
            <a:off x="457200" y="1295400"/>
            <a:ext cx="8382000" cy="4495799"/>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00C2C40-F411-4964-B3AB-9ED15F5F71FF}"/>
              </a:ext>
            </a:extLst>
          </p:cNvPr>
          <p:cNvSpPr>
            <a:spLocks noGrp="1"/>
          </p:cNvSpPr>
          <p:nvPr>
            <p:ph type="title"/>
          </p:nvPr>
        </p:nvSpPr>
        <p:spPr/>
        <p:txBody>
          <a:bodyPr/>
          <a:lstStyle/>
          <a:p>
            <a:r>
              <a:rPr lang="en-US" altLang="en-US" dirty="0">
                <a:ea typeface="ＭＳ Ｐゴシック" panose="020B0600070205080204" pitchFamily="34" charset="-128"/>
              </a:rPr>
              <a:t>Sales original table</a:t>
            </a:r>
          </a:p>
        </p:txBody>
      </p:sp>
      <p:sp>
        <p:nvSpPr>
          <p:cNvPr id="81924" name="Slide Number Placeholder 3">
            <a:extLst>
              <a:ext uri="{FF2B5EF4-FFF2-40B4-BE49-F238E27FC236}">
                <a16:creationId xmlns:a16="http://schemas.microsoft.com/office/drawing/2014/main" id="{378AF5C5-BB65-421E-A4B9-93282CA733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8DEEE04-BC29-4A7D-B43F-A6058D5F48C7}" type="slidenum">
              <a:rPr lang="sv-SE" altLang="en-US">
                <a:latin typeface="Garamond" panose="02020404030301010803" pitchFamily="18" charset="0"/>
              </a:rPr>
              <a:pPr eaLnBrk="1" hangingPunct="1"/>
              <a:t>38</a:t>
            </a:fld>
            <a:endParaRPr lang="sv-SE" altLang="en-US">
              <a:latin typeface="Garamond" panose="02020404030301010803" pitchFamily="18" charset="0"/>
            </a:endParaRPr>
          </a:p>
        </p:txBody>
      </p:sp>
      <p:pic>
        <p:nvPicPr>
          <p:cNvPr id="10242" name="Picture 2"/>
          <p:cNvPicPr>
            <a:picLocks noGrp="1" noChangeAspect="1" noChangeArrowheads="1"/>
          </p:cNvPicPr>
          <p:nvPr>
            <p:ph idx="1"/>
          </p:nvPr>
        </p:nvPicPr>
        <p:blipFill>
          <a:blip r:embed="rId3"/>
          <a:srcRect/>
          <a:stretch>
            <a:fillRect/>
          </a:stretch>
        </p:blipFill>
        <p:spPr bwMode="auto">
          <a:xfrm>
            <a:off x="655021" y="990600"/>
            <a:ext cx="8031779" cy="5056187"/>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a:extLst>
              <a:ext uri="{FF2B5EF4-FFF2-40B4-BE49-F238E27FC236}">
                <a16:creationId xmlns:a16="http://schemas.microsoft.com/office/drawing/2014/main" id="{500C2C40-F411-4964-B3AB-9ED15F5F71FF}"/>
              </a:ext>
            </a:extLst>
          </p:cNvPr>
          <p:cNvSpPr>
            <a:spLocks noGrp="1"/>
          </p:cNvSpPr>
          <p:nvPr>
            <p:ph type="title"/>
          </p:nvPr>
        </p:nvSpPr>
        <p:spPr/>
        <p:txBody>
          <a:bodyPr/>
          <a:lstStyle/>
          <a:p>
            <a:r>
              <a:rPr lang="en-US" altLang="en-US" dirty="0">
                <a:ea typeface="ＭＳ Ｐゴシック" panose="020B0600070205080204" pitchFamily="34" charset="-128"/>
              </a:rPr>
              <a:t>Sales Snowflake Schema</a:t>
            </a:r>
          </a:p>
        </p:txBody>
      </p:sp>
      <p:sp>
        <p:nvSpPr>
          <p:cNvPr id="81924" name="Slide Number Placeholder 3">
            <a:extLst>
              <a:ext uri="{FF2B5EF4-FFF2-40B4-BE49-F238E27FC236}">
                <a16:creationId xmlns:a16="http://schemas.microsoft.com/office/drawing/2014/main" id="{378AF5C5-BB65-421E-A4B9-93282CA733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E8DEEE04-BC29-4A7D-B43F-A6058D5F48C7}" type="slidenum">
              <a:rPr lang="sv-SE" altLang="en-US">
                <a:latin typeface="Garamond" panose="02020404030301010803" pitchFamily="18" charset="0"/>
              </a:rPr>
              <a:pPr eaLnBrk="1" hangingPunct="1"/>
              <a:t>39</a:t>
            </a:fld>
            <a:endParaRPr lang="sv-SE" altLang="en-US">
              <a:latin typeface="Garamond" panose="02020404030301010803" pitchFamily="18" charset="0"/>
            </a:endParaRPr>
          </a:p>
        </p:txBody>
      </p:sp>
      <p:pic>
        <p:nvPicPr>
          <p:cNvPr id="11266" name="Picture 2"/>
          <p:cNvPicPr>
            <a:picLocks noGrp="1" noChangeAspect="1" noChangeArrowheads="1"/>
          </p:cNvPicPr>
          <p:nvPr>
            <p:ph idx="1"/>
          </p:nvPr>
        </p:nvPicPr>
        <p:blipFill>
          <a:blip r:embed="rId3"/>
          <a:srcRect/>
          <a:stretch>
            <a:fillRect/>
          </a:stretch>
        </p:blipFill>
        <p:spPr bwMode="auto">
          <a:xfrm>
            <a:off x="753078" y="1066800"/>
            <a:ext cx="7552722" cy="5535142"/>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4B1968AF-FBB3-46A4-9FBF-D6BDBC9CE813}"/>
              </a:ext>
            </a:extLst>
          </p:cNvPr>
          <p:cNvSpPr>
            <a:spLocks noGrp="1"/>
          </p:cNvSpPr>
          <p:nvPr>
            <p:ph type="title"/>
          </p:nvPr>
        </p:nvSpPr>
        <p:spPr/>
        <p:txBody>
          <a:bodyPr/>
          <a:lstStyle/>
          <a:p>
            <a:r>
              <a:rPr lang="en-US" altLang="en-US" dirty="0">
                <a:ea typeface="ＭＳ Ｐゴシック" panose="020B0600070205080204" pitchFamily="34" charset="-128"/>
              </a:rPr>
              <a:t>When to Snowflake </a:t>
            </a:r>
          </a:p>
        </p:txBody>
      </p:sp>
      <p:sp>
        <p:nvSpPr>
          <p:cNvPr id="83972" name="Slide Number Placeholder 3">
            <a:extLst>
              <a:ext uri="{FF2B5EF4-FFF2-40B4-BE49-F238E27FC236}">
                <a16:creationId xmlns:a16="http://schemas.microsoft.com/office/drawing/2014/main" id="{BA544CCC-0F47-4C13-B6AA-45CA2C28FD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D58E6A9-62D6-4A92-9459-D117BB5DB663}" type="slidenum">
              <a:rPr lang="sv-SE" altLang="en-US">
                <a:latin typeface="Garamond" panose="02020404030301010803" pitchFamily="18" charset="0"/>
              </a:rPr>
              <a:pPr eaLnBrk="1" hangingPunct="1"/>
              <a:t>40</a:t>
            </a:fld>
            <a:endParaRPr lang="sv-SE" altLang="en-US">
              <a:latin typeface="Garamond" panose="02020404030301010803" pitchFamily="18" charset="0"/>
            </a:endParaRPr>
          </a:p>
        </p:txBody>
      </p:sp>
      <p:pic>
        <p:nvPicPr>
          <p:cNvPr id="13314" name="Picture 2"/>
          <p:cNvPicPr>
            <a:picLocks noGrp="1" noChangeAspect="1" noChangeArrowheads="1"/>
          </p:cNvPicPr>
          <p:nvPr>
            <p:ph idx="1"/>
          </p:nvPr>
        </p:nvPicPr>
        <p:blipFill>
          <a:blip r:embed="rId3"/>
          <a:srcRect/>
          <a:stretch>
            <a:fillRect/>
          </a:stretch>
        </p:blipFill>
        <p:spPr bwMode="auto">
          <a:xfrm>
            <a:off x="46478" y="1066800"/>
            <a:ext cx="8792721" cy="4875212"/>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a:extLst>
              <a:ext uri="{FF2B5EF4-FFF2-40B4-BE49-F238E27FC236}">
                <a16:creationId xmlns:a16="http://schemas.microsoft.com/office/drawing/2014/main" id="{5B7E32F1-71D2-DD22-B4A0-0340534DC1DF}"/>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19459" name="Slide Number Placeholder 5">
            <a:extLst>
              <a:ext uri="{FF2B5EF4-FFF2-40B4-BE49-F238E27FC236}">
                <a16:creationId xmlns:a16="http://schemas.microsoft.com/office/drawing/2014/main" id="{6D00DDCA-A41A-27D2-5B53-04A703D2595B}"/>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21D72D5-A624-4CDC-81AA-0A80D23359A8}" type="slidenum">
              <a:rPr lang="en-US" altLang="en-GB" sz="1400"/>
              <a:pPr/>
              <a:t>41</a:t>
            </a:fld>
            <a:endParaRPr lang="en-US" altLang="en-GB" sz="1400"/>
          </a:p>
        </p:txBody>
      </p:sp>
      <p:sp>
        <p:nvSpPr>
          <p:cNvPr id="19460" name="Rectangle 2">
            <a:extLst>
              <a:ext uri="{FF2B5EF4-FFF2-40B4-BE49-F238E27FC236}">
                <a16:creationId xmlns:a16="http://schemas.microsoft.com/office/drawing/2014/main" id="{ED8EDC26-8263-5B91-506C-62736493887C}"/>
              </a:ext>
            </a:extLst>
          </p:cNvPr>
          <p:cNvSpPr>
            <a:spLocks noGrp="1" noChangeArrowheads="1"/>
          </p:cNvSpPr>
          <p:nvPr>
            <p:ph type="title"/>
          </p:nvPr>
        </p:nvSpPr>
        <p:spPr/>
        <p:txBody>
          <a:bodyPr/>
          <a:lstStyle/>
          <a:p>
            <a:r>
              <a:rPr lang="en-US" altLang="en-US"/>
              <a:t>Sales: Snowflake Schema</a:t>
            </a:r>
          </a:p>
        </p:txBody>
      </p:sp>
      <p:sp>
        <p:nvSpPr>
          <p:cNvPr id="19461" name="Rectangle 3">
            <a:extLst>
              <a:ext uri="{FF2B5EF4-FFF2-40B4-BE49-F238E27FC236}">
                <a16:creationId xmlns:a16="http://schemas.microsoft.com/office/drawing/2014/main" id="{12E33990-8E23-B006-3EFD-415737634962}"/>
              </a:ext>
            </a:extLst>
          </p:cNvPr>
          <p:cNvSpPr>
            <a:spLocks noGrp="1" noChangeArrowheads="1"/>
          </p:cNvSpPr>
          <p:nvPr>
            <p:ph type="body" idx="1"/>
          </p:nvPr>
        </p:nvSpPr>
        <p:spPr>
          <a:xfrm>
            <a:off x="381000" y="914400"/>
            <a:ext cx="8763000" cy="5638800"/>
          </a:xfrm>
        </p:spPr>
        <p:txBody>
          <a:bodyPr/>
          <a:lstStyle/>
          <a:p>
            <a:pPr>
              <a:buFont typeface="Symbol" panose="05050102010706020507" pitchFamily="18" charset="2"/>
              <a:buNone/>
            </a:pPr>
            <a:endParaRPr lang="en-US" altLang="en-US"/>
          </a:p>
        </p:txBody>
      </p:sp>
      <p:sp>
        <p:nvSpPr>
          <p:cNvPr id="19462" name="Rectangle 4">
            <a:extLst>
              <a:ext uri="{FF2B5EF4-FFF2-40B4-BE49-F238E27FC236}">
                <a16:creationId xmlns:a16="http://schemas.microsoft.com/office/drawing/2014/main" id="{A3AA4A87-855A-9E19-CF71-4CE019A375C0}"/>
              </a:ext>
            </a:extLst>
          </p:cNvPr>
          <p:cNvSpPr>
            <a:spLocks noChangeArrowheads="1"/>
          </p:cNvSpPr>
          <p:nvPr/>
        </p:nvSpPr>
        <p:spPr bwMode="auto">
          <a:xfrm>
            <a:off x="6019800" y="4343400"/>
            <a:ext cx="1981200" cy="1295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Salesrep key</a:t>
            </a:r>
          </a:p>
          <a:p>
            <a:pPr algn="ctr"/>
            <a:r>
              <a:rPr lang="en-US" altLang="en-US" sz="2000"/>
              <a:t>Salesperson name</a:t>
            </a:r>
          </a:p>
          <a:p>
            <a:pPr algn="ctr"/>
            <a:r>
              <a:rPr lang="en-US" altLang="en-US" sz="2000"/>
              <a:t>Territory key</a:t>
            </a:r>
          </a:p>
        </p:txBody>
      </p:sp>
      <p:sp>
        <p:nvSpPr>
          <p:cNvPr id="19463" name="Rectangle 5">
            <a:extLst>
              <a:ext uri="{FF2B5EF4-FFF2-40B4-BE49-F238E27FC236}">
                <a16:creationId xmlns:a16="http://schemas.microsoft.com/office/drawing/2014/main" id="{3972625F-61ED-3D8C-EAEF-B4A489F8057D}"/>
              </a:ext>
            </a:extLst>
          </p:cNvPr>
          <p:cNvSpPr>
            <a:spLocks noChangeArrowheads="1"/>
          </p:cNvSpPr>
          <p:nvPr/>
        </p:nvSpPr>
        <p:spPr bwMode="auto">
          <a:xfrm>
            <a:off x="3657600" y="3886200"/>
            <a:ext cx="1524000" cy="1676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Product key</a:t>
            </a:r>
          </a:p>
          <a:p>
            <a:pPr algn="ctr"/>
            <a:r>
              <a:rPr lang="en-US" altLang="en-US" sz="2000"/>
              <a:t>Time key</a:t>
            </a:r>
          </a:p>
          <a:p>
            <a:pPr algn="ctr"/>
            <a:r>
              <a:rPr lang="en-US" altLang="en-US" sz="2000"/>
              <a:t>Customer key</a:t>
            </a:r>
          </a:p>
          <a:p>
            <a:pPr algn="ctr"/>
            <a:r>
              <a:rPr lang="en-US" altLang="en-US" sz="2000"/>
              <a:t>….</a:t>
            </a:r>
          </a:p>
        </p:txBody>
      </p:sp>
      <p:sp>
        <p:nvSpPr>
          <p:cNvPr id="19464" name="Rectangle 6">
            <a:extLst>
              <a:ext uri="{FF2B5EF4-FFF2-40B4-BE49-F238E27FC236}">
                <a16:creationId xmlns:a16="http://schemas.microsoft.com/office/drawing/2014/main" id="{E933AB64-EF79-36A1-D8E2-BF1544CE682C}"/>
              </a:ext>
            </a:extLst>
          </p:cNvPr>
          <p:cNvSpPr>
            <a:spLocks noChangeArrowheads="1"/>
          </p:cNvSpPr>
          <p:nvPr/>
        </p:nvSpPr>
        <p:spPr bwMode="auto">
          <a:xfrm>
            <a:off x="1828800" y="3048000"/>
            <a:ext cx="14478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Product key</a:t>
            </a:r>
          </a:p>
          <a:p>
            <a:pPr algn="ctr"/>
            <a:r>
              <a:rPr lang="en-US" altLang="en-US" sz="2000"/>
              <a:t>Product name</a:t>
            </a:r>
          </a:p>
          <a:p>
            <a:pPr algn="ctr"/>
            <a:r>
              <a:rPr lang="en-US" altLang="en-US" sz="2000"/>
              <a:t>Product code</a:t>
            </a:r>
          </a:p>
          <a:p>
            <a:pPr algn="ctr"/>
            <a:r>
              <a:rPr lang="en-US" altLang="en-US" sz="2000"/>
              <a:t>Brand key</a:t>
            </a:r>
          </a:p>
        </p:txBody>
      </p:sp>
      <p:sp>
        <p:nvSpPr>
          <p:cNvPr id="19465" name="Rectangle 7">
            <a:extLst>
              <a:ext uri="{FF2B5EF4-FFF2-40B4-BE49-F238E27FC236}">
                <a16:creationId xmlns:a16="http://schemas.microsoft.com/office/drawing/2014/main" id="{7A8730BB-9019-F43A-696C-BC3729598772}"/>
              </a:ext>
            </a:extLst>
          </p:cNvPr>
          <p:cNvSpPr>
            <a:spLocks noChangeArrowheads="1"/>
          </p:cNvSpPr>
          <p:nvPr/>
        </p:nvSpPr>
        <p:spPr bwMode="auto">
          <a:xfrm>
            <a:off x="838200" y="1828800"/>
            <a:ext cx="14478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Brand key</a:t>
            </a:r>
          </a:p>
          <a:p>
            <a:pPr algn="ctr"/>
            <a:r>
              <a:rPr lang="en-US" altLang="en-US" sz="2000"/>
              <a:t>Brand name</a:t>
            </a:r>
          </a:p>
          <a:p>
            <a:pPr algn="ctr"/>
            <a:r>
              <a:rPr lang="en-US" altLang="en-US" sz="2000"/>
              <a:t>Category key</a:t>
            </a:r>
          </a:p>
        </p:txBody>
      </p:sp>
      <p:sp>
        <p:nvSpPr>
          <p:cNvPr id="19466" name="Rectangle 8">
            <a:extLst>
              <a:ext uri="{FF2B5EF4-FFF2-40B4-BE49-F238E27FC236}">
                <a16:creationId xmlns:a16="http://schemas.microsoft.com/office/drawing/2014/main" id="{9C457910-261C-F1C7-0695-D1660DC32808}"/>
              </a:ext>
            </a:extLst>
          </p:cNvPr>
          <p:cNvSpPr>
            <a:spLocks noChangeArrowheads="1"/>
          </p:cNvSpPr>
          <p:nvPr/>
        </p:nvSpPr>
        <p:spPr bwMode="auto">
          <a:xfrm>
            <a:off x="2895600" y="1143000"/>
            <a:ext cx="18288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Category key</a:t>
            </a:r>
          </a:p>
          <a:p>
            <a:pPr algn="ctr"/>
            <a:r>
              <a:rPr lang="en-US" altLang="en-US" sz="2000"/>
              <a:t>Product category</a:t>
            </a:r>
          </a:p>
        </p:txBody>
      </p:sp>
      <p:sp>
        <p:nvSpPr>
          <p:cNvPr id="19467" name="Rectangle 9">
            <a:extLst>
              <a:ext uri="{FF2B5EF4-FFF2-40B4-BE49-F238E27FC236}">
                <a16:creationId xmlns:a16="http://schemas.microsoft.com/office/drawing/2014/main" id="{7B2E79A2-8894-469C-69B5-2CCD8CC4DE4C}"/>
              </a:ext>
            </a:extLst>
          </p:cNvPr>
          <p:cNvSpPr>
            <a:spLocks noChangeArrowheads="1"/>
          </p:cNvSpPr>
          <p:nvPr/>
        </p:nvSpPr>
        <p:spPr bwMode="auto">
          <a:xfrm>
            <a:off x="7086600" y="3048000"/>
            <a:ext cx="1600200" cy="990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Territory key</a:t>
            </a:r>
          </a:p>
          <a:p>
            <a:pPr algn="ctr"/>
            <a:r>
              <a:rPr lang="en-US" altLang="en-US" sz="2000"/>
              <a:t>Territory name</a:t>
            </a:r>
          </a:p>
          <a:p>
            <a:pPr algn="ctr"/>
            <a:r>
              <a:rPr lang="en-US" altLang="en-US" sz="2000"/>
              <a:t>Region key</a:t>
            </a:r>
          </a:p>
        </p:txBody>
      </p:sp>
      <p:sp>
        <p:nvSpPr>
          <p:cNvPr id="19468" name="Rectangle 10">
            <a:extLst>
              <a:ext uri="{FF2B5EF4-FFF2-40B4-BE49-F238E27FC236}">
                <a16:creationId xmlns:a16="http://schemas.microsoft.com/office/drawing/2014/main" id="{F2BAD245-EE31-635D-C2C3-0CF824035841}"/>
              </a:ext>
            </a:extLst>
          </p:cNvPr>
          <p:cNvSpPr>
            <a:spLocks noChangeArrowheads="1"/>
          </p:cNvSpPr>
          <p:nvPr/>
        </p:nvSpPr>
        <p:spPr bwMode="auto">
          <a:xfrm>
            <a:off x="7086600" y="1828800"/>
            <a:ext cx="14478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Region key</a:t>
            </a:r>
          </a:p>
          <a:p>
            <a:pPr algn="ctr"/>
            <a:r>
              <a:rPr lang="en-US" altLang="en-US" sz="2000"/>
              <a:t>Region name</a:t>
            </a:r>
          </a:p>
        </p:txBody>
      </p:sp>
      <p:sp>
        <p:nvSpPr>
          <p:cNvPr id="19469" name="Line 11">
            <a:extLst>
              <a:ext uri="{FF2B5EF4-FFF2-40B4-BE49-F238E27FC236}">
                <a16:creationId xmlns:a16="http://schemas.microsoft.com/office/drawing/2014/main" id="{94EBDF94-B917-29D2-0326-63177287D647}"/>
              </a:ext>
            </a:extLst>
          </p:cNvPr>
          <p:cNvSpPr>
            <a:spLocks noChangeShapeType="1"/>
          </p:cNvSpPr>
          <p:nvPr/>
        </p:nvSpPr>
        <p:spPr bwMode="auto">
          <a:xfrm>
            <a:off x="3276600" y="4191000"/>
            <a:ext cx="381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0" name="Line 12">
            <a:extLst>
              <a:ext uri="{FF2B5EF4-FFF2-40B4-BE49-F238E27FC236}">
                <a16:creationId xmlns:a16="http://schemas.microsoft.com/office/drawing/2014/main" id="{78F5A09C-2F87-6476-3421-A548DABD7F62}"/>
              </a:ext>
            </a:extLst>
          </p:cNvPr>
          <p:cNvSpPr>
            <a:spLocks noChangeShapeType="1"/>
          </p:cNvSpPr>
          <p:nvPr/>
        </p:nvSpPr>
        <p:spPr bwMode="auto">
          <a:xfrm>
            <a:off x="1828800" y="2895600"/>
            <a:ext cx="3048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1" name="Line 13">
            <a:extLst>
              <a:ext uri="{FF2B5EF4-FFF2-40B4-BE49-F238E27FC236}">
                <a16:creationId xmlns:a16="http://schemas.microsoft.com/office/drawing/2014/main" id="{030566FB-7514-97C5-706A-93642DF064CA}"/>
              </a:ext>
            </a:extLst>
          </p:cNvPr>
          <p:cNvSpPr>
            <a:spLocks noChangeShapeType="1"/>
          </p:cNvSpPr>
          <p:nvPr/>
        </p:nvSpPr>
        <p:spPr bwMode="auto">
          <a:xfrm flipV="1">
            <a:off x="2286000" y="16002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2" name="Line 14">
            <a:extLst>
              <a:ext uri="{FF2B5EF4-FFF2-40B4-BE49-F238E27FC236}">
                <a16:creationId xmlns:a16="http://schemas.microsoft.com/office/drawing/2014/main" id="{2A98FA4C-93C6-A3D2-36F4-DD07F51254D0}"/>
              </a:ext>
            </a:extLst>
          </p:cNvPr>
          <p:cNvSpPr>
            <a:spLocks noChangeShapeType="1"/>
          </p:cNvSpPr>
          <p:nvPr/>
        </p:nvSpPr>
        <p:spPr bwMode="auto">
          <a:xfrm>
            <a:off x="5181600" y="4800600"/>
            <a:ext cx="914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3" name="Line 15">
            <a:extLst>
              <a:ext uri="{FF2B5EF4-FFF2-40B4-BE49-F238E27FC236}">
                <a16:creationId xmlns:a16="http://schemas.microsoft.com/office/drawing/2014/main" id="{43487397-D5A7-467C-1737-76CE594FE2F0}"/>
              </a:ext>
            </a:extLst>
          </p:cNvPr>
          <p:cNvSpPr>
            <a:spLocks noChangeShapeType="1"/>
          </p:cNvSpPr>
          <p:nvPr/>
        </p:nvSpPr>
        <p:spPr bwMode="auto">
          <a:xfrm flipV="1">
            <a:off x="7391400" y="4038600"/>
            <a:ext cx="3048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4" name="Line 16">
            <a:extLst>
              <a:ext uri="{FF2B5EF4-FFF2-40B4-BE49-F238E27FC236}">
                <a16:creationId xmlns:a16="http://schemas.microsoft.com/office/drawing/2014/main" id="{C2804FAE-3FE7-76F0-564A-7F0E7AA72202}"/>
              </a:ext>
            </a:extLst>
          </p:cNvPr>
          <p:cNvSpPr>
            <a:spLocks noChangeShapeType="1"/>
          </p:cNvSpPr>
          <p:nvPr/>
        </p:nvSpPr>
        <p:spPr bwMode="auto">
          <a:xfrm flipH="1" flipV="1">
            <a:off x="8153400" y="2743200"/>
            <a:ext cx="76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75" name="Text Box 17">
            <a:extLst>
              <a:ext uri="{FF2B5EF4-FFF2-40B4-BE49-F238E27FC236}">
                <a16:creationId xmlns:a16="http://schemas.microsoft.com/office/drawing/2014/main" id="{67855B0F-0D4E-71EC-FE74-8B57801C6E8A}"/>
              </a:ext>
            </a:extLst>
          </p:cNvPr>
          <p:cNvSpPr txBox="1">
            <a:spLocks noChangeArrowheads="1"/>
          </p:cNvSpPr>
          <p:nvPr/>
        </p:nvSpPr>
        <p:spPr bwMode="auto">
          <a:xfrm>
            <a:off x="3657600" y="3241675"/>
            <a:ext cx="1358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Sales fact</a:t>
            </a:r>
          </a:p>
        </p:txBody>
      </p:sp>
      <p:sp>
        <p:nvSpPr>
          <p:cNvPr id="19476" name="Text Box 18">
            <a:extLst>
              <a:ext uri="{FF2B5EF4-FFF2-40B4-BE49-F238E27FC236}">
                <a16:creationId xmlns:a16="http://schemas.microsoft.com/office/drawing/2014/main" id="{62416123-DC75-3910-3DAE-7DE510A54450}"/>
              </a:ext>
            </a:extLst>
          </p:cNvPr>
          <p:cNvSpPr txBox="1">
            <a:spLocks noChangeArrowheads="1"/>
          </p:cNvSpPr>
          <p:nvPr/>
        </p:nvSpPr>
        <p:spPr bwMode="auto">
          <a:xfrm>
            <a:off x="2117725" y="4537075"/>
            <a:ext cx="1131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Product</a:t>
            </a:r>
          </a:p>
        </p:txBody>
      </p:sp>
      <p:sp>
        <p:nvSpPr>
          <p:cNvPr id="19477" name="Text Box 20">
            <a:extLst>
              <a:ext uri="{FF2B5EF4-FFF2-40B4-BE49-F238E27FC236}">
                <a16:creationId xmlns:a16="http://schemas.microsoft.com/office/drawing/2014/main" id="{F5EF648E-3D72-47BD-1544-1E0925A106E1}"/>
              </a:ext>
            </a:extLst>
          </p:cNvPr>
          <p:cNvSpPr txBox="1">
            <a:spLocks noChangeArrowheads="1"/>
          </p:cNvSpPr>
          <p:nvPr/>
        </p:nvSpPr>
        <p:spPr bwMode="auto">
          <a:xfrm>
            <a:off x="6156325" y="5756275"/>
            <a:ext cx="1216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Salesrep</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a:extLst>
              <a:ext uri="{FF2B5EF4-FFF2-40B4-BE49-F238E27FC236}">
                <a16:creationId xmlns:a16="http://schemas.microsoft.com/office/drawing/2014/main" id="{4E7D3A7A-0499-06AA-0803-90959EB5B823}"/>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20483" name="Slide Number Placeholder 5">
            <a:extLst>
              <a:ext uri="{FF2B5EF4-FFF2-40B4-BE49-F238E27FC236}">
                <a16:creationId xmlns:a16="http://schemas.microsoft.com/office/drawing/2014/main" id="{84AC8A8C-73E7-411C-93AF-C93A8D8EBA80}"/>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9963949-1862-4F7A-9D19-8D366C92D496}" type="slidenum">
              <a:rPr lang="en-US" altLang="en-GB" sz="1400"/>
              <a:pPr/>
              <a:t>42</a:t>
            </a:fld>
            <a:endParaRPr lang="en-US" altLang="en-GB" sz="1400"/>
          </a:p>
        </p:txBody>
      </p:sp>
      <p:sp>
        <p:nvSpPr>
          <p:cNvPr id="20484" name="Rectangle 2">
            <a:extLst>
              <a:ext uri="{FF2B5EF4-FFF2-40B4-BE49-F238E27FC236}">
                <a16:creationId xmlns:a16="http://schemas.microsoft.com/office/drawing/2014/main" id="{124AF9A0-9662-4CBE-AC1D-54A3D27713D0}"/>
              </a:ext>
            </a:extLst>
          </p:cNvPr>
          <p:cNvSpPr>
            <a:spLocks noGrp="1" noChangeArrowheads="1"/>
          </p:cNvSpPr>
          <p:nvPr>
            <p:ph type="title"/>
          </p:nvPr>
        </p:nvSpPr>
        <p:spPr/>
        <p:txBody>
          <a:bodyPr/>
          <a:lstStyle/>
          <a:p>
            <a:r>
              <a:rPr lang="en-US" altLang="en-US"/>
              <a:t>Snowflaking</a:t>
            </a:r>
          </a:p>
        </p:txBody>
      </p:sp>
      <p:sp>
        <p:nvSpPr>
          <p:cNvPr id="20485" name="Rectangle 3">
            <a:extLst>
              <a:ext uri="{FF2B5EF4-FFF2-40B4-BE49-F238E27FC236}">
                <a16:creationId xmlns:a16="http://schemas.microsoft.com/office/drawing/2014/main" id="{FD19D8EC-5447-FCAD-7739-ADF570E94404}"/>
              </a:ext>
            </a:extLst>
          </p:cNvPr>
          <p:cNvSpPr>
            <a:spLocks noGrp="1" noChangeArrowheads="1"/>
          </p:cNvSpPr>
          <p:nvPr>
            <p:ph type="body" idx="1"/>
          </p:nvPr>
        </p:nvSpPr>
        <p:spPr/>
        <p:txBody>
          <a:bodyPr/>
          <a:lstStyle/>
          <a:p>
            <a:r>
              <a:rPr lang="en-US" altLang="en-US"/>
              <a:t>The attributes with low cardinality in each original dimension table are removed to form separate tables. These new tables are linked back to the original dimension table through artificial keys. </a:t>
            </a:r>
          </a:p>
        </p:txBody>
      </p:sp>
      <p:sp>
        <p:nvSpPr>
          <p:cNvPr id="20486" name="Rectangle 4">
            <a:extLst>
              <a:ext uri="{FF2B5EF4-FFF2-40B4-BE49-F238E27FC236}">
                <a16:creationId xmlns:a16="http://schemas.microsoft.com/office/drawing/2014/main" id="{8077D324-B105-F62E-F3F0-A57D3DCD1FF1}"/>
              </a:ext>
            </a:extLst>
          </p:cNvPr>
          <p:cNvSpPr>
            <a:spLocks noChangeArrowheads="1"/>
          </p:cNvSpPr>
          <p:nvPr/>
        </p:nvSpPr>
        <p:spPr bwMode="auto">
          <a:xfrm>
            <a:off x="2133600" y="4343400"/>
            <a:ext cx="1600200" cy="1752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Product key</a:t>
            </a:r>
          </a:p>
          <a:p>
            <a:pPr algn="ctr"/>
            <a:r>
              <a:rPr lang="en-US" altLang="en-US" sz="2000"/>
              <a:t>Product name</a:t>
            </a:r>
          </a:p>
          <a:p>
            <a:pPr algn="ctr"/>
            <a:r>
              <a:rPr lang="en-US" altLang="en-US" sz="2000"/>
              <a:t>Product code</a:t>
            </a:r>
          </a:p>
          <a:p>
            <a:pPr algn="ctr"/>
            <a:r>
              <a:rPr lang="en-US" altLang="en-US" sz="2000"/>
              <a:t>Brand key</a:t>
            </a:r>
          </a:p>
        </p:txBody>
      </p:sp>
      <p:sp>
        <p:nvSpPr>
          <p:cNvPr id="20487" name="Rectangle 5">
            <a:extLst>
              <a:ext uri="{FF2B5EF4-FFF2-40B4-BE49-F238E27FC236}">
                <a16:creationId xmlns:a16="http://schemas.microsoft.com/office/drawing/2014/main" id="{0F301F3E-646C-9900-4318-013EFF7C0C27}"/>
              </a:ext>
            </a:extLst>
          </p:cNvPr>
          <p:cNvSpPr>
            <a:spLocks noChangeArrowheads="1"/>
          </p:cNvSpPr>
          <p:nvPr/>
        </p:nvSpPr>
        <p:spPr bwMode="auto">
          <a:xfrm>
            <a:off x="4419600" y="4419600"/>
            <a:ext cx="1524000" cy="1447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Brand key</a:t>
            </a:r>
          </a:p>
          <a:p>
            <a:pPr algn="ctr"/>
            <a:r>
              <a:rPr lang="en-US" altLang="en-US" sz="2000"/>
              <a:t>Brand name</a:t>
            </a:r>
          </a:p>
          <a:p>
            <a:pPr algn="ctr"/>
            <a:r>
              <a:rPr lang="en-US" altLang="en-US" sz="2000"/>
              <a:t>Category key</a:t>
            </a:r>
          </a:p>
        </p:txBody>
      </p:sp>
      <p:sp>
        <p:nvSpPr>
          <p:cNvPr id="20488" name="Rectangle 6">
            <a:extLst>
              <a:ext uri="{FF2B5EF4-FFF2-40B4-BE49-F238E27FC236}">
                <a16:creationId xmlns:a16="http://schemas.microsoft.com/office/drawing/2014/main" id="{E2B1A6F6-3EDA-BFB6-4750-06FF3066804E}"/>
              </a:ext>
            </a:extLst>
          </p:cNvPr>
          <p:cNvSpPr>
            <a:spLocks noChangeArrowheads="1"/>
          </p:cNvSpPr>
          <p:nvPr/>
        </p:nvSpPr>
        <p:spPr bwMode="auto">
          <a:xfrm>
            <a:off x="6553200" y="4572000"/>
            <a:ext cx="1752600" cy="1066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Category key</a:t>
            </a:r>
          </a:p>
          <a:p>
            <a:pPr algn="ctr"/>
            <a:r>
              <a:rPr lang="en-US" altLang="en-US" sz="2000"/>
              <a:t>Product category</a:t>
            </a:r>
          </a:p>
        </p:txBody>
      </p:sp>
      <p:sp>
        <p:nvSpPr>
          <p:cNvPr id="20489" name="Line 7">
            <a:extLst>
              <a:ext uri="{FF2B5EF4-FFF2-40B4-BE49-F238E27FC236}">
                <a16:creationId xmlns:a16="http://schemas.microsoft.com/office/drawing/2014/main" id="{82C2AADF-4FB7-0E77-730A-8BBBA1E54006}"/>
              </a:ext>
            </a:extLst>
          </p:cNvPr>
          <p:cNvSpPr>
            <a:spLocks noChangeShapeType="1"/>
          </p:cNvSpPr>
          <p:nvPr/>
        </p:nvSpPr>
        <p:spPr bwMode="auto">
          <a:xfrm flipV="1">
            <a:off x="3733800" y="4953000"/>
            <a:ext cx="6858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0" name="Line 8">
            <a:extLst>
              <a:ext uri="{FF2B5EF4-FFF2-40B4-BE49-F238E27FC236}">
                <a16:creationId xmlns:a16="http://schemas.microsoft.com/office/drawing/2014/main" id="{9015FDD4-84B1-7711-19F9-3680C249CDB5}"/>
              </a:ext>
            </a:extLst>
          </p:cNvPr>
          <p:cNvSpPr>
            <a:spLocks noChangeShapeType="1"/>
          </p:cNvSpPr>
          <p:nvPr/>
        </p:nvSpPr>
        <p:spPr bwMode="auto">
          <a:xfrm flipV="1">
            <a:off x="5943600" y="50292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4B1968AF-FBB3-46A4-9FBF-D6BDBC9CE813}"/>
              </a:ext>
            </a:extLst>
          </p:cNvPr>
          <p:cNvSpPr>
            <a:spLocks noGrp="1"/>
          </p:cNvSpPr>
          <p:nvPr>
            <p:ph type="title"/>
          </p:nvPr>
        </p:nvSpPr>
        <p:spPr/>
        <p:txBody>
          <a:bodyPr/>
          <a:lstStyle/>
          <a:p>
            <a:r>
              <a:rPr lang="en-US" altLang="en-US" dirty="0">
                <a:ea typeface="ＭＳ Ｐゴシック" panose="020B0600070205080204" pitchFamily="34" charset="-128"/>
              </a:rPr>
              <a:t>Advantages and disadvantages of  Snowflake Schema</a:t>
            </a:r>
          </a:p>
        </p:txBody>
      </p:sp>
      <p:sp>
        <p:nvSpPr>
          <p:cNvPr id="83972" name="Slide Number Placeholder 3">
            <a:extLst>
              <a:ext uri="{FF2B5EF4-FFF2-40B4-BE49-F238E27FC236}">
                <a16:creationId xmlns:a16="http://schemas.microsoft.com/office/drawing/2014/main" id="{BA544CCC-0F47-4C13-B6AA-45CA2C28FD1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D58E6A9-62D6-4A92-9459-D117BB5DB663}" type="slidenum">
              <a:rPr lang="sv-SE" altLang="en-US">
                <a:latin typeface="Garamond" panose="02020404030301010803" pitchFamily="18" charset="0"/>
              </a:rPr>
              <a:pPr eaLnBrk="1" hangingPunct="1"/>
              <a:t>43</a:t>
            </a:fld>
            <a:endParaRPr lang="sv-SE" altLang="en-US">
              <a:latin typeface="Garamond" panose="02020404030301010803" pitchFamily="18" charset="0"/>
            </a:endParaRPr>
          </a:p>
        </p:txBody>
      </p:sp>
      <p:pic>
        <p:nvPicPr>
          <p:cNvPr id="12290" name="Picture 2"/>
          <p:cNvPicPr>
            <a:picLocks noGrp="1" noChangeAspect="1" noChangeArrowheads="1"/>
          </p:cNvPicPr>
          <p:nvPr>
            <p:ph idx="1"/>
          </p:nvPr>
        </p:nvPicPr>
        <p:blipFill>
          <a:blip r:embed="rId3"/>
          <a:srcRect/>
          <a:stretch>
            <a:fillRect/>
          </a:stretch>
        </p:blipFill>
        <p:spPr bwMode="auto">
          <a:xfrm>
            <a:off x="228600" y="1752600"/>
            <a:ext cx="8866554" cy="4191000"/>
          </a:xfrm>
          <a:prstGeom prst="rect">
            <a:avLst/>
          </a:prstGeom>
          <a:noFill/>
          <a:ln w="9525">
            <a:noFill/>
            <a:miter lim="800000"/>
            <a:headEnd/>
            <a:tailEnd/>
          </a:ln>
          <a:effectLst/>
        </p:spPr>
      </p:pic>
    </p:spTree>
    <p:extLst>
      <p:ext uri="{BB962C8B-B14F-4D97-AF65-F5344CB8AC3E}">
        <p14:creationId xmlns:p14="http://schemas.microsoft.com/office/powerpoint/2010/main" val="1998207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A7036F9D-A283-CD86-934F-76CF32F1EDEF}"/>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23555" name="Slide Number Placeholder 4">
            <a:extLst>
              <a:ext uri="{FF2B5EF4-FFF2-40B4-BE49-F238E27FC236}">
                <a16:creationId xmlns:a16="http://schemas.microsoft.com/office/drawing/2014/main" id="{B0D89EF7-EF2E-ECA7-6880-46C3C2354C23}"/>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2BC8609-2C7B-4865-818C-96C2EFAF63D0}" type="slidenum">
              <a:rPr lang="en-US" altLang="en-GB" sz="1400"/>
              <a:pPr/>
              <a:t>44</a:t>
            </a:fld>
            <a:endParaRPr lang="en-US" altLang="en-GB" sz="1400"/>
          </a:p>
        </p:txBody>
      </p:sp>
      <p:sp>
        <p:nvSpPr>
          <p:cNvPr id="23556" name="Rectangle 2">
            <a:extLst>
              <a:ext uri="{FF2B5EF4-FFF2-40B4-BE49-F238E27FC236}">
                <a16:creationId xmlns:a16="http://schemas.microsoft.com/office/drawing/2014/main" id="{3E8BD601-B21B-6D29-2D75-0826BD080706}"/>
              </a:ext>
            </a:extLst>
          </p:cNvPr>
          <p:cNvSpPr>
            <a:spLocks noGrp="1" noChangeArrowheads="1"/>
          </p:cNvSpPr>
          <p:nvPr>
            <p:ph type="title"/>
          </p:nvPr>
        </p:nvSpPr>
        <p:spPr>
          <a:noFill/>
        </p:spPr>
        <p:txBody>
          <a:bodyPr lIns="92075" tIns="46038" rIns="92075" bIns="46038" anchor="b"/>
          <a:lstStyle/>
          <a:p>
            <a:r>
              <a:rPr lang="en-US" altLang="en-GB"/>
              <a:t>Aggregates</a:t>
            </a:r>
          </a:p>
        </p:txBody>
      </p:sp>
      <p:graphicFrame>
        <p:nvGraphicFramePr>
          <p:cNvPr id="23557" name="Object 3">
            <a:extLst>
              <a:ext uri="{FF2B5EF4-FFF2-40B4-BE49-F238E27FC236}">
                <a16:creationId xmlns:a16="http://schemas.microsoft.com/office/drawing/2014/main" id="{1F415E93-4158-E571-DD86-6B2F28DEB904}"/>
              </a:ext>
            </a:extLst>
          </p:cNvPr>
          <p:cNvGraphicFramePr>
            <a:graphicFrameLocks/>
          </p:cNvGraphicFramePr>
          <p:nvPr/>
        </p:nvGraphicFramePr>
        <p:xfrm>
          <a:off x="830263" y="3390900"/>
          <a:ext cx="4570412" cy="1577975"/>
        </p:xfrm>
        <a:graphic>
          <a:graphicData uri="http://schemas.openxmlformats.org/presentationml/2006/ole">
            <mc:AlternateContent xmlns:mc="http://schemas.openxmlformats.org/markup-compatibility/2006">
              <mc:Choice xmlns:v="urn:schemas-microsoft-com:vml" Requires="v">
                <p:oleObj name="Worksheet" r:id="rId3" imgW="4356100" imgH="1638300" progId="Excel.Sheet.8">
                  <p:embed/>
                </p:oleObj>
              </mc:Choice>
              <mc:Fallback>
                <p:oleObj name="Worksheet" r:id="rId3" imgW="4356100" imgH="1638300" progId="Excel.Sheet.8">
                  <p:embed/>
                  <p:pic>
                    <p:nvPicPr>
                      <p:cNvPr id="23557" name="Object 3">
                        <a:extLst>
                          <a:ext uri="{FF2B5EF4-FFF2-40B4-BE49-F238E27FC236}">
                            <a16:creationId xmlns:a16="http://schemas.microsoft.com/office/drawing/2014/main" id="{1F415E93-4158-E571-DD86-6B2F28DEB90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63" y="3390900"/>
                        <a:ext cx="4570412"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558" name="Rectangle 4">
            <a:extLst>
              <a:ext uri="{FF2B5EF4-FFF2-40B4-BE49-F238E27FC236}">
                <a16:creationId xmlns:a16="http://schemas.microsoft.com/office/drawing/2014/main" id="{C56A7516-F589-050A-BDE9-3CBE0B535089}"/>
              </a:ext>
            </a:extLst>
          </p:cNvPr>
          <p:cNvSpPr>
            <a:spLocks noChangeArrowheads="1"/>
          </p:cNvSpPr>
          <p:nvPr/>
        </p:nvSpPr>
        <p:spPr bwMode="auto">
          <a:xfrm>
            <a:off x="595313" y="1538288"/>
            <a:ext cx="69405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 typeface="Symbol" panose="05050102010706020507" pitchFamily="18" charset="2"/>
              <a:buChar char="·"/>
            </a:pPr>
            <a:r>
              <a:rPr lang="en-US" altLang="en-GB" sz="2800">
                <a:solidFill>
                  <a:schemeClr val="tx2"/>
                </a:solidFill>
                <a:latin typeface="Arial" panose="020B0604020202020204" pitchFamily="34" charset="0"/>
              </a:rPr>
              <a:t> Add up amounts for day 1</a:t>
            </a:r>
          </a:p>
          <a:p>
            <a:pPr>
              <a:buFont typeface="Symbol" panose="05050102010706020507" pitchFamily="18" charset="2"/>
              <a:buChar char="·"/>
            </a:pPr>
            <a:r>
              <a:rPr lang="en-US" altLang="en-GB" sz="2800">
                <a:solidFill>
                  <a:schemeClr val="tx2"/>
                </a:solidFill>
                <a:latin typeface="Arial" panose="020B0604020202020204" pitchFamily="34" charset="0"/>
              </a:rPr>
              <a:t> In SQL:  </a:t>
            </a:r>
            <a:r>
              <a:rPr lang="en-US" altLang="en-GB" sz="2800">
                <a:latin typeface="Arial" panose="020B0604020202020204" pitchFamily="34" charset="0"/>
              </a:rPr>
              <a:t>SELECT sum(amt) FROM SALE</a:t>
            </a:r>
          </a:p>
          <a:p>
            <a:pPr>
              <a:buFont typeface="Symbol" panose="05050102010706020507" pitchFamily="18" charset="2"/>
              <a:buNone/>
            </a:pPr>
            <a:r>
              <a:rPr lang="en-US" altLang="en-GB" sz="2800">
                <a:latin typeface="Arial" panose="020B0604020202020204" pitchFamily="34" charset="0"/>
              </a:rPr>
              <a:t>                    WHERE date = 1</a:t>
            </a:r>
          </a:p>
        </p:txBody>
      </p:sp>
      <p:sp>
        <p:nvSpPr>
          <p:cNvPr id="23559" name="AutoShape 5">
            <a:extLst>
              <a:ext uri="{FF2B5EF4-FFF2-40B4-BE49-F238E27FC236}">
                <a16:creationId xmlns:a16="http://schemas.microsoft.com/office/drawing/2014/main" id="{7E1032DD-4063-D9DA-66D7-866E17DE41D5}"/>
              </a:ext>
            </a:extLst>
          </p:cNvPr>
          <p:cNvSpPr>
            <a:spLocks noChangeArrowheads="1"/>
          </p:cNvSpPr>
          <p:nvPr/>
        </p:nvSpPr>
        <p:spPr bwMode="auto">
          <a:xfrm>
            <a:off x="5873750" y="4044950"/>
            <a:ext cx="520700" cy="368300"/>
          </a:xfrm>
          <a:prstGeom prst="rightArrow">
            <a:avLst>
              <a:gd name="adj1" fmla="val 50000"/>
              <a:gd name="adj2" fmla="val 7069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3560" name="Rectangle 6">
            <a:extLst>
              <a:ext uri="{FF2B5EF4-FFF2-40B4-BE49-F238E27FC236}">
                <a16:creationId xmlns:a16="http://schemas.microsoft.com/office/drawing/2014/main" id="{0FCD2943-2FFD-1B6D-C128-AAFFC09A7DA2}"/>
              </a:ext>
            </a:extLst>
          </p:cNvPr>
          <p:cNvSpPr>
            <a:spLocks noChangeArrowheads="1"/>
          </p:cNvSpPr>
          <p:nvPr/>
        </p:nvSpPr>
        <p:spPr bwMode="auto">
          <a:xfrm>
            <a:off x="6994525" y="4022725"/>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a:solidFill>
                  <a:schemeClr val="tx2"/>
                </a:solidFill>
                <a:latin typeface="Arial" panose="020B0604020202020204" pitchFamily="34" charset="0"/>
              </a:rPr>
              <a:t>81</a:t>
            </a: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a:extLst>
              <a:ext uri="{FF2B5EF4-FFF2-40B4-BE49-F238E27FC236}">
                <a16:creationId xmlns:a16="http://schemas.microsoft.com/office/drawing/2014/main" id="{6B7EF32B-B899-FA17-EC54-82E6DE3A3660}"/>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24579" name="Slide Number Placeholder 4">
            <a:extLst>
              <a:ext uri="{FF2B5EF4-FFF2-40B4-BE49-F238E27FC236}">
                <a16:creationId xmlns:a16="http://schemas.microsoft.com/office/drawing/2014/main" id="{D4F59715-6D99-6A2C-8E18-5BB32DE90D8C}"/>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A138BD2-298A-4FD3-BFBE-25409BA8198C}" type="slidenum">
              <a:rPr lang="en-US" altLang="en-GB" sz="1400"/>
              <a:pPr/>
              <a:t>45</a:t>
            </a:fld>
            <a:endParaRPr lang="en-US" altLang="en-GB" sz="1400"/>
          </a:p>
        </p:txBody>
      </p:sp>
      <p:sp>
        <p:nvSpPr>
          <p:cNvPr id="24580" name="Rectangle 2">
            <a:extLst>
              <a:ext uri="{FF2B5EF4-FFF2-40B4-BE49-F238E27FC236}">
                <a16:creationId xmlns:a16="http://schemas.microsoft.com/office/drawing/2014/main" id="{A1326865-29A5-FE53-B5B3-61158356C1A1}"/>
              </a:ext>
            </a:extLst>
          </p:cNvPr>
          <p:cNvSpPr>
            <a:spLocks noGrp="1" noChangeArrowheads="1"/>
          </p:cNvSpPr>
          <p:nvPr>
            <p:ph type="title"/>
          </p:nvPr>
        </p:nvSpPr>
        <p:spPr>
          <a:noFill/>
        </p:spPr>
        <p:txBody>
          <a:bodyPr lIns="92075" tIns="46038" rIns="92075" bIns="46038" anchor="b"/>
          <a:lstStyle/>
          <a:p>
            <a:r>
              <a:rPr lang="en-US" altLang="en-GB"/>
              <a:t>Aggregates</a:t>
            </a:r>
          </a:p>
        </p:txBody>
      </p:sp>
      <p:sp>
        <p:nvSpPr>
          <p:cNvPr id="24581" name="Rectangle 4">
            <a:extLst>
              <a:ext uri="{FF2B5EF4-FFF2-40B4-BE49-F238E27FC236}">
                <a16:creationId xmlns:a16="http://schemas.microsoft.com/office/drawing/2014/main" id="{C82A92FF-0F8A-CD97-0CD1-D6474609E19E}"/>
              </a:ext>
            </a:extLst>
          </p:cNvPr>
          <p:cNvSpPr>
            <a:spLocks noChangeArrowheads="1"/>
          </p:cNvSpPr>
          <p:nvPr/>
        </p:nvSpPr>
        <p:spPr bwMode="auto">
          <a:xfrm>
            <a:off x="595313" y="1538288"/>
            <a:ext cx="7831137"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 typeface="Symbol" panose="05050102010706020507" pitchFamily="18" charset="2"/>
              <a:buChar char="·"/>
            </a:pPr>
            <a:r>
              <a:rPr lang="en-US" altLang="en-GB" sz="2800">
                <a:solidFill>
                  <a:schemeClr val="tx2"/>
                </a:solidFill>
                <a:latin typeface="Arial" panose="020B0604020202020204" pitchFamily="34" charset="0"/>
              </a:rPr>
              <a:t> Add up amounts by day</a:t>
            </a:r>
          </a:p>
          <a:p>
            <a:pPr>
              <a:buFont typeface="Symbol" panose="05050102010706020507" pitchFamily="18" charset="2"/>
              <a:buChar char="·"/>
            </a:pPr>
            <a:r>
              <a:rPr lang="en-US" altLang="en-GB" sz="2800">
                <a:solidFill>
                  <a:schemeClr val="tx2"/>
                </a:solidFill>
                <a:latin typeface="Arial" panose="020B0604020202020204" pitchFamily="34" charset="0"/>
              </a:rPr>
              <a:t> In SQL:  </a:t>
            </a:r>
            <a:r>
              <a:rPr lang="en-US" altLang="en-GB" sz="2800">
                <a:latin typeface="Arial" panose="020B0604020202020204" pitchFamily="34" charset="0"/>
              </a:rPr>
              <a:t>SELECT date, sum(amt) FROM SALE</a:t>
            </a:r>
          </a:p>
          <a:p>
            <a:pPr>
              <a:buFont typeface="Symbol" panose="05050102010706020507" pitchFamily="18" charset="2"/>
              <a:buNone/>
            </a:pPr>
            <a:r>
              <a:rPr lang="en-US" altLang="en-GB" sz="2800">
                <a:latin typeface="Arial" panose="020B0604020202020204" pitchFamily="34" charset="0"/>
              </a:rPr>
              <a:t>                    GROUP BY date</a:t>
            </a:r>
          </a:p>
        </p:txBody>
      </p:sp>
      <p:sp>
        <p:nvSpPr>
          <p:cNvPr id="24582" name="AutoShape 5">
            <a:extLst>
              <a:ext uri="{FF2B5EF4-FFF2-40B4-BE49-F238E27FC236}">
                <a16:creationId xmlns:a16="http://schemas.microsoft.com/office/drawing/2014/main" id="{0BC52902-32A6-629A-5C2C-06FB10568E1D}"/>
              </a:ext>
            </a:extLst>
          </p:cNvPr>
          <p:cNvSpPr>
            <a:spLocks noChangeArrowheads="1"/>
          </p:cNvSpPr>
          <p:nvPr/>
        </p:nvSpPr>
        <p:spPr bwMode="auto">
          <a:xfrm>
            <a:off x="4959350" y="4044950"/>
            <a:ext cx="520700" cy="368300"/>
          </a:xfrm>
          <a:prstGeom prst="rightArrow">
            <a:avLst>
              <a:gd name="adj1" fmla="val 50000"/>
              <a:gd name="adj2" fmla="val 7069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24583" name="Object 6">
            <a:extLst>
              <a:ext uri="{FF2B5EF4-FFF2-40B4-BE49-F238E27FC236}">
                <a16:creationId xmlns:a16="http://schemas.microsoft.com/office/drawing/2014/main" id="{08A7CCB8-7991-78D9-475A-FC69F33530C2}"/>
              </a:ext>
            </a:extLst>
          </p:cNvPr>
          <p:cNvGraphicFramePr>
            <a:graphicFrameLocks/>
          </p:cNvGraphicFramePr>
          <p:nvPr/>
        </p:nvGraphicFramePr>
        <p:xfrm>
          <a:off x="5921375" y="3759200"/>
          <a:ext cx="2265363" cy="823913"/>
        </p:xfrm>
        <a:graphic>
          <a:graphicData uri="http://schemas.openxmlformats.org/presentationml/2006/ole">
            <mc:AlternateContent xmlns:mc="http://schemas.openxmlformats.org/markup-compatibility/2006">
              <mc:Choice xmlns:v="urn:schemas-microsoft-com:vml" Requires="v">
                <p:oleObj name="Worksheet" r:id="rId3" imgW="2162175" imgH="790575" progId="Excel.Sheet.8">
                  <p:embed/>
                </p:oleObj>
              </mc:Choice>
              <mc:Fallback>
                <p:oleObj name="Worksheet" r:id="rId3" imgW="2162175" imgH="790575" progId="Excel.Sheet.8">
                  <p:embed/>
                  <p:pic>
                    <p:nvPicPr>
                      <p:cNvPr id="24583" name="Object 6">
                        <a:extLst>
                          <a:ext uri="{FF2B5EF4-FFF2-40B4-BE49-F238E27FC236}">
                            <a16:creationId xmlns:a16="http://schemas.microsoft.com/office/drawing/2014/main" id="{08A7CCB8-7991-78D9-475A-FC69F33530C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75" y="3759200"/>
                        <a:ext cx="2265363"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584" name="Object 8">
            <a:extLst>
              <a:ext uri="{FF2B5EF4-FFF2-40B4-BE49-F238E27FC236}">
                <a16:creationId xmlns:a16="http://schemas.microsoft.com/office/drawing/2014/main" id="{400F6966-077A-7392-2CE6-FD11C5A044D5}"/>
              </a:ext>
            </a:extLst>
          </p:cNvPr>
          <p:cNvGraphicFramePr>
            <a:graphicFrameLocks/>
          </p:cNvGraphicFramePr>
          <p:nvPr/>
        </p:nvGraphicFramePr>
        <p:xfrm>
          <a:off x="228600" y="3429000"/>
          <a:ext cx="4570413" cy="1577975"/>
        </p:xfrm>
        <a:graphic>
          <a:graphicData uri="http://schemas.openxmlformats.org/presentationml/2006/ole">
            <mc:AlternateContent xmlns:mc="http://schemas.openxmlformats.org/markup-compatibility/2006">
              <mc:Choice xmlns:v="urn:schemas-microsoft-com:vml" Requires="v">
                <p:oleObj name="Worksheet" r:id="rId5" imgW="4356100" imgH="1638300" progId="Excel.Sheet.8">
                  <p:embed/>
                </p:oleObj>
              </mc:Choice>
              <mc:Fallback>
                <p:oleObj name="Worksheet" r:id="rId5" imgW="4356100" imgH="1638300" progId="Excel.Sheet.8">
                  <p:embed/>
                  <p:pic>
                    <p:nvPicPr>
                      <p:cNvPr id="24584" name="Object 8">
                        <a:extLst>
                          <a:ext uri="{FF2B5EF4-FFF2-40B4-BE49-F238E27FC236}">
                            <a16:creationId xmlns:a16="http://schemas.microsoft.com/office/drawing/2014/main" id="{400F6966-077A-7392-2CE6-FD11C5A044D5}"/>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429000"/>
                        <a:ext cx="4570413"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3A0DEEFB-3E7C-935F-1E50-B175C4B0110F}"/>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25603" name="Slide Number Placeholder 4">
            <a:extLst>
              <a:ext uri="{FF2B5EF4-FFF2-40B4-BE49-F238E27FC236}">
                <a16:creationId xmlns:a16="http://schemas.microsoft.com/office/drawing/2014/main" id="{BDA36005-7BCB-DAB3-A2D2-8AA89FBD410C}"/>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B478DE8-299A-42E3-9BAA-681864FF4AA7}" type="slidenum">
              <a:rPr lang="en-US" altLang="en-GB" sz="1400"/>
              <a:pPr/>
              <a:t>46</a:t>
            </a:fld>
            <a:endParaRPr lang="en-US" altLang="en-GB" sz="1400"/>
          </a:p>
        </p:txBody>
      </p:sp>
      <p:sp>
        <p:nvSpPr>
          <p:cNvPr id="25604" name="Line 2">
            <a:extLst>
              <a:ext uri="{FF2B5EF4-FFF2-40B4-BE49-F238E27FC236}">
                <a16:creationId xmlns:a16="http://schemas.microsoft.com/office/drawing/2014/main" id="{790297D9-EAAA-B128-7F3F-EA9EE3C35725}"/>
              </a:ext>
            </a:extLst>
          </p:cNvPr>
          <p:cNvSpPr>
            <a:spLocks noChangeShapeType="1"/>
          </p:cNvSpPr>
          <p:nvPr/>
        </p:nvSpPr>
        <p:spPr bwMode="auto">
          <a:xfrm>
            <a:off x="3124200" y="5257800"/>
            <a:ext cx="2667000" cy="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5" name="Line 3">
            <a:extLst>
              <a:ext uri="{FF2B5EF4-FFF2-40B4-BE49-F238E27FC236}">
                <a16:creationId xmlns:a16="http://schemas.microsoft.com/office/drawing/2014/main" id="{73D8928F-57EB-8D26-6D73-6CC69EF6CD82}"/>
              </a:ext>
            </a:extLst>
          </p:cNvPr>
          <p:cNvSpPr>
            <a:spLocks noChangeShapeType="1"/>
          </p:cNvSpPr>
          <p:nvPr/>
        </p:nvSpPr>
        <p:spPr bwMode="auto">
          <a:xfrm>
            <a:off x="3124200" y="5867400"/>
            <a:ext cx="2667000" cy="0"/>
          </a:xfrm>
          <a:prstGeom prst="line">
            <a:avLst/>
          </a:prstGeom>
          <a:noFill/>
          <a:ln w="50800">
            <a:solidFill>
              <a:srgbClr val="FF3300"/>
            </a:solidFill>
            <a:round/>
            <a:headEnd type="stealth" w="med" len="lg"/>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6" name="Rectangle 4">
            <a:extLst>
              <a:ext uri="{FF2B5EF4-FFF2-40B4-BE49-F238E27FC236}">
                <a16:creationId xmlns:a16="http://schemas.microsoft.com/office/drawing/2014/main" id="{09519330-AC70-8CD5-5D2E-741E06D6B958}"/>
              </a:ext>
            </a:extLst>
          </p:cNvPr>
          <p:cNvSpPr>
            <a:spLocks noGrp="1" noChangeArrowheads="1"/>
          </p:cNvSpPr>
          <p:nvPr>
            <p:ph type="title"/>
          </p:nvPr>
        </p:nvSpPr>
        <p:spPr>
          <a:noFill/>
        </p:spPr>
        <p:txBody>
          <a:bodyPr lIns="92075" tIns="46038" rIns="92075" bIns="46038" anchor="b"/>
          <a:lstStyle/>
          <a:p>
            <a:r>
              <a:rPr lang="en-US" altLang="en-GB"/>
              <a:t>Another Example</a:t>
            </a:r>
          </a:p>
        </p:txBody>
      </p:sp>
      <p:sp>
        <p:nvSpPr>
          <p:cNvPr id="25607" name="Rectangle 6">
            <a:extLst>
              <a:ext uri="{FF2B5EF4-FFF2-40B4-BE49-F238E27FC236}">
                <a16:creationId xmlns:a16="http://schemas.microsoft.com/office/drawing/2014/main" id="{A144C0BC-A6B7-846F-317F-9ED6A1EDFDBB}"/>
              </a:ext>
            </a:extLst>
          </p:cNvPr>
          <p:cNvSpPr>
            <a:spLocks noChangeArrowheads="1"/>
          </p:cNvSpPr>
          <p:nvPr/>
        </p:nvSpPr>
        <p:spPr bwMode="auto">
          <a:xfrm>
            <a:off x="595313" y="1538288"/>
            <a:ext cx="7831137"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 typeface="Symbol" panose="05050102010706020507" pitchFamily="18" charset="2"/>
              <a:buChar char="·"/>
            </a:pPr>
            <a:r>
              <a:rPr lang="en-US" altLang="en-GB" sz="2800">
                <a:solidFill>
                  <a:schemeClr val="tx2"/>
                </a:solidFill>
                <a:latin typeface="Arial" panose="020B0604020202020204" pitchFamily="34" charset="0"/>
              </a:rPr>
              <a:t> Add up amounts by day, product</a:t>
            </a:r>
          </a:p>
          <a:p>
            <a:pPr>
              <a:buFont typeface="Symbol" panose="05050102010706020507" pitchFamily="18" charset="2"/>
              <a:buChar char="·"/>
            </a:pPr>
            <a:r>
              <a:rPr lang="en-US" altLang="en-GB" sz="2800">
                <a:solidFill>
                  <a:schemeClr val="tx2"/>
                </a:solidFill>
                <a:latin typeface="Arial" panose="020B0604020202020204" pitchFamily="34" charset="0"/>
              </a:rPr>
              <a:t> In SQL:  </a:t>
            </a:r>
            <a:r>
              <a:rPr lang="en-US" altLang="en-GB" sz="2800">
                <a:latin typeface="Arial" panose="020B0604020202020204" pitchFamily="34" charset="0"/>
              </a:rPr>
              <a:t>SELECT date, sum(amt) FROM SALE</a:t>
            </a:r>
          </a:p>
          <a:p>
            <a:r>
              <a:rPr lang="en-US" altLang="en-GB" sz="2800">
                <a:latin typeface="Arial" panose="020B0604020202020204" pitchFamily="34" charset="0"/>
              </a:rPr>
              <a:t>                    GROUP BY date, prodId</a:t>
            </a:r>
          </a:p>
        </p:txBody>
      </p:sp>
      <p:sp>
        <p:nvSpPr>
          <p:cNvPr id="25608" name="AutoShape 7">
            <a:extLst>
              <a:ext uri="{FF2B5EF4-FFF2-40B4-BE49-F238E27FC236}">
                <a16:creationId xmlns:a16="http://schemas.microsoft.com/office/drawing/2014/main" id="{2351569C-E2AF-763D-7726-A86A63279CDF}"/>
              </a:ext>
            </a:extLst>
          </p:cNvPr>
          <p:cNvSpPr>
            <a:spLocks noChangeArrowheads="1"/>
          </p:cNvSpPr>
          <p:nvPr/>
        </p:nvSpPr>
        <p:spPr bwMode="auto">
          <a:xfrm>
            <a:off x="4762500" y="3797300"/>
            <a:ext cx="520700" cy="368300"/>
          </a:xfrm>
          <a:prstGeom prst="rightArrow">
            <a:avLst>
              <a:gd name="adj1" fmla="val 50000"/>
              <a:gd name="adj2" fmla="val 7069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25609" name="Object 8">
            <a:extLst>
              <a:ext uri="{FF2B5EF4-FFF2-40B4-BE49-F238E27FC236}">
                <a16:creationId xmlns:a16="http://schemas.microsoft.com/office/drawing/2014/main" id="{87C52FE1-0242-1F7D-BC55-0602C2E8DE2B}"/>
              </a:ext>
            </a:extLst>
          </p:cNvPr>
          <p:cNvGraphicFramePr>
            <a:graphicFrameLocks/>
          </p:cNvGraphicFramePr>
          <p:nvPr/>
        </p:nvGraphicFramePr>
        <p:xfrm>
          <a:off x="5562600" y="3352800"/>
          <a:ext cx="3136900" cy="1116013"/>
        </p:xfrm>
        <a:graphic>
          <a:graphicData uri="http://schemas.openxmlformats.org/presentationml/2006/ole">
            <mc:AlternateContent xmlns:mc="http://schemas.openxmlformats.org/markup-compatibility/2006">
              <mc:Choice xmlns:v="urn:schemas-microsoft-com:vml" Requires="v">
                <p:oleObj name="Worksheet" r:id="rId3" imgW="2952750" imgH="1047750" progId="Excel.Sheet.8">
                  <p:embed/>
                </p:oleObj>
              </mc:Choice>
              <mc:Fallback>
                <p:oleObj name="Worksheet" r:id="rId3" imgW="2952750" imgH="1047750" progId="Excel.Sheet.8">
                  <p:embed/>
                  <p:pic>
                    <p:nvPicPr>
                      <p:cNvPr id="25609" name="Object 8">
                        <a:extLst>
                          <a:ext uri="{FF2B5EF4-FFF2-40B4-BE49-F238E27FC236}">
                            <a16:creationId xmlns:a16="http://schemas.microsoft.com/office/drawing/2014/main" id="{87C52FE1-0242-1F7D-BC55-0602C2E8DE2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3352800"/>
                        <a:ext cx="31369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610" name="Rectangle 9">
            <a:extLst>
              <a:ext uri="{FF2B5EF4-FFF2-40B4-BE49-F238E27FC236}">
                <a16:creationId xmlns:a16="http://schemas.microsoft.com/office/drawing/2014/main" id="{8A924795-1EB9-67B0-D2CD-EA116D5B7717}"/>
              </a:ext>
            </a:extLst>
          </p:cNvPr>
          <p:cNvSpPr>
            <a:spLocks noChangeArrowheads="1"/>
          </p:cNvSpPr>
          <p:nvPr/>
        </p:nvSpPr>
        <p:spPr bwMode="auto">
          <a:xfrm>
            <a:off x="3641725" y="5622925"/>
            <a:ext cx="14922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a:solidFill>
                  <a:schemeClr val="tx2"/>
                </a:solidFill>
                <a:latin typeface="Arial" panose="020B0604020202020204" pitchFamily="34" charset="0"/>
              </a:rPr>
              <a:t>drill-down</a:t>
            </a:r>
          </a:p>
        </p:txBody>
      </p:sp>
      <p:sp>
        <p:nvSpPr>
          <p:cNvPr id="25611" name="Rectangle 10">
            <a:extLst>
              <a:ext uri="{FF2B5EF4-FFF2-40B4-BE49-F238E27FC236}">
                <a16:creationId xmlns:a16="http://schemas.microsoft.com/office/drawing/2014/main" id="{3E8C4BC7-C6C6-FE3E-367A-D1A71185A644}"/>
              </a:ext>
            </a:extLst>
          </p:cNvPr>
          <p:cNvSpPr>
            <a:spLocks noChangeArrowheads="1"/>
          </p:cNvSpPr>
          <p:nvPr/>
        </p:nvSpPr>
        <p:spPr bwMode="auto">
          <a:xfrm>
            <a:off x="3870325" y="5013325"/>
            <a:ext cx="931863"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a:solidFill>
                  <a:schemeClr val="tx2"/>
                </a:solidFill>
                <a:latin typeface="Arial" panose="020B0604020202020204" pitchFamily="34" charset="0"/>
              </a:rPr>
              <a:t>rollup</a:t>
            </a:r>
          </a:p>
        </p:txBody>
      </p:sp>
      <p:graphicFrame>
        <p:nvGraphicFramePr>
          <p:cNvPr id="25612" name="Object 12">
            <a:extLst>
              <a:ext uri="{FF2B5EF4-FFF2-40B4-BE49-F238E27FC236}">
                <a16:creationId xmlns:a16="http://schemas.microsoft.com/office/drawing/2014/main" id="{B6E50728-7911-6AA9-FB03-EE2CAA20BCA4}"/>
              </a:ext>
            </a:extLst>
          </p:cNvPr>
          <p:cNvGraphicFramePr>
            <a:graphicFrameLocks/>
          </p:cNvGraphicFramePr>
          <p:nvPr/>
        </p:nvGraphicFramePr>
        <p:xfrm>
          <a:off x="76200" y="3200400"/>
          <a:ext cx="4570413" cy="1577975"/>
        </p:xfrm>
        <a:graphic>
          <a:graphicData uri="http://schemas.openxmlformats.org/presentationml/2006/ole">
            <mc:AlternateContent xmlns:mc="http://schemas.openxmlformats.org/markup-compatibility/2006">
              <mc:Choice xmlns:v="urn:schemas-microsoft-com:vml" Requires="v">
                <p:oleObj name="Worksheet" r:id="rId5" imgW="4356100" imgH="1638300" progId="Excel.Sheet.8">
                  <p:embed/>
                </p:oleObj>
              </mc:Choice>
              <mc:Fallback>
                <p:oleObj name="Worksheet" r:id="rId5" imgW="4356100" imgH="1638300" progId="Excel.Sheet.8">
                  <p:embed/>
                  <p:pic>
                    <p:nvPicPr>
                      <p:cNvPr id="25612" name="Object 12">
                        <a:extLst>
                          <a:ext uri="{FF2B5EF4-FFF2-40B4-BE49-F238E27FC236}">
                            <a16:creationId xmlns:a16="http://schemas.microsoft.com/office/drawing/2014/main" id="{B6E50728-7911-6AA9-FB03-EE2CAA20BCA4}"/>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3200400"/>
                        <a:ext cx="4570413" cy="157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a:extLst>
              <a:ext uri="{FF2B5EF4-FFF2-40B4-BE49-F238E27FC236}">
                <a16:creationId xmlns:a16="http://schemas.microsoft.com/office/drawing/2014/main" id="{49722D9B-3E4A-5BD7-016C-CB97D3636A1F}"/>
              </a:ext>
            </a:extLst>
          </p:cNvPr>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GB" sz="1400"/>
              <a:t>CSE601</a:t>
            </a:r>
          </a:p>
        </p:txBody>
      </p:sp>
      <p:sp>
        <p:nvSpPr>
          <p:cNvPr id="26627" name="Slide Number Placeholder 5">
            <a:extLst>
              <a:ext uri="{FF2B5EF4-FFF2-40B4-BE49-F238E27FC236}">
                <a16:creationId xmlns:a16="http://schemas.microsoft.com/office/drawing/2014/main" id="{E04D0942-643A-61C1-2CDD-F9AE1EEC4050}"/>
              </a:ext>
            </a:extLst>
          </p:cNvPr>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36949FE-EA9E-4B4D-BA00-681E23284483}" type="slidenum">
              <a:rPr lang="en-US" altLang="en-GB" sz="1400"/>
              <a:pPr/>
              <a:t>47</a:t>
            </a:fld>
            <a:endParaRPr lang="en-US" altLang="en-GB" sz="1400"/>
          </a:p>
        </p:txBody>
      </p:sp>
      <p:sp>
        <p:nvSpPr>
          <p:cNvPr id="26628" name="Rectangle 2">
            <a:extLst>
              <a:ext uri="{FF2B5EF4-FFF2-40B4-BE49-F238E27FC236}">
                <a16:creationId xmlns:a16="http://schemas.microsoft.com/office/drawing/2014/main" id="{3D5DD58A-F0AD-4B48-48BE-4B06B6C7005B}"/>
              </a:ext>
            </a:extLst>
          </p:cNvPr>
          <p:cNvSpPr>
            <a:spLocks noGrp="1" noChangeArrowheads="1"/>
          </p:cNvSpPr>
          <p:nvPr>
            <p:ph type="title"/>
          </p:nvPr>
        </p:nvSpPr>
        <p:spPr>
          <a:noFill/>
        </p:spPr>
        <p:txBody>
          <a:bodyPr lIns="92075" tIns="46038" rIns="92075" bIns="46038" anchor="b"/>
          <a:lstStyle/>
          <a:p>
            <a:r>
              <a:rPr lang="en-US" altLang="en-GB"/>
              <a:t>Aggregates</a:t>
            </a:r>
          </a:p>
        </p:txBody>
      </p:sp>
      <p:sp>
        <p:nvSpPr>
          <p:cNvPr id="26629" name="Rectangle 3">
            <a:extLst>
              <a:ext uri="{FF2B5EF4-FFF2-40B4-BE49-F238E27FC236}">
                <a16:creationId xmlns:a16="http://schemas.microsoft.com/office/drawing/2014/main" id="{ACAC441A-0A60-F790-E9AA-C3EA24D0655A}"/>
              </a:ext>
            </a:extLst>
          </p:cNvPr>
          <p:cNvSpPr>
            <a:spLocks noGrp="1" noChangeArrowheads="1"/>
          </p:cNvSpPr>
          <p:nvPr>
            <p:ph type="body" idx="1"/>
          </p:nvPr>
        </p:nvSpPr>
        <p:spPr>
          <a:noFill/>
        </p:spPr>
        <p:txBody>
          <a:bodyPr lIns="92075" tIns="46038" rIns="92075" bIns="46038"/>
          <a:lstStyle/>
          <a:p>
            <a:r>
              <a:rPr lang="en-US" altLang="en-GB"/>
              <a:t>Operators: sum, count, max, min,       			median, ave</a:t>
            </a:r>
          </a:p>
          <a:p>
            <a:r>
              <a:rPr lang="en-US" altLang="en-GB"/>
              <a:t>“Having” clause</a:t>
            </a:r>
          </a:p>
          <a:p>
            <a:r>
              <a:rPr lang="en-US" altLang="en-GB"/>
              <a:t>Using dimension hierarchy</a:t>
            </a:r>
          </a:p>
          <a:p>
            <a:pPr lvl="1"/>
            <a:r>
              <a:rPr lang="en-US" altLang="en-GB"/>
              <a:t>average by region (within store)</a:t>
            </a:r>
          </a:p>
          <a:p>
            <a:pPr lvl="1"/>
            <a:r>
              <a:rPr lang="en-US" altLang="en-GB"/>
              <a:t>maximum by month (within date)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1DCAD22A-482D-4E43-AA24-64CC65B6EDFE}"/>
              </a:ext>
            </a:extLst>
          </p:cNvPr>
          <p:cNvSpPr>
            <a:spLocks noGrp="1"/>
          </p:cNvSpPr>
          <p:nvPr>
            <p:ph type="title"/>
          </p:nvPr>
        </p:nvSpPr>
        <p:spPr/>
        <p:txBody>
          <a:bodyPr/>
          <a:lstStyle/>
          <a:p>
            <a:r>
              <a:rPr lang="en-US" altLang="en-US">
                <a:ea typeface="ＭＳ Ｐゴシック" panose="020B0600070205080204" pitchFamily="34" charset="-128"/>
              </a:rPr>
              <a:t>Aggregate Fact Tables</a:t>
            </a:r>
          </a:p>
        </p:txBody>
      </p:sp>
      <p:sp>
        <p:nvSpPr>
          <p:cNvPr id="84995" name="Content Placeholder 2">
            <a:extLst>
              <a:ext uri="{FF2B5EF4-FFF2-40B4-BE49-F238E27FC236}">
                <a16:creationId xmlns:a16="http://schemas.microsoft.com/office/drawing/2014/main" id="{68F0A07D-7F00-4498-8960-4076D42E71D0}"/>
              </a:ext>
            </a:extLst>
          </p:cNvPr>
          <p:cNvSpPr>
            <a:spLocks noGrp="1"/>
          </p:cNvSpPr>
          <p:nvPr>
            <p:ph idx="1"/>
          </p:nvPr>
        </p:nvSpPr>
        <p:spPr>
          <a:xfrm>
            <a:off x="457200" y="1066800"/>
            <a:ext cx="8229600" cy="4530725"/>
          </a:xfrm>
        </p:spPr>
        <p:txBody>
          <a:bodyPr/>
          <a:lstStyle/>
          <a:p>
            <a:r>
              <a:rPr lang="en-US" dirty="0"/>
              <a:t>Aggregates are </a:t>
            </a:r>
            <a:r>
              <a:rPr lang="en-US" dirty="0" err="1"/>
              <a:t>precalculated</a:t>
            </a:r>
            <a:r>
              <a:rPr lang="en-US" dirty="0"/>
              <a:t> summaries derived from the most granular fact table. These summaries form a set of separate aggregate fact tables. </a:t>
            </a:r>
          </a:p>
          <a:p>
            <a:r>
              <a:rPr lang="en-US" dirty="0"/>
              <a:t>You may create each aggregate fact table as a specific summarization across any number of dimensions.</a:t>
            </a:r>
            <a:endParaRPr lang="en-US" altLang="en-US" dirty="0">
              <a:ea typeface="ＭＳ Ｐゴシック" panose="020B0600070205080204" pitchFamily="34" charset="-128"/>
            </a:endParaRPr>
          </a:p>
          <a:p>
            <a:r>
              <a:rPr lang="en-US" altLang="en-US" dirty="0">
                <a:ea typeface="ＭＳ Ｐゴシック" panose="020B0600070205080204" pitchFamily="34" charset="-128"/>
              </a:rPr>
              <a:t>Use aggregate fact tables when too many rows of fact tables are involved in making summary of required results</a:t>
            </a:r>
          </a:p>
          <a:p>
            <a:r>
              <a:rPr lang="en-US" altLang="en-US" dirty="0">
                <a:ea typeface="ＭＳ Ｐゴシック" panose="020B0600070205080204" pitchFamily="34" charset="-128"/>
              </a:rPr>
              <a:t>Objective is to reduce query processing time </a:t>
            </a:r>
          </a:p>
        </p:txBody>
      </p:sp>
      <p:sp>
        <p:nvSpPr>
          <p:cNvPr id="84996" name="Slide Number Placeholder 3">
            <a:extLst>
              <a:ext uri="{FF2B5EF4-FFF2-40B4-BE49-F238E27FC236}">
                <a16:creationId xmlns:a16="http://schemas.microsoft.com/office/drawing/2014/main" id="{A341F85F-9654-4F8A-BFAF-3F05271185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AC913BE-9DA6-4842-8DD0-670FDEC5DD26}" type="slidenum">
              <a:rPr lang="sv-SE" altLang="en-US">
                <a:latin typeface="Garamond" panose="02020404030301010803" pitchFamily="18" charset="0"/>
              </a:rPr>
              <a:pPr eaLnBrk="1" hangingPunct="1"/>
              <a:t>48</a:t>
            </a:fld>
            <a:endParaRPr lang="sv-SE" altLang="en-US">
              <a:latin typeface="Garamond" panose="02020404030301010803"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1DCAD22A-482D-4E43-AA24-64CC65B6EDFE}"/>
              </a:ext>
            </a:extLst>
          </p:cNvPr>
          <p:cNvSpPr>
            <a:spLocks noGrp="1"/>
          </p:cNvSpPr>
          <p:nvPr>
            <p:ph type="title"/>
          </p:nvPr>
        </p:nvSpPr>
        <p:spPr/>
        <p:txBody>
          <a:bodyPr/>
          <a:lstStyle/>
          <a:p>
            <a:r>
              <a:rPr lang="en-US" altLang="en-US">
                <a:ea typeface="ＭＳ Ｐゴシック" panose="020B0600070205080204" pitchFamily="34" charset="-128"/>
              </a:rPr>
              <a:t>Aggregate Fact Tables</a:t>
            </a:r>
          </a:p>
        </p:txBody>
      </p:sp>
      <p:sp>
        <p:nvSpPr>
          <p:cNvPr id="84996" name="Slide Number Placeholder 3">
            <a:extLst>
              <a:ext uri="{FF2B5EF4-FFF2-40B4-BE49-F238E27FC236}">
                <a16:creationId xmlns:a16="http://schemas.microsoft.com/office/drawing/2014/main" id="{A341F85F-9654-4F8A-BFAF-3F05271185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AC913BE-9DA6-4842-8DD0-670FDEC5DD26}" type="slidenum">
              <a:rPr lang="sv-SE" altLang="en-US">
                <a:latin typeface="Garamond" panose="02020404030301010803" pitchFamily="18" charset="0"/>
              </a:rPr>
              <a:pPr eaLnBrk="1" hangingPunct="1"/>
              <a:t>49</a:t>
            </a:fld>
            <a:endParaRPr lang="sv-SE" altLang="en-US">
              <a:latin typeface="Garamond" panose="02020404030301010803" pitchFamily="18" charset="0"/>
            </a:endParaRPr>
          </a:p>
        </p:txBody>
      </p:sp>
      <p:pic>
        <p:nvPicPr>
          <p:cNvPr id="14338" name="Picture 2"/>
          <p:cNvPicPr>
            <a:picLocks noGrp="1" noChangeAspect="1" noChangeArrowheads="1"/>
          </p:cNvPicPr>
          <p:nvPr>
            <p:ph idx="1"/>
          </p:nvPr>
        </p:nvPicPr>
        <p:blipFill>
          <a:blip r:embed="rId3"/>
          <a:srcRect/>
          <a:stretch>
            <a:fillRect/>
          </a:stretch>
        </p:blipFill>
        <p:spPr bwMode="auto">
          <a:xfrm>
            <a:off x="838200" y="1098550"/>
            <a:ext cx="7620000" cy="4969788"/>
          </a:xfrm>
          <a:prstGeom prst="rect">
            <a:avLst/>
          </a:prstGeom>
          <a:noFill/>
          <a:ln w="9525">
            <a:noFill/>
            <a:miter lim="800000"/>
            <a:headEnd/>
            <a:tailEnd/>
          </a:ln>
          <a:effec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1DCAD22A-482D-4E43-AA24-64CC65B6EDFE}"/>
              </a:ext>
            </a:extLst>
          </p:cNvPr>
          <p:cNvSpPr>
            <a:spLocks noGrp="1"/>
          </p:cNvSpPr>
          <p:nvPr>
            <p:ph type="title"/>
          </p:nvPr>
        </p:nvSpPr>
        <p:spPr/>
        <p:txBody>
          <a:bodyPr/>
          <a:lstStyle/>
          <a:p>
            <a:r>
              <a:rPr lang="en-US" altLang="en-US" dirty="0">
                <a:ea typeface="ＭＳ Ｐゴシック" panose="020B0600070205080204" pitchFamily="34" charset="-128"/>
              </a:rPr>
              <a:t>Aggregate Fact Tables</a:t>
            </a:r>
          </a:p>
        </p:txBody>
      </p:sp>
      <p:sp>
        <p:nvSpPr>
          <p:cNvPr id="84996" name="Slide Number Placeholder 3">
            <a:extLst>
              <a:ext uri="{FF2B5EF4-FFF2-40B4-BE49-F238E27FC236}">
                <a16:creationId xmlns:a16="http://schemas.microsoft.com/office/drawing/2014/main" id="{A341F85F-9654-4F8A-BFAF-3F05271185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AAC913BE-9DA6-4842-8DD0-670FDEC5DD26}" type="slidenum">
              <a:rPr lang="sv-SE" altLang="en-US">
                <a:latin typeface="Garamond" panose="02020404030301010803" pitchFamily="18" charset="0"/>
              </a:rPr>
              <a:pPr eaLnBrk="1" hangingPunct="1"/>
              <a:t>50</a:t>
            </a:fld>
            <a:endParaRPr lang="sv-SE" altLang="en-US">
              <a:latin typeface="Garamond" panose="02020404030301010803" pitchFamily="18" charset="0"/>
            </a:endParaRPr>
          </a:p>
        </p:txBody>
      </p:sp>
      <p:pic>
        <p:nvPicPr>
          <p:cNvPr id="15362" name="Picture 2"/>
          <p:cNvPicPr>
            <a:picLocks noGrp="1" noChangeAspect="1" noChangeArrowheads="1"/>
          </p:cNvPicPr>
          <p:nvPr>
            <p:ph idx="1"/>
          </p:nvPr>
        </p:nvPicPr>
        <p:blipFill>
          <a:blip r:embed="rId3"/>
          <a:srcRect/>
          <a:stretch>
            <a:fillRect/>
          </a:stretch>
        </p:blipFill>
        <p:spPr bwMode="auto">
          <a:xfrm>
            <a:off x="685800" y="1143000"/>
            <a:ext cx="7772400" cy="3276600"/>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7ABFCCAC-7AC0-4942-9751-C5C7A03350AB}"/>
              </a:ext>
            </a:extLst>
          </p:cNvPr>
          <p:cNvSpPr>
            <a:spLocks noGrp="1"/>
          </p:cNvSpPr>
          <p:nvPr>
            <p:ph type="title"/>
          </p:nvPr>
        </p:nvSpPr>
        <p:spPr/>
        <p:txBody>
          <a:bodyPr/>
          <a:lstStyle/>
          <a:p>
            <a:r>
              <a:rPr lang="en-US" altLang="en-US" dirty="0">
                <a:ea typeface="ＭＳ Ｐゴシック" panose="020B0600070205080204" pitchFamily="34" charset="-128"/>
              </a:rPr>
              <a:t>Fact Table Sizes</a:t>
            </a:r>
          </a:p>
        </p:txBody>
      </p:sp>
      <p:pic>
        <p:nvPicPr>
          <p:cNvPr id="86019" name="Content Placeholder 4" descr="Screen Shot 2012-10-30 at 11.09.38 PM.png">
            <a:extLst>
              <a:ext uri="{FF2B5EF4-FFF2-40B4-BE49-F238E27FC236}">
                <a16:creationId xmlns:a16="http://schemas.microsoft.com/office/drawing/2014/main" id="{6D15ED4D-7A87-43DE-9F25-387114F2BA2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0670" r="-20670"/>
          <a:stretch>
            <a:fillRect/>
          </a:stretch>
        </p:blipFill>
        <p:spPr>
          <a:xfrm>
            <a:off x="457200" y="990601"/>
            <a:ext cx="8229600" cy="3657600"/>
          </a:xfrm>
        </p:spPr>
      </p:pic>
      <p:sp>
        <p:nvSpPr>
          <p:cNvPr id="86020" name="Slide Number Placeholder 3">
            <a:extLst>
              <a:ext uri="{FF2B5EF4-FFF2-40B4-BE49-F238E27FC236}">
                <a16:creationId xmlns:a16="http://schemas.microsoft.com/office/drawing/2014/main" id="{E8FEAE45-1D84-4D5F-99C5-F042F7C67E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0A38B4C-B74E-421C-96F2-F552B33BC0CE}" type="slidenum">
              <a:rPr lang="sv-SE" altLang="en-US">
                <a:latin typeface="Garamond" panose="02020404030301010803" pitchFamily="18" charset="0"/>
              </a:rPr>
              <a:pPr eaLnBrk="1" hangingPunct="1"/>
              <a:t>51</a:t>
            </a:fld>
            <a:endParaRPr lang="sv-SE" altLang="en-US">
              <a:latin typeface="Garamond" panose="02020404030301010803" pitchFamily="18" charset="0"/>
            </a:endParaRPr>
          </a:p>
        </p:txBody>
      </p:sp>
      <p:pic>
        <p:nvPicPr>
          <p:cNvPr id="16386" name="Picture 2"/>
          <p:cNvPicPr>
            <a:picLocks noChangeAspect="1" noChangeArrowheads="1"/>
          </p:cNvPicPr>
          <p:nvPr/>
        </p:nvPicPr>
        <p:blipFill>
          <a:blip r:embed="rId4"/>
          <a:srcRect/>
          <a:stretch>
            <a:fillRect/>
          </a:stretch>
        </p:blipFill>
        <p:spPr bwMode="auto">
          <a:xfrm>
            <a:off x="1371600" y="4876800"/>
            <a:ext cx="6496050" cy="1285875"/>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7ABFCCAC-7AC0-4942-9751-C5C7A03350AB}"/>
              </a:ext>
            </a:extLst>
          </p:cNvPr>
          <p:cNvSpPr>
            <a:spLocks noGrp="1"/>
          </p:cNvSpPr>
          <p:nvPr>
            <p:ph type="title"/>
          </p:nvPr>
        </p:nvSpPr>
        <p:spPr/>
        <p:txBody>
          <a:bodyPr/>
          <a:lstStyle/>
          <a:p>
            <a:r>
              <a:rPr lang="en-US" altLang="en-US" dirty="0">
                <a:ea typeface="ＭＳ Ｐゴシック" panose="020B0600070205080204" pitchFamily="34" charset="-128"/>
              </a:rPr>
              <a:t>Need for Aggregates</a:t>
            </a:r>
            <a:br>
              <a:rPr lang="en-US" altLang="en-US" dirty="0">
                <a:ea typeface="ＭＳ Ｐゴシック" panose="020B0600070205080204" pitchFamily="34" charset="-128"/>
              </a:rPr>
            </a:br>
            <a:endParaRPr lang="en-US" altLang="en-US" dirty="0">
              <a:ea typeface="ＭＳ Ｐゴシック" panose="020B0600070205080204" pitchFamily="34" charset="-128"/>
            </a:endParaRPr>
          </a:p>
        </p:txBody>
      </p:sp>
      <p:sp>
        <p:nvSpPr>
          <p:cNvPr id="86020" name="Slide Number Placeholder 3">
            <a:extLst>
              <a:ext uri="{FF2B5EF4-FFF2-40B4-BE49-F238E27FC236}">
                <a16:creationId xmlns:a16="http://schemas.microsoft.com/office/drawing/2014/main" id="{E8FEAE45-1D84-4D5F-99C5-F042F7C67E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0A38B4C-B74E-421C-96F2-F552B33BC0CE}" type="slidenum">
              <a:rPr lang="sv-SE" altLang="en-US">
                <a:latin typeface="Garamond" panose="02020404030301010803" pitchFamily="18" charset="0"/>
              </a:rPr>
              <a:pPr eaLnBrk="1" hangingPunct="1"/>
              <a:t>52</a:t>
            </a:fld>
            <a:endParaRPr lang="sv-SE" altLang="en-US">
              <a:latin typeface="Garamond" panose="02020404030301010803" pitchFamily="18" charset="0"/>
            </a:endParaRPr>
          </a:p>
        </p:txBody>
      </p:sp>
      <p:pic>
        <p:nvPicPr>
          <p:cNvPr id="17410" name="Picture 2"/>
          <p:cNvPicPr>
            <a:picLocks noChangeAspect="1" noChangeArrowheads="1"/>
          </p:cNvPicPr>
          <p:nvPr/>
        </p:nvPicPr>
        <p:blipFill>
          <a:blip r:embed="rId3"/>
          <a:srcRect/>
          <a:stretch>
            <a:fillRect/>
          </a:stretch>
        </p:blipFill>
        <p:spPr bwMode="auto">
          <a:xfrm>
            <a:off x="381000" y="914401"/>
            <a:ext cx="8350565" cy="2819400"/>
          </a:xfrm>
          <a:prstGeom prst="rect">
            <a:avLst/>
          </a:prstGeom>
          <a:noFill/>
          <a:ln w="9525">
            <a:noFill/>
            <a:miter lim="800000"/>
            <a:headEnd/>
            <a:tailEnd/>
          </a:ln>
          <a:effectLst/>
        </p:spPr>
      </p:pic>
      <p:pic>
        <p:nvPicPr>
          <p:cNvPr id="17411" name="Picture 3"/>
          <p:cNvPicPr>
            <a:picLocks noChangeAspect="1" noChangeArrowheads="1"/>
          </p:cNvPicPr>
          <p:nvPr/>
        </p:nvPicPr>
        <p:blipFill>
          <a:blip r:embed="rId4"/>
          <a:srcRect/>
          <a:stretch>
            <a:fillRect/>
          </a:stretch>
        </p:blipFill>
        <p:spPr bwMode="auto">
          <a:xfrm>
            <a:off x="533400" y="3733800"/>
            <a:ext cx="8077200" cy="228600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69BF23AD-1599-4BC8-879A-D62EFCBEA595}"/>
              </a:ext>
            </a:extLst>
          </p:cNvPr>
          <p:cNvSpPr>
            <a:spLocks noGrp="1"/>
          </p:cNvSpPr>
          <p:nvPr>
            <p:ph type="title"/>
          </p:nvPr>
        </p:nvSpPr>
        <p:spPr/>
        <p:txBody>
          <a:bodyPr/>
          <a:lstStyle/>
          <a:p>
            <a:r>
              <a:rPr lang="en-US" altLang="en-US">
                <a:ea typeface="ＭＳ Ｐゴシック" panose="020B0600070205080204" pitchFamily="34" charset="-128"/>
              </a:rPr>
              <a:t>Solution</a:t>
            </a:r>
          </a:p>
        </p:txBody>
      </p:sp>
      <p:sp>
        <p:nvSpPr>
          <p:cNvPr id="3" name="Content Placeholder 2">
            <a:extLst>
              <a:ext uri="{FF2B5EF4-FFF2-40B4-BE49-F238E27FC236}">
                <a16:creationId xmlns:a16="http://schemas.microsoft.com/office/drawing/2014/main" id="{58B28BB0-A47F-44CF-A110-FB3EB49B71DC}"/>
              </a:ext>
            </a:extLst>
          </p:cNvPr>
          <p:cNvSpPr>
            <a:spLocks noGrp="1"/>
          </p:cNvSpPr>
          <p:nvPr>
            <p:ph idx="1"/>
          </p:nvPr>
        </p:nvSpPr>
        <p:spPr/>
        <p:txBody>
          <a:bodyPr/>
          <a:lstStyle/>
          <a:p>
            <a:pPr>
              <a:buFont typeface="Wingdings" charset="0"/>
              <a:buChar char="n"/>
              <a:defRPr/>
            </a:pPr>
            <a:r>
              <a:rPr lang="en-US" dirty="0"/>
              <a:t>Make aggregate fact tables, because you might be summing some dimension and some might not then why we should store the dimensions that do not need highest level of granularity of details.</a:t>
            </a:r>
          </a:p>
          <a:p>
            <a:pPr>
              <a:buFont typeface="Wingdings" charset="0"/>
              <a:buChar char="n"/>
              <a:defRPr/>
            </a:pPr>
            <a:r>
              <a:rPr lang="en-US" dirty="0"/>
              <a:t>For example: Sales of a product in a year OR</a:t>
            </a:r>
          </a:p>
          <a:p>
            <a:pPr marL="0" indent="0">
              <a:buFont typeface="Wingdings" charset="0"/>
              <a:buNone/>
              <a:defRPr/>
            </a:pPr>
            <a:r>
              <a:rPr lang="en-US" dirty="0"/>
              <a:t>total number of items sold by category on daily basis  </a:t>
            </a:r>
          </a:p>
        </p:txBody>
      </p:sp>
      <p:sp>
        <p:nvSpPr>
          <p:cNvPr id="87044" name="Slide Number Placeholder 3">
            <a:extLst>
              <a:ext uri="{FF2B5EF4-FFF2-40B4-BE49-F238E27FC236}">
                <a16:creationId xmlns:a16="http://schemas.microsoft.com/office/drawing/2014/main" id="{F67E0E91-A0BE-45EB-9B63-1D2C614F18E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D2062D27-F4A3-40E3-A923-BF2F914A0AC8}" type="slidenum">
              <a:rPr lang="sv-SE" altLang="en-US">
                <a:latin typeface="Garamond" panose="02020404030301010803" pitchFamily="18" charset="0"/>
              </a:rPr>
              <a:pPr eaLnBrk="1" hangingPunct="1"/>
              <a:t>53</a:t>
            </a:fld>
            <a:endParaRPr lang="sv-SE" altLang="en-US">
              <a:latin typeface="Garamond" panose="02020404030301010803"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DCCA7DD5-60F4-4C25-84E8-53D5B95ABD6B}"/>
              </a:ext>
            </a:extLst>
          </p:cNvPr>
          <p:cNvSpPr>
            <a:spLocks noGrp="1"/>
          </p:cNvSpPr>
          <p:nvPr>
            <p:ph type="title"/>
          </p:nvPr>
        </p:nvSpPr>
        <p:spPr/>
        <p:txBody>
          <a:bodyPr/>
          <a:lstStyle/>
          <a:p>
            <a:r>
              <a:rPr lang="en-US" altLang="en-US" dirty="0">
                <a:ea typeface="ＭＳ Ｐゴシック" panose="020B0600070205080204" pitchFamily="34" charset="-128"/>
              </a:rPr>
              <a:t>Multi Way aggregate fact tables</a:t>
            </a:r>
          </a:p>
        </p:txBody>
      </p:sp>
      <p:sp>
        <p:nvSpPr>
          <p:cNvPr id="88067" name="Content Placeholder 2">
            <a:extLst>
              <a:ext uri="{FF2B5EF4-FFF2-40B4-BE49-F238E27FC236}">
                <a16:creationId xmlns:a16="http://schemas.microsoft.com/office/drawing/2014/main" id="{B30248D5-6D57-477B-BE95-B3C93DB752AC}"/>
              </a:ext>
            </a:extLst>
          </p:cNvPr>
          <p:cNvSpPr>
            <a:spLocks noGrp="1"/>
          </p:cNvSpPr>
          <p:nvPr>
            <p:ph idx="1"/>
          </p:nvPr>
        </p:nvSpPr>
        <p:spPr>
          <a:xfrm>
            <a:off x="457200" y="1066801"/>
            <a:ext cx="8229600" cy="1752600"/>
          </a:xfrm>
        </p:spPr>
        <p:txBody>
          <a:bodyPr/>
          <a:lstStyle/>
          <a:p>
            <a:r>
              <a:rPr lang="en-US" altLang="en-US" sz="2400" dirty="0">
                <a:ea typeface="ＭＳ Ｐゴシック" panose="020B0600070205080204" pitchFamily="34" charset="-128"/>
              </a:rPr>
              <a:t>One Way Aggregates: </a:t>
            </a:r>
            <a:r>
              <a:rPr lang="en-US" sz="2400" dirty="0"/>
              <a:t>When you rise to higher levels in the hierarchy of one dimension and keep the level at the lowest in the other dimensions, you create one-way aggregate </a:t>
            </a:r>
            <a:r>
              <a:rPr lang="en-US" sz="2400" dirty="0" err="1"/>
              <a:t>tables.Review</a:t>
            </a:r>
            <a:r>
              <a:rPr lang="en-US" sz="2400" dirty="0"/>
              <a:t> the following examples:</a:t>
            </a:r>
            <a:endParaRPr lang="en-US" altLang="en-US" sz="2400" dirty="0">
              <a:ea typeface="ＭＳ Ｐゴシック" panose="020B0600070205080204" pitchFamily="34" charset="-128"/>
            </a:endParaRPr>
          </a:p>
        </p:txBody>
      </p:sp>
      <p:sp>
        <p:nvSpPr>
          <p:cNvPr id="88068" name="Slide Number Placeholder 3">
            <a:extLst>
              <a:ext uri="{FF2B5EF4-FFF2-40B4-BE49-F238E27FC236}">
                <a16:creationId xmlns:a16="http://schemas.microsoft.com/office/drawing/2014/main" id="{D1EE300C-44B2-414C-B1E2-EC8442F161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E24775A-93A4-4647-9E02-D66C78FB63A8}" type="slidenum">
              <a:rPr lang="sv-SE" altLang="en-US">
                <a:latin typeface="Garamond" panose="02020404030301010803" pitchFamily="18" charset="0"/>
              </a:rPr>
              <a:pPr eaLnBrk="1" hangingPunct="1"/>
              <a:t>54</a:t>
            </a:fld>
            <a:endParaRPr lang="sv-SE" altLang="en-US">
              <a:latin typeface="Garamond" panose="02020404030301010803" pitchFamily="18" charset="0"/>
            </a:endParaRPr>
          </a:p>
        </p:txBody>
      </p:sp>
      <p:pic>
        <p:nvPicPr>
          <p:cNvPr id="18434" name="Picture 2"/>
          <p:cNvPicPr>
            <a:picLocks noChangeAspect="1" noChangeArrowheads="1"/>
          </p:cNvPicPr>
          <p:nvPr/>
        </p:nvPicPr>
        <p:blipFill>
          <a:blip r:embed="rId3"/>
          <a:srcRect/>
          <a:stretch>
            <a:fillRect/>
          </a:stretch>
        </p:blipFill>
        <p:spPr bwMode="auto">
          <a:xfrm>
            <a:off x="1066800" y="2528888"/>
            <a:ext cx="6781800" cy="3232798"/>
          </a:xfrm>
          <a:prstGeom prst="rect">
            <a:avLst/>
          </a:prstGeom>
          <a:noFill/>
          <a:ln w="9525">
            <a:noFill/>
            <a:miter lim="800000"/>
            <a:headEnd/>
            <a:tailEnd/>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DCCA7DD5-60F4-4C25-84E8-53D5B95ABD6B}"/>
              </a:ext>
            </a:extLst>
          </p:cNvPr>
          <p:cNvSpPr>
            <a:spLocks noGrp="1"/>
          </p:cNvSpPr>
          <p:nvPr>
            <p:ph type="title"/>
          </p:nvPr>
        </p:nvSpPr>
        <p:spPr/>
        <p:txBody>
          <a:bodyPr/>
          <a:lstStyle/>
          <a:p>
            <a:r>
              <a:rPr lang="en-US" altLang="en-US" dirty="0">
                <a:ea typeface="ＭＳ Ｐゴシック" panose="020B0600070205080204" pitchFamily="34" charset="-128"/>
              </a:rPr>
              <a:t>Multi Way aggregate fact tables</a:t>
            </a:r>
          </a:p>
        </p:txBody>
      </p:sp>
      <p:sp>
        <p:nvSpPr>
          <p:cNvPr id="88067" name="Content Placeholder 2">
            <a:extLst>
              <a:ext uri="{FF2B5EF4-FFF2-40B4-BE49-F238E27FC236}">
                <a16:creationId xmlns:a16="http://schemas.microsoft.com/office/drawing/2014/main" id="{B30248D5-6D57-477B-BE95-B3C93DB752AC}"/>
              </a:ext>
            </a:extLst>
          </p:cNvPr>
          <p:cNvSpPr>
            <a:spLocks noGrp="1"/>
          </p:cNvSpPr>
          <p:nvPr>
            <p:ph idx="1"/>
          </p:nvPr>
        </p:nvSpPr>
        <p:spPr>
          <a:xfrm>
            <a:off x="457200" y="1066801"/>
            <a:ext cx="8229600" cy="1752600"/>
          </a:xfrm>
        </p:spPr>
        <p:txBody>
          <a:bodyPr/>
          <a:lstStyle/>
          <a:p>
            <a:r>
              <a:rPr lang="en-US" altLang="en-US" sz="2400" dirty="0">
                <a:ea typeface="ＭＳ Ｐゴシック" panose="020B0600070205080204" pitchFamily="34" charset="-128"/>
              </a:rPr>
              <a:t>Two Way </a:t>
            </a:r>
            <a:r>
              <a:rPr lang="en-US" altLang="en-US" sz="2400" dirty="0" err="1">
                <a:ea typeface="ＭＳ Ｐゴシック" panose="020B0600070205080204" pitchFamily="34" charset="-128"/>
              </a:rPr>
              <a:t>Aggregates:</a:t>
            </a:r>
            <a:r>
              <a:rPr lang="en-US" sz="2400" dirty="0" err="1"/>
              <a:t>When</a:t>
            </a:r>
            <a:r>
              <a:rPr lang="en-US" sz="2400" dirty="0"/>
              <a:t> you rise to higher levels in the hierarchies of two dimensions and keep the level at the lowest in the other dimension, you create two-way aggregate tables. Review the following examples:</a:t>
            </a:r>
            <a:endParaRPr lang="en-US" altLang="en-US" sz="2400" dirty="0">
              <a:ea typeface="ＭＳ Ｐゴシック" panose="020B0600070205080204" pitchFamily="34" charset="-128"/>
            </a:endParaRPr>
          </a:p>
        </p:txBody>
      </p:sp>
      <p:sp>
        <p:nvSpPr>
          <p:cNvPr id="88068" name="Slide Number Placeholder 3">
            <a:extLst>
              <a:ext uri="{FF2B5EF4-FFF2-40B4-BE49-F238E27FC236}">
                <a16:creationId xmlns:a16="http://schemas.microsoft.com/office/drawing/2014/main" id="{D1EE300C-44B2-414C-B1E2-EC8442F161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E24775A-93A4-4647-9E02-D66C78FB63A8}" type="slidenum">
              <a:rPr lang="sv-SE" altLang="en-US">
                <a:latin typeface="Garamond" panose="02020404030301010803" pitchFamily="18" charset="0"/>
              </a:rPr>
              <a:pPr eaLnBrk="1" hangingPunct="1"/>
              <a:t>55</a:t>
            </a:fld>
            <a:endParaRPr lang="sv-SE" altLang="en-US">
              <a:latin typeface="Garamond" panose="02020404030301010803" pitchFamily="18" charset="0"/>
            </a:endParaRPr>
          </a:p>
        </p:txBody>
      </p:sp>
      <p:pic>
        <p:nvPicPr>
          <p:cNvPr id="19458" name="Picture 2"/>
          <p:cNvPicPr>
            <a:picLocks noChangeAspect="1" noChangeArrowheads="1"/>
          </p:cNvPicPr>
          <p:nvPr/>
        </p:nvPicPr>
        <p:blipFill>
          <a:blip r:embed="rId3"/>
          <a:srcRect/>
          <a:stretch>
            <a:fillRect/>
          </a:stretch>
        </p:blipFill>
        <p:spPr bwMode="auto">
          <a:xfrm>
            <a:off x="1295400" y="2743200"/>
            <a:ext cx="6019800" cy="3329145"/>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DCCA7DD5-60F4-4C25-84E8-53D5B95ABD6B}"/>
              </a:ext>
            </a:extLst>
          </p:cNvPr>
          <p:cNvSpPr>
            <a:spLocks noGrp="1"/>
          </p:cNvSpPr>
          <p:nvPr>
            <p:ph type="title"/>
          </p:nvPr>
        </p:nvSpPr>
        <p:spPr/>
        <p:txBody>
          <a:bodyPr/>
          <a:lstStyle/>
          <a:p>
            <a:r>
              <a:rPr lang="en-US" altLang="en-US" dirty="0">
                <a:ea typeface="ＭＳ Ｐゴシック" panose="020B0600070205080204" pitchFamily="34" charset="-128"/>
              </a:rPr>
              <a:t>Multi Way aggregate fact tables</a:t>
            </a:r>
          </a:p>
        </p:txBody>
      </p:sp>
      <p:sp>
        <p:nvSpPr>
          <p:cNvPr id="88067" name="Content Placeholder 2">
            <a:extLst>
              <a:ext uri="{FF2B5EF4-FFF2-40B4-BE49-F238E27FC236}">
                <a16:creationId xmlns:a16="http://schemas.microsoft.com/office/drawing/2014/main" id="{B30248D5-6D57-477B-BE95-B3C93DB752AC}"/>
              </a:ext>
            </a:extLst>
          </p:cNvPr>
          <p:cNvSpPr>
            <a:spLocks noGrp="1"/>
          </p:cNvSpPr>
          <p:nvPr>
            <p:ph idx="1"/>
          </p:nvPr>
        </p:nvSpPr>
        <p:spPr>
          <a:xfrm>
            <a:off x="457200" y="1066801"/>
            <a:ext cx="8229600" cy="1752600"/>
          </a:xfrm>
        </p:spPr>
        <p:txBody>
          <a:bodyPr/>
          <a:lstStyle/>
          <a:p>
            <a:r>
              <a:rPr lang="en-US" altLang="en-US" sz="2400" dirty="0">
                <a:ea typeface="ＭＳ Ｐゴシック" panose="020B0600070205080204" pitchFamily="34" charset="-128"/>
              </a:rPr>
              <a:t>Three Way Aggregates: </a:t>
            </a:r>
            <a:r>
              <a:rPr lang="en-US" sz="2400" dirty="0"/>
              <a:t>When you rise to higher levels in the hierarchies of all the three dimensions, you create three-way aggregate tables. Review the following  examples</a:t>
            </a:r>
            <a:endParaRPr lang="en-US" altLang="en-US" sz="2400" dirty="0">
              <a:ea typeface="ＭＳ Ｐゴシック" panose="020B0600070205080204" pitchFamily="34" charset="-128"/>
            </a:endParaRPr>
          </a:p>
        </p:txBody>
      </p:sp>
      <p:sp>
        <p:nvSpPr>
          <p:cNvPr id="88068" name="Slide Number Placeholder 3">
            <a:extLst>
              <a:ext uri="{FF2B5EF4-FFF2-40B4-BE49-F238E27FC236}">
                <a16:creationId xmlns:a16="http://schemas.microsoft.com/office/drawing/2014/main" id="{D1EE300C-44B2-414C-B1E2-EC8442F161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E24775A-93A4-4647-9E02-D66C78FB63A8}" type="slidenum">
              <a:rPr lang="sv-SE" altLang="en-US">
                <a:latin typeface="Garamond" panose="02020404030301010803" pitchFamily="18" charset="0"/>
              </a:rPr>
              <a:pPr eaLnBrk="1" hangingPunct="1"/>
              <a:t>56</a:t>
            </a:fld>
            <a:endParaRPr lang="sv-SE" altLang="en-US">
              <a:latin typeface="Garamond" panose="02020404030301010803" pitchFamily="18" charset="0"/>
            </a:endParaRPr>
          </a:p>
        </p:txBody>
      </p:sp>
      <p:pic>
        <p:nvPicPr>
          <p:cNvPr id="20482" name="Picture 2"/>
          <p:cNvPicPr>
            <a:picLocks noChangeAspect="1" noChangeArrowheads="1"/>
          </p:cNvPicPr>
          <p:nvPr/>
        </p:nvPicPr>
        <p:blipFill>
          <a:blip r:embed="rId3"/>
          <a:srcRect/>
          <a:stretch>
            <a:fillRect/>
          </a:stretch>
        </p:blipFill>
        <p:spPr bwMode="auto">
          <a:xfrm>
            <a:off x="914400" y="2743200"/>
            <a:ext cx="7162800" cy="3215128"/>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a:extLst>
              <a:ext uri="{FF2B5EF4-FFF2-40B4-BE49-F238E27FC236}">
                <a16:creationId xmlns:a16="http://schemas.microsoft.com/office/drawing/2014/main" id="{DCCA7DD5-60F4-4C25-84E8-53D5B95ABD6B}"/>
              </a:ext>
            </a:extLst>
          </p:cNvPr>
          <p:cNvSpPr>
            <a:spLocks noGrp="1"/>
          </p:cNvSpPr>
          <p:nvPr>
            <p:ph type="title"/>
          </p:nvPr>
        </p:nvSpPr>
        <p:spPr/>
        <p:txBody>
          <a:bodyPr/>
          <a:lstStyle/>
          <a:p>
            <a:r>
              <a:rPr lang="en-US" altLang="en-US">
                <a:ea typeface="ＭＳ Ｐゴシック" panose="020B0600070205080204" pitchFamily="34" charset="-128"/>
              </a:rPr>
              <a:t>A way of making aggregates</a:t>
            </a:r>
          </a:p>
        </p:txBody>
      </p:sp>
      <p:sp>
        <p:nvSpPr>
          <p:cNvPr id="88067" name="Content Placeholder 2">
            <a:extLst>
              <a:ext uri="{FF2B5EF4-FFF2-40B4-BE49-F238E27FC236}">
                <a16:creationId xmlns:a16="http://schemas.microsoft.com/office/drawing/2014/main" id="{B30248D5-6D57-477B-BE95-B3C93DB752AC}"/>
              </a:ext>
            </a:extLst>
          </p:cNvPr>
          <p:cNvSpPr>
            <a:spLocks noGrp="1"/>
          </p:cNvSpPr>
          <p:nvPr>
            <p:ph idx="1"/>
          </p:nvPr>
        </p:nvSpPr>
        <p:spPr>
          <a:xfrm>
            <a:off x="457200" y="1066800"/>
            <a:ext cx="8229600" cy="4530725"/>
          </a:xfrm>
        </p:spPr>
        <p:txBody>
          <a:bodyPr/>
          <a:lstStyle/>
          <a:p>
            <a:pPr marL="0" indent="0">
              <a:buFont typeface="Wingdings" panose="05000000000000000000" pitchFamily="2" charset="2"/>
              <a:buNone/>
            </a:pPr>
            <a:r>
              <a:rPr lang="en-US" altLang="en-US">
                <a:ea typeface="ＭＳ Ｐゴシック" panose="020B0600070205080204" pitchFamily="34" charset="-128"/>
              </a:rPr>
              <a:t>Example:</a:t>
            </a:r>
          </a:p>
          <a:p>
            <a:pPr marL="0" indent="0">
              <a:buFont typeface="Wingdings" panose="05000000000000000000" pitchFamily="2" charset="2"/>
              <a:buNone/>
            </a:pPr>
            <a:endParaRPr lang="en-US" altLang="en-US">
              <a:ea typeface="ＭＳ Ｐゴシック" panose="020B0600070205080204" pitchFamily="34" charset="-128"/>
            </a:endParaRPr>
          </a:p>
        </p:txBody>
      </p:sp>
      <p:sp>
        <p:nvSpPr>
          <p:cNvPr id="88068" name="Slide Number Placeholder 3">
            <a:extLst>
              <a:ext uri="{FF2B5EF4-FFF2-40B4-BE49-F238E27FC236}">
                <a16:creationId xmlns:a16="http://schemas.microsoft.com/office/drawing/2014/main" id="{D1EE300C-44B2-414C-B1E2-EC8442F1612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E24775A-93A4-4647-9E02-D66C78FB63A8}" type="slidenum">
              <a:rPr lang="sv-SE" altLang="en-US">
                <a:latin typeface="Garamond" panose="02020404030301010803" pitchFamily="18" charset="0"/>
              </a:rPr>
              <a:pPr eaLnBrk="1" hangingPunct="1"/>
              <a:t>57</a:t>
            </a:fld>
            <a:endParaRPr lang="sv-SE" altLang="en-US">
              <a:latin typeface="Garamond" panose="02020404030301010803" pitchFamily="18" charset="0"/>
            </a:endParaRPr>
          </a:p>
        </p:txBody>
      </p:sp>
      <p:pic>
        <p:nvPicPr>
          <p:cNvPr id="88069" name="Picture 4" descr="Screen Shot 2012-10-30 at 11.22.34 PM.png">
            <a:extLst>
              <a:ext uri="{FF2B5EF4-FFF2-40B4-BE49-F238E27FC236}">
                <a16:creationId xmlns:a16="http://schemas.microsoft.com/office/drawing/2014/main" id="{0E33D385-ED65-4747-81FD-B1EF887CF0F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727200"/>
            <a:ext cx="67310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80114EF4-628F-4B4B-AD29-90C3176E1400}"/>
              </a:ext>
            </a:extLst>
          </p:cNvPr>
          <p:cNvSpPr>
            <a:spLocks noGrp="1"/>
          </p:cNvSpPr>
          <p:nvPr>
            <p:ph type="title"/>
          </p:nvPr>
        </p:nvSpPr>
        <p:spPr/>
        <p:txBody>
          <a:bodyPr/>
          <a:lstStyle/>
          <a:p>
            <a:r>
              <a:rPr lang="en-US" altLang="en-US">
                <a:ea typeface="ＭＳ Ｐゴシック" panose="020B0600070205080204" pitchFamily="34" charset="-128"/>
              </a:rPr>
              <a:t>Making Aggregates</a:t>
            </a:r>
          </a:p>
        </p:txBody>
      </p:sp>
      <p:sp>
        <p:nvSpPr>
          <p:cNvPr id="89091" name="Content Placeholder 2">
            <a:extLst>
              <a:ext uri="{FF2B5EF4-FFF2-40B4-BE49-F238E27FC236}">
                <a16:creationId xmlns:a16="http://schemas.microsoft.com/office/drawing/2014/main" id="{7FF49C06-26E0-4106-ADC2-6C661937D7AC}"/>
              </a:ext>
            </a:extLst>
          </p:cNvPr>
          <p:cNvSpPr>
            <a:spLocks noGrp="1"/>
          </p:cNvSpPr>
          <p:nvPr>
            <p:ph idx="1"/>
          </p:nvPr>
        </p:nvSpPr>
        <p:spPr/>
        <p:txBody>
          <a:bodyPr/>
          <a:lstStyle/>
          <a:p>
            <a:r>
              <a:rPr lang="en-US" altLang="en-US">
                <a:ea typeface="ＭＳ Ｐゴシック" panose="020B0600070205080204" pitchFamily="34" charset="-128"/>
              </a:rPr>
              <a:t>But first determine what is required from your data warehouse then make aggregates</a:t>
            </a:r>
          </a:p>
        </p:txBody>
      </p:sp>
      <p:sp>
        <p:nvSpPr>
          <p:cNvPr id="89092" name="Slide Number Placeholder 3">
            <a:extLst>
              <a:ext uri="{FF2B5EF4-FFF2-40B4-BE49-F238E27FC236}">
                <a16:creationId xmlns:a16="http://schemas.microsoft.com/office/drawing/2014/main" id="{5D4A2A7D-67E2-4FB6-A405-AE6A38F57F2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5555B86-FCFB-4719-8672-2B74F9E0EDFE}" type="slidenum">
              <a:rPr lang="sv-SE" altLang="en-US">
                <a:latin typeface="Garamond" panose="02020404030301010803" pitchFamily="18" charset="0"/>
              </a:rPr>
              <a:pPr eaLnBrk="1" hangingPunct="1"/>
              <a:t>58</a:t>
            </a:fld>
            <a:endParaRPr lang="sv-SE" altLang="en-US">
              <a:latin typeface="Garamond" panose="02020404030301010803"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B3E4BF84-F35C-4501-81B5-790384A2B7DE}"/>
              </a:ext>
            </a:extLst>
          </p:cNvPr>
          <p:cNvSpPr>
            <a:spLocks noGrp="1"/>
          </p:cNvSpPr>
          <p:nvPr>
            <p:ph type="title"/>
          </p:nvPr>
        </p:nvSpPr>
        <p:spPr/>
        <p:txBody>
          <a:bodyPr/>
          <a:lstStyle/>
          <a:p>
            <a:r>
              <a:rPr lang="en-US" altLang="en-US">
                <a:ea typeface="ＭＳ Ｐゴシック" panose="020B0600070205080204" pitchFamily="34" charset="-128"/>
              </a:rPr>
              <a:t>Example of Aggregate Fact Table</a:t>
            </a:r>
          </a:p>
        </p:txBody>
      </p:sp>
      <p:sp>
        <p:nvSpPr>
          <p:cNvPr id="90115" name="Content Placeholder 2">
            <a:extLst>
              <a:ext uri="{FF2B5EF4-FFF2-40B4-BE49-F238E27FC236}">
                <a16:creationId xmlns:a16="http://schemas.microsoft.com/office/drawing/2014/main" id="{31F937E6-88FA-4CEE-A828-DC02BC469DA7}"/>
              </a:ext>
            </a:extLst>
          </p:cNvPr>
          <p:cNvSpPr>
            <a:spLocks noGrp="1"/>
          </p:cNvSpPr>
          <p:nvPr>
            <p:ph idx="1"/>
          </p:nvPr>
        </p:nvSpPr>
        <p:spPr/>
        <p:txBody>
          <a:bodyPr/>
          <a:lstStyle/>
          <a:p>
            <a:endParaRPr lang="en-US" altLang="en-US" dirty="0">
              <a:ea typeface="ＭＳ Ｐゴシック" panose="020B0600070205080204" pitchFamily="34" charset="-128"/>
            </a:endParaRPr>
          </a:p>
        </p:txBody>
      </p:sp>
      <p:sp>
        <p:nvSpPr>
          <p:cNvPr id="90116" name="Slide Number Placeholder 3">
            <a:extLst>
              <a:ext uri="{FF2B5EF4-FFF2-40B4-BE49-F238E27FC236}">
                <a16:creationId xmlns:a16="http://schemas.microsoft.com/office/drawing/2014/main" id="{912095D4-2D94-4700-BA6F-DD5321078A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FCD66BF-E7D1-40B2-AED5-9ECBF8352444}" type="slidenum">
              <a:rPr lang="sv-SE" altLang="en-US">
                <a:latin typeface="Garamond" panose="02020404030301010803" pitchFamily="18" charset="0"/>
              </a:rPr>
              <a:pPr eaLnBrk="1" hangingPunct="1"/>
              <a:t>59</a:t>
            </a:fld>
            <a:endParaRPr lang="sv-SE" altLang="en-US">
              <a:latin typeface="Garamond" panose="02020404030301010803" pitchFamily="18" charset="0"/>
            </a:endParaRPr>
          </a:p>
        </p:txBody>
      </p:sp>
      <p:pic>
        <p:nvPicPr>
          <p:cNvPr id="90117" name="Picture 2">
            <a:extLst>
              <a:ext uri="{FF2B5EF4-FFF2-40B4-BE49-F238E27FC236}">
                <a16:creationId xmlns:a16="http://schemas.microsoft.com/office/drawing/2014/main" id="{8FD787AA-8DCE-49E9-A13A-F5D903F282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000" t="26570" r="30144" b="16858"/>
          <a:stretch>
            <a:fillRect/>
          </a:stretch>
        </p:blipFill>
        <p:spPr bwMode="auto">
          <a:xfrm>
            <a:off x="1066800" y="1219200"/>
            <a:ext cx="7391400"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B3E4BF84-F35C-4501-81B5-790384A2B7DE}"/>
              </a:ext>
            </a:extLst>
          </p:cNvPr>
          <p:cNvSpPr>
            <a:spLocks noGrp="1"/>
          </p:cNvSpPr>
          <p:nvPr>
            <p:ph type="title"/>
          </p:nvPr>
        </p:nvSpPr>
        <p:spPr/>
        <p:txBody>
          <a:bodyPr/>
          <a:lstStyle/>
          <a:p>
            <a:r>
              <a:rPr lang="en-US" altLang="en-US" dirty="0">
                <a:ea typeface="ＭＳ Ｐゴシック" panose="020B0600070205080204" pitchFamily="34" charset="-128"/>
              </a:rPr>
              <a:t>Effect of </a:t>
            </a:r>
            <a:r>
              <a:rPr lang="en-US" altLang="en-US" dirty="0" err="1">
                <a:ea typeface="ＭＳ Ｐゴシック" panose="020B0600070205080204" pitchFamily="34" charset="-128"/>
              </a:rPr>
              <a:t>sparsity</a:t>
            </a:r>
            <a:r>
              <a:rPr lang="en-US" altLang="en-US" dirty="0">
                <a:ea typeface="ＭＳ Ｐゴシック" panose="020B0600070205080204" pitchFamily="34" charset="-128"/>
              </a:rPr>
              <a:t> on Aggregates</a:t>
            </a:r>
          </a:p>
        </p:txBody>
      </p:sp>
      <p:sp>
        <p:nvSpPr>
          <p:cNvPr id="90116" name="Slide Number Placeholder 3">
            <a:extLst>
              <a:ext uri="{FF2B5EF4-FFF2-40B4-BE49-F238E27FC236}">
                <a16:creationId xmlns:a16="http://schemas.microsoft.com/office/drawing/2014/main" id="{912095D4-2D94-4700-BA6F-DD5321078A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FCD66BF-E7D1-40B2-AED5-9ECBF8352444}" type="slidenum">
              <a:rPr lang="sv-SE" altLang="en-US">
                <a:latin typeface="Garamond" panose="02020404030301010803" pitchFamily="18" charset="0"/>
              </a:rPr>
              <a:pPr eaLnBrk="1" hangingPunct="1"/>
              <a:t>60</a:t>
            </a:fld>
            <a:endParaRPr lang="sv-SE" altLang="en-US">
              <a:latin typeface="Garamond" panose="02020404030301010803" pitchFamily="18" charset="0"/>
            </a:endParaRPr>
          </a:p>
        </p:txBody>
      </p:sp>
      <p:pic>
        <p:nvPicPr>
          <p:cNvPr id="21506" name="Picture 2"/>
          <p:cNvPicPr>
            <a:picLocks noChangeAspect="1" noChangeArrowheads="1"/>
          </p:cNvPicPr>
          <p:nvPr/>
        </p:nvPicPr>
        <p:blipFill>
          <a:blip r:embed="rId2"/>
          <a:srcRect/>
          <a:stretch>
            <a:fillRect/>
          </a:stretch>
        </p:blipFill>
        <p:spPr bwMode="auto">
          <a:xfrm>
            <a:off x="609600" y="1066800"/>
            <a:ext cx="8001000" cy="2438400"/>
          </a:xfrm>
          <a:prstGeom prst="rect">
            <a:avLst/>
          </a:prstGeom>
          <a:noFill/>
          <a:ln w="9525">
            <a:noFill/>
            <a:miter lim="800000"/>
            <a:headEnd/>
            <a:tailEnd/>
          </a:ln>
          <a:effectLst/>
        </p:spPr>
      </p:pic>
      <p:sp>
        <p:nvSpPr>
          <p:cNvPr id="8" name="Content Placeholder 7"/>
          <p:cNvSpPr>
            <a:spLocks noGrp="1"/>
          </p:cNvSpPr>
          <p:nvPr>
            <p:ph idx="1"/>
          </p:nvPr>
        </p:nvSpPr>
        <p:spPr>
          <a:xfrm>
            <a:off x="457200" y="3581400"/>
            <a:ext cx="8229600" cy="2549525"/>
          </a:xfrm>
        </p:spPr>
        <p:txBody>
          <a:bodyPr/>
          <a:lstStyle/>
          <a:p>
            <a:r>
              <a:rPr lang="en-US" sz="2800" dirty="0"/>
              <a:t>Because only 4000 products sell in each store in a day, not all of these 22 billion rows are occupied. Because of this </a:t>
            </a:r>
            <a:r>
              <a:rPr lang="en-US" sz="2800" dirty="0" err="1"/>
              <a:t>sparsity</a:t>
            </a:r>
            <a:r>
              <a:rPr lang="en-US" sz="2800" dirty="0"/>
              <a:t>, only 10% of the rows are occupied. Therefore, the real estimate of the number of base table rows is 2 billion</a:t>
            </a:r>
            <a:r>
              <a:rPr lang="en-US"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B3E4BF84-F35C-4501-81B5-790384A2B7DE}"/>
              </a:ext>
            </a:extLst>
          </p:cNvPr>
          <p:cNvSpPr>
            <a:spLocks noGrp="1"/>
          </p:cNvSpPr>
          <p:nvPr>
            <p:ph type="title"/>
          </p:nvPr>
        </p:nvSpPr>
        <p:spPr/>
        <p:txBody>
          <a:bodyPr/>
          <a:lstStyle/>
          <a:p>
            <a:r>
              <a:rPr lang="en-US" altLang="en-US" dirty="0">
                <a:ea typeface="ＭＳ Ｐゴシック" panose="020B0600070205080204" pitchFamily="34" charset="-128"/>
              </a:rPr>
              <a:t>Effect of </a:t>
            </a:r>
            <a:r>
              <a:rPr lang="en-US" altLang="en-US" dirty="0" err="1">
                <a:ea typeface="ＭＳ Ｐゴシック" panose="020B0600070205080204" pitchFamily="34" charset="-128"/>
              </a:rPr>
              <a:t>sparsity</a:t>
            </a:r>
            <a:r>
              <a:rPr lang="en-US" altLang="en-US" dirty="0">
                <a:ea typeface="ＭＳ Ｐゴシック" panose="020B0600070205080204" pitchFamily="34" charset="-128"/>
              </a:rPr>
              <a:t> on Aggregates</a:t>
            </a:r>
          </a:p>
        </p:txBody>
      </p:sp>
      <p:sp>
        <p:nvSpPr>
          <p:cNvPr id="90116" name="Slide Number Placeholder 3">
            <a:extLst>
              <a:ext uri="{FF2B5EF4-FFF2-40B4-BE49-F238E27FC236}">
                <a16:creationId xmlns:a16="http://schemas.microsoft.com/office/drawing/2014/main" id="{912095D4-2D94-4700-BA6F-DD5321078AB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3FCD66BF-E7D1-40B2-AED5-9ECBF8352444}" type="slidenum">
              <a:rPr lang="sv-SE" altLang="en-US">
                <a:latin typeface="Garamond" panose="02020404030301010803" pitchFamily="18" charset="0"/>
              </a:rPr>
              <a:pPr eaLnBrk="1" hangingPunct="1"/>
              <a:t>61</a:t>
            </a:fld>
            <a:endParaRPr lang="sv-SE" altLang="en-US">
              <a:latin typeface="Garamond" panose="02020404030301010803" pitchFamily="18" charset="0"/>
            </a:endParaRPr>
          </a:p>
        </p:txBody>
      </p:sp>
      <p:pic>
        <p:nvPicPr>
          <p:cNvPr id="21507" name="Picture 3"/>
          <p:cNvPicPr>
            <a:picLocks noGrp="1" noChangeAspect="1" noChangeArrowheads="1"/>
          </p:cNvPicPr>
          <p:nvPr>
            <p:ph idx="1"/>
          </p:nvPr>
        </p:nvPicPr>
        <p:blipFill>
          <a:blip r:embed="rId2"/>
          <a:srcRect/>
          <a:stretch>
            <a:fillRect/>
          </a:stretch>
        </p:blipFill>
        <p:spPr bwMode="auto">
          <a:xfrm>
            <a:off x="533400" y="1143000"/>
            <a:ext cx="7391400" cy="2819400"/>
          </a:xfrm>
          <a:prstGeom prst="rect">
            <a:avLst/>
          </a:prstGeom>
          <a:noFill/>
          <a:ln w="9525">
            <a:noFill/>
            <a:miter lim="800000"/>
            <a:headEnd/>
            <a:tailEnd/>
          </a:ln>
          <a:effectLst/>
        </p:spPr>
      </p:pic>
      <p:sp>
        <p:nvSpPr>
          <p:cNvPr id="6" name="Rectangle 5"/>
          <p:cNvSpPr/>
          <p:nvPr/>
        </p:nvSpPr>
        <p:spPr>
          <a:xfrm>
            <a:off x="838200" y="4114800"/>
            <a:ext cx="7696200" cy="1754326"/>
          </a:xfrm>
          <a:prstGeom prst="rect">
            <a:avLst/>
          </a:prstGeom>
        </p:spPr>
        <p:txBody>
          <a:bodyPr wrap="square">
            <a:spAutoFit/>
          </a:bodyPr>
          <a:lstStyle/>
          <a:p>
            <a:r>
              <a:rPr lang="en-US" dirty="0"/>
              <a:t>Experienced data warehousing practitioners have a suggestion. When you form aggregates,</a:t>
            </a:r>
          </a:p>
          <a:p>
            <a:r>
              <a:rPr lang="en-US" dirty="0"/>
              <a:t>make sure that each aggregate table row summarizes at least 10 rows in the lower</a:t>
            </a:r>
          </a:p>
          <a:p>
            <a:r>
              <a:rPr lang="en-US" dirty="0"/>
              <a:t>level table. If you increase this to 20 rows or more, it would be really remarkable.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7ADAEAC2-3CE6-412E-BBB2-91175929E7FE}"/>
              </a:ext>
            </a:extLst>
          </p:cNvPr>
          <p:cNvSpPr>
            <a:spLocks noGrp="1"/>
          </p:cNvSpPr>
          <p:nvPr>
            <p:ph type="title"/>
          </p:nvPr>
        </p:nvSpPr>
        <p:spPr/>
        <p:txBody>
          <a:bodyPr/>
          <a:lstStyle/>
          <a:p>
            <a:r>
              <a:rPr lang="en-US" altLang="en-US">
                <a:ea typeface="ＭＳ Ｐゴシック" panose="020B0600070205080204" pitchFamily="34" charset="-128"/>
              </a:rPr>
              <a:t>Families of Stars</a:t>
            </a:r>
          </a:p>
        </p:txBody>
      </p:sp>
      <p:pic>
        <p:nvPicPr>
          <p:cNvPr id="91139" name="Content Placeholder 4" descr="Screen Shot 2012-10-30 at 11.28.32 PM.png">
            <a:extLst>
              <a:ext uri="{FF2B5EF4-FFF2-40B4-BE49-F238E27FC236}">
                <a16:creationId xmlns:a16="http://schemas.microsoft.com/office/drawing/2014/main" id="{6CE9A799-8DC9-4875-8404-0FF3EB1F22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4951" r="-4951"/>
          <a:stretch>
            <a:fillRect/>
          </a:stretch>
        </p:blipFill>
        <p:spPr/>
      </p:pic>
      <p:sp>
        <p:nvSpPr>
          <p:cNvPr id="91140" name="Slide Number Placeholder 3">
            <a:extLst>
              <a:ext uri="{FF2B5EF4-FFF2-40B4-BE49-F238E27FC236}">
                <a16:creationId xmlns:a16="http://schemas.microsoft.com/office/drawing/2014/main" id="{BC4CE04D-DEE5-48C4-9169-16166DDD9C8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BA547F9D-60C8-457C-ABB7-21EB0523FB79}" type="slidenum">
              <a:rPr lang="sv-SE" altLang="en-US">
                <a:latin typeface="Garamond" panose="02020404030301010803" pitchFamily="18" charset="0"/>
              </a:rPr>
              <a:pPr eaLnBrk="1" hangingPunct="1"/>
              <a:t>62</a:t>
            </a:fld>
            <a:endParaRPr lang="sv-SE" altLang="en-US">
              <a:latin typeface="Garamond" panose="02020404030301010803"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a:extLst>
              <a:ext uri="{FF2B5EF4-FFF2-40B4-BE49-F238E27FC236}">
                <a16:creationId xmlns:a16="http://schemas.microsoft.com/office/drawing/2014/main" id="{A8D304ED-EA24-4EB0-B729-015C2E300C73}"/>
              </a:ext>
            </a:extLst>
          </p:cNvPr>
          <p:cNvSpPr>
            <a:spLocks noGrp="1"/>
          </p:cNvSpPr>
          <p:nvPr>
            <p:ph type="title"/>
          </p:nvPr>
        </p:nvSpPr>
        <p:spPr/>
        <p:txBody>
          <a:bodyPr/>
          <a:lstStyle/>
          <a:p>
            <a:r>
              <a:rPr lang="en-US" altLang="en-US">
                <a:ea typeface="ＭＳ Ｐゴシック" panose="020B0600070205080204" pitchFamily="34" charset="-128"/>
              </a:rPr>
              <a:t>Families of Stars (Cont.)</a:t>
            </a:r>
          </a:p>
        </p:txBody>
      </p:sp>
      <p:sp>
        <p:nvSpPr>
          <p:cNvPr id="92163" name="Content Placeholder 2">
            <a:extLst>
              <a:ext uri="{FF2B5EF4-FFF2-40B4-BE49-F238E27FC236}">
                <a16:creationId xmlns:a16="http://schemas.microsoft.com/office/drawing/2014/main" id="{3FB2CAA3-B08B-4B77-BDBC-EFE82BC1A7D1}"/>
              </a:ext>
            </a:extLst>
          </p:cNvPr>
          <p:cNvSpPr>
            <a:spLocks noGrp="1"/>
          </p:cNvSpPr>
          <p:nvPr>
            <p:ph idx="1"/>
          </p:nvPr>
        </p:nvSpPr>
        <p:spPr>
          <a:xfrm>
            <a:off x="457200" y="1066800"/>
            <a:ext cx="8229600" cy="4530725"/>
          </a:xfrm>
        </p:spPr>
        <p:txBody>
          <a:bodyPr/>
          <a:lstStyle/>
          <a:p>
            <a:r>
              <a:rPr lang="en-US" altLang="en-US" sz="2400">
                <a:ea typeface="ＭＳ Ｐゴシック" panose="020B0600070205080204" pitchFamily="34" charset="-128"/>
              </a:rPr>
              <a:t>Transaction (day to day) and snapshot tables (data after some specific intervals)</a:t>
            </a:r>
          </a:p>
          <a:p>
            <a:endParaRPr lang="en-US" altLang="en-US">
              <a:ea typeface="ＭＳ Ｐゴシック" panose="020B0600070205080204" pitchFamily="34" charset="-128"/>
            </a:endParaRPr>
          </a:p>
          <a:p>
            <a:endParaRPr lang="en-US" altLang="en-US">
              <a:ea typeface="ＭＳ Ｐゴシック" panose="020B0600070205080204" pitchFamily="34" charset="-128"/>
            </a:endParaRPr>
          </a:p>
        </p:txBody>
      </p:sp>
      <p:sp>
        <p:nvSpPr>
          <p:cNvPr id="92164" name="Slide Number Placeholder 3">
            <a:extLst>
              <a:ext uri="{FF2B5EF4-FFF2-40B4-BE49-F238E27FC236}">
                <a16:creationId xmlns:a16="http://schemas.microsoft.com/office/drawing/2014/main" id="{B8F78ADF-6D70-4898-80E9-42AB74DC74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2D75A586-57CC-49B0-97D6-178414531766}" type="slidenum">
              <a:rPr lang="sv-SE" altLang="en-US">
                <a:latin typeface="Garamond" panose="02020404030301010803" pitchFamily="18" charset="0"/>
              </a:rPr>
              <a:pPr eaLnBrk="1" hangingPunct="1"/>
              <a:t>63</a:t>
            </a:fld>
            <a:endParaRPr lang="sv-SE" altLang="en-US">
              <a:latin typeface="Garamond" panose="02020404030301010803" pitchFamily="18" charset="0"/>
            </a:endParaRPr>
          </a:p>
        </p:txBody>
      </p:sp>
      <p:pic>
        <p:nvPicPr>
          <p:cNvPr id="92165" name="Picture 5" descr="Screen Shot 2012-11-04 at 6.58.14 PM.png">
            <a:extLst>
              <a:ext uri="{FF2B5EF4-FFF2-40B4-BE49-F238E27FC236}">
                <a16:creationId xmlns:a16="http://schemas.microsoft.com/office/drawing/2014/main" id="{D425C6B8-A1A6-4C92-9027-90AEB47A29B7}"/>
              </a:ext>
            </a:extLst>
          </p:cNvPr>
          <p:cNvPicPr>
            <a:picLocks noChangeAspect="1"/>
          </p:cNvPicPr>
          <p:nvPr/>
        </p:nvPicPr>
        <p:blipFill>
          <a:blip r:embed="rId3">
            <a:extLst>
              <a:ext uri="{28A0092B-C50C-407E-A947-70E740481C1C}">
                <a14:useLocalDpi xmlns:a14="http://schemas.microsoft.com/office/drawing/2010/main" val="0"/>
              </a:ext>
            </a:extLst>
          </a:blip>
          <a:srcRect l="8032" t="3894" r="2451" b="2611"/>
          <a:stretch>
            <a:fillRect/>
          </a:stretch>
        </p:blipFill>
        <p:spPr bwMode="auto">
          <a:xfrm>
            <a:off x="838200" y="1905000"/>
            <a:ext cx="7010400"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0EBD9096-3479-427B-A90C-5658A77A4C5D}"/>
              </a:ext>
            </a:extLst>
          </p:cNvPr>
          <p:cNvSpPr>
            <a:spLocks noGrp="1"/>
          </p:cNvSpPr>
          <p:nvPr>
            <p:ph type="title"/>
          </p:nvPr>
        </p:nvSpPr>
        <p:spPr/>
        <p:txBody>
          <a:bodyPr/>
          <a:lstStyle/>
          <a:p>
            <a:r>
              <a:rPr lang="en-US" altLang="en-US">
                <a:ea typeface="ＭＳ Ｐゴシック" panose="020B0600070205080204" pitchFamily="34" charset="-128"/>
              </a:rPr>
              <a:t>Families of Stars (Cont.)</a:t>
            </a:r>
          </a:p>
        </p:txBody>
      </p:sp>
      <p:sp>
        <p:nvSpPr>
          <p:cNvPr id="93187" name="Content Placeholder 2">
            <a:extLst>
              <a:ext uri="{FF2B5EF4-FFF2-40B4-BE49-F238E27FC236}">
                <a16:creationId xmlns:a16="http://schemas.microsoft.com/office/drawing/2014/main" id="{55BCA3E0-57AB-48A9-A5A9-40234AD42EC9}"/>
              </a:ext>
            </a:extLst>
          </p:cNvPr>
          <p:cNvSpPr>
            <a:spLocks noGrp="1"/>
          </p:cNvSpPr>
          <p:nvPr>
            <p:ph idx="1"/>
          </p:nvPr>
        </p:nvSpPr>
        <p:spPr>
          <a:xfrm>
            <a:off x="457200" y="914400"/>
            <a:ext cx="8229600" cy="4530725"/>
          </a:xfrm>
        </p:spPr>
        <p:txBody>
          <a:bodyPr/>
          <a:lstStyle/>
          <a:p>
            <a:r>
              <a:rPr lang="en-US" altLang="en-US" sz="2400">
                <a:ea typeface="ＭＳ Ｐゴシック" panose="020B0600070205080204" pitchFamily="34" charset="-128"/>
              </a:rPr>
              <a:t>Core and custom tables</a:t>
            </a:r>
          </a:p>
          <a:p>
            <a:endParaRPr lang="en-US" altLang="en-US" sz="2400">
              <a:ea typeface="ＭＳ Ｐゴシック" panose="020B0600070205080204" pitchFamily="34" charset="-128"/>
            </a:endParaRPr>
          </a:p>
        </p:txBody>
      </p:sp>
      <p:sp>
        <p:nvSpPr>
          <p:cNvPr id="93188" name="Slide Number Placeholder 3">
            <a:extLst>
              <a:ext uri="{FF2B5EF4-FFF2-40B4-BE49-F238E27FC236}">
                <a16:creationId xmlns:a16="http://schemas.microsoft.com/office/drawing/2014/main" id="{944F74F3-2140-4B8B-9172-E55774CB47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CDAEE648-5287-456B-BBA3-7ADA68BA66B4}" type="slidenum">
              <a:rPr lang="sv-SE" altLang="en-US">
                <a:latin typeface="Garamond" panose="02020404030301010803" pitchFamily="18" charset="0"/>
              </a:rPr>
              <a:pPr eaLnBrk="1" hangingPunct="1"/>
              <a:t>64</a:t>
            </a:fld>
            <a:endParaRPr lang="sv-SE" altLang="en-US">
              <a:latin typeface="Garamond" panose="02020404030301010803" pitchFamily="18" charset="0"/>
            </a:endParaRPr>
          </a:p>
        </p:txBody>
      </p:sp>
      <p:pic>
        <p:nvPicPr>
          <p:cNvPr id="93189" name="Picture 4" descr="Screen Shot 2012-11-04 at 7.04.13 PM.png">
            <a:extLst>
              <a:ext uri="{FF2B5EF4-FFF2-40B4-BE49-F238E27FC236}">
                <a16:creationId xmlns:a16="http://schemas.microsoft.com/office/drawing/2014/main" id="{E8ECB51A-E098-4D5C-A274-CDCA8BC951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700" y="1335088"/>
            <a:ext cx="7226300" cy="544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CE7F15BE-09E5-4251-BFD6-769A8917B023}"/>
              </a:ext>
            </a:extLst>
          </p:cNvPr>
          <p:cNvSpPr>
            <a:spLocks noGrp="1"/>
          </p:cNvSpPr>
          <p:nvPr>
            <p:ph type="title"/>
          </p:nvPr>
        </p:nvSpPr>
        <p:spPr/>
        <p:txBody>
          <a:bodyPr/>
          <a:lstStyle/>
          <a:p>
            <a:r>
              <a:rPr lang="en-US" altLang="en-US">
                <a:ea typeface="ＭＳ Ｐゴシック" panose="020B0600070205080204" pitchFamily="34" charset="-128"/>
              </a:rPr>
              <a:t>Families of Stars (Cont.)</a:t>
            </a:r>
          </a:p>
        </p:txBody>
      </p:sp>
      <p:sp>
        <p:nvSpPr>
          <p:cNvPr id="3" name="Content Placeholder 2">
            <a:extLst>
              <a:ext uri="{FF2B5EF4-FFF2-40B4-BE49-F238E27FC236}">
                <a16:creationId xmlns:a16="http://schemas.microsoft.com/office/drawing/2014/main" id="{D1261184-E28A-4158-926B-ACCAFE81336E}"/>
              </a:ext>
            </a:extLst>
          </p:cNvPr>
          <p:cNvSpPr>
            <a:spLocks noGrp="1"/>
          </p:cNvSpPr>
          <p:nvPr>
            <p:ph idx="1"/>
          </p:nvPr>
        </p:nvSpPr>
        <p:spPr>
          <a:xfrm>
            <a:off x="457200" y="990600"/>
            <a:ext cx="8229600" cy="4530725"/>
          </a:xfrm>
        </p:spPr>
        <p:txBody>
          <a:bodyPr/>
          <a:lstStyle/>
          <a:p>
            <a:pPr>
              <a:buFont typeface="Wingdings" charset="0"/>
              <a:buChar char="n"/>
              <a:defRPr/>
            </a:pPr>
            <a:r>
              <a:rPr lang="en-US" sz="2400" dirty="0"/>
              <a:t>Conformed Dimension: The attributes of a dimension must have the same meaning for all those fact tables with which the dimension is connected.</a:t>
            </a:r>
          </a:p>
          <a:p>
            <a:pPr>
              <a:buFont typeface="Wingdings" charset="0"/>
              <a:buChar char="n"/>
              <a:defRPr/>
            </a:pPr>
            <a:endParaRPr lang="en-US" sz="2400" dirty="0"/>
          </a:p>
          <a:p>
            <a:pPr marL="0" indent="0">
              <a:buFont typeface="Wingdings" charset="0"/>
              <a:buNone/>
              <a:defRPr/>
            </a:pPr>
            <a:r>
              <a:rPr lang="en-US" sz="2400" dirty="0"/>
              <a:t> </a:t>
            </a:r>
          </a:p>
        </p:txBody>
      </p:sp>
      <p:sp>
        <p:nvSpPr>
          <p:cNvPr id="94212" name="Slide Number Placeholder 3">
            <a:extLst>
              <a:ext uri="{FF2B5EF4-FFF2-40B4-BE49-F238E27FC236}">
                <a16:creationId xmlns:a16="http://schemas.microsoft.com/office/drawing/2014/main" id="{4189A0F7-D066-4D18-8092-13991225FE0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540EC0AF-CD71-4758-8EF9-DD1933364DF8}" type="slidenum">
              <a:rPr lang="sv-SE" altLang="en-US">
                <a:latin typeface="Garamond" panose="02020404030301010803" pitchFamily="18" charset="0"/>
              </a:rPr>
              <a:pPr eaLnBrk="1" hangingPunct="1"/>
              <a:t>65</a:t>
            </a:fld>
            <a:endParaRPr lang="sv-SE" altLang="en-US">
              <a:latin typeface="Garamond" panose="02020404030301010803" pitchFamily="18" charset="0"/>
            </a:endParaRPr>
          </a:p>
        </p:txBody>
      </p:sp>
      <p:sp>
        <p:nvSpPr>
          <p:cNvPr id="94213" name="Picture 6">
            <a:extLst>
              <a:ext uri="{FF2B5EF4-FFF2-40B4-BE49-F238E27FC236}">
                <a16:creationId xmlns:a16="http://schemas.microsoft.com/office/drawing/2014/main" id="{1CE9AA6C-3FFF-4386-8E02-9A060FAB32E4}"/>
              </a:ext>
            </a:extLst>
          </p:cNvPr>
          <p:cNvSpPr>
            <a:spLocks noChangeAspect="1" noChangeArrowheads="1"/>
          </p:cNvSpPr>
          <p:nvPr/>
        </p:nvSpPr>
        <p:spPr bwMode="auto">
          <a:xfrm>
            <a:off x="1676400" y="2895600"/>
            <a:ext cx="5321300" cy="294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10237</TotalTime>
  <Words>2386</Words>
  <Application>Microsoft Office PowerPoint</Application>
  <PresentationFormat>On-screen Show (4:3)</PresentationFormat>
  <Paragraphs>307</Paragraphs>
  <Slides>65</Slides>
  <Notes>52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65</vt:i4>
      </vt:variant>
    </vt:vector>
  </HeadingPairs>
  <TitlesOfParts>
    <vt:vector size="76" baseType="lpstr">
      <vt:lpstr>Alegreya</vt:lpstr>
      <vt:lpstr>Alegreya Sans</vt:lpstr>
      <vt:lpstr>Arial</vt:lpstr>
      <vt:lpstr>Calibri</vt:lpstr>
      <vt:lpstr>Garamond</vt:lpstr>
      <vt:lpstr>Symbol</vt:lpstr>
      <vt:lpstr>Times New Roman</vt:lpstr>
      <vt:lpstr>Wingdings</vt:lpstr>
      <vt:lpstr>Office Theme</vt:lpstr>
      <vt:lpstr>Edge</vt:lpstr>
      <vt:lpstr>Worksheet</vt:lpstr>
      <vt:lpstr>  Data Warehousing &amp;  Data Mining(CSC496)</vt:lpstr>
      <vt:lpstr>Dimensional Modeling Advanced Topics Objectives</vt:lpstr>
      <vt:lpstr>Updates to Dimension Tables</vt:lpstr>
      <vt:lpstr>Slowly Changing dimensions</vt:lpstr>
      <vt:lpstr>Updates to Dimension Tables</vt:lpstr>
      <vt:lpstr>Updates to Dimension Tables (Cont.)</vt:lpstr>
      <vt:lpstr>Updates to Dimension Tables (Cont.)</vt:lpstr>
      <vt:lpstr>PowerPoint Presentation</vt:lpstr>
      <vt:lpstr>Updates to Dimension Tables (Cont.)</vt:lpstr>
      <vt:lpstr>Applying Type 1 Changes</vt:lpstr>
      <vt:lpstr>Type 2 changes: preserving history </vt:lpstr>
      <vt:lpstr>Type 2 changes: preserving history </vt:lpstr>
      <vt:lpstr>Updates to Dimension Tables (Cont.)</vt:lpstr>
      <vt:lpstr>Updates to Dimension Tables (Cont.)</vt:lpstr>
      <vt:lpstr>Updates to Dimension Tables (Cont.)</vt:lpstr>
      <vt:lpstr>Updates to Dimension Tables (Cont.)</vt:lpstr>
      <vt:lpstr>Updates to Dimension Tables (Cont.)</vt:lpstr>
      <vt:lpstr>Updates to Dimension Tables (Cont.)</vt:lpstr>
      <vt:lpstr>Large Dimensions</vt:lpstr>
      <vt:lpstr>Large Dimensions</vt:lpstr>
      <vt:lpstr>Multiple Hierarchies</vt:lpstr>
      <vt:lpstr>Rapidly Changing Dimension</vt:lpstr>
      <vt:lpstr>Rapidly Changing Dimension (Cont.)</vt:lpstr>
      <vt:lpstr>Example</vt:lpstr>
      <vt:lpstr>Junk Dimensions</vt:lpstr>
      <vt:lpstr>Junk Dimensions</vt:lpstr>
      <vt:lpstr>Junk Dimension Example [3]</vt:lpstr>
      <vt:lpstr>Junk Dimension Example (Cont.) [3]</vt:lpstr>
      <vt:lpstr>Role-playing Dimensions </vt:lpstr>
      <vt:lpstr>Role-playing Dimensions </vt:lpstr>
      <vt:lpstr>Conformed dimensions  </vt:lpstr>
      <vt:lpstr>Reference Dimensions  </vt:lpstr>
      <vt:lpstr>Many-to-Many Dimensions </vt:lpstr>
      <vt:lpstr>Many-to-Many Dimensions </vt:lpstr>
      <vt:lpstr>The Snowflake Schema</vt:lpstr>
      <vt:lpstr>Example 1 of Snowflake Schema</vt:lpstr>
      <vt:lpstr>The Snowflake Schema</vt:lpstr>
      <vt:lpstr>Sales original table</vt:lpstr>
      <vt:lpstr>Sales Snowflake Schema</vt:lpstr>
      <vt:lpstr>When to Snowflake </vt:lpstr>
      <vt:lpstr>Sales: Snowflake Schema</vt:lpstr>
      <vt:lpstr>Snowflaking</vt:lpstr>
      <vt:lpstr>Advantages and disadvantages of  Snowflake Schema</vt:lpstr>
      <vt:lpstr>Aggregates</vt:lpstr>
      <vt:lpstr>Aggregates</vt:lpstr>
      <vt:lpstr>Another Example</vt:lpstr>
      <vt:lpstr>Aggregates</vt:lpstr>
      <vt:lpstr>Aggregate Fact Tables</vt:lpstr>
      <vt:lpstr>Aggregate Fact Tables</vt:lpstr>
      <vt:lpstr>Aggregate Fact Tables</vt:lpstr>
      <vt:lpstr>Fact Table Sizes</vt:lpstr>
      <vt:lpstr>Need for Aggregates </vt:lpstr>
      <vt:lpstr>Solution</vt:lpstr>
      <vt:lpstr>Multi Way aggregate fact tables</vt:lpstr>
      <vt:lpstr>Multi Way aggregate fact tables</vt:lpstr>
      <vt:lpstr>Multi Way aggregate fact tables</vt:lpstr>
      <vt:lpstr>A way of making aggregates</vt:lpstr>
      <vt:lpstr>Making Aggregates</vt:lpstr>
      <vt:lpstr>Example of Aggregate Fact Table</vt:lpstr>
      <vt:lpstr>Effect of sparsity on Aggregates</vt:lpstr>
      <vt:lpstr>Effect of sparsity on Aggregates</vt:lpstr>
      <vt:lpstr>Families of Stars</vt:lpstr>
      <vt:lpstr>Families of Stars (Cont.)</vt:lpstr>
      <vt:lpstr>Families of Stars (Cont.)</vt:lpstr>
      <vt:lpstr>Families of Stars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Data Warehousing &amp;  Data Mining(CSC496)</dc:title>
  <dc:creator/>
  <cp:lastModifiedBy>usman shehzaib</cp:lastModifiedBy>
  <cp:revision>27</cp:revision>
  <dcterms:created xsi:type="dcterms:W3CDTF">2006-08-16T00:00:00Z</dcterms:created>
  <dcterms:modified xsi:type="dcterms:W3CDTF">2023-03-21T06:06:07Z</dcterms:modified>
</cp:coreProperties>
</file>