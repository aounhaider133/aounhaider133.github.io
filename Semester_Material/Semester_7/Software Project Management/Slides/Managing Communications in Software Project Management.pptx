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1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94"/>
  </p:normalViewPr>
  <p:slideViewPr>
    <p:cSldViewPr snapToGrid="0">
      <p:cViewPr varScale="1">
        <p:scale>
          <a:sx n="121" d="100"/>
          <a:sy n="121" d="100"/>
        </p:scale>
        <p:origin x="3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4" Type="http://schemas.openxmlformats.org/officeDocument/2006/relationships/image" Target="../media/image16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1B82D4B-A2FE-4EC4-87D9-3F036351AC1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8837595-2C5E-485C-8385-5CF80BC587E0}">
      <dgm:prSet/>
      <dgm:spPr/>
      <dgm:t>
        <a:bodyPr/>
        <a:lstStyle/>
        <a:p>
          <a:r>
            <a:rPr lang="en-GB" b="1" i="0" dirty="0"/>
            <a:t>Definition</a:t>
          </a:r>
          <a:r>
            <a:rPr lang="en-GB" b="0" i="0" dirty="0"/>
            <a:t>: The process of ensuring timely and appropriate planning, creation, distribution, storage, retrieval, and management of project information.</a:t>
          </a:r>
          <a:endParaRPr lang="en-US" dirty="0"/>
        </a:p>
      </dgm:t>
    </dgm:pt>
    <dgm:pt modelId="{E1BC5B0E-A83D-4A93-816C-C475286DE9FE}" type="parTrans" cxnId="{67E9E313-68A4-4586-9D3D-147883E91360}">
      <dgm:prSet/>
      <dgm:spPr/>
      <dgm:t>
        <a:bodyPr/>
        <a:lstStyle/>
        <a:p>
          <a:endParaRPr lang="en-US"/>
        </a:p>
      </dgm:t>
    </dgm:pt>
    <dgm:pt modelId="{B213A390-4DA9-4B06-B805-5CC1C7D5BD37}" type="sibTrans" cxnId="{67E9E313-68A4-4586-9D3D-147883E91360}">
      <dgm:prSet/>
      <dgm:spPr/>
      <dgm:t>
        <a:bodyPr/>
        <a:lstStyle/>
        <a:p>
          <a:endParaRPr lang="en-US"/>
        </a:p>
      </dgm:t>
    </dgm:pt>
    <dgm:pt modelId="{C728879A-A529-4BC4-8AA2-499BFAB1F812}">
      <dgm:prSet/>
      <dgm:spPr/>
      <dgm:t>
        <a:bodyPr/>
        <a:lstStyle/>
        <a:p>
          <a:r>
            <a:rPr lang="en-GB" b="1" i="0"/>
            <a:t>Importance</a:t>
          </a:r>
          <a:r>
            <a:rPr lang="en-GB" b="0" i="0"/>
            <a:t>: Ensures alignment among stakeholders, reduces misunderstandings, and enhances decision-making.</a:t>
          </a:r>
          <a:endParaRPr lang="en-US"/>
        </a:p>
      </dgm:t>
    </dgm:pt>
    <dgm:pt modelId="{C600E1D8-3AC8-4425-8819-720B9DEFEE2F}" type="parTrans" cxnId="{A47D2465-62DF-42AA-92A5-6B03F3038EEA}">
      <dgm:prSet/>
      <dgm:spPr/>
      <dgm:t>
        <a:bodyPr/>
        <a:lstStyle/>
        <a:p>
          <a:endParaRPr lang="en-US"/>
        </a:p>
      </dgm:t>
    </dgm:pt>
    <dgm:pt modelId="{737A56E9-A706-4D40-8DF0-08C5E8686F35}" type="sibTrans" cxnId="{A47D2465-62DF-42AA-92A5-6B03F3038EEA}">
      <dgm:prSet/>
      <dgm:spPr/>
      <dgm:t>
        <a:bodyPr/>
        <a:lstStyle/>
        <a:p>
          <a:endParaRPr lang="en-US"/>
        </a:p>
      </dgm:t>
    </dgm:pt>
    <dgm:pt modelId="{28EF63CE-CAFC-4C8C-A055-E24FE1EFD5AD}">
      <dgm:prSet/>
      <dgm:spPr/>
      <dgm:t>
        <a:bodyPr/>
        <a:lstStyle/>
        <a:p>
          <a:r>
            <a:rPr lang="en-GB" b="1" i="0"/>
            <a:t>Key Elements</a:t>
          </a:r>
          <a:r>
            <a:rPr lang="en-GB" b="0" i="0"/>
            <a:t>:</a:t>
          </a:r>
          <a:endParaRPr lang="en-US"/>
        </a:p>
      </dgm:t>
    </dgm:pt>
    <dgm:pt modelId="{110C3454-8239-4CF6-ABAF-EBAF4341195A}" type="parTrans" cxnId="{3DB26F0C-DEA5-4BE2-A971-5C46625CA805}">
      <dgm:prSet/>
      <dgm:spPr/>
      <dgm:t>
        <a:bodyPr/>
        <a:lstStyle/>
        <a:p>
          <a:endParaRPr lang="en-US"/>
        </a:p>
      </dgm:t>
    </dgm:pt>
    <dgm:pt modelId="{AAE35FE5-0558-45BE-A7BF-5BA148EE5297}" type="sibTrans" cxnId="{3DB26F0C-DEA5-4BE2-A971-5C46625CA805}">
      <dgm:prSet/>
      <dgm:spPr/>
      <dgm:t>
        <a:bodyPr/>
        <a:lstStyle/>
        <a:p>
          <a:endParaRPr lang="en-US"/>
        </a:p>
      </dgm:t>
    </dgm:pt>
    <dgm:pt modelId="{68B8797F-6058-4E0E-ADEE-522D4E1A6CCB}">
      <dgm:prSet/>
      <dgm:spPr/>
      <dgm:t>
        <a:bodyPr/>
        <a:lstStyle/>
        <a:p>
          <a:r>
            <a:rPr lang="en-GB" b="0" i="0"/>
            <a:t>Stakeholder engagement</a:t>
          </a:r>
          <a:endParaRPr lang="en-US"/>
        </a:p>
      </dgm:t>
    </dgm:pt>
    <dgm:pt modelId="{C4B7D12C-B9EE-46A5-A4EA-2B7F6EB6C240}" type="parTrans" cxnId="{5606CB51-ADE4-4044-A15B-00F343B69113}">
      <dgm:prSet/>
      <dgm:spPr/>
      <dgm:t>
        <a:bodyPr/>
        <a:lstStyle/>
        <a:p>
          <a:endParaRPr lang="en-US"/>
        </a:p>
      </dgm:t>
    </dgm:pt>
    <dgm:pt modelId="{92C4CDDD-3CA2-40C5-8754-6B28FD7CFB11}" type="sibTrans" cxnId="{5606CB51-ADE4-4044-A15B-00F343B69113}">
      <dgm:prSet/>
      <dgm:spPr/>
      <dgm:t>
        <a:bodyPr/>
        <a:lstStyle/>
        <a:p>
          <a:endParaRPr lang="en-US"/>
        </a:p>
      </dgm:t>
    </dgm:pt>
    <dgm:pt modelId="{5001D513-B06A-4B01-99F6-25F966D997C5}">
      <dgm:prSet/>
      <dgm:spPr/>
      <dgm:t>
        <a:bodyPr/>
        <a:lstStyle/>
        <a:p>
          <a:r>
            <a:rPr lang="en-GB" b="0" i="0"/>
            <a:t>Communication planning</a:t>
          </a:r>
          <a:endParaRPr lang="en-US"/>
        </a:p>
      </dgm:t>
    </dgm:pt>
    <dgm:pt modelId="{94CD8ED1-EDBE-4827-B1DF-BEBE221DA9B4}" type="parTrans" cxnId="{ADF3669E-6A48-41DC-AF52-0CBD3EC6F656}">
      <dgm:prSet/>
      <dgm:spPr/>
      <dgm:t>
        <a:bodyPr/>
        <a:lstStyle/>
        <a:p>
          <a:endParaRPr lang="en-US"/>
        </a:p>
      </dgm:t>
    </dgm:pt>
    <dgm:pt modelId="{9C4753BB-820B-4BC8-BC73-D26CBA11F022}" type="sibTrans" cxnId="{ADF3669E-6A48-41DC-AF52-0CBD3EC6F656}">
      <dgm:prSet/>
      <dgm:spPr/>
      <dgm:t>
        <a:bodyPr/>
        <a:lstStyle/>
        <a:p>
          <a:endParaRPr lang="en-US"/>
        </a:p>
      </dgm:t>
    </dgm:pt>
    <dgm:pt modelId="{6D15D53D-369E-42E6-B547-D7D47D603075}">
      <dgm:prSet/>
      <dgm:spPr/>
      <dgm:t>
        <a:bodyPr/>
        <a:lstStyle/>
        <a:p>
          <a:r>
            <a:rPr lang="en-GB" b="0" i="0"/>
            <a:t>Feedback loops</a:t>
          </a:r>
          <a:endParaRPr lang="en-US"/>
        </a:p>
      </dgm:t>
    </dgm:pt>
    <dgm:pt modelId="{65542F42-4457-4DE0-8B19-1872C94C6E8D}" type="parTrans" cxnId="{A66E4B76-89D7-4204-B0F0-C3D294CD779B}">
      <dgm:prSet/>
      <dgm:spPr/>
      <dgm:t>
        <a:bodyPr/>
        <a:lstStyle/>
        <a:p>
          <a:endParaRPr lang="en-US"/>
        </a:p>
      </dgm:t>
    </dgm:pt>
    <dgm:pt modelId="{73512ED4-AC6D-4D9F-9AE9-86AB5CD5223A}" type="sibTrans" cxnId="{A66E4B76-89D7-4204-B0F0-C3D294CD779B}">
      <dgm:prSet/>
      <dgm:spPr/>
      <dgm:t>
        <a:bodyPr/>
        <a:lstStyle/>
        <a:p>
          <a:endParaRPr lang="en-US"/>
        </a:p>
      </dgm:t>
    </dgm:pt>
    <dgm:pt modelId="{FA023ED3-110A-4D8A-BBAF-52746C4FB88C}" type="pres">
      <dgm:prSet presAssocID="{11B82D4B-A2FE-4EC4-87D9-3F036351AC10}" presName="root" presStyleCnt="0">
        <dgm:presLayoutVars>
          <dgm:dir/>
          <dgm:resizeHandles val="exact"/>
        </dgm:presLayoutVars>
      </dgm:prSet>
      <dgm:spPr/>
    </dgm:pt>
    <dgm:pt modelId="{52B9B33A-F27D-4CB0-B1C0-2B92CF69395B}" type="pres">
      <dgm:prSet presAssocID="{B8837595-2C5E-485C-8385-5CF80BC587E0}" presName="compNode" presStyleCnt="0"/>
      <dgm:spPr/>
    </dgm:pt>
    <dgm:pt modelId="{95F41823-A247-4D2F-B8E0-33380394F0EE}" type="pres">
      <dgm:prSet presAssocID="{B8837595-2C5E-485C-8385-5CF80BC587E0}" presName="bgRect" presStyleLbl="bgShp" presStyleIdx="0" presStyleCnt="3"/>
      <dgm:spPr/>
    </dgm:pt>
    <dgm:pt modelId="{131756CA-745B-416B-B065-C39CE8100BC9}" type="pres">
      <dgm:prSet presAssocID="{B8837595-2C5E-485C-8385-5CF80BC587E0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792DE9F6-B8A4-499A-AC53-1F29E4D714BC}" type="pres">
      <dgm:prSet presAssocID="{B8837595-2C5E-485C-8385-5CF80BC587E0}" presName="spaceRect" presStyleCnt="0"/>
      <dgm:spPr/>
    </dgm:pt>
    <dgm:pt modelId="{F7B81BD4-09D8-4421-8E1C-D6046380D9F5}" type="pres">
      <dgm:prSet presAssocID="{B8837595-2C5E-485C-8385-5CF80BC587E0}" presName="parTx" presStyleLbl="revTx" presStyleIdx="0" presStyleCnt="4">
        <dgm:presLayoutVars>
          <dgm:chMax val="0"/>
          <dgm:chPref val="0"/>
        </dgm:presLayoutVars>
      </dgm:prSet>
      <dgm:spPr/>
    </dgm:pt>
    <dgm:pt modelId="{86575F00-E21B-468D-A3CA-85902E368913}" type="pres">
      <dgm:prSet presAssocID="{B213A390-4DA9-4B06-B805-5CC1C7D5BD37}" presName="sibTrans" presStyleCnt="0"/>
      <dgm:spPr/>
    </dgm:pt>
    <dgm:pt modelId="{878E135B-552E-4B6C-B7A2-DDDBA26666E1}" type="pres">
      <dgm:prSet presAssocID="{C728879A-A529-4BC4-8AA2-499BFAB1F812}" presName="compNode" presStyleCnt="0"/>
      <dgm:spPr/>
    </dgm:pt>
    <dgm:pt modelId="{F5D27FE6-631B-43F4-8DF5-9AF74ABF0CB0}" type="pres">
      <dgm:prSet presAssocID="{C728879A-A529-4BC4-8AA2-499BFAB1F812}" presName="bgRect" presStyleLbl="bgShp" presStyleIdx="1" presStyleCnt="3"/>
      <dgm:spPr/>
    </dgm:pt>
    <dgm:pt modelId="{49FD1758-1F54-442E-9C53-62E54684B778}" type="pres">
      <dgm:prSet presAssocID="{C728879A-A529-4BC4-8AA2-499BFAB1F812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ard Room"/>
        </a:ext>
      </dgm:extLst>
    </dgm:pt>
    <dgm:pt modelId="{45EF0E80-AB7C-4C26-9E2F-204D632B475D}" type="pres">
      <dgm:prSet presAssocID="{C728879A-A529-4BC4-8AA2-499BFAB1F812}" presName="spaceRect" presStyleCnt="0"/>
      <dgm:spPr/>
    </dgm:pt>
    <dgm:pt modelId="{81A31F64-98C4-4CE8-BA22-2819CC28161B}" type="pres">
      <dgm:prSet presAssocID="{C728879A-A529-4BC4-8AA2-499BFAB1F812}" presName="parTx" presStyleLbl="revTx" presStyleIdx="1" presStyleCnt="4">
        <dgm:presLayoutVars>
          <dgm:chMax val="0"/>
          <dgm:chPref val="0"/>
        </dgm:presLayoutVars>
      </dgm:prSet>
      <dgm:spPr/>
    </dgm:pt>
    <dgm:pt modelId="{1F5757A3-5BBB-4052-9FB5-C9746C701583}" type="pres">
      <dgm:prSet presAssocID="{737A56E9-A706-4D40-8DF0-08C5E8686F35}" presName="sibTrans" presStyleCnt="0"/>
      <dgm:spPr/>
    </dgm:pt>
    <dgm:pt modelId="{AB620870-FA94-4412-ADA3-71B24DA0EA8B}" type="pres">
      <dgm:prSet presAssocID="{28EF63CE-CAFC-4C8C-A055-E24FE1EFD5AD}" presName="compNode" presStyleCnt="0"/>
      <dgm:spPr/>
    </dgm:pt>
    <dgm:pt modelId="{2AA0343C-82D8-4D9F-A64A-EE40021322AC}" type="pres">
      <dgm:prSet presAssocID="{28EF63CE-CAFC-4C8C-A055-E24FE1EFD5AD}" presName="bgRect" presStyleLbl="bgShp" presStyleIdx="2" presStyleCnt="3"/>
      <dgm:spPr/>
    </dgm:pt>
    <dgm:pt modelId="{793159C6-0DA1-426C-9D01-9ECB8A58BB82}" type="pres">
      <dgm:prSet presAssocID="{28EF63CE-CAFC-4C8C-A055-E24FE1EFD5A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B630F8F4-6129-4229-A4ED-84C59FB1A70A}" type="pres">
      <dgm:prSet presAssocID="{28EF63CE-CAFC-4C8C-A055-E24FE1EFD5AD}" presName="spaceRect" presStyleCnt="0"/>
      <dgm:spPr/>
    </dgm:pt>
    <dgm:pt modelId="{84D10707-06EB-4FBB-A472-9A93195656DF}" type="pres">
      <dgm:prSet presAssocID="{28EF63CE-CAFC-4C8C-A055-E24FE1EFD5AD}" presName="parTx" presStyleLbl="revTx" presStyleIdx="2" presStyleCnt="4">
        <dgm:presLayoutVars>
          <dgm:chMax val="0"/>
          <dgm:chPref val="0"/>
        </dgm:presLayoutVars>
      </dgm:prSet>
      <dgm:spPr/>
    </dgm:pt>
    <dgm:pt modelId="{3CE5089C-27B0-43F4-A3CB-81F4E90E1D60}" type="pres">
      <dgm:prSet presAssocID="{28EF63CE-CAFC-4C8C-A055-E24FE1EFD5AD}" presName="desTx" presStyleLbl="revTx" presStyleIdx="3" presStyleCnt="4">
        <dgm:presLayoutVars/>
      </dgm:prSet>
      <dgm:spPr/>
    </dgm:pt>
  </dgm:ptLst>
  <dgm:cxnLst>
    <dgm:cxn modelId="{3DB26F0C-DEA5-4BE2-A971-5C46625CA805}" srcId="{11B82D4B-A2FE-4EC4-87D9-3F036351AC10}" destId="{28EF63CE-CAFC-4C8C-A055-E24FE1EFD5AD}" srcOrd="2" destOrd="0" parTransId="{110C3454-8239-4CF6-ABAF-EBAF4341195A}" sibTransId="{AAE35FE5-0558-45BE-A7BF-5BA148EE5297}"/>
    <dgm:cxn modelId="{67E9E313-68A4-4586-9D3D-147883E91360}" srcId="{11B82D4B-A2FE-4EC4-87D9-3F036351AC10}" destId="{B8837595-2C5E-485C-8385-5CF80BC587E0}" srcOrd="0" destOrd="0" parTransId="{E1BC5B0E-A83D-4A93-816C-C475286DE9FE}" sibTransId="{B213A390-4DA9-4B06-B805-5CC1C7D5BD37}"/>
    <dgm:cxn modelId="{4F404514-CC18-42AE-9146-6447B63B506A}" type="presOf" srcId="{B8837595-2C5E-485C-8385-5CF80BC587E0}" destId="{F7B81BD4-09D8-4421-8E1C-D6046380D9F5}" srcOrd="0" destOrd="0" presId="urn:microsoft.com/office/officeart/2018/2/layout/IconVerticalSolidList"/>
    <dgm:cxn modelId="{3BE6962B-373D-441E-9E82-185C8D1E77C6}" type="presOf" srcId="{5001D513-B06A-4B01-99F6-25F966D997C5}" destId="{3CE5089C-27B0-43F4-A3CB-81F4E90E1D60}" srcOrd="0" destOrd="1" presId="urn:microsoft.com/office/officeart/2018/2/layout/IconVerticalSolidList"/>
    <dgm:cxn modelId="{5606CB51-ADE4-4044-A15B-00F343B69113}" srcId="{28EF63CE-CAFC-4C8C-A055-E24FE1EFD5AD}" destId="{68B8797F-6058-4E0E-ADEE-522D4E1A6CCB}" srcOrd="0" destOrd="0" parTransId="{C4B7D12C-B9EE-46A5-A4EA-2B7F6EB6C240}" sibTransId="{92C4CDDD-3CA2-40C5-8754-6B28FD7CFB11}"/>
    <dgm:cxn modelId="{41B43D53-9DEC-491A-9807-64EB355A9003}" type="presOf" srcId="{68B8797F-6058-4E0E-ADEE-522D4E1A6CCB}" destId="{3CE5089C-27B0-43F4-A3CB-81F4E90E1D60}" srcOrd="0" destOrd="0" presId="urn:microsoft.com/office/officeart/2018/2/layout/IconVerticalSolidList"/>
    <dgm:cxn modelId="{5D3C155A-2321-457D-A116-5F173BE93253}" type="presOf" srcId="{C728879A-A529-4BC4-8AA2-499BFAB1F812}" destId="{81A31F64-98C4-4CE8-BA22-2819CC28161B}" srcOrd="0" destOrd="0" presId="urn:microsoft.com/office/officeart/2018/2/layout/IconVerticalSolidList"/>
    <dgm:cxn modelId="{A47D2465-62DF-42AA-92A5-6B03F3038EEA}" srcId="{11B82D4B-A2FE-4EC4-87D9-3F036351AC10}" destId="{C728879A-A529-4BC4-8AA2-499BFAB1F812}" srcOrd="1" destOrd="0" parTransId="{C600E1D8-3AC8-4425-8819-720B9DEFEE2F}" sibTransId="{737A56E9-A706-4D40-8DF0-08C5E8686F35}"/>
    <dgm:cxn modelId="{A66E4B76-89D7-4204-B0F0-C3D294CD779B}" srcId="{28EF63CE-CAFC-4C8C-A055-E24FE1EFD5AD}" destId="{6D15D53D-369E-42E6-B547-D7D47D603075}" srcOrd="2" destOrd="0" parTransId="{65542F42-4457-4DE0-8B19-1872C94C6E8D}" sibTransId="{73512ED4-AC6D-4D9F-9AE9-86AB5CD5223A}"/>
    <dgm:cxn modelId="{ADF3669E-6A48-41DC-AF52-0CBD3EC6F656}" srcId="{28EF63CE-CAFC-4C8C-A055-E24FE1EFD5AD}" destId="{5001D513-B06A-4B01-99F6-25F966D997C5}" srcOrd="1" destOrd="0" parTransId="{94CD8ED1-EDBE-4827-B1DF-BEBE221DA9B4}" sibTransId="{9C4753BB-820B-4BC8-BC73-D26CBA11F022}"/>
    <dgm:cxn modelId="{1CE496CE-F9A1-45EB-9070-389939159C36}" type="presOf" srcId="{11B82D4B-A2FE-4EC4-87D9-3F036351AC10}" destId="{FA023ED3-110A-4D8A-BBAF-52746C4FB88C}" srcOrd="0" destOrd="0" presId="urn:microsoft.com/office/officeart/2018/2/layout/IconVerticalSolidList"/>
    <dgm:cxn modelId="{D0DC1BD3-1839-4827-A9B4-87D79ED33C42}" type="presOf" srcId="{28EF63CE-CAFC-4C8C-A055-E24FE1EFD5AD}" destId="{84D10707-06EB-4FBB-A472-9A93195656DF}" srcOrd="0" destOrd="0" presId="urn:microsoft.com/office/officeart/2018/2/layout/IconVerticalSolidList"/>
    <dgm:cxn modelId="{135EFBDE-26C8-4D93-A4B4-9C35177779AE}" type="presOf" srcId="{6D15D53D-369E-42E6-B547-D7D47D603075}" destId="{3CE5089C-27B0-43F4-A3CB-81F4E90E1D60}" srcOrd="0" destOrd="2" presId="urn:microsoft.com/office/officeart/2018/2/layout/IconVerticalSolidList"/>
    <dgm:cxn modelId="{105EA6C9-4DB5-4A9D-BBE0-F9EBB4FEFFA9}" type="presParOf" srcId="{FA023ED3-110A-4D8A-BBAF-52746C4FB88C}" destId="{52B9B33A-F27D-4CB0-B1C0-2B92CF69395B}" srcOrd="0" destOrd="0" presId="urn:microsoft.com/office/officeart/2018/2/layout/IconVerticalSolidList"/>
    <dgm:cxn modelId="{C5E25DA7-D5B0-4BB2-85D7-A10379D3B016}" type="presParOf" srcId="{52B9B33A-F27D-4CB0-B1C0-2B92CF69395B}" destId="{95F41823-A247-4D2F-B8E0-33380394F0EE}" srcOrd="0" destOrd="0" presId="urn:microsoft.com/office/officeart/2018/2/layout/IconVerticalSolidList"/>
    <dgm:cxn modelId="{F0969E96-A38E-4B97-AF00-A61C57211C73}" type="presParOf" srcId="{52B9B33A-F27D-4CB0-B1C0-2B92CF69395B}" destId="{131756CA-745B-416B-B065-C39CE8100BC9}" srcOrd="1" destOrd="0" presId="urn:microsoft.com/office/officeart/2018/2/layout/IconVerticalSolidList"/>
    <dgm:cxn modelId="{24C3C970-7864-4F51-93D6-8918271C21B0}" type="presParOf" srcId="{52B9B33A-F27D-4CB0-B1C0-2B92CF69395B}" destId="{792DE9F6-B8A4-499A-AC53-1F29E4D714BC}" srcOrd="2" destOrd="0" presId="urn:microsoft.com/office/officeart/2018/2/layout/IconVerticalSolidList"/>
    <dgm:cxn modelId="{C70F13F9-BB52-4EB8-B778-4E2B1E370213}" type="presParOf" srcId="{52B9B33A-F27D-4CB0-B1C0-2B92CF69395B}" destId="{F7B81BD4-09D8-4421-8E1C-D6046380D9F5}" srcOrd="3" destOrd="0" presId="urn:microsoft.com/office/officeart/2018/2/layout/IconVerticalSolidList"/>
    <dgm:cxn modelId="{6B471D81-F425-47EB-85BD-FF477443E68B}" type="presParOf" srcId="{FA023ED3-110A-4D8A-BBAF-52746C4FB88C}" destId="{86575F00-E21B-468D-A3CA-85902E368913}" srcOrd="1" destOrd="0" presId="urn:microsoft.com/office/officeart/2018/2/layout/IconVerticalSolidList"/>
    <dgm:cxn modelId="{5B38E733-5346-4BC5-8157-6D5239590D1A}" type="presParOf" srcId="{FA023ED3-110A-4D8A-BBAF-52746C4FB88C}" destId="{878E135B-552E-4B6C-B7A2-DDDBA26666E1}" srcOrd="2" destOrd="0" presId="urn:microsoft.com/office/officeart/2018/2/layout/IconVerticalSolidList"/>
    <dgm:cxn modelId="{4C8E0ED1-0897-4730-B615-9ABD2E53541A}" type="presParOf" srcId="{878E135B-552E-4B6C-B7A2-DDDBA26666E1}" destId="{F5D27FE6-631B-43F4-8DF5-9AF74ABF0CB0}" srcOrd="0" destOrd="0" presId="urn:microsoft.com/office/officeart/2018/2/layout/IconVerticalSolidList"/>
    <dgm:cxn modelId="{E2092849-4C77-496E-B884-85FA316FCD4B}" type="presParOf" srcId="{878E135B-552E-4B6C-B7A2-DDDBA26666E1}" destId="{49FD1758-1F54-442E-9C53-62E54684B778}" srcOrd="1" destOrd="0" presId="urn:microsoft.com/office/officeart/2018/2/layout/IconVerticalSolidList"/>
    <dgm:cxn modelId="{9C37C752-7A50-4BD4-B2E8-80DE0BC43464}" type="presParOf" srcId="{878E135B-552E-4B6C-B7A2-DDDBA26666E1}" destId="{45EF0E80-AB7C-4C26-9E2F-204D632B475D}" srcOrd="2" destOrd="0" presId="urn:microsoft.com/office/officeart/2018/2/layout/IconVerticalSolidList"/>
    <dgm:cxn modelId="{CC6CB631-84EF-45CD-A686-7D9C73D5F5C2}" type="presParOf" srcId="{878E135B-552E-4B6C-B7A2-DDDBA26666E1}" destId="{81A31F64-98C4-4CE8-BA22-2819CC28161B}" srcOrd="3" destOrd="0" presId="urn:microsoft.com/office/officeart/2018/2/layout/IconVerticalSolidList"/>
    <dgm:cxn modelId="{F3101E9A-5E54-4DF1-B241-D77261515C37}" type="presParOf" srcId="{FA023ED3-110A-4D8A-BBAF-52746C4FB88C}" destId="{1F5757A3-5BBB-4052-9FB5-C9746C701583}" srcOrd="3" destOrd="0" presId="urn:microsoft.com/office/officeart/2018/2/layout/IconVerticalSolidList"/>
    <dgm:cxn modelId="{B28D94CB-9D10-4247-ACC6-E1C6C0BA4600}" type="presParOf" srcId="{FA023ED3-110A-4D8A-BBAF-52746C4FB88C}" destId="{AB620870-FA94-4412-ADA3-71B24DA0EA8B}" srcOrd="4" destOrd="0" presId="urn:microsoft.com/office/officeart/2018/2/layout/IconVerticalSolidList"/>
    <dgm:cxn modelId="{16E3D2B6-FB85-4A2B-ACB0-859D293F0D85}" type="presParOf" srcId="{AB620870-FA94-4412-ADA3-71B24DA0EA8B}" destId="{2AA0343C-82D8-4D9F-A64A-EE40021322AC}" srcOrd="0" destOrd="0" presId="urn:microsoft.com/office/officeart/2018/2/layout/IconVerticalSolidList"/>
    <dgm:cxn modelId="{1B805431-EA7A-47E5-AED2-BC8DC9E5EBC7}" type="presParOf" srcId="{AB620870-FA94-4412-ADA3-71B24DA0EA8B}" destId="{793159C6-0DA1-426C-9D01-9ECB8A58BB82}" srcOrd="1" destOrd="0" presId="urn:microsoft.com/office/officeart/2018/2/layout/IconVerticalSolidList"/>
    <dgm:cxn modelId="{FFC04F34-8D0D-4F84-A52C-1A9ED936CBD6}" type="presParOf" srcId="{AB620870-FA94-4412-ADA3-71B24DA0EA8B}" destId="{B630F8F4-6129-4229-A4ED-84C59FB1A70A}" srcOrd="2" destOrd="0" presId="urn:microsoft.com/office/officeart/2018/2/layout/IconVerticalSolidList"/>
    <dgm:cxn modelId="{75651C0A-C097-4D8A-AC8C-69E6E8000297}" type="presParOf" srcId="{AB620870-FA94-4412-ADA3-71B24DA0EA8B}" destId="{84D10707-06EB-4FBB-A472-9A93195656DF}" srcOrd="3" destOrd="0" presId="urn:microsoft.com/office/officeart/2018/2/layout/IconVerticalSolidList"/>
    <dgm:cxn modelId="{E80D5F60-2C71-46B0-B34D-FDFA48722BF7}" type="presParOf" srcId="{AB620870-FA94-4412-ADA3-71B24DA0EA8B}" destId="{3CE5089C-27B0-43F4-A3CB-81F4E90E1D60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9425B80-706C-44DD-9FD9-94F5760AC82E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A15CC63-AABC-44B1-9A97-3E8FEAD21CFE}">
      <dgm:prSet/>
      <dgm:spPr/>
      <dgm:t>
        <a:bodyPr/>
        <a:lstStyle/>
        <a:p>
          <a:r>
            <a:rPr lang="en-GB" b="1" i="0" dirty="0"/>
            <a:t>Initiation</a:t>
          </a:r>
          <a:r>
            <a:rPr lang="en-GB" b="0" i="0" dirty="0"/>
            <a:t>:</a:t>
          </a:r>
          <a:endParaRPr lang="en-US" dirty="0"/>
        </a:p>
      </dgm:t>
    </dgm:pt>
    <dgm:pt modelId="{0B663D60-D515-46A4-8689-D27C862E92F7}" type="parTrans" cxnId="{42E085FE-9484-4412-870C-2424DD68DA9A}">
      <dgm:prSet/>
      <dgm:spPr/>
      <dgm:t>
        <a:bodyPr/>
        <a:lstStyle/>
        <a:p>
          <a:endParaRPr lang="en-US"/>
        </a:p>
      </dgm:t>
    </dgm:pt>
    <dgm:pt modelId="{ABA72877-6A26-4886-B3BE-B15A3E0A463A}" type="sibTrans" cxnId="{42E085FE-9484-4412-870C-2424DD68DA9A}">
      <dgm:prSet/>
      <dgm:spPr/>
      <dgm:t>
        <a:bodyPr/>
        <a:lstStyle/>
        <a:p>
          <a:endParaRPr lang="en-US"/>
        </a:p>
      </dgm:t>
    </dgm:pt>
    <dgm:pt modelId="{E2F23F58-40CE-4F0E-BCFA-2E720F6659E4}">
      <dgm:prSet/>
      <dgm:spPr/>
      <dgm:t>
        <a:bodyPr/>
        <a:lstStyle/>
        <a:p>
          <a:r>
            <a:rPr lang="en-GB" b="0" i="0" dirty="0"/>
            <a:t>Identify stakeholders and their communication needs.</a:t>
          </a:r>
          <a:endParaRPr lang="en-US" dirty="0"/>
        </a:p>
      </dgm:t>
    </dgm:pt>
    <dgm:pt modelId="{C4731A0F-C958-4B03-9BE4-64E40281A261}" type="parTrans" cxnId="{9C489007-A8EF-4179-B770-FF0E3DD61E50}">
      <dgm:prSet/>
      <dgm:spPr/>
      <dgm:t>
        <a:bodyPr/>
        <a:lstStyle/>
        <a:p>
          <a:endParaRPr lang="en-US"/>
        </a:p>
      </dgm:t>
    </dgm:pt>
    <dgm:pt modelId="{E81F2002-AF0E-4790-ABA8-222DB9FF2986}" type="sibTrans" cxnId="{9C489007-A8EF-4179-B770-FF0E3DD61E50}">
      <dgm:prSet/>
      <dgm:spPr/>
      <dgm:t>
        <a:bodyPr/>
        <a:lstStyle/>
        <a:p>
          <a:endParaRPr lang="en-US"/>
        </a:p>
      </dgm:t>
    </dgm:pt>
    <dgm:pt modelId="{25361609-0BAF-4F43-B4C5-76EE278D9250}">
      <dgm:prSet/>
      <dgm:spPr/>
      <dgm:t>
        <a:bodyPr/>
        <a:lstStyle/>
        <a:p>
          <a:r>
            <a:rPr lang="en-GB" b="1" i="0" dirty="0"/>
            <a:t>Planning</a:t>
          </a:r>
          <a:r>
            <a:rPr lang="en-GB" b="0" i="0" dirty="0"/>
            <a:t>:</a:t>
          </a:r>
          <a:endParaRPr lang="en-US" dirty="0"/>
        </a:p>
      </dgm:t>
    </dgm:pt>
    <dgm:pt modelId="{55456B3B-A5C4-4FA7-A720-AFC2FFF20B5A}" type="parTrans" cxnId="{E9684B87-5D0A-48CF-8B22-B51F6A11A7BF}">
      <dgm:prSet/>
      <dgm:spPr/>
      <dgm:t>
        <a:bodyPr/>
        <a:lstStyle/>
        <a:p>
          <a:endParaRPr lang="en-US"/>
        </a:p>
      </dgm:t>
    </dgm:pt>
    <dgm:pt modelId="{6EA27E10-872F-4102-B90E-484CD22A89F4}" type="sibTrans" cxnId="{E9684B87-5D0A-48CF-8B22-B51F6A11A7BF}">
      <dgm:prSet/>
      <dgm:spPr/>
      <dgm:t>
        <a:bodyPr/>
        <a:lstStyle/>
        <a:p>
          <a:endParaRPr lang="en-US"/>
        </a:p>
      </dgm:t>
    </dgm:pt>
    <dgm:pt modelId="{F8A83A2E-D564-4370-9FE3-43F0B89F3060}">
      <dgm:prSet/>
      <dgm:spPr/>
      <dgm:t>
        <a:bodyPr/>
        <a:lstStyle/>
        <a:p>
          <a:r>
            <a:rPr lang="en-GB" b="0" i="0" dirty="0"/>
            <a:t>Develop a communication plan tailored to stakeholder requirements.</a:t>
          </a:r>
          <a:endParaRPr lang="en-US" dirty="0"/>
        </a:p>
      </dgm:t>
    </dgm:pt>
    <dgm:pt modelId="{D2D84F94-F1CD-4D79-91F3-23C72ABB1622}" type="parTrans" cxnId="{78B72AD4-367D-46C0-B0E7-D1C1E22E01C1}">
      <dgm:prSet/>
      <dgm:spPr/>
      <dgm:t>
        <a:bodyPr/>
        <a:lstStyle/>
        <a:p>
          <a:endParaRPr lang="en-US"/>
        </a:p>
      </dgm:t>
    </dgm:pt>
    <dgm:pt modelId="{8BA41CDC-D045-477A-830A-134303775860}" type="sibTrans" cxnId="{78B72AD4-367D-46C0-B0E7-D1C1E22E01C1}">
      <dgm:prSet/>
      <dgm:spPr/>
      <dgm:t>
        <a:bodyPr/>
        <a:lstStyle/>
        <a:p>
          <a:endParaRPr lang="en-US"/>
        </a:p>
      </dgm:t>
    </dgm:pt>
    <dgm:pt modelId="{7BB4D3A0-ACE6-4997-84AB-3A0FD0EE0471}">
      <dgm:prSet/>
      <dgm:spPr/>
      <dgm:t>
        <a:bodyPr/>
        <a:lstStyle/>
        <a:p>
          <a:r>
            <a:rPr lang="en-GB" b="1" i="0"/>
            <a:t>Execution</a:t>
          </a:r>
          <a:r>
            <a:rPr lang="en-GB" b="0" i="0"/>
            <a:t>:</a:t>
          </a:r>
          <a:endParaRPr lang="en-US"/>
        </a:p>
      </dgm:t>
    </dgm:pt>
    <dgm:pt modelId="{FE79892C-88E7-4806-AD13-FB7938459527}" type="parTrans" cxnId="{D43CDF13-2CA4-4890-A22B-447DDB7C7ACA}">
      <dgm:prSet/>
      <dgm:spPr/>
      <dgm:t>
        <a:bodyPr/>
        <a:lstStyle/>
        <a:p>
          <a:endParaRPr lang="en-US"/>
        </a:p>
      </dgm:t>
    </dgm:pt>
    <dgm:pt modelId="{7EE341CA-589B-45CB-91DD-CD58E4795D93}" type="sibTrans" cxnId="{D43CDF13-2CA4-4890-A22B-447DDB7C7ACA}">
      <dgm:prSet/>
      <dgm:spPr/>
      <dgm:t>
        <a:bodyPr/>
        <a:lstStyle/>
        <a:p>
          <a:endParaRPr lang="en-US"/>
        </a:p>
      </dgm:t>
    </dgm:pt>
    <dgm:pt modelId="{59FA026F-651B-41DE-9F03-6D14C03E18A2}">
      <dgm:prSet/>
      <dgm:spPr/>
      <dgm:t>
        <a:bodyPr/>
        <a:lstStyle/>
        <a:p>
          <a:r>
            <a:rPr lang="en-GB" b="0" i="0" dirty="0"/>
            <a:t>Distribute information and gather feedback.</a:t>
          </a:r>
          <a:endParaRPr lang="en-US" dirty="0"/>
        </a:p>
      </dgm:t>
    </dgm:pt>
    <dgm:pt modelId="{BDB6859B-D9C3-4561-9147-64D03ACBF263}" type="parTrans" cxnId="{CE2DD122-F414-460A-B82B-DC03B3942CCE}">
      <dgm:prSet/>
      <dgm:spPr/>
      <dgm:t>
        <a:bodyPr/>
        <a:lstStyle/>
        <a:p>
          <a:endParaRPr lang="en-US"/>
        </a:p>
      </dgm:t>
    </dgm:pt>
    <dgm:pt modelId="{4F19055E-399F-45A5-A166-17BBF82FC6DB}" type="sibTrans" cxnId="{CE2DD122-F414-460A-B82B-DC03B3942CCE}">
      <dgm:prSet/>
      <dgm:spPr/>
      <dgm:t>
        <a:bodyPr/>
        <a:lstStyle/>
        <a:p>
          <a:endParaRPr lang="en-US"/>
        </a:p>
      </dgm:t>
    </dgm:pt>
    <dgm:pt modelId="{A2456FAC-7DD4-4B0E-A030-3680E3EDD829}">
      <dgm:prSet/>
      <dgm:spPr/>
      <dgm:t>
        <a:bodyPr/>
        <a:lstStyle/>
        <a:p>
          <a:r>
            <a:rPr lang="en-GB" b="1" i="0"/>
            <a:t>Monitoring and Controlling</a:t>
          </a:r>
          <a:r>
            <a:rPr lang="en-GB" b="0" i="0"/>
            <a:t>:</a:t>
          </a:r>
          <a:endParaRPr lang="en-US"/>
        </a:p>
      </dgm:t>
    </dgm:pt>
    <dgm:pt modelId="{358E00C9-ED4E-4352-BE8B-366A7196C06B}" type="parTrans" cxnId="{CD9F1F75-6178-4718-8B11-A6272724E23C}">
      <dgm:prSet/>
      <dgm:spPr/>
      <dgm:t>
        <a:bodyPr/>
        <a:lstStyle/>
        <a:p>
          <a:endParaRPr lang="en-US"/>
        </a:p>
      </dgm:t>
    </dgm:pt>
    <dgm:pt modelId="{700FFE3C-6CB6-44F9-88F8-B649D94523B3}" type="sibTrans" cxnId="{CD9F1F75-6178-4718-8B11-A6272724E23C}">
      <dgm:prSet/>
      <dgm:spPr/>
      <dgm:t>
        <a:bodyPr/>
        <a:lstStyle/>
        <a:p>
          <a:endParaRPr lang="en-US"/>
        </a:p>
      </dgm:t>
    </dgm:pt>
    <dgm:pt modelId="{ED554CC0-75C0-4909-9118-3C3CF08825A8}">
      <dgm:prSet/>
      <dgm:spPr/>
      <dgm:t>
        <a:bodyPr/>
        <a:lstStyle/>
        <a:p>
          <a:r>
            <a:rPr lang="en-GB" b="0" i="0"/>
            <a:t>Track communication effectiveness and make adjustments.</a:t>
          </a:r>
          <a:endParaRPr lang="en-US"/>
        </a:p>
      </dgm:t>
    </dgm:pt>
    <dgm:pt modelId="{A3264164-CB72-4016-BA63-E4867075EDAA}" type="parTrans" cxnId="{BB8D7FC1-91F1-4869-96CC-B18AC0C1EB05}">
      <dgm:prSet/>
      <dgm:spPr/>
      <dgm:t>
        <a:bodyPr/>
        <a:lstStyle/>
        <a:p>
          <a:endParaRPr lang="en-US"/>
        </a:p>
      </dgm:t>
    </dgm:pt>
    <dgm:pt modelId="{5125B009-46E1-4887-9B1C-4C1A650D3C28}" type="sibTrans" cxnId="{BB8D7FC1-91F1-4869-96CC-B18AC0C1EB05}">
      <dgm:prSet/>
      <dgm:spPr/>
      <dgm:t>
        <a:bodyPr/>
        <a:lstStyle/>
        <a:p>
          <a:endParaRPr lang="en-US"/>
        </a:p>
      </dgm:t>
    </dgm:pt>
    <dgm:pt modelId="{DB2E5DC4-618C-4CC2-B763-1EF5D686B401}">
      <dgm:prSet/>
      <dgm:spPr/>
      <dgm:t>
        <a:bodyPr/>
        <a:lstStyle/>
        <a:p>
          <a:r>
            <a:rPr lang="en-GB" b="1" i="0"/>
            <a:t>Closing</a:t>
          </a:r>
          <a:r>
            <a:rPr lang="en-GB" b="0" i="0"/>
            <a:t>:</a:t>
          </a:r>
          <a:endParaRPr lang="en-US"/>
        </a:p>
      </dgm:t>
    </dgm:pt>
    <dgm:pt modelId="{2F0E04EC-39CA-4C88-B1DE-31A664884CCD}" type="parTrans" cxnId="{5C143003-BEA7-4D08-8312-16815284E2F8}">
      <dgm:prSet/>
      <dgm:spPr/>
      <dgm:t>
        <a:bodyPr/>
        <a:lstStyle/>
        <a:p>
          <a:endParaRPr lang="en-US"/>
        </a:p>
      </dgm:t>
    </dgm:pt>
    <dgm:pt modelId="{3CD7A795-7280-49C4-BA54-D1DBF411C0BA}" type="sibTrans" cxnId="{5C143003-BEA7-4D08-8312-16815284E2F8}">
      <dgm:prSet/>
      <dgm:spPr/>
      <dgm:t>
        <a:bodyPr/>
        <a:lstStyle/>
        <a:p>
          <a:endParaRPr lang="en-US"/>
        </a:p>
      </dgm:t>
    </dgm:pt>
    <dgm:pt modelId="{FC049063-ABE3-40B0-9EB3-A624D56E8580}">
      <dgm:prSet/>
      <dgm:spPr/>
      <dgm:t>
        <a:bodyPr/>
        <a:lstStyle/>
        <a:p>
          <a:r>
            <a:rPr lang="en-GB" b="0" i="0"/>
            <a:t>Document lessons learned and archive communication records.</a:t>
          </a:r>
          <a:endParaRPr lang="en-US"/>
        </a:p>
      </dgm:t>
    </dgm:pt>
    <dgm:pt modelId="{E3956700-A30D-4A18-BFDB-58B366B74557}" type="parTrans" cxnId="{6CC7F25C-17E8-4B50-88E6-EF585834B720}">
      <dgm:prSet/>
      <dgm:spPr/>
      <dgm:t>
        <a:bodyPr/>
        <a:lstStyle/>
        <a:p>
          <a:endParaRPr lang="en-US"/>
        </a:p>
      </dgm:t>
    </dgm:pt>
    <dgm:pt modelId="{50F4B19E-AAC3-44E1-B19C-414ABECB374D}" type="sibTrans" cxnId="{6CC7F25C-17E8-4B50-88E6-EF585834B720}">
      <dgm:prSet/>
      <dgm:spPr/>
      <dgm:t>
        <a:bodyPr/>
        <a:lstStyle/>
        <a:p>
          <a:endParaRPr lang="en-US"/>
        </a:p>
      </dgm:t>
    </dgm:pt>
    <dgm:pt modelId="{6FA6D345-607A-4A4D-973A-33BC3FCDE0B9}" type="pres">
      <dgm:prSet presAssocID="{C9425B80-706C-44DD-9FD9-94F5760AC82E}" presName="Name0" presStyleCnt="0">
        <dgm:presLayoutVars>
          <dgm:dir/>
          <dgm:animLvl val="lvl"/>
          <dgm:resizeHandles val="exact"/>
        </dgm:presLayoutVars>
      </dgm:prSet>
      <dgm:spPr/>
    </dgm:pt>
    <dgm:pt modelId="{9606239E-2062-0F46-925E-C881FB4C83B3}" type="pres">
      <dgm:prSet presAssocID="{AA15CC63-AABC-44B1-9A97-3E8FEAD21CFE}" presName="composite" presStyleCnt="0"/>
      <dgm:spPr/>
    </dgm:pt>
    <dgm:pt modelId="{A6500CE5-7B34-994A-BCE7-FB4FAF44E861}" type="pres">
      <dgm:prSet presAssocID="{AA15CC63-AABC-44B1-9A97-3E8FEAD21CFE}" presName="parTx" presStyleLbl="alignNode1" presStyleIdx="0" presStyleCnt="5">
        <dgm:presLayoutVars>
          <dgm:chMax val="0"/>
          <dgm:chPref val="0"/>
          <dgm:bulletEnabled val="1"/>
        </dgm:presLayoutVars>
      </dgm:prSet>
      <dgm:spPr/>
    </dgm:pt>
    <dgm:pt modelId="{C39892BD-E5A4-5D46-8553-5CF7FF82FCA8}" type="pres">
      <dgm:prSet presAssocID="{AA15CC63-AABC-44B1-9A97-3E8FEAD21CFE}" presName="desTx" presStyleLbl="alignAccFollowNode1" presStyleIdx="0" presStyleCnt="5">
        <dgm:presLayoutVars>
          <dgm:bulletEnabled val="1"/>
        </dgm:presLayoutVars>
      </dgm:prSet>
      <dgm:spPr/>
    </dgm:pt>
    <dgm:pt modelId="{D584C7A3-7708-5F48-A72E-7C4B00B60206}" type="pres">
      <dgm:prSet presAssocID="{ABA72877-6A26-4886-B3BE-B15A3E0A463A}" presName="space" presStyleCnt="0"/>
      <dgm:spPr/>
    </dgm:pt>
    <dgm:pt modelId="{42993B4B-7411-2140-A54F-8CE3B26F91D9}" type="pres">
      <dgm:prSet presAssocID="{25361609-0BAF-4F43-B4C5-76EE278D9250}" presName="composite" presStyleCnt="0"/>
      <dgm:spPr/>
    </dgm:pt>
    <dgm:pt modelId="{B9CE4A3C-9511-ED47-B84B-AAC9D7DA6B74}" type="pres">
      <dgm:prSet presAssocID="{25361609-0BAF-4F43-B4C5-76EE278D9250}" presName="parTx" presStyleLbl="alignNode1" presStyleIdx="1" presStyleCnt="5">
        <dgm:presLayoutVars>
          <dgm:chMax val="0"/>
          <dgm:chPref val="0"/>
          <dgm:bulletEnabled val="1"/>
        </dgm:presLayoutVars>
      </dgm:prSet>
      <dgm:spPr/>
    </dgm:pt>
    <dgm:pt modelId="{39A626BC-83C8-F643-8FEB-37653B0D5ACE}" type="pres">
      <dgm:prSet presAssocID="{25361609-0BAF-4F43-B4C5-76EE278D9250}" presName="desTx" presStyleLbl="alignAccFollowNode1" presStyleIdx="1" presStyleCnt="5">
        <dgm:presLayoutVars>
          <dgm:bulletEnabled val="1"/>
        </dgm:presLayoutVars>
      </dgm:prSet>
      <dgm:spPr/>
    </dgm:pt>
    <dgm:pt modelId="{2BE025B6-AD55-8B46-B386-16DD8951EFAA}" type="pres">
      <dgm:prSet presAssocID="{6EA27E10-872F-4102-B90E-484CD22A89F4}" presName="space" presStyleCnt="0"/>
      <dgm:spPr/>
    </dgm:pt>
    <dgm:pt modelId="{494B02E6-8893-E34E-ABF1-8C8E25FB0A13}" type="pres">
      <dgm:prSet presAssocID="{7BB4D3A0-ACE6-4997-84AB-3A0FD0EE0471}" presName="composite" presStyleCnt="0"/>
      <dgm:spPr/>
    </dgm:pt>
    <dgm:pt modelId="{CDCED347-76CF-B544-A1FB-5626E59ED30F}" type="pres">
      <dgm:prSet presAssocID="{7BB4D3A0-ACE6-4997-84AB-3A0FD0EE0471}" presName="parTx" presStyleLbl="alignNode1" presStyleIdx="2" presStyleCnt="5">
        <dgm:presLayoutVars>
          <dgm:chMax val="0"/>
          <dgm:chPref val="0"/>
          <dgm:bulletEnabled val="1"/>
        </dgm:presLayoutVars>
      </dgm:prSet>
      <dgm:spPr/>
    </dgm:pt>
    <dgm:pt modelId="{41EE29E0-140A-E74D-9F29-9CB654163B82}" type="pres">
      <dgm:prSet presAssocID="{7BB4D3A0-ACE6-4997-84AB-3A0FD0EE0471}" presName="desTx" presStyleLbl="alignAccFollowNode1" presStyleIdx="2" presStyleCnt="5">
        <dgm:presLayoutVars>
          <dgm:bulletEnabled val="1"/>
        </dgm:presLayoutVars>
      </dgm:prSet>
      <dgm:spPr/>
    </dgm:pt>
    <dgm:pt modelId="{FDB4385A-EDF8-2B4E-A395-7AA0F24EFA2A}" type="pres">
      <dgm:prSet presAssocID="{7EE341CA-589B-45CB-91DD-CD58E4795D93}" presName="space" presStyleCnt="0"/>
      <dgm:spPr/>
    </dgm:pt>
    <dgm:pt modelId="{B7AA716C-63EC-6547-B719-4A3F280EBF6D}" type="pres">
      <dgm:prSet presAssocID="{A2456FAC-7DD4-4B0E-A030-3680E3EDD829}" presName="composite" presStyleCnt="0"/>
      <dgm:spPr/>
    </dgm:pt>
    <dgm:pt modelId="{3F8C94DD-E7BB-BA45-A13E-14128C62BB1B}" type="pres">
      <dgm:prSet presAssocID="{A2456FAC-7DD4-4B0E-A030-3680E3EDD829}" presName="parTx" presStyleLbl="alignNode1" presStyleIdx="3" presStyleCnt="5">
        <dgm:presLayoutVars>
          <dgm:chMax val="0"/>
          <dgm:chPref val="0"/>
          <dgm:bulletEnabled val="1"/>
        </dgm:presLayoutVars>
      </dgm:prSet>
      <dgm:spPr/>
    </dgm:pt>
    <dgm:pt modelId="{2B685EB0-DFE3-A040-849A-7517CD1575CB}" type="pres">
      <dgm:prSet presAssocID="{A2456FAC-7DD4-4B0E-A030-3680E3EDD829}" presName="desTx" presStyleLbl="alignAccFollowNode1" presStyleIdx="3" presStyleCnt="5">
        <dgm:presLayoutVars>
          <dgm:bulletEnabled val="1"/>
        </dgm:presLayoutVars>
      </dgm:prSet>
      <dgm:spPr/>
    </dgm:pt>
    <dgm:pt modelId="{6FDD9110-8F20-D744-B353-619AC14ADF59}" type="pres">
      <dgm:prSet presAssocID="{700FFE3C-6CB6-44F9-88F8-B649D94523B3}" presName="space" presStyleCnt="0"/>
      <dgm:spPr/>
    </dgm:pt>
    <dgm:pt modelId="{274C000A-4F8A-774A-BCA0-2E4B8ACDE32F}" type="pres">
      <dgm:prSet presAssocID="{DB2E5DC4-618C-4CC2-B763-1EF5D686B401}" presName="composite" presStyleCnt="0"/>
      <dgm:spPr/>
    </dgm:pt>
    <dgm:pt modelId="{ABB1768C-51B0-1C4E-BC87-C6F08DB67759}" type="pres">
      <dgm:prSet presAssocID="{DB2E5DC4-618C-4CC2-B763-1EF5D686B401}" presName="parTx" presStyleLbl="alignNode1" presStyleIdx="4" presStyleCnt="5">
        <dgm:presLayoutVars>
          <dgm:chMax val="0"/>
          <dgm:chPref val="0"/>
          <dgm:bulletEnabled val="1"/>
        </dgm:presLayoutVars>
      </dgm:prSet>
      <dgm:spPr/>
    </dgm:pt>
    <dgm:pt modelId="{199D0C1A-692C-9E4E-BA86-4FD1FCA698CC}" type="pres">
      <dgm:prSet presAssocID="{DB2E5DC4-618C-4CC2-B763-1EF5D686B401}" presName="desTx" presStyleLbl="alignAccFollowNode1" presStyleIdx="4" presStyleCnt="5">
        <dgm:presLayoutVars>
          <dgm:bulletEnabled val="1"/>
        </dgm:presLayoutVars>
      </dgm:prSet>
      <dgm:spPr/>
    </dgm:pt>
  </dgm:ptLst>
  <dgm:cxnLst>
    <dgm:cxn modelId="{5C143003-BEA7-4D08-8312-16815284E2F8}" srcId="{C9425B80-706C-44DD-9FD9-94F5760AC82E}" destId="{DB2E5DC4-618C-4CC2-B763-1EF5D686B401}" srcOrd="4" destOrd="0" parTransId="{2F0E04EC-39CA-4C88-B1DE-31A664884CCD}" sibTransId="{3CD7A795-7280-49C4-BA54-D1DBF411C0BA}"/>
    <dgm:cxn modelId="{9C489007-A8EF-4179-B770-FF0E3DD61E50}" srcId="{AA15CC63-AABC-44B1-9A97-3E8FEAD21CFE}" destId="{E2F23F58-40CE-4F0E-BCFA-2E720F6659E4}" srcOrd="0" destOrd="0" parTransId="{C4731A0F-C958-4B03-9BE4-64E40281A261}" sibTransId="{E81F2002-AF0E-4790-ABA8-222DB9FF2986}"/>
    <dgm:cxn modelId="{536AF40B-B59F-C840-812B-AA3085581A42}" type="presOf" srcId="{FC049063-ABE3-40B0-9EB3-A624D56E8580}" destId="{199D0C1A-692C-9E4E-BA86-4FD1FCA698CC}" srcOrd="0" destOrd="0" presId="urn:microsoft.com/office/officeart/2005/8/layout/hList1"/>
    <dgm:cxn modelId="{D43CDF13-2CA4-4890-A22B-447DDB7C7ACA}" srcId="{C9425B80-706C-44DD-9FD9-94F5760AC82E}" destId="{7BB4D3A0-ACE6-4997-84AB-3A0FD0EE0471}" srcOrd="2" destOrd="0" parTransId="{FE79892C-88E7-4806-AD13-FB7938459527}" sibTransId="{7EE341CA-589B-45CB-91DD-CD58E4795D93}"/>
    <dgm:cxn modelId="{48FACF15-D8C7-8041-93F7-E372DE14BEE5}" type="presOf" srcId="{AA15CC63-AABC-44B1-9A97-3E8FEAD21CFE}" destId="{A6500CE5-7B34-994A-BCE7-FB4FAF44E861}" srcOrd="0" destOrd="0" presId="urn:microsoft.com/office/officeart/2005/8/layout/hList1"/>
    <dgm:cxn modelId="{CE2DD122-F414-460A-B82B-DC03B3942CCE}" srcId="{7BB4D3A0-ACE6-4997-84AB-3A0FD0EE0471}" destId="{59FA026F-651B-41DE-9F03-6D14C03E18A2}" srcOrd="0" destOrd="0" parTransId="{BDB6859B-D9C3-4561-9147-64D03ACBF263}" sibTransId="{4F19055E-399F-45A5-A166-17BBF82FC6DB}"/>
    <dgm:cxn modelId="{CBE3122E-67DE-C245-BBAC-0A97D660E906}" type="presOf" srcId="{25361609-0BAF-4F43-B4C5-76EE278D9250}" destId="{B9CE4A3C-9511-ED47-B84B-AAC9D7DA6B74}" srcOrd="0" destOrd="0" presId="urn:microsoft.com/office/officeart/2005/8/layout/hList1"/>
    <dgm:cxn modelId="{C68D6957-153F-8648-9272-9D66C7997C6E}" type="presOf" srcId="{A2456FAC-7DD4-4B0E-A030-3680E3EDD829}" destId="{3F8C94DD-E7BB-BA45-A13E-14128C62BB1B}" srcOrd="0" destOrd="0" presId="urn:microsoft.com/office/officeart/2005/8/layout/hList1"/>
    <dgm:cxn modelId="{6CC7F25C-17E8-4B50-88E6-EF585834B720}" srcId="{DB2E5DC4-618C-4CC2-B763-1EF5D686B401}" destId="{FC049063-ABE3-40B0-9EB3-A624D56E8580}" srcOrd="0" destOrd="0" parTransId="{E3956700-A30D-4A18-BFDB-58B366B74557}" sibTransId="{50F4B19E-AAC3-44E1-B19C-414ABECB374D}"/>
    <dgm:cxn modelId="{CD9F1F75-6178-4718-8B11-A6272724E23C}" srcId="{C9425B80-706C-44DD-9FD9-94F5760AC82E}" destId="{A2456FAC-7DD4-4B0E-A030-3680E3EDD829}" srcOrd="3" destOrd="0" parTransId="{358E00C9-ED4E-4352-BE8B-366A7196C06B}" sibTransId="{700FFE3C-6CB6-44F9-88F8-B649D94523B3}"/>
    <dgm:cxn modelId="{9F248775-ABF8-7346-81AC-1F2BEA55F7BF}" type="presOf" srcId="{ED554CC0-75C0-4909-9118-3C3CF08825A8}" destId="{2B685EB0-DFE3-A040-849A-7517CD1575CB}" srcOrd="0" destOrd="0" presId="urn:microsoft.com/office/officeart/2005/8/layout/hList1"/>
    <dgm:cxn modelId="{8F955B85-529B-FE47-828B-9B1324916C16}" type="presOf" srcId="{59FA026F-651B-41DE-9F03-6D14C03E18A2}" destId="{41EE29E0-140A-E74D-9F29-9CB654163B82}" srcOrd="0" destOrd="0" presId="urn:microsoft.com/office/officeart/2005/8/layout/hList1"/>
    <dgm:cxn modelId="{E9684B87-5D0A-48CF-8B22-B51F6A11A7BF}" srcId="{C9425B80-706C-44DD-9FD9-94F5760AC82E}" destId="{25361609-0BAF-4F43-B4C5-76EE278D9250}" srcOrd="1" destOrd="0" parTransId="{55456B3B-A5C4-4FA7-A720-AFC2FFF20B5A}" sibTransId="{6EA27E10-872F-4102-B90E-484CD22A89F4}"/>
    <dgm:cxn modelId="{F905CE9C-82D6-A846-BC21-03B99CF20C42}" type="presOf" srcId="{C9425B80-706C-44DD-9FD9-94F5760AC82E}" destId="{6FA6D345-607A-4A4D-973A-33BC3FCDE0B9}" srcOrd="0" destOrd="0" presId="urn:microsoft.com/office/officeart/2005/8/layout/hList1"/>
    <dgm:cxn modelId="{F93BDC9D-8104-7843-8F6F-2F1575A20389}" type="presOf" srcId="{F8A83A2E-D564-4370-9FE3-43F0B89F3060}" destId="{39A626BC-83C8-F643-8FEB-37653B0D5ACE}" srcOrd="0" destOrd="0" presId="urn:microsoft.com/office/officeart/2005/8/layout/hList1"/>
    <dgm:cxn modelId="{5B9369AF-6DD2-FE4F-A5C6-642E3C3986CD}" type="presOf" srcId="{7BB4D3A0-ACE6-4997-84AB-3A0FD0EE0471}" destId="{CDCED347-76CF-B544-A1FB-5626E59ED30F}" srcOrd="0" destOrd="0" presId="urn:microsoft.com/office/officeart/2005/8/layout/hList1"/>
    <dgm:cxn modelId="{E895AEB8-14CB-7D43-A26A-72D7B77E2AD0}" type="presOf" srcId="{DB2E5DC4-618C-4CC2-B763-1EF5D686B401}" destId="{ABB1768C-51B0-1C4E-BC87-C6F08DB67759}" srcOrd="0" destOrd="0" presId="urn:microsoft.com/office/officeart/2005/8/layout/hList1"/>
    <dgm:cxn modelId="{BCD6F4BA-8401-9B41-BBC0-2ECCFCAC0BBE}" type="presOf" srcId="{E2F23F58-40CE-4F0E-BCFA-2E720F6659E4}" destId="{C39892BD-E5A4-5D46-8553-5CF7FF82FCA8}" srcOrd="0" destOrd="0" presId="urn:microsoft.com/office/officeart/2005/8/layout/hList1"/>
    <dgm:cxn modelId="{BB8D7FC1-91F1-4869-96CC-B18AC0C1EB05}" srcId="{A2456FAC-7DD4-4B0E-A030-3680E3EDD829}" destId="{ED554CC0-75C0-4909-9118-3C3CF08825A8}" srcOrd="0" destOrd="0" parTransId="{A3264164-CB72-4016-BA63-E4867075EDAA}" sibTransId="{5125B009-46E1-4887-9B1C-4C1A650D3C28}"/>
    <dgm:cxn modelId="{78B72AD4-367D-46C0-B0E7-D1C1E22E01C1}" srcId="{25361609-0BAF-4F43-B4C5-76EE278D9250}" destId="{F8A83A2E-D564-4370-9FE3-43F0B89F3060}" srcOrd="0" destOrd="0" parTransId="{D2D84F94-F1CD-4D79-91F3-23C72ABB1622}" sibTransId="{8BA41CDC-D045-477A-830A-134303775860}"/>
    <dgm:cxn modelId="{42E085FE-9484-4412-870C-2424DD68DA9A}" srcId="{C9425B80-706C-44DD-9FD9-94F5760AC82E}" destId="{AA15CC63-AABC-44B1-9A97-3E8FEAD21CFE}" srcOrd="0" destOrd="0" parTransId="{0B663D60-D515-46A4-8689-D27C862E92F7}" sibTransId="{ABA72877-6A26-4886-B3BE-B15A3E0A463A}"/>
    <dgm:cxn modelId="{F69C96C2-314E-4749-9432-FE50E8A0951C}" type="presParOf" srcId="{6FA6D345-607A-4A4D-973A-33BC3FCDE0B9}" destId="{9606239E-2062-0F46-925E-C881FB4C83B3}" srcOrd="0" destOrd="0" presId="urn:microsoft.com/office/officeart/2005/8/layout/hList1"/>
    <dgm:cxn modelId="{743440A3-D701-444A-8DC8-4AD28F38357A}" type="presParOf" srcId="{9606239E-2062-0F46-925E-C881FB4C83B3}" destId="{A6500CE5-7B34-994A-BCE7-FB4FAF44E861}" srcOrd="0" destOrd="0" presId="urn:microsoft.com/office/officeart/2005/8/layout/hList1"/>
    <dgm:cxn modelId="{E0D2104F-E595-8A4E-8773-679927C2013F}" type="presParOf" srcId="{9606239E-2062-0F46-925E-C881FB4C83B3}" destId="{C39892BD-E5A4-5D46-8553-5CF7FF82FCA8}" srcOrd="1" destOrd="0" presId="urn:microsoft.com/office/officeart/2005/8/layout/hList1"/>
    <dgm:cxn modelId="{B5348274-DFBB-5644-882F-663E54148C4F}" type="presParOf" srcId="{6FA6D345-607A-4A4D-973A-33BC3FCDE0B9}" destId="{D584C7A3-7708-5F48-A72E-7C4B00B60206}" srcOrd="1" destOrd="0" presId="urn:microsoft.com/office/officeart/2005/8/layout/hList1"/>
    <dgm:cxn modelId="{D165BFB8-830D-0C45-9D73-AEF1E9E95752}" type="presParOf" srcId="{6FA6D345-607A-4A4D-973A-33BC3FCDE0B9}" destId="{42993B4B-7411-2140-A54F-8CE3B26F91D9}" srcOrd="2" destOrd="0" presId="urn:microsoft.com/office/officeart/2005/8/layout/hList1"/>
    <dgm:cxn modelId="{5BA97963-96C6-1F44-9870-CF39AF1BD91C}" type="presParOf" srcId="{42993B4B-7411-2140-A54F-8CE3B26F91D9}" destId="{B9CE4A3C-9511-ED47-B84B-AAC9D7DA6B74}" srcOrd="0" destOrd="0" presId="urn:microsoft.com/office/officeart/2005/8/layout/hList1"/>
    <dgm:cxn modelId="{F0955DE6-4B16-174D-BC06-122D270A41BB}" type="presParOf" srcId="{42993B4B-7411-2140-A54F-8CE3B26F91D9}" destId="{39A626BC-83C8-F643-8FEB-37653B0D5ACE}" srcOrd="1" destOrd="0" presId="urn:microsoft.com/office/officeart/2005/8/layout/hList1"/>
    <dgm:cxn modelId="{5ABD6A1B-E77F-674F-8360-F84EBB14F976}" type="presParOf" srcId="{6FA6D345-607A-4A4D-973A-33BC3FCDE0B9}" destId="{2BE025B6-AD55-8B46-B386-16DD8951EFAA}" srcOrd="3" destOrd="0" presId="urn:microsoft.com/office/officeart/2005/8/layout/hList1"/>
    <dgm:cxn modelId="{80EFFE69-7E91-3A47-ADC5-B481F3320C98}" type="presParOf" srcId="{6FA6D345-607A-4A4D-973A-33BC3FCDE0B9}" destId="{494B02E6-8893-E34E-ABF1-8C8E25FB0A13}" srcOrd="4" destOrd="0" presId="urn:microsoft.com/office/officeart/2005/8/layout/hList1"/>
    <dgm:cxn modelId="{9B895E94-8E47-DD4F-B2C0-44DFCE6848EA}" type="presParOf" srcId="{494B02E6-8893-E34E-ABF1-8C8E25FB0A13}" destId="{CDCED347-76CF-B544-A1FB-5626E59ED30F}" srcOrd="0" destOrd="0" presId="urn:microsoft.com/office/officeart/2005/8/layout/hList1"/>
    <dgm:cxn modelId="{14852C13-B178-4E4F-B87E-EFCFFBB22BE3}" type="presParOf" srcId="{494B02E6-8893-E34E-ABF1-8C8E25FB0A13}" destId="{41EE29E0-140A-E74D-9F29-9CB654163B82}" srcOrd="1" destOrd="0" presId="urn:microsoft.com/office/officeart/2005/8/layout/hList1"/>
    <dgm:cxn modelId="{7F00568D-0D51-3546-AFFB-2493C8422AE5}" type="presParOf" srcId="{6FA6D345-607A-4A4D-973A-33BC3FCDE0B9}" destId="{FDB4385A-EDF8-2B4E-A395-7AA0F24EFA2A}" srcOrd="5" destOrd="0" presId="urn:microsoft.com/office/officeart/2005/8/layout/hList1"/>
    <dgm:cxn modelId="{8034D6DA-DCA8-EC40-B71B-C3A9713C680C}" type="presParOf" srcId="{6FA6D345-607A-4A4D-973A-33BC3FCDE0B9}" destId="{B7AA716C-63EC-6547-B719-4A3F280EBF6D}" srcOrd="6" destOrd="0" presId="urn:microsoft.com/office/officeart/2005/8/layout/hList1"/>
    <dgm:cxn modelId="{714A9144-25C6-1F40-B3F2-98998994396C}" type="presParOf" srcId="{B7AA716C-63EC-6547-B719-4A3F280EBF6D}" destId="{3F8C94DD-E7BB-BA45-A13E-14128C62BB1B}" srcOrd="0" destOrd="0" presId="urn:microsoft.com/office/officeart/2005/8/layout/hList1"/>
    <dgm:cxn modelId="{116DB475-33C8-6640-A511-067B8DEDCCCE}" type="presParOf" srcId="{B7AA716C-63EC-6547-B719-4A3F280EBF6D}" destId="{2B685EB0-DFE3-A040-849A-7517CD1575CB}" srcOrd="1" destOrd="0" presId="urn:microsoft.com/office/officeart/2005/8/layout/hList1"/>
    <dgm:cxn modelId="{068CEEE3-C934-EC45-A178-2D1FCDBE0012}" type="presParOf" srcId="{6FA6D345-607A-4A4D-973A-33BC3FCDE0B9}" destId="{6FDD9110-8F20-D744-B353-619AC14ADF59}" srcOrd="7" destOrd="0" presId="urn:microsoft.com/office/officeart/2005/8/layout/hList1"/>
    <dgm:cxn modelId="{23747C1E-603B-444A-B398-D43934FDAFDF}" type="presParOf" srcId="{6FA6D345-607A-4A4D-973A-33BC3FCDE0B9}" destId="{274C000A-4F8A-774A-BCA0-2E4B8ACDE32F}" srcOrd="8" destOrd="0" presId="urn:microsoft.com/office/officeart/2005/8/layout/hList1"/>
    <dgm:cxn modelId="{76933A2A-5C17-094E-BBF2-75F5B5FCF741}" type="presParOf" srcId="{274C000A-4F8A-774A-BCA0-2E4B8ACDE32F}" destId="{ABB1768C-51B0-1C4E-BC87-C6F08DB67759}" srcOrd="0" destOrd="0" presId="urn:microsoft.com/office/officeart/2005/8/layout/hList1"/>
    <dgm:cxn modelId="{2991E6ED-9871-CF43-A48E-A07D0FDA5A05}" type="presParOf" srcId="{274C000A-4F8A-774A-BCA0-2E4B8ACDE32F}" destId="{199D0C1A-692C-9E4E-BA86-4FD1FCA698CC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D3108D3-F316-467D-9631-87171801E0CB}" type="doc">
      <dgm:prSet loTypeId="urn:microsoft.com/office/officeart/2018/5/layout/Centered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EADE5A09-155E-4E37-8D82-2C72FBE7728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1" i="0"/>
            <a:t>Common Challenges</a:t>
          </a:r>
          <a:r>
            <a:rPr lang="en-GB" b="0" i="0"/>
            <a:t>:</a:t>
          </a:r>
          <a:endParaRPr lang="en-US"/>
        </a:p>
      </dgm:t>
    </dgm:pt>
    <dgm:pt modelId="{73BD5544-9ACC-4D55-976C-8B08C639B209}" type="parTrans" cxnId="{6534E311-AD67-4874-A109-5312567DE919}">
      <dgm:prSet/>
      <dgm:spPr/>
      <dgm:t>
        <a:bodyPr/>
        <a:lstStyle/>
        <a:p>
          <a:endParaRPr lang="en-US"/>
        </a:p>
      </dgm:t>
    </dgm:pt>
    <dgm:pt modelId="{B31DDBC9-AE31-4DA1-936F-6A1740CF29B6}" type="sibTrans" cxnId="{6534E311-AD67-4874-A109-5312567DE919}">
      <dgm:prSet/>
      <dgm:spPr/>
      <dgm:t>
        <a:bodyPr/>
        <a:lstStyle/>
        <a:p>
          <a:endParaRPr lang="en-US"/>
        </a:p>
      </dgm:t>
    </dgm:pt>
    <dgm:pt modelId="{B89AC329-8A3A-42B7-ABCC-1120A861F04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Miscommunication or lack of information.</a:t>
          </a:r>
          <a:endParaRPr lang="en-US"/>
        </a:p>
      </dgm:t>
    </dgm:pt>
    <dgm:pt modelId="{EC45B487-9333-4800-B7AC-440CF0CC8868}" type="parTrans" cxnId="{2AD91676-2BA1-4C77-8800-F23BD760A1B1}">
      <dgm:prSet/>
      <dgm:spPr/>
      <dgm:t>
        <a:bodyPr/>
        <a:lstStyle/>
        <a:p>
          <a:endParaRPr lang="en-US"/>
        </a:p>
      </dgm:t>
    </dgm:pt>
    <dgm:pt modelId="{1B951E0E-76CF-42EF-A515-DDDDC8EE420B}" type="sibTrans" cxnId="{2AD91676-2BA1-4C77-8800-F23BD760A1B1}">
      <dgm:prSet/>
      <dgm:spPr/>
      <dgm:t>
        <a:bodyPr/>
        <a:lstStyle/>
        <a:p>
          <a:endParaRPr lang="en-US"/>
        </a:p>
      </dgm:t>
    </dgm:pt>
    <dgm:pt modelId="{877B1D6C-6140-487B-A0A0-4C4A71B14C44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Overloading stakeholders with unnecessary details.</a:t>
          </a:r>
          <a:endParaRPr lang="en-US"/>
        </a:p>
      </dgm:t>
    </dgm:pt>
    <dgm:pt modelId="{12F66A5B-45C3-4611-9872-B60C1ED6A66A}" type="parTrans" cxnId="{89AA5AFF-1DBE-4852-8957-42464F19566A}">
      <dgm:prSet/>
      <dgm:spPr/>
      <dgm:t>
        <a:bodyPr/>
        <a:lstStyle/>
        <a:p>
          <a:endParaRPr lang="en-US"/>
        </a:p>
      </dgm:t>
    </dgm:pt>
    <dgm:pt modelId="{91756638-D2DD-4F85-A69D-706D2D88E597}" type="sibTrans" cxnId="{89AA5AFF-1DBE-4852-8957-42464F19566A}">
      <dgm:prSet/>
      <dgm:spPr/>
      <dgm:t>
        <a:bodyPr/>
        <a:lstStyle/>
        <a:p>
          <a:endParaRPr lang="en-US"/>
        </a:p>
      </dgm:t>
    </dgm:pt>
    <dgm:pt modelId="{DB6D157D-962C-4522-B79C-80CAB2BF795A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Managing remote teams with diverse time zones.</a:t>
          </a:r>
          <a:endParaRPr lang="en-US"/>
        </a:p>
      </dgm:t>
    </dgm:pt>
    <dgm:pt modelId="{964D49E0-3496-45B0-8C12-96F11DCA0063}" type="parTrans" cxnId="{807B670E-CE1C-41E2-B9F7-3A8D7EDAD44B}">
      <dgm:prSet/>
      <dgm:spPr/>
      <dgm:t>
        <a:bodyPr/>
        <a:lstStyle/>
        <a:p>
          <a:endParaRPr lang="en-US"/>
        </a:p>
      </dgm:t>
    </dgm:pt>
    <dgm:pt modelId="{753EE8E7-3971-4005-A6BD-5B3735A655F0}" type="sibTrans" cxnId="{807B670E-CE1C-41E2-B9F7-3A8D7EDAD44B}">
      <dgm:prSet/>
      <dgm:spPr/>
      <dgm:t>
        <a:bodyPr/>
        <a:lstStyle/>
        <a:p>
          <a:endParaRPr lang="en-US"/>
        </a:p>
      </dgm:t>
    </dgm:pt>
    <dgm:pt modelId="{D7DD4B90-3305-4C03-8E4E-A0B0A397DADA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GB" b="1" i="0"/>
            <a:t>Solutions</a:t>
          </a:r>
          <a:r>
            <a:rPr lang="en-GB" b="0" i="0"/>
            <a:t>:</a:t>
          </a:r>
          <a:endParaRPr lang="en-US"/>
        </a:p>
      </dgm:t>
    </dgm:pt>
    <dgm:pt modelId="{301A6745-B51E-42A7-BE91-88C1358B75DD}" type="parTrans" cxnId="{0AEB29DA-959E-4FA0-B634-8C952C5B763A}">
      <dgm:prSet/>
      <dgm:spPr/>
      <dgm:t>
        <a:bodyPr/>
        <a:lstStyle/>
        <a:p>
          <a:endParaRPr lang="en-US"/>
        </a:p>
      </dgm:t>
    </dgm:pt>
    <dgm:pt modelId="{4D03CACE-FA32-42F1-870B-ACDB3505B412}" type="sibTrans" cxnId="{0AEB29DA-959E-4FA0-B634-8C952C5B763A}">
      <dgm:prSet/>
      <dgm:spPr/>
      <dgm:t>
        <a:bodyPr/>
        <a:lstStyle/>
        <a:p>
          <a:endParaRPr lang="en-US"/>
        </a:p>
      </dgm:t>
    </dgm:pt>
    <dgm:pt modelId="{A588346A-BE21-40E1-8A2C-0AB8B7F20408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Use clear and concise language.</a:t>
          </a:r>
          <a:endParaRPr lang="en-US"/>
        </a:p>
      </dgm:t>
    </dgm:pt>
    <dgm:pt modelId="{26A0F538-E0E7-4E15-A648-68A4FB99F401}" type="parTrans" cxnId="{E87430D2-F6C4-4B57-8CEE-B16BF1FBE6EE}">
      <dgm:prSet/>
      <dgm:spPr/>
      <dgm:t>
        <a:bodyPr/>
        <a:lstStyle/>
        <a:p>
          <a:endParaRPr lang="en-US"/>
        </a:p>
      </dgm:t>
    </dgm:pt>
    <dgm:pt modelId="{DE97F7F4-2202-4C04-B073-40D0F59F11D1}" type="sibTrans" cxnId="{E87430D2-F6C4-4B57-8CEE-B16BF1FBE6EE}">
      <dgm:prSet/>
      <dgm:spPr/>
      <dgm:t>
        <a:bodyPr/>
        <a:lstStyle/>
        <a:p>
          <a:endParaRPr lang="en-US"/>
        </a:p>
      </dgm:t>
    </dgm:pt>
    <dgm:pt modelId="{A6DB06EF-D23C-460A-B2CB-63DEB021F850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Prioritize critical information.</a:t>
          </a:r>
          <a:endParaRPr lang="en-US"/>
        </a:p>
      </dgm:t>
    </dgm:pt>
    <dgm:pt modelId="{EE45CAC2-4693-46C7-ABE0-9D9F6C2F995D}" type="parTrans" cxnId="{E1E4DE14-CE3D-4EF5-B351-83FB2F2BE4B9}">
      <dgm:prSet/>
      <dgm:spPr/>
      <dgm:t>
        <a:bodyPr/>
        <a:lstStyle/>
        <a:p>
          <a:endParaRPr lang="en-US"/>
        </a:p>
      </dgm:t>
    </dgm:pt>
    <dgm:pt modelId="{8762CCA1-30F8-462C-A61F-1884455E3155}" type="sibTrans" cxnId="{E1E4DE14-CE3D-4EF5-B351-83FB2F2BE4B9}">
      <dgm:prSet/>
      <dgm:spPr/>
      <dgm:t>
        <a:bodyPr/>
        <a:lstStyle/>
        <a:p>
          <a:endParaRPr lang="en-US"/>
        </a:p>
      </dgm:t>
    </dgm:pt>
    <dgm:pt modelId="{37C3EF73-9C99-4628-A5AC-465E9FED428E}">
      <dgm:prSet/>
      <dgm:spPr/>
      <dgm:t>
        <a:bodyPr/>
        <a:lstStyle/>
        <a:p>
          <a:pPr>
            <a:lnSpc>
              <a:spcPct val="100000"/>
            </a:lnSpc>
          </a:pPr>
          <a:r>
            <a:rPr lang="en-GB" b="0" i="0"/>
            <a:t>Establish clear communication protocols.</a:t>
          </a:r>
          <a:endParaRPr lang="en-US"/>
        </a:p>
      </dgm:t>
    </dgm:pt>
    <dgm:pt modelId="{D9537BB7-FEA3-42A2-B4AF-4D3626B686A5}" type="parTrans" cxnId="{79F4D1F9-9FD5-4925-A301-71E4A0D5DCFD}">
      <dgm:prSet/>
      <dgm:spPr/>
      <dgm:t>
        <a:bodyPr/>
        <a:lstStyle/>
        <a:p>
          <a:endParaRPr lang="en-US"/>
        </a:p>
      </dgm:t>
    </dgm:pt>
    <dgm:pt modelId="{5CAE7699-6859-4020-BDE6-C2F4C0714FA8}" type="sibTrans" cxnId="{79F4D1F9-9FD5-4925-A301-71E4A0D5DCFD}">
      <dgm:prSet/>
      <dgm:spPr/>
      <dgm:t>
        <a:bodyPr/>
        <a:lstStyle/>
        <a:p>
          <a:endParaRPr lang="en-US"/>
        </a:p>
      </dgm:t>
    </dgm:pt>
    <dgm:pt modelId="{BF50B9B5-7A67-4353-AA15-AEB13F42B354}" type="pres">
      <dgm:prSet presAssocID="{1D3108D3-F316-467D-9631-87171801E0CB}" presName="root" presStyleCnt="0">
        <dgm:presLayoutVars>
          <dgm:dir/>
          <dgm:resizeHandles val="exact"/>
        </dgm:presLayoutVars>
      </dgm:prSet>
      <dgm:spPr/>
    </dgm:pt>
    <dgm:pt modelId="{7D14B164-62C3-4A54-BD5C-7CD04A6A6098}" type="pres">
      <dgm:prSet presAssocID="{EADE5A09-155E-4E37-8D82-2C72FBE77289}" presName="compNode" presStyleCnt="0"/>
      <dgm:spPr/>
    </dgm:pt>
    <dgm:pt modelId="{9A6ED815-0ADF-47F7-90F0-CC5BF2E6CF63}" type="pres">
      <dgm:prSet presAssocID="{EADE5A09-155E-4E37-8D82-2C72FBE7728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9F6FC4C7-87A6-4AED-9617-B7F7A569FE94}" type="pres">
      <dgm:prSet presAssocID="{EADE5A09-155E-4E37-8D82-2C72FBE77289}" presName="iconSpace" presStyleCnt="0"/>
      <dgm:spPr/>
    </dgm:pt>
    <dgm:pt modelId="{2A5065FA-6D19-44F0-83C4-9AF009CA2296}" type="pres">
      <dgm:prSet presAssocID="{EADE5A09-155E-4E37-8D82-2C72FBE77289}" presName="parTx" presStyleLbl="revTx" presStyleIdx="0" presStyleCnt="4">
        <dgm:presLayoutVars>
          <dgm:chMax val="0"/>
          <dgm:chPref val="0"/>
        </dgm:presLayoutVars>
      </dgm:prSet>
      <dgm:spPr/>
    </dgm:pt>
    <dgm:pt modelId="{E704CD21-80D4-49AC-913E-068602A32F09}" type="pres">
      <dgm:prSet presAssocID="{EADE5A09-155E-4E37-8D82-2C72FBE77289}" presName="txSpace" presStyleCnt="0"/>
      <dgm:spPr/>
    </dgm:pt>
    <dgm:pt modelId="{3D1333A3-5301-4367-8C1F-BC8B1F9F4F7C}" type="pres">
      <dgm:prSet presAssocID="{EADE5A09-155E-4E37-8D82-2C72FBE77289}" presName="desTx" presStyleLbl="revTx" presStyleIdx="1" presStyleCnt="4">
        <dgm:presLayoutVars/>
      </dgm:prSet>
      <dgm:spPr/>
    </dgm:pt>
    <dgm:pt modelId="{A36F6462-6115-44EB-9F75-1DCE0F2F9989}" type="pres">
      <dgm:prSet presAssocID="{B31DDBC9-AE31-4DA1-936F-6A1740CF29B6}" presName="sibTrans" presStyleCnt="0"/>
      <dgm:spPr/>
    </dgm:pt>
    <dgm:pt modelId="{9F0B2499-8AC3-49FA-B29C-AAEA6A690CCF}" type="pres">
      <dgm:prSet presAssocID="{D7DD4B90-3305-4C03-8E4E-A0B0A397DADA}" presName="compNode" presStyleCnt="0"/>
      <dgm:spPr/>
    </dgm:pt>
    <dgm:pt modelId="{F38DD0DE-DEFA-48A0-8EA6-51E0DB9098AD}" type="pres">
      <dgm:prSet presAssocID="{D7DD4B90-3305-4C03-8E4E-A0B0A397DADA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BFEA4CC1-0F9B-4A8A-BE7C-FD414F23429D}" type="pres">
      <dgm:prSet presAssocID="{D7DD4B90-3305-4C03-8E4E-A0B0A397DADA}" presName="iconSpace" presStyleCnt="0"/>
      <dgm:spPr/>
    </dgm:pt>
    <dgm:pt modelId="{8F4D45EF-7A89-4ACF-A120-809940F24C8B}" type="pres">
      <dgm:prSet presAssocID="{D7DD4B90-3305-4C03-8E4E-A0B0A397DADA}" presName="parTx" presStyleLbl="revTx" presStyleIdx="2" presStyleCnt="4">
        <dgm:presLayoutVars>
          <dgm:chMax val="0"/>
          <dgm:chPref val="0"/>
        </dgm:presLayoutVars>
      </dgm:prSet>
      <dgm:spPr/>
    </dgm:pt>
    <dgm:pt modelId="{FFB00591-DA9D-43CC-B610-9BCF7C9193B6}" type="pres">
      <dgm:prSet presAssocID="{D7DD4B90-3305-4C03-8E4E-A0B0A397DADA}" presName="txSpace" presStyleCnt="0"/>
      <dgm:spPr/>
    </dgm:pt>
    <dgm:pt modelId="{1EE727DC-B57C-4005-B508-6B9C118F02C9}" type="pres">
      <dgm:prSet presAssocID="{D7DD4B90-3305-4C03-8E4E-A0B0A397DADA}" presName="desTx" presStyleLbl="revTx" presStyleIdx="3" presStyleCnt="4">
        <dgm:presLayoutVars/>
      </dgm:prSet>
      <dgm:spPr/>
    </dgm:pt>
  </dgm:ptLst>
  <dgm:cxnLst>
    <dgm:cxn modelId="{B343DB06-B2EE-45D7-92E3-0B91ECF85773}" type="presOf" srcId="{877B1D6C-6140-487B-A0A0-4C4A71B14C44}" destId="{3D1333A3-5301-4367-8C1F-BC8B1F9F4F7C}" srcOrd="0" destOrd="1" presId="urn:microsoft.com/office/officeart/2018/5/layout/CenteredIconLabelDescriptionList"/>
    <dgm:cxn modelId="{807B670E-CE1C-41E2-B9F7-3A8D7EDAD44B}" srcId="{EADE5A09-155E-4E37-8D82-2C72FBE77289}" destId="{DB6D157D-962C-4522-B79C-80CAB2BF795A}" srcOrd="2" destOrd="0" parTransId="{964D49E0-3496-45B0-8C12-96F11DCA0063}" sibTransId="{753EE8E7-3971-4005-A6BD-5B3735A655F0}"/>
    <dgm:cxn modelId="{6534E311-AD67-4874-A109-5312567DE919}" srcId="{1D3108D3-F316-467D-9631-87171801E0CB}" destId="{EADE5A09-155E-4E37-8D82-2C72FBE77289}" srcOrd="0" destOrd="0" parTransId="{73BD5544-9ACC-4D55-976C-8B08C639B209}" sibTransId="{B31DDBC9-AE31-4DA1-936F-6A1740CF29B6}"/>
    <dgm:cxn modelId="{E1E4DE14-CE3D-4EF5-B351-83FB2F2BE4B9}" srcId="{D7DD4B90-3305-4C03-8E4E-A0B0A397DADA}" destId="{A6DB06EF-D23C-460A-B2CB-63DEB021F850}" srcOrd="1" destOrd="0" parTransId="{EE45CAC2-4693-46C7-ABE0-9D9F6C2F995D}" sibTransId="{8762CCA1-30F8-462C-A61F-1884455E3155}"/>
    <dgm:cxn modelId="{0C3E743B-D9E6-4725-AF30-7C7D8F675CDC}" type="presOf" srcId="{D7DD4B90-3305-4C03-8E4E-A0B0A397DADA}" destId="{8F4D45EF-7A89-4ACF-A120-809940F24C8B}" srcOrd="0" destOrd="0" presId="urn:microsoft.com/office/officeart/2018/5/layout/CenteredIconLabelDescriptionList"/>
    <dgm:cxn modelId="{42D3E04D-6BFB-41BD-B6C5-0547A952E5D3}" type="presOf" srcId="{1D3108D3-F316-467D-9631-87171801E0CB}" destId="{BF50B9B5-7A67-4353-AA15-AEB13F42B354}" srcOrd="0" destOrd="0" presId="urn:microsoft.com/office/officeart/2018/5/layout/CenteredIconLabelDescriptionList"/>
    <dgm:cxn modelId="{E6F3E44D-F228-462E-91F1-EF8D2993FEDE}" type="presOf" srcId="{DB6D157D-962C-4522-B79C-80CAB2BF795A}" destId="{3D1333A3-5301-4367-8C1F-BC8B1F9F4F7C}" srcOrd="0" destOrd="2" presId="urn:microsoft.com/office/officeart/2018/5/layout/CenteredIconLabelDescriptionList"/>
    <dgm:cxn modelId="{FB251E5A-CA4C-4704-93FB-BA7B39C2DED0}" type="presOf" srcId="{B89AC329-8A3A-42B7-ABCC-1120A861F040}" destId="{3D1333A3-5301-4367-8C1F-BC8B1F9F4F7C}" srcOrd="0" destOrd="0" presId="urn:microsoft.com/office/officeart/2018/5/layout/CenteredIconLabelDescriptionList"/>
    <dgm:cxn modelId="{EC30E662-A353-4220-92F1-9F927411DF43}" type="presOf" srcId="{37C3EF73-9C99-4628-A5AC-465E9FED428E}" destId="{1EE727DC-B57C-4005-B508-6B9C118F02C9}" srcOrd="0" destOrd="2" presId="urn:microsoft.com/office/officeart/2018/5/layout/CenteredIconLabelDescriptionList"/>
    <dgm:cxn modelId="{00375463-1504-40C6-88E9-ED48ED6228BB}" type="presOf" srcId="{A588346A-BE21-40E1-8A2C-0AB8B7F20408}" destId="{1EE727DC-B57C-4005-B508-6B9C118F02C9}" srcOrd="0" destOrd="0" presId="urn:microsoft.com/office/officeart/2018/5/layout/CenteredIconLabelDescriptionList"/>
    <dgm:cxn modelId="{76FCFE6C-3DCE-49EA-AA60-6906820DFB2B}" type="presOf" srcId="{A6DB06EF-D23C-460A-B2CB-63DEB021F850}" destId="{1EE727DC-B57C-4005-B508-6B9C118F02C9}" srcOrd="0" destOrd="1" presId="urn:microsoft.com/office/officeart/2018/5/layout/CenteredIconLabelDescriptionList"/>
    <dgm:cxn modelId="{2AD91676-2BA1-4C77-8800-F23BD760A1B1}" srcId="{EADE5A09-155E-4E37-8D82-2C72FBE77289}" destId="{B89AC329-8A3A-42B7-ABCC-1120A861F040}" srcOrd="0" destOrd="0" parTransId="{EC45B487-9333-4800-B7AC-440CF0CC8868}" sibTransId="{1B951E0E-76CF-42EF-A515-DDDDC8EE420B}"/>
    <dgm:cxn modelId="{E87430D2-F6C4-4B57-8CEE-B16BF1FBE6EE}" srcId="{D7DD4B90-3305-4C03-8E4E-A0B0A397DADA}" destId="{A588346A-BE21-40E1-8A2C-0AB8B7F20408}" srcOrd="0" destOrd="0" parTransId="{26A0F538-E0E7-4E15-A648-68A4FB99F401}" sibTransId="{DE97F7F4-2202-4C04-B073-40D0F59F11D1}"/>
    <dgm:cxn modelId="{0AEB29DA-959E-4FA0-B634-8C952C5B763A}" srcId="{1D3108D3-F316-467D-9631-87171801E0CB}" destId="{D7DD4B90-3305-4C03-8E4E-A0B0A397DADA}" srcOrd="1" destOrd="0" parTransId="{301A6745-B51E-42A7-BE91-88C1358B75DD}" sibTransId="{4D03CACE-FA32-42F1-870B-ACDB3505B412}"/>
    <dgm:cxn modelId="{2EC70EF6-5B28-47E7-8715-71E9DCD50410}" type="presOf" srcId="{EADE5A09-155E-4E37-8D82-2C72FBE77289}" destId="{2A5065FA-6D19-44F0-83C4-9AF009CA2296}" srcOrd="0" destOrd="0" presId="urn:microsoft.com/office/officeart/2018/5/layout/CenteredIconLabelDescriptionList"/>
    <dgm:cxn modelId="{79F4D1F9-9FD5-4925-A301-71E4A0D5DCFD}" srcId="{D7DD4B90-3305-4C03-8E4E-A0B0A397DADA}" destId="{37C3EF73-9C99-4628-A5AC-465E9FED428E}" srcOrd="2" destOrd="0" parTransId="{D9537BB7-FEA3-42A2-B4AF-4D3626B686A5}" sibTransId="{5CAE7699-6859-4020-BDE6-C2F4C0714FA8}"/>
    <dgm:cxn modelId="{89AA5AFF-1DBE-4852-8957-42464F19566A}" srcId="{EADE5A09-155E-4E37-8D82-2C72FBE77289}" destId="{877B1D6C-6140-487B-A0A0-4C4A71B14C44}" srcOrd="1" destOrd="0" parTransId="{12F66A5B-45C3-4611-9872-B60C1ED6A66A}" sibTransId="{91756638-D2DD-4F85-A69D-706D2D88E597}"/>
    <dgm:cxn modelId="{F1139633-CE9D-4AB1-AE32-E31B619E9B3B}" type="presParOf" srcId="{BF50B9B5-7A67-4353-AA15-AEB13F42B354}" destId="{7D14B164-62C3-4A54-BD5C-7CD04A6A6098}" srcOrd="0" destOrd="0" presId="urn:microsoft.com/office/officeart/2018/5/layout/CenteredIconLabelDescriptionList"/>
    <dgm:cxn modelId="{439C90F5-71E1-4631-9912-01BF1668D8B7}" type="presParOf" srcId="{7D14B164-62C3-4A54-BD5C-7CD04A6A6098}" destId="{9A6ED815-0ADF-47F7-90F0-CC5BF2E6CF63}" srcOrd="0" destOrd="0" presId="urn:microsoft.com/office/officeart/2018/5/layout/CenteredIconLabelDescriptionList"/>
    <dgm:cxn modelId="{FD348E8A-8185-4F8F-B69B-9C463919342B}" type="presParOf" srcId="{7D14B164-62C3-4A54-BD5C-7CD04A6A6098}" destId="{9F6FC4C7-87A6-4AED-9617-B7F7A569FE94}" srcOrd="1" destOrd="0" presId="urn:microsoft.com/office/officeart/2018/5/layout/CenteredIconLabelDescriptionList"/>
    <dgm:cxn modelId="{D8609A66-B833-4772-B864-6B6F6F170112}" type="presParOf" srcId="{7D14B164-62C3-4A54-BD5C-7CD04A6A6098}" destId="{2A5065FA-6D19-44F0-83C4-9AF009CA2296}" srcOrd="2" destOrd="0" presId="urn:microsoft.com/office/officeart/2018/5/layout/CenteredIconLabelDescriptionList"/>
    <dgm:cxn modelId="{00E682EC-B529-4088-9CA2-82290454FE80}" type="presParOf" srcId="{7D14B164-62C3-4A54-BD5C-7CD04A6A6098}" destId="{E704CD21-80D4-49AC-913E-068602A32F09}" srcOrd="3" destOrd="0" presId="urn:microsoft.com/office/officeart/2018/5/layout/CenteredIconLabelDescriptionList"/>
    <dgm:cxn modelId="{DD8B0FAB-A455-4C4E-A8C1-4DC6B720D5D6}" type="presParOf" srcId="{7D14B164-62C3-4A54-BD5C-7CD04A6A6098}" destId="{3D1333A3-5301-4367-8C1F-BC8B1F9F4F7C}" srcOrd="4" destOrd="0" presId="urn:microsoft.com/office/officeart/2018/5/layout/CenteredIconLabelDescriptionList"/>
    <dgm:cxn modelId="{5510AA76-79EE-4C4D-9474-CFE35A0CC254}" type="presParOf" srcId="{BF50B9B5-7A67-4353-AA15-AEB13F42B354}" destId="{A36F6462-6115-44EB-9F75-1DCE0F2F9989}" srcOrd="1" destOrd="0" presId="urn:microsoft.com/office/officeart/2018/5/layout/CenteredIconLabelDescriptionList"/>
    <dgm:cxn modelId="{9F939066-D3BB-4FB3-9ABA-14D1575E9045}" type="presParOf" srcId="{BF50B9B5-7A67-4353-AA15-AEB13F42B354}" destId="{9F0B2499-8AC3-49FA-B29C-AAEA6A690CCF}" srcOrd="2" destOrd="0" presId="urn:microsoft.com/office/officeart/2018/5/layout/CenteredIconLabelDescriptionList"/>
    <dgm:cxn modelId="{7BB6A2DB-050C-438A-92EB-EDBCABA65198}" type="presParOf" srcId="{9F0B2499-8AC3-49FA-B29C-AAEA6A690CCF}" destId="{F38DD0DE-DEFA-48A0-8EA6-51E0DB9098AD}" srcOrd="0" destOrd="0" presId="urn:microsoft.com/office/officeart/2018/5/layout/CenteredIconLabelDescriptionList"/>
    <dgm:cxn modelId="{9C22DBC2-F716-4681-AE33-E617BA0D4E96}" type="presParOf" srcId="{9F0B2499-8AC3-49FA-B29C-AAEA6A690CCF}" destId="{BFEA4CC1-0F9B-4A8A-BE7C-FD414F23429D}" srcOrd="1" destOrd="0" presId="urn:microsoft.com/office/officeart/2018/5/layout/CenteredIconLabelDescriptionList"/>
    <dgm:cxn modelId="{99025A22-C0D7-4EE0-97D2-E30A8015B3C1}" type="presParOf" srcId="{9F0B2499-8AC3-49FA-B29C-AAEA6A690CCF}" destId="{8F4D45EF-7A89-4ACF-A120-809940F24C8B}" srcOrd="2" destOrd="0" presId="urn:microsoft.com/office/officeart/2018/5/layout/CenteredIconLabelDescriptionList"/>
    <dgm:cxn modelId="{9E04EC91-06B8-4CE5-BDA4-3CCD8C126658}" type="presParOf" srcId="{9F0B2499-8AC3-49FA-B29C-AAEA6A690CCF}" destId="{FFB00591-DA9D-43CC-B610-9BCF7C9193B6}" srcOrd="3" destOrd="0" presId="urn:microsoft.com/office/officeart/2018/5/layout/CenteredIconLabelDescriptionList"/>
    <dgm:cxn modelId="{8A918764-2509-4229-A814-0D88EAE75254}" type="presParOf" srcId="{9F0B2499-8AC3-49FA-B29C-AAEA6A690CCF}" destId="{1EE727DC-B57C-4005-B508-6B9C118F02C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4F46D0D-3DAB-4419-A227-D80E320B516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46C4D4B0-2139-41E0-9F49-C83B9891C3E0}">
      <dgm:prSet/>
      <dgm:spPr/>
      <dgm:t>
        <a:bodyPr/>
        <a:lstStyle/>
        <a:p>
          <a:r>
            <a:rPr lang="en-GB" b="1" i="0" dirty="0"/>
            <a:t>Feedback Received</a:t>
          </a:r>
          <a:r>
            <a:rPr lang="en-GB" b="0" i="0" dirty="0"/>
            <a:t>: Number of responses from stakeholders.</a:t>
          </a:r>
          <a:endParaRPr lang="en-US" dirty="0"/>
        </a:p>
      </dgm:t>
    </dgm:pt>
    <dgm:pt modelId="{61242822-6CE7-4339-97DE-0D141CDD06AC}" type="parTrans" cxnId="{ACA047B0-C5BE-4DF2-B3AE-2B2947C46206}">
      <dgm:prSet/>
      <dgm:spPr/>
      <dgm:t>
        <a:bodyPr/>
        <a:lstStyle/>
        <a:p>
          <a:endParaRPr lang="en-US"/>
        </a:p>
      </dgm:t>
    </dgm:pt>
    <dgm:pt modelId="{6E61A954-E85B-4EC1-BDBC-78A37A106D8B}" type="sibTrans" cxnId="{ACA047B0-C5BE-4DF2-B3AE-2B2947C46206}">
      <dgm:prSet/>
      <dgm:spPr/>
      <dgm:t>
        <a:bodyPr/>
        <a:lstStyle/>
        <a:p>
          <a:endParaRPr lang="en-US"/>
        </a:p>
      </dgm:t>
    </dgm:pt>
    <dgm:pt modelId="{CC7C12DE-63EE-414E-BBC3-097A0047B8DD}">
      <dgm:prSet/>
      <dgm:spPr/>
      <dgm:t>
        <a:bodyPr/>
        <a:lstStyle/>
        <a:p>
          <a:r>
            <a:rPr lang="en-GB" b="1" i="0"/>
            <a:t>Understanding Level</a:t>
          </a:r>
          <a:r>
            <a:rPr lang="en-GB" b="0" i="0"/>
            <a:t>: Measured through surveys or quizzes.</a:t>
          </a:r>
          <a:endParaRPr lang="en-US"/>
        </a:p>
      </dgm:t>
    </dgm:pt>
    <dgm:pt modelId="{E5182F9F-FA2F-47D3-A3E5-D3CF80C5E48A}" type="parTrans" cxnId="{E2093C4F-1662-4194-BC23-5E95C661AF8C}">
      <dgm:prSet/>
      <dgm:spPr/>
      <dgm:t>
        <a:bodyPr/>
        <a:lstStyle/>
        <a:p>
          <a:endParaRPr lang="en-US"/>
        </a:p>
      </dgm:t>
    </dgm:pt>
    <dgm:pt modelId="{74F2D47E-7A93-4BDE-987E-2FA0A545177E}" type="sibTrans" cxnId="{E2093C4F-1662-4194-BC23-5E95C661AF8C}">
      <dgm:prSet/>
      <dgm:spPr/>
      <dgm:t>
        <a:bodyPr/>
        <a:lstStyle/>
        <a:p>
          <a:endParaRPr lang="en-US"/>
        </a:p>
      </dgm:t>
    </dgm:pt>
    <dgm:pt modelId="{506217FE-9AFF-4BC6-9C69-D42AD0359FE8}">
      <dgm:prSet/>
      <dgm:spPr/>
      <dgm:t>
        <a:bodyPr/>
        <a:lstStyle/>
        <a:p>
          <a:r>
            <a:rPr lang="en-GB" b="1" i="0"/>
            <a:t>Timeliness</a:t>
          </a:r>
          <a:r>
            <a:rPr lang="en-GB" b="0" i="0"/>
            <a:t>: Adherence to the communication schedule.</a:t>
          </a:r>
          <a:endParaRPr lang="en-US"/>
        </a:p>
      </dgm:t>
    </dgm:pt>
    <dgm:pt modelId="{6EE31E2C-3CE7-4277-A0E1-61D2D6C194FA}" type="parTrans" cxnId="{9D488872-16C4-4599-A2FD-6C49835EC754}">
      <dgm:prSet/>
      <dgm:spPr/>
      <dgm:t>
        <a:bodyPr/>
        <a:lstStyle/>
        <a:p>
          <a:endParaRPr lang="en-US"/>
        </a:p>
      </dgm:t>
    </dgm:pt>
    <dgm:pt modelId="{E5E8572A-A4B4-4AC0-A8E2-A49833532289}" type="sibTrans" cxnId="{9D488872-16C4-4599-A2FD-6C49835EC754}">
      <dgm:prSet/>
      <dgm:spPr/>
      <dgm:t>
        <a:bodyPr/>
        <a:lstStyle/>
        <a:p>
          <a:endParaRPr lang="en-US"/>
        </a:p>
      </dgm:t>
    </dgm:pt>
    <dgm:pt modelId="{BB971880-852A-433D-98C7-C9C5CBD0D431}">
      <dgm:prSet/>
      <dgm:spPr/>
      <dgm:t>
        <a:bodyPr/>
        <a:lstStyle/>
        <a:p>
          <a:r>
            <a:rPr lang="en-GB" b="1" i="0"/>
            <a:t>Satisfaction</a:t>
          </a:r>
          <a:r>
            <a:rPr lang="en-GB" b="0" i="0"/>
            <a:t>: Stakeholder satisfaction scores.</a:t>
          </a:r>
          <a:endParaRPr lang="en-US"/>
        </a:p>
      </dgm:t>
    </dgm:pt>
    <dgm:pt modelId="{7D8B23C7-D743-432C-96B2-ABD20CC0C472}" type="parTrans" cxnId="{FBC0CB30-0E39-4459-823B-6119A163D3DF}">
      <dgm:prSet/>
      <dgm:spPr/>
      <dgm:t>
        <a:bodyPr/>
        <a:lstStyle/>
        <a:p>
          <a:endParaRPr lang="en-US"/>
        </a:p>
      </dgm:t>
    </dgm:pt>
    <dgm:pt modelId="{5A09F6A0-BA3A-4866-B074-EF1053EA9F47}" type="sibTrans" cxnId="{FBC0CB30-0E39-4459-823B-6119A163D3DF}">
      <dgm:prSet/>
      <dgm:spPr/>
      <dgm:t>
        <a:bodyPr/>
        <a:lstStyle/>
        <a:p>
          <a:endParaRPr lang="en-US"/>
        </a:p>
      </dgm:t>
    </dgm:pt>
    <dgm:pt modelId="{6EE2E3D9-372A-4ACA-BAB5-37221446B460}" type="pres">
      <dgm:prSet presAssocID="{04F46D0D-3DAB-4419-A227-D80E320B516C}" presName="root" presStyleCnt="0">
        <dgm:presLayoutVars>
          <dgm:dir/>
          <dgm:resizeHandles val="exact"/>
        </dgm:presLayoutVars>
      </dgm:prSet>
      <dgm:spPr/>
    </dgm:pt>
    <dgm:pt modelId="{128011C5-3E32-4A83-ACE0-C7D195BF1903}" type="pres">
      <dgm:prSet presAssocID="{46C4D4B0-2139-41E0-9F49-C83B9891C3E0}" presName="compNode" presStyleCnt="0"/>
      <dgm:spPr/>
    </dgm:pt>
    <dgm:pt modelId="{6DFFA6A5-3E70-41CC-A477-F2C6DD210D15}" type="pres">
      <dgm:prSet presAssocID="{46C4D4B0-2139-41E0-9F49-C83B9891C3E0}" presName="bgRect" presStyleLbl="bgShp" presStyleIdx="0" presStyleCnt="4"/>
      <dgm:spPr/>
    </dgm:pt>
    <dgm:pt modelId="{D596515F-2E0E-4445-882F-0D5968240E81}" type="pres">
      <dgm:prSet presAssocID="{46C4D4B0-2139-41E0-9F49-C83B9891C3E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7C1B6B22-6C93-46BD-9CDB-DE9B8AF3C98F}" type="pres">
      <dgm:prSet presAssocID="{46C4D4B0-2139-41E0-9F49-C83B9891C3E0}" presName="spaceRect" presStyleCnt="0"/>
      <dgm:spPr/>
    </dgm:pt>
    <dgm:pt modelId="{0EC11D48-F7E9-4418-8920-B4FED4C3D3B8}" type="pres">
      <dgm:prSet presAssocID="{46C4D4B0-2139-41E0-9F49-C83B9891C3E0}" presName="parTx" presStyleLbl="revTx" presStyleIdx="0" presStyleCnt="4">
        <dgm:presLayoutVars>
          <dgm:chMax val="0"/>
          <dgm:chPref val="0"/>
        </dgm:presLayoutVars>
      </dgm:prSet>
      <dgm:spPr/>
    </dgm:pt>
    <dgm:pt modelId="{55007A23-5359-42D0-B4EE-E4E054005BB9}" type="pres">
      <dgm:prSet presAssocID="{6E61A954-E85B-4EC1-BDBC-78A37A106D8B}" presName="sibTrans" presStyleCnt="0"/>
      <dgm:spPr/>
    </dgm:pt>
    <dgm:pt modelId="{71D551F0-0E0A-4E92-8711-F727533258B3}" type="pres">
      <dgm:prSet presAssocID="{CC7C12DE-63EE-414E-BBC3-097A0047B8DD}" presName="compNode" presStyleCnt="0"/>
      <dgm:spPr/>
    </dgm:pt>
    <dgm:pt modelId="{B383DE0C-983B-45CA-8C6E-43367AA8586D}" type="pres">
      <dgm:prSet presAssocID="{CC7C12DE-63EE-414E-BBC3-097A0047B8DD}" presName="bgRect" presStyleLbl="bgShp" presStyleIdx="1" presStyleCnt="4"/>
      <dgm:spPr/>
    </dgm:pt>
    <dgm:pt modelId="{CC68FC0A-CC84-4E06-95F0-D23D7763D802}" type="pres">
      <dgm:prSet presAssocID="{CC7C12DE-63EE-414E-BBC3-097A0047B8D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List"/>
        </a:ext>
      </dgm:extLst>
    </dgm:pt>
    <dgm:pt modelId="{3C6789C4-4AC0-4C3A-9EE0-06E68235281A}" type="pres">
      <dgm:prSet presAssocID="{CC7C12DE-63EE-414E-BBC3-097A0047B8DD}" presName="spaceRect" presStyleCnt="0"/>
      <dgm:spPr/>
    </dgm:pt>
    <dgm:pt modelId="{C678482E-7E56-4DCF-AB05-20B9730B5819}" type="pres">
      <dgm:prSet presAssocID="{CC7C12DE-63EE-414E-BBC3-097A0047B8DD}" presName="parTx" presStyleLbl="revTx" presStyleIdx="1" presStyleCnt="4">
        <dgm:presLayoutVars>
          <dgm:chMax val="0"/>
          <dgm:chPref val="0"/>
        </dgm:presLayoutVars>
      </dgm:prSet>
      <dgm:spPr/>
    </dgm:pt>
    <dgm:pt modelId="{97049C13-86B7-4FFF-BB28-B0AA874E2A8B}" type="pres">
      <dgm:prSet presAssocID="{74F2D47E-7A93-4BDE-987E-2FA0A545177E}" presName="sibTrans" presStyleCnt="0"/>
      <dgm:spPr/>
    </dgm:pt>
    <dgm:pt modelId="{55EA2FD8-8A2E-4C67-B8C7-76C891187727}" type="pres">
      <dgm:prSet presAssocID="{506217FE-9AFF-4BC6-9C69-D42AD0359FE8}" presName="compNode" presStyleCnt="0"/>
      <dgm:spPr/>
    </dgm:pt>
    <dgm:pt modelId="{2B34C38C-C7BD-4275-93C3-6BCF25E3B60E}" type="pres">
      <dgm:prSet presAssocID="{506217FE-9AFF-4BC6-9C69-D42AD0359FE8}" presName="bgRect" presStyleLbl="bgShp" presStyleIdx="2" presStyleCnt="4"/>
      <dgm:spPr/>
    </dgm:pt>
    <dgm:pt modelId="{5C16D70A-2541-4507-85E0-7C3AF508B4A1}" type="pres">
      <dgm:prSet presAssocID="{506217FE-9AFF-4BC6-9C69-D42AD0359FE8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9A41A4DC-CC01-43EC-A361-C1249E359761}" type="pres">
      <dgm:prSet presAssocID="{506217FE-9AFF-4BC6-9C69-D42AD0359FE8}" presName="spaceRect" presStyleCnt="0"/>
      <dgm:spPr/>
    </dgm:pt>
    <dgm:pt modelId="{3C5D2F62-3334-4D84-81DF-5BD2DBA5541D}" type="pres">
      <dgm:prSet presAssocID="{506217FE-9AFF-4BC6-9C69-D42AD0359FE8}" presName="parTx" presStyleLbl="revTx" presStyleIdx="2" presStyleCnt="4">
        <dgm:presLayoutVars>
          <dgm:chMax val="0"/>
          <dgm:chPref val="0"/>
        </dgm:presLayoutVars>
      </dgm:prSet>
      <dgm:spPr/>
    </dgm:pt>
    <dgm:pt modelId="{A4560208-569D-4F43-9682-49BBCBC8FBE6}" type="pres">
      <dgm:prSet presAssocID="{E5E8572A-A4B4-4AC0-A8E2-A49833532289}" presName="sibTrans" presStyleCnt="0"/>
      <dgm:spPr/>
    </dgm:pt>
    <dgm:pt modelId="{EA7A25E2-EC47-4A76-8095-8870ABD6A212}" type="pres">
      <dgm:prSet presAssocID="{BB971880-852A-433D-98C7-C9C5CBD0D431}" presName="compNode" presStyleCnt="0"/>
      <dgm:spPr/>
    </dgm:pt>
    <dgm:pt modelId="{A3FA4EF2-2795-43E3-B005-C4A075CA3FB3}" type="pres">
      <dgm:prSet presAssocID="{BB971880-852A-433D-98C7-C9C5CBD0D431}" presName="bgRect" presStyleLbl="bgShp" presStyleIdx="3" presStyleCnt="4"/>
      <dgm:spPr/>
    </dgm:pt>
    <dgm:pt modelId="{95C6DD5C-E931-458E-AAB6-6252602AE609}" type="pres">
      <dgm:prSet presAssocID="{BB971880-852A-433D-98C7-C9C5CBD0D43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utral Face with No Fill"/>
        </a:ext>
      </dgm:extLst>
    </dgm:pt>
    <dgm:pt modelId="{10D566CB-C2DE-450A-892E-4E17B6D23BAB}" type="pres">
      <dgm:prSet presAssocID="{BB971880-852A-433D-98C7-C9C5CBD0D431}" presName="spaceRect" presStyleCnt="0"/>
      <dgm:spPr/>
    </dgm:pt>
    <dgm:pt modelId="{3E07CB41-9CB2-40C5-90F2-C5EF43F144F0}" type="pres">
      <dgm:prSet presAssocID="{BB971880-852A-433D-98C7-C9C5CBD0D431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BC0CB30-0E39-4459-823B-6119A163D3DF}" srcId="{04F46D0D-3DAB-4419-A227-D80E320B516C}" destId="{BB971880-852A-433D-98C7-C9C5CBD0D431}" srcOrd="3" destOrd="0" parTransId="{7D8B23C7-D743-432C-96B2-ABD20CC0C472}" sibTransId="{5A09F6A0-BA3A-4866-B074-EF1053EA9F47}"/>
    <dgm:cxn modelId="{E2093C4F-1662-4194-BC23-5E95C661AF8C}" srcId="{04F46D0D-3DAB-4419-A227-D80E320B516C}" destId="{CC7C12DE-63EE-414E-BBC3-097A0047B8DD}" srcOrd="1" destOrd="0" parTransId="{E5182F9F-FA2F-47D3-A3E5-D3CF80C5E48A}" sibTransId="{74F2D47E-7A93-4BDE-987E-2FA0A545177E}"/>
    <dgm:cxn modelId="{B3449C51-8F94-4DF2-924D-679D43D07D11}" type="presOf" srcId="{04F46D0D-3DAB-4419-A227-D80E320B516C}" destId="{6EE2E3D9-372A-4ACA-BAB5-37221446B460}" srcOrd="0" destOrd="0" presId="urn:microsoft.com/office/officeart/2018/2/layout/IconVerticalSolidList"/>
    <dgm:cxn modelId="{9D488872-16C4-4599-A2FD-6C49835EC754}" srcId="{04F46D0D-3DAB-4419-A227-D80E320B516C}" destId="{506217FE-9AFF-4BC6-9C69-D42AD0359FE8}" srcOrd="2" destOrd="0" parTransId="{6EE31E2C-3CE7-4277-A0E1-61D2D6C194FA}" sibTransId="{E5E8572A-A4B4-4AC0-A8E2-A49833532289}"/>
    <dgm:cxn modelId="{993F9076-C097-42D7-92EE-640F2E2553D9}" type="presOf" srcId="{BB971880-852A-433D-98C7-C9C5CBD0D431}" destId="{3E07CB41-9CB2-40C5-90F2-C5EF43F144F0}" srcOrd="0" destOrd="0" presId="urn:microsoft.com/office/officeart/2018/2/layout/IconVerticalSolidList"/>
    <dgm:cxn modelId="{C7E40F79-B643-4600-90BA-5CC67875F19B}" type="presOf" srcId="{506217FE-9AFF-4BC6-9C69-D42AD0359FE8}" destId="{3C5D2F62-3334-4D84-81DF-5BD2DBA5541D}" srcOrd="0" destOrd="0" presId="urn:microsoft.com/office/officeart/2018/2/layout/IconVerticalSolidList"/>
    <dgm:cxn modelId="{ACA047B0-C5BE-4DF2-B3AE-2B2947C46206}" srcId="{04F46D0D-3DAB-4419-A227-D80E320B516C}" destId="{46C4D4B0-2139-41E0-9F49-C83B9891C3E0}" srcOrd="0" destOrd="0" parTransId="{61242822-6CE7-4339-97DE-0D141CDD06AC}" sibTransId="{6E61A954-E85B-4EC1-BDBC-78A37A106D8B}"/>
    <dgm:cxn modelId="{B65A93C5-4B8A-4456-A784-5E0CD5BF0840}" type="presOf" srcId="{46C4D4B0-2139-41E0-9F49-C83B9891C3E0}" destId="{0EC11D48-F7E9-4418-8920-B4FED4C3D3B8}" srcOrd="0" destOrd="0" presId="urn:microsoft.com/office/officeart/2018/2/layout/IconVerticalSolidList"/>
    <dgm:cxn modelId="{65ECC3DA-FA10-416C-B92B-49BBB4FDD51C}" type="presOf" srcId="{CC7C12DE-63EE-414E-BBC3-097A0047B8DD}" destId="{C678482E-7E56-4DCF-AB05-20B9730B5819}" srcOrd="0" destOrd="0" presId="urn:microsoft.com/office/officeart/2018/2/layout/IconVerticalSolidList"/>
    <dgm:cxn modelId="{22409077-7331-41F4-B6D9-7AEAF2ABFB30}" type="presParOf" srcId="{6EE2E3D9-372A-4ACA-BAB5-37221446B460}" destId="{128011C5-3E32-4A83-ACE0-C7D195BF1903}" srcOrd="0" destOrd="0" presId="urn:microsoft.com/office/officeart/2018/2/layout/IconVerticalSolidList"/>
    <dgm:cxn modelId="{A542E4AB-57A8-4A69-9B3E-5CC985F5557A}" type="presParOf" srcId="{128011C5-3E32-4A83-ACE0-C7D195BF1903}" destId="{6DFFA6A5-3E70-41CC-A477-F2C6DD210D15}" srcOrd="0" destOrd="0" presId="urn:microsoft.com/office/officeart/2018/2/layout/IconVerticalSolidList"/>
    <dgm:cxn modelId="{45EAB2CD-3690-4017-8572-26E76152C174}" type="presParOf" srcId="{128011C5-3E32-4A83-ACE0-C7D195BF1903}" destId="{D596515F-2E0E-4445-882F-0D5968240E81}" srcOrd="1" destOrd="0" presId="urn:microsoft.com/office/officeart/2018/2/layout/IconVerticalSolidList"/>
    <dgm:cxn modelId="{40F12D79-69D1-4564-83C3-2770EF66F1C2}" type="presParOf" srcId="{128011C5-3E32-4A83-ACE0-C7D195BF1903}" destId="{7C1B6B22-6C93-46BD-9CDB-DE9B8AF3C98F}" srcOrd="2" destOrd="0" presId="urn:microsoft.com/office/officeart/2018/2/layout/IconVerticalSolidList"/>
    <dgm:cxn modelId="{16F0AE62-D11B-4136-994F-5F1DFFB6E948}" type="presParOf" srcId="{128011C5-3E32-4A83-ACE0-C7D195BF1903}" destId="{0EC11D48-F7E9-4418-8920-B4FED4C3D3B8}" srcOrd="3" destOrd="0" presId="urn:microsoft.com/office/officeart/2018/2/layout/IconVerticalSolidList"/>
    <dgm:cxn modelId="{F83D70C6-CFC0-4BBB-A163-DB700A841E1E}" type="presParOf" srcId="{6EE2E3D9-372A-4ACA-BAB5-37221446B460}" destId="{55007A23-5359-42D0-B4EE-E4E054005BB9}" srcOrd="1" destOrd="0" presId="urn:microsoft.com/office/officeart/2018/2/layout/IconVerticalSolidList"/>
    <dgm:cxn modelId="{9EE78A0A-2CBE-4ED1-B72B-EE432EB1DBD2}" type="presParOf" srcId="{6EE2E3D9-372A-4ACA-BAB5-37221446B460}" destId="{71D551F0-0E0A-4E92-8711-F727533258B3}" srcOrd="2" destOrd="0" presId="urn:microsoft.com/office/officeart/2018/2/layout/IconVerticalSolidList"/>
    <dgm:cxn modelId="{D7100183-ED89-4015-8EC5-D0DC9AF0EA31}" type="presParOf" srcId="{71D551F0-0E0A-4E92-8711-F727533258B3}" destId="{B383DE0C-983B-45CA-8C6E-43367AA8586D}" srcOrd="0" destOrd="0" presId="urn:microsoft.com/office/officeart/2018/2/layout/IconVerticalSolidList"/>
    <dgm:cxn modelId="{DCE15C32-0661-4F26-BC0C-8FD9A0BC0611}" type="presParOf" srcId="{71D551F0-0E0A-4E92-8711-F727533258B3}" destId="{CC68FC0A-CC84-4E06-95F0-D23D7763D802}" srcOrd="1" destOrd="0" presId="urn:microsoft.com/office/officeart/2018/2/layout/IconVerticalSolidList"/>
    <dgm:cxn modelId="{8B5737F2-C973-4505-A146-E5FAC025EFB8}" type="presParOf" srcId="{71D551F0-0E0A-4E92-8711-F727533258B3}" destId="{3C6789C4-4AC0-4C3A-9EE0-06E68235281A}" srcOrd="2" destOrd="0" presId="urn:microsoft.com/office/officeart/2018/2/layout/IconVerticalSolidList"/>
    <dgm:cxn modelId="{B97CDBB7-F50C-4965-A8D8-249E8E93485F}" type="presParOf" srcId="{71D551F0-0E0A-4E92-8711-F727533258B3}" destId="{C678482E-7E56-4DCF-AB05-20B9730B5819}" srcOrd="3" destOrd="0" presId="urn:microsoft.com/office/officeart/2018/2/layout/IconVerticalSolidList"/>
    <dgm:cxn modelId="{D137A1DE-43AA-4DAF-9A5A-EF5BA99984D1}" type="presParOf" srcId="{6EE2E3D9-372A-4ACA-BAB5-37221446B460}" destId="{97049C13-86B7-4FFF-BB28-B0AA874E2A8B}" srcOrd="3" destOrd="0" presId="urn:microsoft.com/office/officeart/2018/2/layout/IconVerticalSolidList"/>
    <dgm:cxn modelId="{6DB03558-8D6B-4761-81CD-5CF13CE22208}" type="presParOf" srcId="{6EE2E3D9-372A-4ACA-BAB5-37221446B460}" destId="{55EA2FD8-8A2E-4C67-B8C7-76C891187727}" srcOrd="4" destOrd="0" presId="urn:microsoft.com/office/officeart/2018/2/layout/IconVerticalSolidList"/>
    <dgm:cxn modelId="{67D785DA-1CB9-4B37-8F4E-A19D07541690}" type="presParOf" srcId="{55EA2FD8-8A2E-4C67-B8C7-76C891187727}" destId="{2B34C38C-C7BD-4275-93C3-6BCF25E3B60E}" srcOrd="0" destOrd="0" presId="urn:microsoft.com/office/officeart/2018/2/layout/IconVerticalSolidList"/>
    <dgm:cxn modelId="{010B6509-8AED-45A5-9D52-8C086BDDA408}" type="presParOf" srcId="{55EA2FD8-8A2E-4C67-B8C7-76C891187727}" destId="{5C16D70A-2541-4507-85E0-7C3AF508B4A1}" srcOrd="1" destOrd="0" presId="urn:microsoft.com/office/officeart/2018/2/layout/IconVerticalSolidList"/>
    <dgm:cxn modelId="{5FDAE7BB-2295-4C37-A566-F10AFCFE37DC}" type="presParOf" srcId="{55EA2FD8-8A2E-4C67-B8C7-76C891187727}" destId="{9A41A4DC-CC01-43EC-A361-C1249E359761}" srcOrd="2" destOrd="0" presId="urn:microsoft.com/office/officeart/2018/2/layout/IconVerticalSolidList"/>
    <dgm:cxn modelId="{10EF0A7D-7719-4144-A4C9-2C85A3368D7A}" type="presParOf" srcId="{55EA2FD8-8A2E-4C67-B8C7-76C891187727}" destId="{3C5D2F62-3334-4D84-81DF-5BD2DBA5541D}" srcOrd="3" destOrd="0" presId="urn:microsoft.com/office/officeart/2018/2/layout/IconVerticalSolidList"/>
    <dgm:cxn modelId="{54807B5F-3523-41F5-87B2-641A620746E8}" type="presParOf" srcId="{6EE2E3D9-372A-4ACA-BAB5-37221446B460}" destId="{A4560208-569D-4F43-9682-49BBCBC8FBE6}" srcOrd="5" destOrd="0" presId="urn:microsoft.com/office/officeart/2018/2/layout/IconVerticalSolidList"/>
    <dgm:cxn modelId="{45A7A3F4-41CD-4C4E-93DF-E301B6BEC611}" type="presParOf" srcId="{6EE2E3D9-372A-4ACA-BAB5-37221446B460}" destId="{EA7A25E2-EC47-4A76-8095-8870ABD6A212}" srcOrd="6" destOrd="0" presId="urn:microsoft.com/office/officeart/2018/2/layout/IconVerticalSolidList"/>
    <dgm:cxn modelId="{70AC9629-4F2D-47FF-B6E6-550D8EB9B73C}" type="presParOf" srcId="{EA7A25E2-EC47-4A76-8095-8870ABD6A212}" destId="{A3FA4EF2-2795-43E3-B005-C4A075CA3FB3}" srcOrd="0" destOrd="0" presId="urn:microsoft.com/office/officeart/2018/2/layout/IconVerticalSolidList"/>
    <dgm:cxn modelId="{B60A9C9E-E421-49D3-8980-44E1DB832FD6}" type="presParOf" srcId="{EA7A25E2-EC47-4A76-8095-8870ABD6A212}" destId="{95C6DD5C-E931-458E-AAB6-6252602AE609}" srcOrd="1" destOrd="0" presId="urn:microsoft.com/office/officeart/2018/2/layout/IconVerticalSolidList"/>
    <dgm:cxn modelId="{8843291D-BDEC-445C-A541-978DDCE6E8C1}" type="presParOf" srcId="{EA7A25E2-EC47-4A76-8095-8870ABD6A212}" destId="{10D566CB-C2DE-450A-892E-4E17B6D23BAB}" srcOrd="2" destOrd="0" presId="urn:microsoft.com/office/officeart/2018/2/layout/IconVerticalSolidList"/>
    <dgm:cxn modelId="{412039C6-162F-468C-B6BC-313104655A26}" type="presParOf" srcId="{EA7A25E2-EC47-4A76-8095-8870ABD6A212}" destId="{3E07CB41-9CB2-40C5-90F2-C5EF43F144F0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1D53ADA-7172-4CCA-A180-E2647FFCE560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63F6C0A-8216-4199-A780-E939006DE554}">
      <dgm:prSet/>
      <dgm:spPr/>
      <dgm:t>
        <a:bodyPr/>
        <a:lstStyle/>
        <a:p>
          <a:r>
            <a:rPr lang="en-GB" b="1" i="0"/>
            <a:t>Key Takeaways</a:t>
          </a:r>
          <a:r>
            <a:rPr lang="en-GB" b="0" i="0"/>
            <a:t>:</a:t>
          </a:r>
          <a:endParaRPr lang="en-US"/>
        </a:p>
      </dgm:t>
    </dgm:pt>
    <dgm:pt modelId="{335DC289-4FC0-426E-BB99-5FF3C6B0E4C3}" type="parTrans" cxnId="{0950BE06-018E-44F7-B7BF-498C06B5D2AA}">
      <dgm:prSet/>
      <dgm:spPr/>
      <dgm:t>
        <a:bodyPr/>
        <a:lstStyle/>
        <a:p>
          <a:endParaRPr lang="en-US"/>
        </a:p>
      </dgm:t>
    </dgm:pt>
    <dgm:pt modelId="{6B7FD0D7-548B-45D9-A58F-8688F7FFE8C5}" type="sibTrans" cxnId="{0950BE06-018E-44F7-B7BF-498C06B5D2AA}">
      <dgm:prSet/>
      <dgm:spPr/>
      <dgm:t>
        <a:bodyPr/>
        <a:lstStyle/>
        <a:p>
          <a:endParaRPr lang="en-US"/>
        </a:p>
      </dgm:t>
    </dgm:pt>
    <dgm:pt modelId="{C55C3C0E-C27F-48DE-9808-E99C8B479797}">
      <dgm:prSet/>
      <dgm:spPr/>
      <dgm:t>
        <a:bodyPr/>
        <a:lstStyle/>
        <a:p>
          <a:r>
            <a:rPr lang="en-GB" b="0" i="0"/>
            <a:t>Effective communication is a cornerstone of successful projects.</a:t>
          </a:r>
          <a:endParaRPr lang="en-US"/>
        </a:p>
      </dgm:t>
    </dgm:pt>
    <dgm:pt modelId="{59FDA217-081A-498E-AEF2-EF5FCFBEF4E4}" type="parTrans" cxnId="{19364211-0D17-45A7-93E1-D4BF9290255D}">
      <dgm:prSet/>
      <dgm:spPr/>
      <dgm:t>
        <a:bodyPr/>
        <a:lstStyle/>
        <a:p>
          <a:endParaRPr lang="en-US"/>
        </a:p>
      </dgm:t>
    </dgm:pt>
    <dgm:pt modelId="{554909DC-4EA7-4DCC-AABF-7ED38708809E}" type="sibTrans" cxnId="{19364211-0D17-45A7-93E1-D4BF9290255D}">
      <dgm:prSet/>
      <dgm:spPr/>
      <dgm:t>
        <a:bodyPr/>
        <a:lstStyle/>
        <a:p>
          <a:endParaRPr lang="en-US"/>
        </a:p>
      </dgm:t>
    </dgm:pt>
    <dgm:pt modelId="{006DEA4F-D4B7-4127-9F37-5ED47DCA9B21}">
      <dgm:prSet/>
      <dgm:spPr/>
      <dgm:t>
        <a:bodyPr/>
        <a:lstStyle/>
        <a:p>
          <a:r>
            <a:rPr lang="en-GB" b="0" i="0"/>
            <a:t>Tailor communication strategies to stakeholder needs.</a:t>
          </a:r>
          <a:endParaRPr lang="en-US"/>
        </a:p>
      </dgm:t>
    </dgm:pt>
    <dgm:pt modelId="{59588925-8E27-4CDB-A279-FD06443896B5}" type="parTrans" cxnId="{B76AD25E-A3B4-46A3-BCCA-A57358F3807A}">
      <dgm:prSet/>
      <dgm:spPr/>
      <dgm:t>
        <a:bodyPr/>
        <a:lstStyle/>
        <a:p>
          <a:endParaRPr lang="en-US"/>
        </a:p>
      </dgm:t>
    </dgm:pt>
    <dgm:pt modelId="{04E5DA65-ABED-4E46-B638-5C4866FAA614}" type="sibTrans" cxnId="{B76AD25E-A3B4-46A3-BCCA-A57358F3807A}">
      <dgm:prSet/>
      <dgm:spPr/>
      <dgm:t>
        <a:bodyPr/>
        <a:lstStyle/>
        <a:p>
          <a:endParaRPr lang="en-US"/>
        </a:p>
      </dgm:t>
    </dgm:pt>
    <dgm:pt modelId="{5D508B29-10A5-422E-AF9A-CB5951601BF0}">
      <dgm:prSet/>
      <dgm:spPr/>
      <dgm:t>
        <a:bodyPr/>
        <a:lstStyle/>
        <a:p>
          <a:r>
            <a:rPr lang="en-GB" b="0" i="0"/>
            <a:t>Use the right tools and monitor communication effectiveness.</a:t>
          </a:r>
          <a:endParaRPr lang="en-US"/>
        </a:p>
      </dgm:t>
    </dgm:pt>
    <dgm:pt modelId="{19B6503A-8663-4DA0-9D14-18406431C558}" type="parTrans" cxnId="{94B8908A-0732-473C-80FB-CE2F5591E3DD}">
      <dgm:prSet/>
      <dgm:spPr/>
      <dgm:t>
        <a:bodyPr/>
        <a:lstStyle/>
        <a:p>
          <a:endParaRPr lang="en-US"/>
        </a:p>
      </dgm:t>
    </dgm:pt>
    <dgm:pt modelId="{D0A6FC0D-FC36-4C43-A665-C6381B826E5F}" type="sibTrans" cxnId="{94B8908A-0732-473C-80FB-CE2F5591E3DD}">
      <dgm:prSet/>
      <dgm:spPr/>
      <dgm:t>
        <a:bodyPr/>
        <a:lstStyle/>
        <a:p>
          <a:endParaRPr lang="en-US"/>
        </a:p>
      </dgm:t>
    </dgm:pt>
    <dgm:pt modelId="{F19673A9-ADCA-4F76-A53C-7E06BF2142FA}">
      <dgm:prSet/>
      <dgm:spPr/>
      <dgm:t>
        <a:bodyPr/>
        <a:lstStyle/>
        <a:p>
          <a:r>
            <a:rPr lang="en-GB" b="1" i="0"/>
            <a:t>Call to Action</a:t>
          </a:r>
          <a:r>
            <a:rPr lang="en-GB" b="0" i="0"/>
            <a:t>: Invest in communication planning to ensure project success.</a:t>
          </a:r>
          <a:endParaRPr lang="en-US"/>
        </a:p>
      </dgm:t>
    </dgm:pt>
    <dgm:pt modelId="{E5D03B8C-5E1E-4040-8B56-78415330F743}" type="parTrans" cxnId="{07C19961-74CE-41FD-9DF0-1A20C57EDAB2}">
      <dgm:prSet/>
      <dgm:spPr/>
      <dgm:t>
        <a:bodyPr/>
        <a:lstStyle/>
        <a:p>
          <a:endParaRPr lang="en-US"/>
        </a:p>
      </dgm:t>
    </dgm:pt>
    <dgm:pt modelId="{05F1B554-562E-48FD-A83E-3EAEA4FDF5D4}" type="sibTrans" cxnId="{07C19961-74CE-41FD-9DF0-1A20C57EDAB2}">
      <dgm:prSet/>
      <dgm:spPr/>
      <dgm:t>
        <a:bodyPr/>
        <a:lstStyle/>
        <a:p>
          <a:endParaRPr lang="en-US"/>
        </a:p>
      </dgm:t>
    </dgm:pt>
    <dgm:pt modelId="{7C84D9AB-0C3E-FC48-940D-0D4512FC7E20}" type="pres">
      <dgm:prSet presAssocID="{E1D53ADA-7172-4CCA-A180-E2647FFCE560}" presName="linear" presStyleCnt="0">
        <dgm:presLayoutVars>
          <dgm:dir/>
          <dgm:animLvl val="lvl"/>
          <dgm:resizeHandles val="exact"/>
        </dgm:presLayoutVars>
      </dgm:prSet>
      <dgm:spPr/>
    </dgm:pt>
    <dgm:pt modelId="{B9D66635-9E7C-B548-B005-93C9542679C2}" type="pres">
      <dgm:prSet presAssocID="{363F6C0A-8216-4199-A780-E939006DE554}" presName="parentLin" presStyleCnt="0"/>
      <dgm:spPr/>
    </dgm:pt>
    <dgm:pt modelId="{08B7C399-1CB7-6740-874A-CF9275FB71FE}" type="pres">
      <dgm:prSet presAssocID="{363F6C0A-8216-4199-A780-E939006DE554}" presName="parentLeftMargin" presStyleLbl="node1" presStyleIdx="0" presStyleCnt="2"/>
      <dgm:spPr/>
    </dgm:pt>
    <dgm:pt modelId="{2E326E16-D9EC-B44A-B227-1ECACD70E4FD}" type="pres">
      <dgm:prSet presAssocID="{363F6C0A-8216-4199-A780-E939006DE554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B620532-7D82-934C-9FD4-B01182C01902}" type="pres">
      <dgm:prSet presAssocID="{363F6C0A-8216-4199-A780-E939006DE554}" presName="negativeSpace" presStyleCnt="0"/>
      <dgm:spPr/>
    </dgm:pt>
    <dgm:pt modelId="{FBE7E87D-FC98-3E4C-B395-6D702E83E7DD}" type="pres">
      <dgm:prSet presAssocID="{363F6C0A-8216-4199-A780-E939006DE554}" presName="childText" presStyleLbl="conFgAcc1" presStyleIdx="0" presStyleCnt="2">
        <dgm:presLayoutVars>
          <dgm:bulletEnabled val="1"/>
        </dgm:presLayoutVars>
      </dgm:prSet>
      <dgm:spPr/>
    </dgm:pt>
    <dgm:pt modelId="{1FF07C93-A1BD-0A4E-83E7-204B23CD987D}" type="pres">
      <dgm:prSet presAssocID="{6B7FD0D7-548B-45D9-A58F-8688F7FFE8C5}" presName="spaceBetweenRectangles" presStyleCnt="0"/>
      <dgm:spPr/>
    </dgm:pt>
    <dgm:pt modelId="{5601504D-28CD-B24C-9DE4-87872DCE6291}" type="pres">
      <dgm:prSet presAssocID="{F19673A9-ADCA-4F76-A53C-7E06BF2142FA}" presName="parentLin" presStyleCnt="0"/>
      <dgm:spPr/>
    </dgm:pt>
    <dgm:pt modelId="{BAC7204A-EC21-5A49-8353-DF1E532B04B4}" type="pres">
      <dgm:prSet presAssocID="{F19673A9-ADCA-4F76-A53C-7E06BF2142FA}" presName="parentLeftMargin" presStyleLbl="node1" presStyleIdx="0" presStyleCnt="2"/>
      <dgm:spPr/>
    </dgm:pt>
    <dgm:pt modelId="{DBA81BEE-926A-BF45-B1FF-C680CEC7E5E7}" type="pres">
      <dgm:prSet presAssocID="{F19673A9-ADCA-4F76-A53C-7E06BF2142F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32E982DC-16BD-8D44-B1ED-24A2D2DA6D22}" type="pres">
      <dgm:prSet presAssocID="{F19673A9-ADCA-4F76-A53C-7E06BF2142FA}" presName="negativeSpace" presStyleCnt="0"/>
      <dgm:spPr/>
    </dgm:pt>
    <dgm:pt modelId="{F3467E23-DC13-9841-8678-6D7D465795DC}" type="pres">
      <dgm:prSet presAssocID="{F19673A9-ADCA-4F76-A53C-7E06BF2142F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DD63A04-E0F3-CE45-9BC3-9239A0A9B64F}" type="presOf" srcId="{006DEA4F-D4B7-4127-9F37-5ED47DCA9B21}" destId="{FBE7E87D-FC98-3E4C-B395-6D702E83E7DD}" srcOrd="0" destOrd="1" presId="urn:microsoft.com/office/officeart/2005/8/layout/list1"/>
    <dgm:cxn modelId="{0950BE06-018E-44F7-B7BF-498C06B5D2AA}" srcId="{E1D53ADA-7172-4CCA-A180-E2647FFCE560}" destId="{363F6C0A-8216-4199-A780-E939006DE554}" srcOrd="0" destOrd="0" parTransId="{335DC289-4FC0-426E-BB99-5FF3C6B0E4C3}" sibTransId="{6B7FD0D7-548B-45D9-A58F-8688F7FFE8C5}"/>
    <dgm:cxn modelId="{A4D8180C-B9E6-F041-80EA-E9E9FB817767}" type="presOf" srcId="{363F6C0A-8216-4199-A780-E939006DE554}" destId="{08B7C399-1CB7-6740-874A-CF9275FB71FE}" srcOrd="0" destOrd="0" presId="urn:microsoft.com/office/officeart/2005/8/layout/list1"/>
    <dgm:cxn modelId="{19364211-0D17-45A7-93E1-D4BF9290255D}" srcId="{363F6C0A-8216-4199-A780-E939006DE554}" destId="{C55C3C0E-C27F-48DE-9808-E99C8B479797}" srcOrd="0" destOrd="0" parTransId="{59FDA217-081A-498E-AEF2-EF5FCFBEF4E4}" sibTransId="{554909DC-4EA7-4DCC-AABF-7ED38708809E}"/>
    <dgm:cxn modelId="{60837C4A-2611-A043-B2CD-62BE0142DF8A}" type="presOf" srcId="{5D508B29-10A5-422E-AF9A-CB5951601BF0}" destId="{FBE7E87D-FC98-3E4C-B395-6D702E83E7DD}" srcOrd="0" destOrd="2" presId="urn:microsoft.com/office/officeart/2005/8/layout/list1"/>
    <dgm:cxn modelId="{BF542057-6BA5-F744-985C-81F93B68E962}" type="presOf" srcId="{F19673A9-ADCA-4F76-A53C-7E06BF2142FA}" destId="{BAC7204A-EC21-5A49-8353-DF1E532B04B4}" srcOrd="0" destOrd="0" presId="urn:microsoft.com/office/officeart/2005/8/layout/list1"/>
    <dgm:cxn modelId="{B76AD25E-A3B4-46A3-BCCA-A57358F3807A}" srcId="{363F6C0A-8216-4199-A780-E939006DE554}" destId="{006DEA4F-D4B7-4127-9F37-5ED47DCA9B21}" srcOrd="1" destOrd="0" parTransId="{59588925-8E27-4CDB-A279-FD06443896B5}" sibTransId="{04E5DA65-ABED-4E46-B638-5C4866FAA614}"/>
    <dgm:cxn modelId="{07C19961-74CE-41FD-9DF0-1A20C57EDAB2}" srcId="{E1D53ADA-7172-4CCA-A180-E2647FFCE560}" destId="{F19673A9-ADCA-4F76-A53C-7E06BF2142FA}" srcOrd="1" destOrd="0" parTransId="{E5D03B8C-5E1E-4040-8B56-78415330F743}" sibTransId="{05F1B554-562E-48FD-A83E-3EAEA4FDF5D4}"/>
    <dgm:cxn modelId="{94B8908A-0732-473C-80FB-CE2F5591E3DD}" srcId="{363F6C0A-8216-4199-A780-E939006DE554}" destId="{5D508B29-10A5-422E-AF9A-CB5951601BF0}" srcOrd="2" destOrd="0" parTransId="{19B6503A-8663-4DA0-9D14-18406431C558}" sibTransId="{D0A6FC0D-FC36-4C43-A665-C6381B826E5F}"/>
    <dgm:cxn modelId="{4834789F-FE07-B644-86F9-52B6C6EF2F03}" type="presOf" srcId="{C55C3C0E-C27F-48DE-9808-E99C8B479797}" destId="{FBE7E87D-FC98-3E4C-B395-6D702E83E7DD}" srcOrd="0" destOrd="0" presId="urn:microsoft.com/office/officeart/2005/8/layout/list1"/>
    <dgm:cxn modelId="{09B704AF-7A56-2C44-986D-EB9A40E9CE92}" type="presOf" srcId="{363F6C0A-8216-4199-A780-E939006DE554}" destId="{2E326E16-D9EC-B44A-B227-1ECACD70E4FD}" srcOrd="1" destOrd="0" presId="urn:microsoft.com/office/officeart/2005/8/layout/list1"/>
    <dgm:cxn modelId="{7C5527E7-2857-674D-BFFD-8888D03F8DC3}" type="presOf" srcId="{E1D53ADA-7172-4CCA-A180-E2647FFCE560}" destId="{7C84D9AB-0C3E-FC48-940D-0D4512FC7E20}" srcOrd="0" destOrd="0" presId="urn:microsoft.com/office/officeart/2005/8/layout/list1"/>
    <dgm:cxn modelId="{8E0C19FF-9973-2243-8958-E468F8924F32}" type="presOf" srcId="{F19673A9-ADCA-4F76-A53C-7E06BF2142FA}" destId="{DBA81BEE-926A-BF45-B1FF-C680CEC7E5E7}" srcOrd="1" destOrd="0" presId="urn:microsoft.com/office/officeart/2005/8/layout/list1"/>
    <dgm:cxn modelId="{89A99B0C-51C6-F143-A794-1A5ACC303AE1}" type="presParOf" srcId="{7C84D9AB-0C3E-FC48-940D-0D4512FC7E20}" destId="{B9D66635-9E7C-B548-B005-93C9542679C2}" srcOrd="0" destOrd="0" presId="urn:microsoft.com/office/officeart/2005/8/layout/list1"/>
    <dgm:cxn modelId="{150ABCEA-725D-D24D-AA38-AD6B8157411D}" type="presParOf" srcId="{B9D66635-9E7C-B548-B005-93C9542679C2}" destId="{08B7C399-1CB7-6740-874A-CF9275FB71FE}" srcOrd="0" destOrd="0" presId="urn:microsoft.com/office/officeart/2005/8/layout/list1"/>
    <dgm:cxn modelId="{3FF6EF08-F7B3-564B-9722-AF3D6184AA0C}" type="presParOf" srcId="{B9D66635-9E7C-B548-B005-93C9542679C2}" destId="{2E326E16-D9EC-B44A-B227-1ECACD70E4FD}" srcOrd="1" destOrd="0" presId="urn:microsoft.com/office/officeart/2005/8/layout/list1"/>
    <dgm:cxn modelId="{D4B20DE8-3506-C346-9FBF-B2848876BA37}" type="presParOf" srcId="{7C84D9AB-0C3E-FC48-940D-0D4512FC7E20}" destId="{DB620532-7D82-934C-9FD4-B01182C01902}" srcOrd="1" destOrd="0" presId="urn:microsoft.com/office/officeart/2005/8/layout/list1"/>
    <dgm:cxn modelId="{4B9E0AB6-6020-C140-A59F-63211B7D0F95}" type="presParOf" srcId="{7C84D9AB-0C3E-FC48-940D-0D4512FC7E20}" destId="{FBE7E87D-FC98-3E4C-B395-6D702E83E7DD}" srcOrd="2" destOrd="0" presId="urn:microsoft.com/office/officeart/2005/8/layout/list1"/>
    <dgm:cxn modelId="{69F66EAA-B25C-EA4A-8B27-5F6F5EB13B4D}" type="presParOf" srcId="{7C84D9AB-0C3E-FC48-940D-0D4512FC7E20}" destId="{1FF07C93-A1BD-0A4E-83E7-204B23CD987D}" srcOrd="3" destOrd="0" presId="urn:microsoft.com/office/officeart/2005/8/layout/list1"/>
    <dgm:cxn modelId="{8F6A265B-BA70-514A-A0D5-E349832ACACE}" type="presParOf" srcId="{7C84D9AB-0C3E-FC48-940D-0D4512FC7E20}" destId="{5601504D-28CD-B24C-9DE4-87872DCE6291}" srcOrd="4" destOrd="0" presId="urn:microsoft.com/office/officeart/2005/8/layout/list1"/>
    <dgm:cxn modelId="{CAFFE3FB-FE69-224B-BD5B-A053EB8992F8}" type="presParOf" srcId="{5601504D-28CD-B24C-9DE4-87872DCE6291}" destId="{BAC7204A-EC21-5A49-8353-DF1E532B04B4}" srcOrd="0" destOrd="0" presId="urn:microsoft.com/office/officeart/2005/8/layout/list1"/>
    <dgm:cxn modelId="{7B1F30E1-77AF-E949-95FF-74D87490F80F}" type="presParOf" srcId="{5601504D-28CD-B24C-9DE4-87872DCE6291}" destId="{DBA81BEE-926A-BF45-B1FF-C680CEC7E5E7}" srcOrd="1" destOrd="0" presId="urn:microsoft.com/office/officeart/2005/8/layout/list1"/>
    <dgm:cxn modelId="{784F47D9-C074-C344-8368-8686694EF0A9}" type="presParOf" srcId="{7C84D9AB-0C3E-FC48-940D-0D4512FC7E20}" destId="{32E982DC-16BD-8D44-B1ED-24A2D2DA6D22}" srcOrd="5" destOrd="0" presId="urn:microsoft.com/office/officeart/2005/8/layout/list1"/>
    <dgm:cxn modelId="{BFE91696-9199-2841-9E98-78F5C2BC0C9D}" type="presParOf" srcId="{7C84D9AB-0C3E-FC48-940D-0D4512FC7E20}" destId="{F3467E23-DC13-9841-8678-6D7D465795DC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F41823-A247-4D2F-B8E0-33380394F0EE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31756CA-745B-416B-B065-C39CE8100BC9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B81BD4-09D8-4421-8E1C-D6046380D9F5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i="0" kern="1200" dirty="0"/>
            <a:t>Definition</a:t>
          </a:r>
          <a:r>
            <a:rPr lang="en-GB" sz="1700" b="0" i="0" kern="1200" dirty="0"/>
            <a:t>: The process of ensuring timely and appropriate planning, creation, distribution, storage, retrieval, and management of project information.</a:t>
          </a:r>
          <a:endParaRPr lang="en-US" sz="1700" kern="1200" dirty="0"/>
        </a:p>
      </dsp:txBody>
      <dsp:txXfrm>
        <a:off x="1819120" y="673"/>
        <a:ext cx="4545103" cy="1574995"/>
      </dsp:txXfrm>
    </dsp:sp>
    <dsp:sp modelId="{F5D27FE6-631B-43F4-8DF5-9AF74ABF0CB0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9FD1758-1F54-442E-9C53-62E54684B778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A31F64-98C4-4CE8-BA22-2819CC28161B}">
      <dsp:nvSpPr>
        <dsp:cNvPr id="0" name=""/>
        <dsp:cNvSpPr/>
      </dsp:nvSpPr>
      <dsp:spPr>
        <a:xfrm>
          <a:off x="1819120" y="1969418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i="0" kern="1200"/>
            <a:t>Importance</a:t>
          </a:r>
          <a:r>
            <a:rPr lang="en-GB" sz="1700" b="0" i="0" kern="1200"/>
            <a:t>: Ensures alignment among stakeholders, reduces misunderstandings, and enhances decision-making.</a:t>
          </a:r>
          <a:endParaRPr lang="en-US" sz="1700" kern="1200"/>
        </a:p>
      </dsp:txBody>
      <dsp:txXfrm>
        <a:off x="1819120" y="1969418"/>
        <a:ext cx="4545103" cy="1574995"/>
      </dsp:txXfrm>
    </dsp:sp>
    <dsp:sp modelId="{2AA0343C-82D8-4D9F-A64A-EE40021322AC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3159C6-0DA1-426C-9D01-9ECB8A58BB82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D10707-06EB-4FBB-A472-9A93195656DF}">
      <dsp:nvSpPr>
        <dsp:cNvPr id="0" name=""/>
        <dsp:cNvSpPr/>
      </dsp:nvSpPr>
      <dsp:spPr>
        <a:xfrm>
          <a:off x="1819120" y="3938162"/>
          <a:ext cx="2863900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1" i="0" kern="1200"/>
            <a:t>Key Elements</a:t>
          </a:r>
          <a:r>
            <a:rPr lang="en-GB" sz="1700" b="0" i="0" kern="1200"/>
            <a:t>:</a:t>
          </a:r>
          <a:endParaRPr lang="en-US" sz="1700" kern="1200"/>
        </a:p>
      </dsp:txBody>
      <dsp:txXfrm>
        <a:off x="1819120" y="3938162"/>
        <a:ext cx="2863900" cy="1574995"/>
      </dsp:txXfrm>
    </dsp:sp>
    <dsp:sp modelId="{3CE5089C-27B0-43F4-A3CB-81F4E90E1D60}">
      <dsp:nvSpPr>
        <dsp:cNvPr id="0" name=""/>
        <dsp:cNvSpPr/>
      </dsp:nvSpPr>
      <dsp:spPr>
        <a:xfrm>
          <a:off x="4683021" y="3938162"/>
          <a:ext cx="1681202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0" i="0" kern="1200"/>
            <a:t>Stakeholder engagement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0" i="0" kern="1200"/>
            <a:t>Communication planning</a:t>
          </a:r>
          <a:endParaRPr lang="en-US" sz="1300" kern="1200"/>
        </a:p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300" b="0" i="0" kern="1200"/>
            <a:t>Feedback loops</a:t>
          </a:r>
          <a:endParaRPr lang="en-US" sz="1300" kern="1200"/>
        </a:p>
      </dsp:txBody>
      <dsp:txXfrm>
        <a:off x="4683021" y="3938162"/>
        <a:ext cx="1681202" cy="15749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500CE5-7B34-994A-BCE7-FB4FAF44E861}">
      <dsp:nvSpPr>
        <dsp:cNvPr id="0" name=""/>
        <dsp:cNvSpPr/>
      </dsp:nvSpPr>
      <dsp:spPr>
        <a:xfrm>
          <a:off x="4929" y="1209439"/>
          <a:ext cx="1889521" cy="5990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i="0" kern="1200" dirty="0"/>
            <a:t>Initiation</a:t>
          </a:r>
          <a:r>
            <a:rPr lang="en-GB" sz="1600" b="0" i="0" kern="1200" dirty="0"/>
            <a:t>:</a:t>
          </a:r>
          <a:endParaRPr lang="en-US" sz="1600" kern="1200" dirty="0"/>
        </a:p>
      </dsp:txBody>
      <dsp:txXfrm>
        <a:off x="4929" y="1209439"/>
        <a:ext cx="1889521" cy="599085"/>
      </dsp:txXfrm>
    </dsp:sp>
    <dsp:sp modelId="{C39892BD-E5A4-5D46-8553-5CF7FF82FCA8}">
      <dsp:nvSpPr>
        <dsp:cNvPr id="0" name=""/>
        <dsp:cNvSpPr/>
      </dsp:nvSpPr>
      <dsp:spPr>
        <a:xfrm>
          <a:off x="4929" y="1808524"/>
          <a:ext cx="1889521" cy="1339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0" i="0" kern="1200" dirty="0"/>
            <a:t>Identify stakeholders and their communication needs.</a:t>
          </a:r>
          <a:endParaRPr lang="en-US" sz="1600" kern="1200" dirty="0"/>
        </a:p>
      </dsp:txBody>
      <dsp:txXfrm>
        <a:off x="4929" y="1808524"/>
        <a:ext cx="1889521" cy="1339560"/>
      </dsp:txXfrm>
    </dsp:sp>
    <dsp:sp modelId="{B9CE4A3C-9511-ED47-B84B-AAC9D7DA6B74}">
      <dsp:nvSpPr>
        <dsp:cNvPr id="0" name=""/>
        <dsp:cNvSpPr/>
      </dsp:nvSpPr>
      <dsp:spPr>
        <a:xfrm>
          <a:off x="2158984" y="1209439"/>
          <a:ext cx="1889521" cy="5990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i="0" kern="1200" dirty="0"/>
            <a:t>Planning</a:t>
          </a:r>
          <a:r>
            <a:rPr lang="en-GB" sz="1600" b="0" i="0" kern="1200" dirty="0"/>
            <a:t>:</a:t>
          </a:r>
          <a:endParaRPr lang="en-US" sz="1600" kern="1200" dirty="0"/>
        </a:p>
      </dsp:txBody>
      <dsp:txXfrm>
        <a:off x="2158984" y="1209439"/>
        <a:ext cx="1889521" cy="599085"/>
      </dsp:txXfrm>
    </dsp:sp>
    <dsp:sp modelId="{39A626BC-83C8-F643-8FEB-37653B0D5ACE}">
      <dsp:nvSpPr>
        <dsp:cNvPr id="0" name=""/>
        <dsp:cNvSpPr/>
      </dsp:nvSpPr>
      <dsp:spPr>
        <a:xfrm>
          <a:off x="2158984" y="1808524"/>
          <a:ext cx="1889521" cy="1339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0" i="0" kern="1200" dirty="0"/>
            <a:t>Develop a communication plan tailored to stakeholder requirements.</a:t>
          </a:r>
          <a:endParaRPr lang="en-US" sz="1600" kern="1200" dirty="0"/>
        </a:p>
      </dsp:txBody>
      <dsp:txXfrm>
        <a:off x="2158984" y="1808524"/>
        <a:ext cx="1889521" cy="1339560"/>
      </dsp:txXfrm>
    </dsp:sp>
    <dsp:sp modelId="{CDCED347-76CF-B544-A1FB-5626E59ED30F}">
      <dsp:nvSpPr>
        <dsp:cNvPr id="0" name=""/>
        <dsp:cNvSpPr/>
      </dsp:nvSpPr>
      <dsp:spPr>
        <a:xfrm>
          <a:off x="4313039" y="1209439"/>
          <a:ext cx="1889521" cy="5990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i="0" kern="1200"/>
            <a:t>Execution</a:t>
          </a:r>
          <a:r>
            <a:rPr lang="en-GB" sz="1600" b="0" i="0" kern="1200"/>
            <a:t>:</a:t>
          </a:r>
          <a:endParaRPr lang="en-US" sz="1600" kern="1200"/>
        </a:p>
      </dsp:txBody>
      <dsp:txXfrm>
        <a:off x="4313039" y="1209439"/>
        <a:ext cx="1889521" cy="599085"/>
      </dsp:txXfrm>
    </dsp:sp>
    <dsp:sp modelId="{41EE29E0-140A-E74D-9F29-9CB654163B82}">
      <dsp:nvSpPr>
        <dsp:cNvPr id="0" name=""/>
        <dsp:cNvSpPr/>
      </dsp:nvSpPr>
      <dsp:spPr>
        <a:xfrm>
          <a:off x="4313039" y="1808524"/>
          <a:ext cx="1889521" cy="1339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0" i="0" kern="1200" dirty="0"/>
            <a:t>Distribute information and gather feedback.</a:t>
          </a:r>
          <a:endParaRPr lang="en-US" sz="1600" kern="1200" dirty="0"/>
        </a:p>
      </dsp:txBody>
      <dsp:txXfrm>
        <a:off x="4313039" y="1808524"/>
        <a:ext cx="1889521" cy="1339560"/>
      </dsp:txXfrm>
    </dsp:sp>
    <dsp:sp modelId="{3F8C94DD-E7BB-BA45-A13E-14128C62BB1B}">
      <dsp:nvSpPr>
        <dsp:cNvPr id="0" name=""/>
        <dsp:cNvSpPr/>
      </dsp:nvSpPr>
      <dsp:spPr>
        <a:xfrm>
          <a:off x="6467094" y="1209439"/>
          <a:ext cx="1889521" cy="5990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i="0" kern="1200"/>
            <a:t>Monitoring and Controlling</a:t>
          </a:r>
          <a:r>
            <a:rPr lang="en-GB" sz="1600" b="0" i="0" kern="1200"/>
            <a:t>:</a:t>
          </a:r>
          <a:endParaRPr lang="en-US" sz="1600" kern="1200"/>
        </a:p>
      </dsp:txBody>
      <dsp:txXfrm>
        <a:off x="6467094" y="1209439"/>
        <a:ext cx="1889521" cy="599085"/>
      </dsp:txXfrm>
    </dsp:sp>
    <dsp:sp modelId="{2B685EB0-DFE3-A040-849A-7517CD1575CB}">
      <dsp:nvSpPr>
        <dsp:cNvPr id="0" name=""/>
        <dsp:cNvSpPr/>
      </dsp:nvSpPr>
      <dsp:spPr>
        <a:xfrm>
          <a:off x="6467094" y="1808524"/>
          <a:ext cx="1889521" cy="1339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0" i="0" kern="1200"/>
            <a:t>Track communication effectiveness and make adjustments.</a:t>
          </a:r>
          <a:endParaRPr lang="en-US" sz="1600" kern="1200"/>
        </a:p>
      </dsp:txBody>
      <dsp:txXfrm>
        <a:off x="6467094" y="1808524"/>
        <a:ext cx="1889521" cy="1339560"/>
      </dsp:txXfrm>
    </dsp:sp>
    <dsp:sp modelId="{ABB1768C-51B0-1C4E-BC87-C6F08DB67759}">
      <dsp:nvSpPr>
        <dsp:cNvPr id="0" name=""/>
        <dsp:cNvSpPr/>
      </dsp:nvSpPr>
      <dsp:spPr>
        <a:xfrm>
          <a:off x="8621148" y="1209439"/>
          <a:ext cx="1889521" cy="59908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3792" tIns="65024" rIns="113792" bIns="65024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600" b="1" i="0" kern="1200"/>
            <a:t>Closing</a:t>
          </a:r>
          <a:r>
            <a:rPr lang="en-GB" sz="1600" b="0" i="0" kern="1200"/>
            <a:t>:</a:t>
          </a:r>
          <a:endParaRPr lang="en-US" sz="1600" kern="1200"/>
        </a:p>
      </dsp:txBody>
      <dsp:txXfrm>
        <a:off x="8621148" y="1209439"/>
        <a:ext cx="1889521" cy="599085"/>
      </dsp:txXfrm>
    </dsp:sp>
    <dsp:sp modelId="{199D0C1A-692C-9E4E-BA86-4FD1FCA698CC}">
      <dsp:nvSpPr>
        <dsp:cNvPr id="0" name=""/>
        <dsp:cNvSpPr/>
      </dsp:nvSpPr>
      <dsp:spPr>
        <a:xfrm>
          <a:off x="8621148" y="1808524"/>
          <a:ext cx="1889521" cy="133956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5344" tIns="85344" rIns="113792" bIns="128016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600" b="0" i="0" kern="1200"/>
            <a:t>Document lessons learned and archive communication records.</a:t>
          </a:r>
          <a:endParaRPr lang="en-US" sz="1600" kern="1200"/>
        </a:p>
      </dsp:txBody>
      <dsp:txXfrm>
        <a:off x="8621148" y="1808524"/>
        <a:ext cx="1889521" cy="133956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6ED815-0ADF-47F7-90F0-CC5BF2E6CF63}">
      <dsp:nvSpPr>
        <dsp:cNvPr id="0" name=""/>
        <dsp:cNvSpPr/>
      </dsp:nvSpPr>
      <dsp:spPr>
        <a:xfrm>
          <a:off x="1793280" y="0"/>
          <a:ext cx="1510523" cy="143159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5065FA-6D19-44F0-83C4-9AF009CA2296}">
      <dsp:nvSpPr>
        <dsp:cNvPr id="0" name=""/>
        <dsp:cNvSpPr/>
      </dsp:nvSpPr>
      <dsp:spPr>
        <a:xfrm>
          <a:off x="390651" y="1582140"/>
          <a:ext cx="4315781" cy="613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300" b="1" i="0" kern="1200"/>
            <a:t>Common Challenges</a:t>
          </a:r>
          <a:r>
            <a:rPr lang="en-GB" sz="3300" b="0" i="0" kern="1200"/>
            <a:t>:</a:t>
          </a:r>
          <a:endParaRPr lang="en-US" sz="3300" kern="1200"/>
        </a:p>
      </dsp:txBody>
      <dsp:txXfrm>
        <a:off x="390651" y="1582140"/>
        <a:ext cx="4315781" cy="613539"/>
      </dsp:txXfrm>
    </dsp:sp>
    <dsp:sp modelId="{3D1333A3-5301-4367-8C1F-BC8B1F9F4F7C}">
      <dsp:nvSpPr>
        <dsp:cNvPr id="0" name=""/>
        <dsp:cNvSpPr/>
      </dsp:nvSpPr>
      <dsp:spPr>
        <a:xfrm>
          <a:off x="390651" y="2265703"/>
          <a:ext cx="4315781" cy="1428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Miscommunication or lack of information.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Overloading stakeholders with unnecessary details.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Managing remote teams with diverse time zones.</a:t>
          </a:r>
          <a:endParaRPr lang="en-US" sz="1700" kern="1200"/>
        </a:p>
      </dsp:txBody>
      <dsp:txXfrm>
        <a:off x="390651" y="2265703"/>
        <a:ext cx="4315781" cy="1428472"/>
      </dsp:txXfrm>
    </dsp:sp>
    <dsp:sp modelId="{F38DD0DE-DEFA-48A0-8EA6-51E0DB9098AD}">
      <dsp:nvSpPr>
        <dsp:cNvPr id="0" name=""/>
        <dsp:cNvSpPr/>
      </dsp:nvSpPr>
      <dsp:spPr>
        <a:xfrm>
          <a:off x="6864323" y="0"/>
          <a:ext cx="1510523" cy="143159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4D45EF-7A89-4ACF-A120-809940F24C8B}">
      <dsp:nvSpPr>
        <dsp:cNvPr id="0" name=""/>
        <dsp:cNvSpPr/>
      </dsp:nvSpPr>
      <dsp:spPr>
        <a:xfrm>
          <a:off x="5461694" y="1582140"/>
          <a:ext cx="4315781" cy="613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66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3300" b="1" i="0" kern="1200"/>
            <a:t>Solutions</a:t>
          </a:r>
          <a:r>
            <a:rPr lang="en-GB" sz="3300" b="0" i="0" kern="1200"/>
            <a:t>:</a:t>
          </a:r>
          <a:endParaRPr lang="en-US" sz="3300" kern="1200"/>
        </a:p>
      </dsp:txBody>
      <dsp:txXfrm>
        <a:off x="5461694" y="1582140"/>
        <a:ext cx="4315781" cy="613539"/>
      </dsp:txXfrm>
    </dsp:sp>
    <dsp:sp modelId="{1EE727DC-B57C-4005-B508-6B9C118F02C9}">
      <dsp:nvSpPr>
        <dsp:cNvPr id="0" name=""/>
        <dsp:cNvSpPr/>
      </dsp:nvSpPr>
      <dsp:spPr>
        <a:xfrm>
          <a:off x="5461694" y="2265703"/>
          <a:ext cx="4315781" cy="1428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Use clear and concise language.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Prioritize critical information.</a:t>
          </a:r>
          <a:endParaRPr lang="en-US" sz="170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b="0" i="0" kern="1200"/>
            <a:t>Establish clear communication protocols.</a:t>
          </a:r>
          <a:endParaRPr lang="en-US" sz="1700" kern="1200"/>
        </a:p>
      </dsp:txBody>
      <dsp:txXfrm>
        <a:off x="5461694" y="2265703"/>
        <a:ext cx="4315781" cy="142847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FFA6A5-3E70-41CC-A477-F2C6DD210D15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96515F-2E0E-4445-882F-0D5968240E81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C11D48-F7E9-4418-8920-B4FED4C3D3B8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i="0" kern="1200" dirty="0"/>
            <a:t>Feedback Received</a:t>
          </a:r>
          <a:r>
            <a:rPr lang="en-GB" sz="2200" b="0" i="0" kern="1200" dirty="0"/>
            <a:t>: Number of responses from stakeholders.</a:t>
          </a:r>
          <a:endParaRPr lang="en-US" sz="2200" kern="1200" dirty="0"/>
        </a:p>
      </dsp:txBody>
      <dsp:txXfrm>
        <a:off x="1339618" y="2288"/>
        <a:ext cx="5024605" cy="1159843"/>
      </dsp:txXfrm>
    </dsp:sp>
    <dsp:sp modelId="{B383DE0C-983B-45CA-8C6E-43367AA8586D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68FC0A-CC84-4E06-95F0-D23D7763D802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78482E-7E56-4DCF-AB05-20B9730B5819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i="0" kern="1200"/>
            <a:t>Understanding Level</a:t>
          </a:r>
          <a:r>
            <a:rPr lang="en-GB" sz="2200" b="0" i="0" kern="1200"/>
            <a:t>: Measured through surveys or quizzes.</a:t>
          </a:r>
          <a:endParaRPr lang="en-US" sz="2200" kern="1200"/>
        </a:p>
      </dsp:txBody>
      <dsp:txXfrm>
        <a:off x="1339618" y="1452092"/>
        <a:ext cx="5024605" cy="1159843"/>
      </dsp:txXfrm>
    </dsp:sp>
    <dsp:sp modelId="{2B34C38C-C7BD-4275-93C3-6BCF25E3B60E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16D70A-2541-4507-85E0-7C3AF508B4A1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5D2F62-3334-4D84-81DF-5BD2DBA5541D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i="0" kern="1200"/>
            <a:t>Timeliness</a:t>
          </a:r>
          <a:r>
            <a:rPr lang="en-GB" sz="2200" b="0" i="0" kern="1200"/>
            <a:t>: Adherence to the communication schedule.</a:t>
          </a:r>
          <a:endParaRPr lang="en-US" sz="2200" kern="1200"/>
        </a:p>
      </dsp:txBody>
      <dsp:txXfrm>
        <a:off x="1339618" y="2901896"/>
        <a:ext cx="5024605" cy="1159843"/>
      </dsp:txXfrm>
    </dsp:sp>
    <dsp:sp modelId="{A3FA4EF2-2795-43E3-B005-C4A075CA3FB3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C6DD5C-E931-458E-AAB6-6252602AE609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07CB41-9CB2-40C5-90F2-C5EF43F144F0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i="0" kern="1200"/>
            <a:t>Satisfaction</a:t>
          </a:r>
          <a:r>
            <a:rPr lang="en-GB" sz="2200" b="0" i="0" kern="1200"/>
            <a:t>: Stakeholder satisfaction scores.</a:t>
          </a:r>
          <a:endParaRPr lang="en-US" sz="2200" kern="1200"/>
        </a:p>
      </dsp:txBody>
      <dsp:txXfrm>
        <a:off x="1339618" y="4351700"/>
        <a:ext cx="5024605" cy="115984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E7E87D-FC98-3E4C-B395-6D702E83E7DD}">
      <dsp:nvSpPr>
        <dsp:cNvPr id="0" name=""/>
        <dsp:cNvSpPr/>
      </dsp:nvSpPr>
      <dsp:spPr>
        <a:xfrm>
          <a:off x="0" y="1495973"/>
          <a:ext cx="10506456" cy="113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15418" tIns="312420" rIns="815418" bIns="10668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b="0" i="0" kern="1200"/>
            <a:t>Effective communication is a cornerstone of successful projects.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b="0" i="0" kern="1200"/>
            <a:t>Tailor communication strategies to stakeholder needs.</a:t>
          </a:r>
          <a:endParaRPr lang="en-US" sz="15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b="0" i="0" kern="1200"/>
            <a:t>Use the right tools and monitor communication effectiveness.</a:t>
          </a:r>
          <a:endParaRPr lang="en-US" sz="1500" kern="1200"/>
        </a:p>
      </dsp:txBody>
      <dsp:txXfrm>
        <a:off x="0" y="1495973"/>
        <a:ext cx="10506456" cy="1134000"/>
      </dsp:txXfrm>
    </dsp:sp>
    <dsp:sp modelId="{2E326E16-D9EC-B44A-B227-1ECACD70E4FD}">
      <dsp:nvSpPr>
        <dsp:cNvPr id="0" name=""/>
        <dsp:cNvSpPr/>
      </dsp:nvSpPr>
      <dsp:spPr>
        <a:xfrm>
          <a:off x="525322" y="1274573"/>
          <a:ext cx="7354519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983" tIns="0" rIns="27798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i="0" kern="1200"/>
            <a:t>Key Takeaways</a:t>
          </a:r>
          <a:r>
            <a:rPr lang="en-GB" sz="1500" b="0" i="0" kern="1200"/>
            <a:t>:</a:t>
          </a:r>
          <a:endParaRPr lang="en-US" sz="1500" kern="1200"/>
        </a:p>
      </dsp:txBody>
      <dsp:txXfrm>
        <a:off x="546938" y="1296189"/>
        <a:ext cx="7311287" cy="399568"/>
      </dsp:txXfrm>
    </dsp:sp>
    <dsp:sp modelId="{F3467E23-DC13-9841-8678-6D7D465795DC}">
      <dsp:nvSpPr>
        <dsp:cNvPr id="0" name=""/>
        <dsp:cNvSpPr/>
      </dsp:nvSpPr>
      <dsp:spPr>
        <a:xfrm>
          <a:off x="0" y="2932373"/>
          <a:ext cx="10506456" cy="378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A81BEE-926A-BF45-B1FF-C680CEC7E5E7}">
      <dsp:nvSpPr>
        <dsp:cNvPr id="0" name=""/>
        <dsp:cNvSpPr/>
      </dsp:nvSpPr>
      <dsp:spPr>
        <a:xfrm>
          <a:off x="525322" y="2710973"/>
          <a:ext cx="7354519" cy="442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7983" tIns="0" rIns="277983" bIns="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b="1" i="0" kern="1200"/>
            <a:t>Call to Action</a:t>
          </a:r>
          <a:r>
            <a:rPr lang="en-GB" sz="1500" b="0" i="0" kern="1200"/>
            <a:t>: Invest in communication planning to ensure project success.</a:t>
          </a:r>
          <a:endParaRPr lang="en-US" sz="1500" kern="1200"/>
        </a:p>
      </dsp:txBody>
      <dsp:txXfrm>
        <a:off x="546938" y="2732589"/>
        <a:ext cx="7311287" cy="3995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4890F3-7498-594C-ADE3-E881DE993A07}" type="datetimeFigureOut">
              <a:rPr lang="en-US" smtClean="0"/>
              <a:t>12/12/24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966DB9-25F0-9741-9E3E-E8CB8C452C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466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966DB9-25F0-9741-9E3E-E8CB8C452CB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2577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76072" y="1124712"/>
            <a:ext cx="11036808" cy="3172968"/>
          </a:xfrm>
        </p:spPr>
        <p:txBody>
          <a:bodyPr anchor="b">
            <a:normAutofit/>
          </a:bodyPr>
          <a:lstStyle>
            <a:lvl1pPr algn="l"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6072" y="4727448"/>
            <a:ext cx="11036808" cy="1481328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FF558-51F9-42A2-9944-DBE23DA8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76072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12/11/24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C0E86-A7F7-4BDC-A637-254E5252DE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D10ADE-E9DA-4E57-BF57-1CCB6521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69680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D06CE56-3881-4ADA-8CEF-D18B02C242A3}"/>
              </a:ext>
            </a:extLst>
          </p:cNvPr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F3C543-62EC-4433-9C93-A2CD8764E9B4}"/>
              </a:ext>
            </a:extLst>
          </p:cNvPr>
          <p:cNvSpPr/>
          <p:nvPr/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4042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4727B71-B4B6-4823-80A1-68C40B475118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15568" y="2478024"/>
            <a:ext cx="10168128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797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AEDC5C-2E87-49C6-AB07-A95E5F39ED8E}"/>
              </a:ext>
            </a:extLst>
          </p:cNvPr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7D88DE-E462-4C8A-BF99-609390DFB781}"/>
              </a:ext>
            </a:extLst>
          </p:cNvPr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7784" y="640080"/>
            <a:ext cx="10890504" cy="4114800"/>
          </a:xfrm>
        </p:spPr>
        <p:txBody>
          <a:bodyPr anchor="b">
            <a:norm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5102352"/>
            <a:ext cx="10607040" cy="585216"/>
          </a:xfrm>
        </p:spPr>
        <p:txBody>
          <a:bodyPr anchor="ctr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8BFA7D-4401-4285-802B-1579165F0D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A909C5-AA19-4195-8376-9002D5DF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AC3F32-46E0-47C8-8565-5969A475F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2111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076262E-36A0-40C6-ADE6-90CD9FB9B9EA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42677A9B-4D1D-4D80-912C-24570140A650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DC8C98-510F-48C9-82B2-9E4F760A68DF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7A078AE-0BC3-48F9-87EC-2DB0CCE7E2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A20DF-0829-4336-B59F-FF9D7AA9D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5568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35D01C-CF67-4DF6-B96C-FFC9D5BF8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45936" y="2478024"/>
            <a:ext cx="4937760" cy="369417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BBD797-6031-4F82-8726-EAB757027F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3F71C-B897-4909-A75E-8716AD49C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8BC14-5BB1-405F-A6F3-C07230F08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553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99500CE-917A-4D03-A7DF-71D8EBBC1537}"/>
              </a:ext>
            </a:extLst>
          </p:cNvPr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548640"/>
            <a:ext cx="10168128" cy="1179576"/>
          </a:xfrm>
        </p:spPr>
        <p:txBody>
          <a:bodyPr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5568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5568" y="3203688"/>
            <a:ext cx="4937760" cy="2968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45936" y="2372650"/>
            <a:ext cx="4937760" cy="823912"/>
          </a:xfrm>
        </p:spPr>
        <p:txBody>
          <a:bodyPr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45936" y="3203687"/>
            <a:ext cx="4937760" cy="296851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15568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9567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8992" y="1938528"/>
            <a:ext cx="10177272" cy="2990088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297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09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65192" y="1709928"/>
            <a:ext cx="6729984" cy="4096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29000"/>
            <a:ext cx="3099816" cy="2066544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12/11/24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404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1709928"/>
            <a:ext cx="3099816" cy="1709928"/>
          </a:xfrm>
        </p:spPr>
        <p:txBody>
          <a:bodyPr tIns="4572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65192" y="1161288"/>
            <a:ext cx="6729984" cy="4645152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68680" y="3438144"/>
            <a:ext cx="3099816" cy="20574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/>
          <a:lstStyle/>
          <a:p>
            <a:fld id="{02AC24A9-CCB6-4F8D-B8DB-C2F3692CFA5A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8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32C18-E430-4EC7-BD7C-99D86D0122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C5012F-7119-4D94-9717-3862E1C93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D9A4A-D287-4207-9037-70DB007A17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ECFCAC-80DB-43BB-B3F1-AC22BACEE3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679730-3487-4D94-A0DC-C21684963A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17510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43C89D-929E-4CD1-BCCC-72A14C0335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D450EA-A577-4B76-A12F-650BEB20F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D2603B-9ACE-4FA9-805B-9B91EB63DF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C24A9-CCB6-4F8D-B8DB-C2F3692CFA5A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E18AC-D6A9-4A61-885D-68E2B684A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7AE4-AA47-4E14-8FFE-171FAE47F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2975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C24A9-CCB6-4F8D-B8DB-C2F3692CFA5A}" type="datetimeFigureOut">
              <a:rPr lang="en-US" smtClean="0"/>
              <a:t>12/11/24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DC25EE-239B-4C5F-AAD1-255A7D5F1EE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37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50" r:id="rId6"/>
    <p:sldLayoutId id="2147483745" r:id="rId7"/>
    <p:sldLayoutId id="2147483746" r:id="rId8"/>
    <p:sldLayoutId id="2147483747" r:id="rId9"/>
    <p:sldLayoutId id="2147483749" r:id="rId10"/>
    <p:sldLayoutId id="214748374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B8524C69-6141-674B-4136-5FF2DA9F04D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269" b="15481"/>
          <a:stretch/>
        </p:blipFill>
        <p:spPr>
          <a:xfrm>
            <a:off x="21" y="283789"/>
            <a:ext cx="12191979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8D19661F-4B4C-74C1-7FC3-31FB14D49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6955" y="-166956"/>
            <a:ext cx="6858002" cy="7191913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55000"/>
                </a:schemeClr>
              </a:gs>
              <a:gs pos="25000">
                <a:schemeClr val="bg1">
                  <a:alpha val="38000"/>
                </a:schemeClr>
              </a:gs>
              <a:gs pos="100000">
                <a:schemeClr val="bg1">
                  <a:alpha val="6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741C1B-6D13-2104-B2B0-133A54E2AA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5488" y="1124712"/>
            <a:ext cx="4023360" cy="3200400"/>
          </a:xfrm>
        </p:spPr>
        <p:txBody>
          <a:bodyPr anchor="b">
            <a:normAutofit/>
          </a:bodyPr>
          <a:lstStyle/>
          <a:p>
            <a:r>
              <a:rPr lang="en-GB" sz="3700" b="0" i="0" u="none" strike="noStrike">
                <a:effectLst/>
              </a:rPr>
              <a:t>Managing Communications in Software Project Management</a:t>
            </a:r>
            <a:br>
              <a:rPr lang="en-GB" sz="3700" b="0" i="0" u="none" strike="noStrike">
                <a:effectLst/>
              </a:rPr>
            </a:br>
            <a:endParaRPr lang="en-US" sz="370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09B428-323E-1C17-B579-72B9C16A9F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488" y="4873752"/>
            <a:ext cx="4023360" cy="1207008"/>
          </a:xfrm>
        </p:spPr>
        <p:txBody>
          <a:bodyPr anchor="t">
            <a:normAutofit/>
          </a:bodyPr>
          <a:lstStyle/>
          <a:p>
            <a:r>
              <a:rPr lang="en-GB" sz="2000" b="0" i="0" u="none" strike="noStrike">
                <a:effectLst/>
              </a:rPr>
              <a:t>A Comprehensive Approach to Effective Communication</a:t>
            </a:r>
          </a:p>
          <a:p>
            <a:endParaRPr lang="en-US" sz="200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65A4AE-FFE9-B2D5-017C-17337DDB3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E701D1-A34F-CF86-7316-8761C7835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425521-A325-E708-D0CB-36ECD227BC26}"/>
              </a:ext>
            </a:extLst>
          </p:cNvPr>
          <p:cNvSpPr txBox="1"/>
          <p:nvPr/>
        </p:nvSpPr>
        <p:spPr>
          <a:xfrm>
            <a:off x="4175955" y="4245253"/>
            <a:ext cx="38400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algn="r" defTabSz="914400" rtl="1" eaLnBrk="1" latinLnBrk="0" hangingPunct="1">
              <a:spcAft>
                <a:spcPts val="600"/>
              </a:spcAft>
            </a:pPr>
            <a:r>
              <a:rPr lang="en-US" dirty="0"/>
              <a:t>Presented by: Muhammad Umar Atiq</a:t>
            </a:r>
          </a:p>
        </p:txBody>
      </p:sp>
    </p:spTree>
    <p:extLst>
      <p:ext uri="{BB962C8B-B14F-4D97-AF65-F5344CB8AC3E}">
        <p14:creationId xmlns:p14="http://schemas.microsoft.com/office/powerpoint/2010/main" val="19843155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143713-CC12-59FC-D743-9A23376EB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GB" sz="3400" b="1" i="0" u="none" strike="noStrike">
                <a:effectLst/>
              </a:rPr>
              <a:t>Introduction to Project Communication Management</a:t>
            </a:r>
            <a:br>
              <a:rPr lang="en-GB" sz="3400" b="1" i="0" u="none" strike="noStrike">
                <a:effectLst/>
              </a:rPr>
            </a:br>
            <a:endParaRPr lang="en-US" sz="34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31" name="Content Placeholder 2">
            <a:extLst>
              <a:ext uri="{FF2B5EF4-FFF2-40B4-BE49-F238E27FC236}">
                <a16:creationId xmlns:a16="http://schemas.microsoft.com/office/drawing/2014/main" id="{1346A89E-399D-BA7A-759D-B2634A78F4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129425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424607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0EFE98-62E5-311C-D369-C27887EC0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GB" b="1" i="0" u="none" strike="noStrike">
                <a:effectLst/>
              </a:rPr>
              <a:t>Communication in the Project Lifecycle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9144"/>
          </a:xfrm>
          <a:prstGeom prst="rect">
            <a:avLst/>
          </a:prstGeom>
          <a:solidFill>
            <a:schemeClr val="tx1">
              <a:lumMod val="65000"/>
              <a:lumOff val="35000"/>
              <a:alpha val="30000"/>
            </a:schemeClr>
          </a:solidFill>
          <a:ln w="9525">
            <a:solidFill>
              <a:schemeClr val="tx1">
                <a:lumMod val="65000"/>
                <a:lumOff val="35000"/>
                <a:alpha val="3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972C2C-625D-75B0-1FBE-07D24CD6C1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112103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310272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D2EBBD-50C3-2372-D8F4-A2BDEDEB9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anchor="b">
            <a:normAutofit/>
          </a:bodyPr>
          <a:lstStyle/>
          <a:p>
            <a:r>
              <a:rPr lang="en-GB" sz="3100" b="1" i="0" u="none" strike="noStrike">
                <a:effectLst/>
              </a:rPr>
              <a:t>Components of a Communication Plan</a:t>
            </a:r>
            <a:endParaRPr lang="en-US" sz="310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15026D-8338-3BFC-7EF7-01273CCEB3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80" y="2684095"/>
            <a:ext cx="4443154" cy="3492868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sz="1700" b="1" i="0" u="none" strike="noStrike" dirty="0">
                <a:effectLst/>
              </a:rPr>
              <a:t>What</a:t>
            </a:r>
            <a:r>
              <a:rPr lang="en-GB" sz="1700" b="0" i="0" u="none" strike="noStrike" dirty="0">
                <a:effectLst/>
              </a:rPr>
              <a:t>: Type of information to be shared (e.g., status updates, deliverables).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700" b="1" i="0" u="none" strike="noStrike" dirty="0">
                <a:effectLst/>
              </a:rPr>
              <a:t>Who</a:t>
            </a:r>
            <a:r>
              <a:rPr lang="en-GB" sz="1700" b="0" i="0" u="none" strike="noStrike" dirty="0">
                <a:effectLst/>
              </a:rPr>
              <a:t>: Stakeholders involved.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700" b="1" i="0" u="none" strike="noStrike" dirty="0">
                <a:effectLst/>
              </a:rPr>
              <a:t>How</a:t>
            </a:r>
            <a:r>
              <a:rPr lang="en-GB" sz="1700" b="0" i="0" u="none" strike="noStrike" dirty="0">
                <a:effectLst/>
              </a:rPr>
              <a:t>: Communication channels (e.g., email, meetings, dashboards).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700" b="1" i="0" u="none" strike="noStrike" dirty="0">
                <a:effectLst/>
              </a:rPr>
              <a:t>When</a:t>
            </a:r>
            <a:r>
              <a:rPr lang="en-GB" sz="1700" b="0" i="0" u="none" strike="noStrike" dirty="0">
                <a:effectLst/>
              </a:rPr>
              <a:t>: Frequency and timing of communications.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700" b="1" i="0" u="none" strike="noStrike" dirty="0">
                <a:effectLst/>
              </a:rPr>
              <a:t>Why</a:t>
            </a:r>
            <a:r>
              <a:rPr lang="en-GB" sz="1700" b="0" i="0" u="none" strike="noStrike" dirty="0">
                <a:effectLst/>
              </a:rPr>
              <a:t>: Objectives of the communication (e.g., inform, update, seek feedback).</a:t>
            </a:r>
          </a:p>
        </p:txBody>
      </p:sp>
      <p:pic>
        <p:nvPicPr>
          <p:cNvPr id="5" name="Picture 4" descr="A person pointing at a graph&#10;&#10;Description automatically generated">
            <a:extLst>
              <a:ext uri="{FF2B5EF4-FFF2-40B4-BE49-F238E27FC236}">
                <a16:creationId xmlns:a16="http://schemas.microsoft.com/office/drawing/2014/main" id="{0E14ECF4-066D-1AD3-A331-0B11DB2F4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1493348"/>
            <a:ext cx="6440424" cy="381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0065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5" name="Rectangle 1034">
            <a:extLst>
              <a:ext uri="{FF2B5EF4-FFF2-40B4-BE49-F238E27FC236}">
                <a16:creationId xmlns:a16="http://schemas.microsoft.com/office/drawing/2014/main" id="{139AB947-785D-482B-A71B-C1C825A20D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37" name="Freeform: Shape 1036">
            <a:extLst>
              <a:ext uri="{FF2B5EF4-FFF2-40B4-BE49-F238E27FC236}">
                <a16:creationId xmlns:a16="http://schemas.microsoft.com/office/drawing/2014/main" id="{468A839C-B241-4F23-9A1D-CBCAFE6F5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6096002" cy="6858000"/>
          </a:xfrm>
          <a:custGeom>
            <a:avLst/>
            <a:gdLst>
              <a:gd name="connsiteX0" fmla="*/ 0 w 6096002"/>
              <a:gd name="connsiteY0" fmla="*/ 0 h 6858000"/>
              <a:gd name="connsiteX1" fmla="*/ 4885967 w 6096002"/>
              <a:gd name="connsiteY1" fmla="*/ 0 h 6858000"/>
              <a:gd name="connsiteX2" fmla="*/ 4946007 w 6096002"/>
              <a:gd name="connsiteY2" fmla="*/ 69271 h 6858000"/>
              <a:gd name="connsiteX3" fmla="*/ 6096002 w 6096002"/>
              <a:gd name="connsiteY3" fmla="*/ 3429000 h 6858000"/>
              <a:gd name="connsiteX4" fmla="*/ 4946007 w 6096002"/>
              <a:gd name="connsiteY4" fmla="*/ 6788730 h 6858000"/>
              <a:gd name="connsiteX5" fmla="*/ 4885967 w 6096002"/>
              <a:gd name="connsiteY5" fmla="*/ 6858000 h 6858000"/>
              <a:gd name="connsiteX6" fmla="*/ 0 w 609600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2" h="6858000">
                <a:moveTo>
                  <a:pt x="0" y="0"/>
                </a:moveTo>
                <a:lnTo>
                  <a:pt x="4885967" y="0"/>
                </a:lnTo>
                <a:lnTo>
                  <a:pt x="4946007" y="69271"/>
                </a:lnTo>
                <a:cubicBezTo>
                  <a:pt x="5656533" y="929100"/>
                  <a:pt x="6096002" y="2116944"/>
                  <a:pt x="6096002" y="3429000"/>
                </a:cubicBezTo>
                <a:cubicBezTo>
                  <a:pt x="6096002" y="4741056"/>
                  <a:pt x="5656533" y="5928900"/>
                  <a:pt x="4946007" y="6788730"/>
                </a:cubicBezTo>
                <a:lnTo>
                  <a:pt x="4885967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039" name="Freeform: Shape 1038">
            <a:extLst>
              <a:ext uri="{FF2B5EF4-FFF2-40B4-BE49-F238E27FC236}">
                <a16:creationId xmlns:a16="http://schemas.microsoft.com/office/drawing/2014/main" id="{AF68CAD5-0452-48EC-94D8-91ED8F5EB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85370" cy="6858000"/>
          </a:xfrm>
          <a:custGeom>
            <a:avLst/>
            <a:gdLst>
              <a:gd name="connsiteX0" fmla="*/ 0 w 6085370"/>
              <a:gd name="connsiteY0" fmla="*/ 0 h 6858000"/>
              <a:gd name="connsiteX1" fmla="*/ 4875335 w 6085370"/>
              <a:gd name="connsiteY1" fmla="*/ 0 h 6858000"/>
              <a:gd name="connsiteX2" fmla="*/ 4935375 w 6085370"/>
              <a:gd name="connsiteY2" fmla="*/ 69271 h 6858000"/>
              <a:gd name="connsiteX3" fmla="*/ 6085370 w 6085370"/>
              <a:gd name="connsiteY3" fmla="*/ 3429000 h 6858000"/>
              <a:gd name="connsiteX4" fmla="*/ 4935375 w 6085370"/>
              <a:gd name="connsiteY4" fmla="*/ 6788730 h 6858000"/>
              <a:gd name="connsiteX5" fmla="*/ 4875335 w 6085370"/>
              <a:gd name="connsiteY5" fmla="*/ 6858000 h 6858000"/>
              <a:gd name="connsiteX6" fmla="*/ 0 w 6085370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5370" h="6858000">
                <a:moveTo>
                  <a:pt x="0" y="0"/>
                </a:moveTo>
                <a:lnTo>
                  <a:pt x="4875335" y="0"/>
                </a:lnTo>
                <a:lnTo>
                  <a:pt x="4935375" y="69271"/>
                </a:lnTo>
                <a:cubicBezTo>
                  <a:pt x="5645901" y="929100"/>
                  <a:pt x="6085370" y="2116944"/>
                  <a:pt x="6085370" y="3429000"/>
                </a:cubicBezTo>
                <a:cubicBezTo>
                  <a:pt x="6085370" y="4741056"/>
                  <a:pt x="5645901" y="5928900"/>
                  <a:pt x="4935375" y="6788730"/>
                </a:cubicBezTo>
                <a:lnTo>
                  <a:pt x="4875335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F61324-018E-A365-8DEE-FC2539028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912" y="859536"/>
            <a:ext cx="4837176" cy="1170432"/>
          </a:xfrm>
        </p:spPr>
        <p:txBody>
          <a:bodyPr anchor="b">
            <a:normAutofit/>
          </a:bodyPr>
          <a:lstStyle/>
          <a:p>
            <a:r>
              <a:rPr lang="en-GB" sz="3400" b="1" i="0" u="none" strike="noStrike">
                <a:effectLst/>
              </a:rPr>
              <a:t>Communication Tools and Techniques</a:t>
            </a:r>
            <a:endParaRPr lang="en-US" sz="3400"/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F89F292F-513F-4E95-9E51-6B736F17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03236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13A52E0E-6908-496E-BB67-DDBF1EEC3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92" y="2185062"/>
            <a:ext cx="493776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0E1531-A520-DDD9-841F-BADCA7E2C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8912" y="2514600"/>
            <a:ext cx="4837176" cy="3666744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500" b="1" i="0" u="none" strike="noStrike" dirty="0">
                <a:effectLst/>
              </a:rPr>
              <a:t>Tools</a:t>
            </a:r>
            <a:r>
              <a:rPr lang="en-GB" sz="1500" b="0" i="0" u="none" strike="noStrike" dirty="0">
                <a:effectLst/>
              </a:rPr>
              <a:t>: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500" b="0" i="0" u="none" strike="noStrike" dirty="0">
                <a:effectLst/>
              </a:rPr>
              <a:t>Project management software (e.g., Asana, Trello, Jira).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500" b="0" i="0" u="none" strike="noStrike" dirty="0">
                <a:effectLst/>
              </a:rPr>
              <a:t>Video conferencing tools (e.g., Zoom, Microsoft Teams).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500" b="0" i="0" u="none" strike="noStrike" dirty="0">
                <a:effectLst/>
              </a:rPr>
              <a:t>Collaborative tools (e.g., Slack, Google Workspace).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500" b="1" i="0" u="none" strike="noStrike" dirty="0">
                <a:effectLst/>
              </a:rPr>
              <a:t>Techniques</a:t>
            </a:r>
            <a:r>
              <a:rPr lang="en-GB" sz="1500" b="0" i="0" u="none" strike="noStrike" dirty="0">
                <a:effectLst/>
              </a:rPr>
              <a:t>: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500" b="0" i="0" u="none" strike="noStrike" dirty="0">
                <a:effectLst/>
              </a:rPr>
              <a:t>Regular meetings (daily stand-ups, sprint reviews).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500" b="0" i="0" u="none" strike="noStrike" dirty="0">
                <a:effectLst/>
              </a:rPr>
              <a:t>Status reports and dashboards.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500" b="0" i="0" u="none" strike="noStrike" dirty="0">
                <a:effectLst/>
              </a:rPr>
              <a:t>Feedback collection through surveys or forms.</a:t>
            </a: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4F2209A8-2FDF-644B-A3E5-3FDB23531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51004" y="1662544"/>
            <a:ext cx="1263535" cy="1263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Trello Logo PNG Vectors Free Download">
            <a:extLst>
              <a:ext uri="{FF2B5EF4-FFF2-40B4-BE49-F238E27FC236}">
                <a16:creationId xmlns:a16="http://schemas.microsoft.com/office/drawing/2014/main" id="{7DE4B353-2331-6291-047B-42FED7695C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367725" y="1662544"/>
            <a:ext cx="1263536" cy="12635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le:Microsoft Office Teams (2018 ...">
            <a:extLst>
              <a:ext uri="{FF2B5EF4-FFF2-40B4-BE49-F238E27FC236}">
                <a16:creationId xmlns:a16="http://schemas.microsoft.com/office/drawing/2014/main" id="{AA64B3D3-E98D-13E7-6303-D553809E57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51005" y="4798027"/>
            <a:ext cx="1263534" cy="1176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ree Asana Logo Icon - Free Download ...">
            <a:extLst>
              <a:ext uri="{FF2B5EF4-FFF2-40B4-BE49-F238E27FC236}">
                <a16:creationId xmlns:a16="http://schemas.microsoft.com/office/drawing/2014/main" id="{EF4F457B-EE29-2D1D-EDB6-D3E858A3BF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9180" y="4645542"/>
            <a:ext cx="1535802" cy="1535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37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9CFAF-DA0B-73C3-87A9-0999A5D6B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i="0" u="none" strike="noStrike" dirty="0">
                <a:solidFill>
                  <a:srgbClr val="000000"/>
                </a:solidFill>
                <a:effectLst/>
              </a:rPr>
              <a:t>Managing Communication Challenges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A233B7D-2AE0-87B2-91F7-9161541B44F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115568" y="2478024"/>
          <a:ext cx="10168128" cy="36941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7164795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9477870-C64A-4E35-8F2F-05B7114F3C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593129-3FBC-3685-35AD-C6A95948C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68770" cy="1536192"/>
          </a:xfrm>
        </p:spPr>
        <p:txBody>
          <a:bodyPr anchor="b">
            <a:normAutofit/>
          </a:bodyPr>
          <a:lstStyle/>
          <a:p>
            <a:r>
              <a:rPr lang="en-GB" sz="3600" b="1" i="0" u="none" strike="noStrike">
                <a:effectLst/>
              </a:rPr>
              <a:t>Stakeholder Communication Strategies</a:t>
            </a:r>
            <a:endParaRPr lang="en-US" sz="36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EA628B-C8FF-4D0B-B111-F101F580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3202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2663BD0-064C-40FC-A331-F49FCA9536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8506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7D0265-AEA9-B143-2D7F-9177F178EE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458" y="3355848"/>
            <a:ext cx="6268770" cy="2825496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500" b="1" i="0" u="none" strike="noStrike" dirty="0">
                <a:effectLst/>
              </a:rPr>
              <a:t>Engage Different Stakeholders</a:t>
            </a:r>
            <a:r>
              <a:rPr lang="en-GB" sz="1500" b="0" i="0" u="none" strike="noStrike" dirty="0">
                <a:effectLst/>
              </a:rPr>
              <a:t>: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500" b="0" i="0" u="none" strike="noStrike" dirty="0">
                <a:effectLst/>
              </a:rPr>
              <a:t>Executive Stakeholders: High-level summaries and decision-making insights.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500" b="0" i="0" u="none" strike="noStrike" dirty="0">
                <a:effectLst/>
              </a:rPr>
              <a:t>Team Members: Detailed task-level updates.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500" b="0" i="0" u="none" strike="noStrike" dirty="0">
                <a:effectLst/>
              </a:rPr>
              <a:t>Clients/Users: Milestone updates and user-centric feedback opportunities.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500" b="1" i="0" u="none" strike="noStrike" dirty="0">
                <a:effectLst/>
              </a:rPr>
              <a:t>Adapt Communication Styles</a:t>
            </a:r>
            <a:r>
              <a:rPr lang="en-GB" sz="1500" b="0" i="0" u="none" strike="noStrike" dirty="0">
                <a:effectLst/>
              </a:rPr>
              <a:t>: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500" b="0" i="0" u="none" strike="noStrike" dirty="0">
                <a:effectLst/>
              </a:rPr>
              <a:t>Use visuals for quick comprehension.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500" b="0" i="0" u="none" strike="noStrike" dirty="0">
                <a:effectLst/>
              </a:rPr>
              <a:t>Provide written documentation for detailed follow-ups.</a:t>
            </a:r>
          </a:p>
        </p:txBody>
      </p:sp>
      <p:pic>
        <p:nvPicPr>
          <p:cNvPr id="5" name="Picture 4" descr="Multi-coloured paper-craft art">
            <a:extLst>
              <a:ext uri="{FF2B5EF4-FFF2-40B4-BE49-F238E27FC236}">
                <a16:creationId xmlns:a16="http://schemas.microsoft.com/office/drawing/2014/main" id="{A5075360-6109-24D7-1279-850D24C821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180" r="26942" b="-1"/>
          <a:stretch/>
        </p:blipFill>
        <p:spPr>
          <a:xfrm>
            <a:off x="7684006" y="10"/>
            <a:ext cx="4507993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30120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28D5C6-93CF-D8B9-D4CD-FF913E7B0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GB" sz="3400" b="1" i="0" u="none" strike="noStrike">
                <a:effectLst/>
              </a:rPr>
              <a:t>Metrics for Effective Communication</a:t>
            </a:r>
            <a:endParaRPr lang="en-US" sz="340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8A39AF6-665F-EC30-9734-5E93456589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3188614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063435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F94AA2BD-2E3F-4B1D-8127-5744B8115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33090F-2BB4-D1AE-38D7-451194C0B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87552"/>
            <a:ext cx="4485861" cy="1088136"/>
          </a:xfrm>
        </p:spPr>
        <p:txBody>
          <a:bodyPr anchor="b">
            <a:normAutofit/>
          </a:bodyPr>
          <a:lstStyle/>
          <a:p>
            <a:r>
              <a:rPr lang="en-GB" sz="2400" b="1" i="0" u="none" strike="noStrike">
                <a:effectLst/>
              </a:rPr>
              <a:t>Case Study: Effective Communication in a Software Project</a:t>
            </a:r>
            <a:endParaRPr lang="en-US" sz="2400"/>
          </a:p>
        </p:txBody>
      </p:sp>
      <p:sp>
        <p:nvSpPr>
          <p:cNvPr id="2057" name="Rectangle 2056">
            <a:extLst>
              <a:ext uri="{FF2B5EF4-FFF2-40B4-BE49-F238E27FC236}">
                <a16:creationId xmlns:a16="http://schemas.microsoft.com/office/drawing/2014/main" id="{4BD02261-2DC8-4AA8-9E16-7751AE8924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3D752CF2-2291-40B5-B462-C17B174C10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6000"/>
            <a:ext cx="43891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F9C4717-E578-8629-C882-AEFCA4F77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1479" y="2688336"/>
            <a:ext cx="4498848" cy="3584448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400" b="1" i="0" u="none" strike="noStrike" dirty="0">
                <a:effectLst/>
              </a:rPr>
              <a:t>Scenario</a:t>
            </a:r>
            <a:r>
              <a:rPr lang="en-GB" sz="1400" b="0" i="0" u="none" strike="noStrike" dirty="0">
                <a:effectLst/>
              </a:rPr>
              <a:t>: A team managing a remote software project across multiple countries.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400" b="1" i="0" u="none" strike="noStrike" dirty="0">
                <a:effectLst/>
              </a:rPr>
              <a:t>Approach</a:t>
            </a:r>
            <a:r>
              <a:rPr lang="en-GB" sz="1400" b="0" i="0" u="none" strike="noStrike" dirty="0">
                <a:effectLst/>
              </a:rPr>
              <a:t>: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400" b="0" i="0" u="none" strike="noStrike" dirty="0">
                <a:effectLst/>
              </a:rPr>
              <a:t>Daily stand-ups via video conferencing.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400" b="0" i="0" u="none" strike="noStrike" dirty="0">
                <a:effectLst/>
              </a:rPr>
              <a:t>Shared dashboards for real-time task tracking.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400" b="0" i="0" u="none" strike="noStrike" dirty="0">
                <a:effectLst/>
              </a:rPr>
              <a:t>Weekly summary emails for executives.</a:t>
            </a:r>
          </a:p>
          <a:p>
            <a:pPr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400" b="1" i="0" u="none" strike="noStrike" dirty="0">
                <a:effectLst/>
              </a:rPr>
              <a:t>Outcome</a:t>
            </a:r>
            <a:r>
              <a:rPr lang="en-GB" sz="1400" b="0" i="0" u="none" strike="noStrike" dirty="0">
                <a:effectLst/>
              </a:rPr>
              <a:t>: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400" b="0" i="0" u="none" strike="noStrike" dirty="0">
                <a:effectLst/>
              </a:rPr>
              <a:t>Increased stakeholder trust.</a:t>
            </a:r>
          </a:p>
          <a:p>
            <a:pPr marL="742950" lvl="1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GB" sz="1400" b="0" i="0" u="none" strike="noStrike" dirty="0">
                <a:effectLst/>
              </a:rPr>
              <a:t>Faster issue resolution.</a:t>
            </a:r>
          </a:p>
        </p:txBody>
      </p:sp>
      <p:pic>
        <p:nvPicPr>
          <p:cNvPr id="2050" name="Picture 2" descr="Case Study Format: What's the Best Format for a Case Study? - ShareThis">
            <a:extLst>
              <a:ext uri="{FF2B5EF4-FFF2-40B4-BE49-F238E27FC236}">
                <a16:creationId xmlns:a16="http://schemas.microsoft.com/office/drawing/2014/main" id="{3DDBA933-79C8-1967-AFC5-6C0BC69356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572" r="14677"/>
          <a:stretch/>
        </p:blipFill>
        <p:spPr bwMode="auto">
          <a:xfrm>
            <a:off x="5308052" y="10"/>
            <a:ext cx="6883948" cy="6857990"/>
          </a:xfrm>
          <a:custGeom>
            <a:avLst/>
            <a:gdLst/>
            <a:ahLst/>
            <a:cxnLst/>
            <a:rect l="l" t="t" r="r" b="b"/>
            <a:pathLst>
              <a:path w="6883948" h="6858000">
                <a:moveTo>
                  <a:pt x="365648" y="0"/>
                </a:moveTo>
                <a:lnTo>
                  <a:pt x="6883948" y="0"/>
                </a:lnTo>
                <a:lnTo>
                  <a:pt x="6883948" y="6858000"/>
                </a:lnTo>
                <a:lnTo>
                  <a:pt x="365648" y="6858000"/>
                </a:lnTo>
                <a:lnTo>
                  <a:pt x="360213" y="6835050"/>
                </a:lnTo>
                <a:cubicBezTo>
                  <a:pt x="128263" y="5788167"/>
                  <a:pt x="0" y="4637179"/>
                  <a:pt x="0" y="3429001"/>
                </a:cubicBezTo>
                <a:cubicBezTo>
                  <a:pt x="0" y="2220824"/>
                  <a:pt x="128263" y="1069835"/>
                  <a:pt x="360213" y="22952"/>
                </a:cubicBezTo>
                <a:close/>
              </a:path>
            </a:pathLst>
          </a:custGeom>
          <a:noFill/>
          <a:effectLst>
            <a:outerShdw blurRad="50800" dist="38100" dir="10800000" algn="r" rotWithShape="0">
              <a:schemeClr val="bg1">
                <a:lumMod val="85000"/>
                <a:alpha val="30000"/>
              </a:scheme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45692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FF8D2E5-2C4E-47B1-930B-6C82B7C313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323720-6A30-9D14-B5D8-50FAFE07B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1312"/>
            <a:ext cx="10506456" cy="1010264"/>
          </a:xfrm>
        </p:spPr>
        <p:txBody>
          <a:bodyPr anchor="ctr">
            <a:normAutofit/>
          </a:bodyPr>
          <a:lstStyle/>
          <a:p>
            <a:r>
              <a:rPr lang="en-GB" b="1" i="0" u="none" strike="noStrike">
                <a:effectLst/>
              </a:rPr>
              <a:t>Conclusion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01E4ADA-0EA9-4930-846E-3C11E8BED6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17618"/>
            <a:ext cx="128016" cy="6314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92FFCE-0C90-454E-AA25-D4EE9A6C39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1380864"/>
            <a:ext cx="1050645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00AA720-079E-6A49-057F-B474CF25B0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9730551"/>
              </p:ext>
            </p:extLst>
          </p:nvPr>
        </p:nvGraphicFramePr>
        <p:xfrm>
          <a:off x="838200" y="1650222"/>
          <a:ext cx="10506456" cy="45849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446267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6" name="Rectangle 3095">
            <a:extLst>
              <a:ext uri="{FF2B5EF4-FFF2-40B4-BE49-F238E27FC236}">
                <a16:creationId xmlns:a16="http://schemas.microsoft.com/office/drawing/2014/main" id="{8D06CE56-3881-4ADA-8CEF-D18B02C24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098" name="Rectangle 3097">
            <a:extLst>
              <a:ext uri="{FF2B5EF4-FFF2-40B4-BE49-F238E27FC236}">
                <a16:creationId xmlns:a16="http://schemas.microsoft.com/office/drawing/2014/main" id="{79F3C543-62EC-4433-9C93-A2CD8764E9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78652" y="4501201"/>
            <a:ext cx="11034696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3100" name="Rectangle 3099">
            <a:extLst>
              <a:ext uri="{FF2B5EF4-FFF2-40B4-BE49-F238E27FC236}">
                <a16:creationId xmlns:a16="http://schemas.microsoft.com/office/drawing/2014/main" id="{D7D03296-BABA-47AD-A5D5-ED15672701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B97D62-0D21-D15F-631D-8057466296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061"/>
            <a:ext cx="10515600" cy="109205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b="1" i="0" u="none" strike="noStrike" dirty="0">
                <a:effectLst/>
              </a:rPr>
              <a:t>Q&amp;A</a:t>
            </a:r>
            <a:endParaRPr lang="en-US" sz="5200" dirty="0"/>
          </a:p>
        </p:txBody>
      </p:sp>
      <p:sp useBgFill="1">
        <p:nvSpPr>
          <p:cNvPr id="3102" name="Rectangle 3101">
            <a:extLst>
              <a:ext uri="{FF2B5EF4-FFF2-40B4-BE49-F238E27FC236}">
                <a16:creationId xmlns:a16="http://schemas.microsoft.com/office/drawing/2014/main" id="{284A8429-F65A-490D-96E4-1158D3E8A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38199" y="1396083"/>
            <a:ext cx="10515599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04" name="Rectangle 3103">
            <a:extLst>
              <a:ext uri="{FF2B5EF4-FFF2-40B4-BE49-F238E27FC236}">
                <a16:creationId xmlns:a16="http://schemas.microsoft.com/office/drawing/2014/main" id="{0F022291-A82B-4D23-A1E0-5F9BD68466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041136" y="1859832"/>
            <a:ext cx="109728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080" name="Picture 8" descr="HD sea wolf wallpapers | Peakpx">
            <a:extLst>
              <a:ext uri="{FF2B5EF4-FFF2-40B4-BE49-F238E27FC236}">
                <a16:creationId xmlns:a16="http://schemas.microsoft.com/office/drawing/2014/main" id="{34AC1EA7-91CA-54AA-10D6-51C48DD84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97281" y="2399493"/>
            <a:ext cx="5022497" cy="38798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emo wolf&quot; Sticker for Sale by cocksnot | Redbubble">
            <a:extLst>
              <a:ext uri="{FF2B5EF4-FFF2-40B4-BE49-F238E27FC236}">
                <a16:creationId xmlns:a16="http://schemas.microsoft.com/office/drawing/2014/main" id="{E7305E86-0D69-85F5-B4F2-496323F2F3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" t="23837" r="-13" b="23847"/>
          <a:stretch/>
        </p:blipFill>
        <p:spPr bwMode="auto">
          <a:xfrm>
            <a:off x="6213142" y="2546508"/>
            <a:ext cx="5140656" cy="3585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916217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ccentBoxVTI">
  <a:themeElements>
    <a:clrScheme name="AnalogousFromLightSeedRightStep">
      <a:dk1>
        <a:srgbClr val="000000"/>
      </a:dk1>
      <a:lt1>
        <a:srgbClr val="FFFFFF"/>
      </a:lt1>
      <a:dk2>
        <a:srgbClr val="3E3423"/>
      </a:dk2>
      <a:lt2>
        <a:srgbClr val="E2E7E8"/>
      </a:lt2>
      <a:accent1>
        <a:srgbClr val="D59480"/>
      </a:accent1>
      <a:accent2>
        <a:srgbClr val="BF9D60"/>
      </a:accent2>
      <a:accent3>
        <a:srgbClr val="A2A567"/>
      </a:accent3>
      <a:accent4>
        <a:srgbClr val="86AF5A"/>
      </a:accent4>
      <a:accent5>
        <a:srgbClr val="6EB166"/>
      </a:accent5>
      <a:accent6>
        <a:srgbClr val="5DB478"/>
      </a:accent6>
      <a:hlink>
        <a:srgbClr val="5C8A98"/>
      </a:hlink>
      <a:folHlink>
        <a:srgbClr val="7F7F7F"/>
      </a:folHlink>
    </a:clrScheme>
    <a:fontScheme name="Avenir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ccentBoxVTI" id="{9F778A78-DC9A-453A-A82D-A75CAD503E15}" vid="{EA961113-7CC4-4569-8A6A-7BC2C1E2F40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493</Words>
  <Application>Microsoft Macintosh PowerPoint</Application>
  <PresentationFormat>Widescreen</PresentationFormat>
  <Paragraphs>75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Arial</vt:lpstr>
      <vt:lpstr>Avenir Next LT Pro</vt:lpstr>
      <vt:lpstr>Calibri</vt:lpstr>
      <vt:lpstr>Neue Haas Grotesk Text Pro</vt:lpstr>
      <vt:lpstr>AccentBoxVTI</vt:lpstr>
      <vt:lpstr>Managing Communications in Software Project Management </vt:lpstr>
      <vt:lpstr>Introduction to Project Communication Management </vt:lpstr>
      <vt:lpstr>Communication in the Project Lifecycle</vt:lpstr>
      <vt:lpstr>Components of a Communication Plan</vt:lpstr>
      <vt:lpstr>Communication Tools and Techniques</vt:lpstr>
      <vt:lpstr>Managing Communication Challenges</vt:lpstr>
      <vt:lpstr>Stakeholder Communication Strategies</vt:lpstr>
      <vt:lpstr>Metrics for Effective Communication</vt:lpstr>
      <vt:lpstr>Case Study: Effective Communication in a Software Project</vt:lpstr>
      <vt:lpstr>Conclusion</vt:lpstr>
      <vt:lpstr>Q&amp;A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FA21-BSE-007 (MUHAMMAD UMAR ATIQ)</dc:creator>
  <cp:lastModifiedBy>FA21-BSE-007 (MUHAMMAD UMAR ATIQ)</cp:lastModifiedBy>
  <cp:revision>6</cp:revision>
  <dcterms:created xsi:type="dcterms:W3CDTF">2024-12-11T18:41:11Z</dcterms:created>
  <dcterms:modified xsi:type="dcterms:W3CDTF">2024-12-11T19:18:28Z</dcterms:modified>
</cp:coreProperties>
</file>